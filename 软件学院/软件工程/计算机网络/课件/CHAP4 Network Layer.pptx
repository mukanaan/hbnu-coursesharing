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1" r:id="rId1"/>
  </p:sldMasterIdLst>
  <p:notesMasterIdLst>
    <p:notesMasterId r:id="rId216"/>
  </p:notesMasterIdLst>
  <p:sldIdLst>
    <p:sldId id="256" r:id="rId2"/>
    <p:sldId id="632" r:id="rId3"/>
    <p:sldId id="633" r:id="rId4"/>
    <p:sldId id="634" r:id="rId5"/>
    <p:sldId id="635" r:id="rId6"/>
    <p:sldId id="636" r:id="rId7"/>
    <p:sldId id="637" r:id="rId8"/>
    <p:sldId id="638" r:id="rId9"/>
    <p:sldId id="639" r:id="rId10"/>
    <p:sldId id="640" r:id="rId11"/>
    <p:sldId id="641" r:id="rId12"/>
    <p:sldId id="642" r:id="rId13"/>
    <p:sldId id="643" r:id="rId14"/>
    <p:sldId id="644" r:id="rId15"/>
    <p:sldId id="645" r:id="rId16"/>
    <p:sldId id="646" r:id="rId17"/>
    <p:sldId id="647" r:id="rId18"/>
    <p:sldId id="648" r:id="rId19"/>
    <p:sldId id="649" r:id="rId20"/>
    <p:sldId id="650" r:id="rId21"/>
    <p:sldId id="651" r:id="rId22"/>
    <p:sldId id="652" r:id="rId23"/>
    <p:sldId id="653" r:id="rId24"/>
    <p:sldId id="654" r:id="rId25"/>
    <p:sldId id="655" r:id="rId26"/>
    <p:sldId id="656" r:id="rId27"/>
    <p:sldId id="657" r:id="rId28"/>
    <p:sldId id="658" r:id="rId29"/>
    <p:sldId id="659" r:id="rId30"/>
    <p:sldId id="660" r:id="rId31"/>
    <p:sldId id="661" r:id="rId32"/>
    <p:sldId id="662" r:id="rId33"/>
    <p:sldId id="663" r:id="rId34"/>
    <p:sldId id="664" r:id="rId35"/>
    <p:sldId id="665" r:id="rId36"/>
    <p:sldId id="666" r:id="rId37"/>
    <p:sldId id="667" r:id="rId38"/>
    <p:sldId id="668" r:id="rId39"/>
    <p:sldId id="669" r:id="rId40"/>
    <p:sldId id="670" r:id="rId41"/>
    <p:sldId id="671" r:id="rId42"/>
    <p:sldId id="672" r:id="rId43"/>
    <p:sldId id="673" r:id="rId44"/>
    <p:sldId id="674" r:id="rId45"/>
    <p:sldId id="675" r:id="rId46"/>
    <p:sldId id="676" r:id="rId47"/>
    <p:sldId id="677" r:id="rId48"/>
    <p:sldId id="678" r:id="rId49"/>
    <p:sldId id="679" r:id="rId50"/>
    <p:sldId id="680" r:id="rId51"/>
    <p:sldId id="681" r:id="rId52"/>
    <p:sldId id="682" r:id="rId53"/>
    <p:sldId id="683" r:id="rId54"/>
    <p:sldId id="684" r:id="rId55"/>
    <p:sldId id="685" r:id="rId56"/>
    <p:sldId id="686" r:id="rId57"/>
    <p:sldId id="687" r:id="rId58"/>
    <p:sldId id="688" r:id="rId59"/>
    <p:sldId id="689" r:id="rId60"/>
    <p:sldId id="690" r:id="rId61"/>
    <p:sldId id="691" r:id="rId62"/>
    <p:sldId id="692" r:id="rId63"/>
    <p:sldId id="693" r:id="rId64"/>
    <p:sldId id="694" r:id="rId65"/>
    <p:sldId id="695" r:id="rId66"/>
    <p:sldId id="696" r:id="rId67"/>
    <p:sldId id="697" r:id="rId68"/>
    <p:sldId id="698" r:id="rId69"/>
    <p:sldId id="699" r:id="rId70"/>
    <p:sldId id="700" r:id="rId71"/>
    <p:sldId id="701" r:id="rId72"/>
    <p:sldId id="702" r:id="rId73"/>
    <p:sldId id="703" r:id="rId74"/>
    <p:sldId id="704" r:id="rId75"/>
    <p:sldId id="705" r:id="rId76"/>
    <p:sldId id="706" r:id="rId77"/>
    <p:sldId id="707" r:id="rId78"/>
    <p:sldId id="708" r:id="rId79"/>
    <p:sldId id="709" r:id="rId80"/>
    <p:sldId id="710" r:id="rId81"/>
    <p:sldId id="711" r:id="rId82"/>
    <p:sldId id="712" r:id="rId83"/>
    <p:sldId id="713" r:id="rId84"/>
    <p:sldId id="714" r:id="rId85"/>
    <p:sldId id="715" r:id="rId86"/>
    <p:sldId id="716" r:id="rId87"/>
    <p:sldId id="717" r:id="rId88"/>
    <p:sldId id="718" r:id="rId89"/>
    <p:sldId id="719" r:id="rId90"/>
    <p:sldId id="720" r:id="rId91"/>
    <p:sldId id="721" r:id="rId92"/>
    <p:sldId id="722" r:id="rId93"/>
    <p:sldId id="723" r:id="rId94"/>
    <p:sldId id="724" r:id="rId95"/>
    <p:sldId id="725" r:id="rId96"/>
    <p:sldId id="726" r:id="rId97"/>
    <p:sldId id="727" r:id="rId98"/>
    <p:sldId id="728" r:id="rId99"/>
    <p:sldId id="729" r:id="rId100"/>
    <p:sldId id="563" r:id="rId101"/>
    <p:sldId id="587" r:id="rId102"/>
    <p:sldId id="396" r:id="rId103"/>
    <p:sldId id="588" r:id="rId104"/>
    <p:sldId id="589" r:id="rId105"/>
    <p:sldId id="590" r:id="rId106"/>
    <p:sldId id="591" r:id="rId107"/>
    <p:sldId id="586" r:id="rId108"/>
    <p:sldId id="406" r:id="rId109"/>
    <p:sldId id="593" r:id="rId110"/>
    <p:sldId id="408" r:id="rId111"/>
    <p:sldId id="592" r:id="rId112"/>
    <p:sldId id="364" r:id="rId113"/>
    <p:sldId id="366" r:id="rId114"/>
    <p:sldId id="367" r:id="rId115"/>
    <p:sldId id="386" r:id="rId116"/>
    <p:sldId id="594" r:id="rId117"/>
    <p:sldId id="576" r:id="rId118"/>
    <p:sldId id="405" r:id="rId119"/>
    <p:sldId id="595" r:id="rId120"/>
    <p:sldId id="409" r:id="rId121"/>
    <p:sldId id="596" r:id="rId122"/>
    <p:sldId id="597" r:id="rId123"/>
    <p:sldId id="566" r:id="rId124"/>
    <p:sldId id="411" r:id="rId125"/>
    <p:sldId id="412" r:id="rId126"/>
    <p:sldId id="579" r:id="rId127"/>
    <p:sldId id="413" r:id="rId128"/>
    <p:sldId id="414" r:id="rId129"/>
    <p:sldId id="416" r:id="rId130"/>
    <p:sldId id="598" r:id="rId131"/>
    <p:sldId id="568" r:id="rId132"/>
    <p:sldId id="480" r:id="rId133"/>
    <p:sldId id="599" r:id="rId134"/>
    <p:sldId id="481" r:id="rId135"/>
    <p:sldId id="600" r:id="rId136"/>
    <p:sldId id="483" r:id="rId137"/>
    <p:sldId id="601" r:id="rId138"/>
    <p:sldId id="602" r:id="rId139"/>
    <p:sldId id="603" r:id="rId140"/>
    <p:sldId id="604" r:id="rId141"/>
    <p:sldId id="605" r:id="rId142"/>
    <p:sldId id="606" r:id="rId143"/>
    <p:sldId id="607" r:id="rId144"/>
    <p:sldId id="547" r:id="rId145"/>
    <p:sldId id="549" r:id="rId146"/>
    <p:sldId id="608" r:id="rId147"/>
    <p:sldId id="550" r:id="rId148"/>
    <p:sldId id="609" r:id="rId149"/>
    <p:sldId id="551" r:id="rId150"/>
    <p:sldId id="552" r:id="rId151"/>
    <p:sldId id="553" r:id="rId152"/>
    <p:sldId id="610" r:id="rId153"/>
    <p:sldId id="554" r:id="rId154"/>
    <p:sldId id="567" r:id="rId155"/>
    <p:sldId id="420" r:id="rId156"/>
    <p:sldId id="470" r:id="rId157"/>
    <p:sldId id="421" r:id="rId158"/>
    <p:sldId id="612" r:id="rId159"/>
    <p:sldId id="611" r:id="rId160"/>
    <p:sldId id="422" r:id="rId161"/>
    <p:sldId id="580" r:id="rId162"/>
    <p:sldId id="581" r:id="rId163"/>
    <p:sldId id="423" r:id="rId164"/>
    <p:sldId id="613" r:id="rId165"/>
    <p:sldId id="584" r:id="rId166"/>
    <p:sldId id="582" r:id="rId167"/>
    <p:sldId id="614" r:id="rId168"/>
    <p:sldId id="615" r:id="rId169"/>
    <p:sldId id="425" r:id="rId170"/>
    <p:sldId id="617" r:id="rId171"/>
    <p:sldId id="618" r:id="rId172"/>
    <p:sldId id="619" r:id="rId173"/>
    <p:sldId id="620" r:id="rId174"/>
    <p:sldId id="621" r:id="rId175"/>
    <p:sldId id="427" r:id="rId176"/>
    <p:sldId id="426" r:id="rId177"/>
    <p:sldId id="471" r:id="rId178"/>
    <p:sldId id="585" r:id="rId179"/>
    <p:sldId id="433" r:id="rId180"/>
    <p:sldId id="623" r:id="rId181"/>
    <p:sldId id="622" r:id="rId182"/>
    <p:sldId id="435" r:id="rId183"/>
    <p:sldId id="472" r:id="rId184"/>
    <p:sldId id="441" r:id="rId185"/>
    <p:sldId id="446" r:id="rId186"/>
    <p:sldId id="447" r:id="rId187"/>
    <p:sldId id="569" r:id="rId188"/>
    <p:sldId id="449" r:id="rId189"/>
    <p:sldId id="625" r:id="rId190"/>
    <p:sldId id="451" r:id="rId191"/>
    <p:sldId id="452" r:id="rId192"/>
    <p:sldId id="453" r:id="rId193"/>
    <p:sldId id="454" r:id="rId194"/>
    <p:sldId id="455" r:id="rId195"/>
    <p:sldId id="456" r:id="rId196"/>
    <p:sldId id="457" r:id="rId197"/>
    <p:sldId id="458" r:id="rId198"/>
    <p:sldId id="459" r:id="rId199"/>
    <p:sldId id="460" r:id="rId200"/>
    <p:sldId id="570" r:id="rId201"/>
    <p:sldId id="627" r:id="rId202"/>
    <p:sldId id="626" r:id="rId203"/>
    <p:sldId id="462" r:id="rId204"/>
    <p:sldId id="463" r:id="rId205"/>
    <p:sldId id="464" r:id="rId206"/>
    <p:sldId id="466" r:id="rId207"/>
    <p:sldId id="628" r:id="rId208"/>
    <p:sldId id="467" r:id="rId209"/>
    <p:sldId id="468" r:id="rId210"/>
    <p:sldId id="629" r:id="rId211"/>
    <p:sldId id="630" r:id="rId212"/>
    <p:sldId id="631" r:id="rId213"/>
    <p:sldId id="476" r:id="rId214"/>
    <p:sldId id="478" r:id="rId215"/>
  </p:sldIdLst>
  <p:sldSz cx="12192000" cy="6858000"/>
  <p:notesSz cx="6858000" cy="9144000"/>
  <p:defaultTextStyle>
    <a:defPPr>
      <a:defRPr lang="zh-CN"/>
    </a:defPPr>
    <a:lvl1pPr algn="l" rtl="0" eaLnBrk="0" fontAlgn="base" hangingPunct="0">
      <a:spcBef>
        <a:spcPct val="0"/>
      </a:spcBef>
      <a:spcAft>
        <a:spcPct val="0"/>
      </a:spcAft>
      <a:defRPr kern="1200">
        <a:solidFill>
          <a:schemeClr val="tx1"/>
        </a:solidFill>
        <a:latin typeface="Arial"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Arial"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Arial"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Arial"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D4D4D"/>
    <a:srgbClr val="FF00FF"/>
    <a:srgbClr val="000000"/>
    <a:srgbClr val="FFCC66"/>
    <a:srgbClr val="333399"/>
    <a:srgbClr val="00B0F0"/>
    <a:srgbClr val="FFCCFF"/>
    <a:srgbClr val="990033"/>
    <a:srgbClr val="CCECFF"/>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257" autoAdjust="0"/>
    <p:restoredTop sz="85549" autoAdjust="0"/>
  </p:normalViewPr>
  <p:slideViewPr>
    <p:cSldViewPr>
      <p:cViewPr>
        <p:scale>
          <a:sx n="100" d="100"/>
          <a:sy n="100" d="100"/>
        </p:scale>
        <p:origin x="-864" y="-72"/>
      </p:cViewPr>
      <p:guideLst>
        <p:guide orient="horz" pos="2160"/>
        <p:guide pos="3840"/>
      </p:guideLst>
    </p:cSldViewPr>
  </p:slideViewPr>
  <p:outlineViewPr>
    <p:cViewPr>
      <p:scale>
        <a:sx n="33" d="100"/>
        <a:sy n="33" d="100"/>
      </p:scale>
      <p:origin x="60" y="3804"/>
    </p:cViewPr>
  </p:outlineViewPr>
  <p:notesTextViewPr>
    <p:cViewPr>
      <p:scale>
        <a:sx n="100" d="100"/>
        <a:sy n="100" d="100"/>
      </p:scale>
      <p:origin x="0" y="0"/>
    </p:cViewPr>
  </p:notesTextViewPr>
  <p:sorterViewPr>
    <p:cViewPr>
      <p:scale>
        <a:sx n="66" d="100"/>
        <a:sy n="66" d="100"/>
      </p:scale>
      <p:origin x="0" y="13554"/>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slide" Target="slides/slide180.xml"/><Relationship Id="rId186" Type="http://schemas.openxmlformats.org/officeDocument/2006/relationships/slide" Target="slides/slide185.xml"/><Relationship Id="rId216" Type="http://schemas.openxmlformats.org/officeDocument/2006/relationships/notesMaster" Target="notesMasters/notesMaster1.xml"/><Relationship Id="rId211" Type="http://schemas.openxmlformats.org/officeDocument/2006/relationships/slide" Target="slides/slide210.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92" Type="http://schemas.openxmlformats.org/officeDocument/2006/relationships/slide" Target="slides/slide191.xml"/><Relationship Id="rId197" Type="http://schemas.openxmlformats.org/officeDocument/2006/relationships/slide" Target="slides/slide196.xml"/><Relationship Id="rId206" Type="http://schemas.openxmlformats.org/officeDocument/2006/relationships/slide" Target="slides/slide205.xml"/><Relationship Id="rId201" Type="http://schemas.openxmlformats.org/officeDocument/2006/relationships/slide" Target="slides/slide200.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217"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12" Type="http://schemas.openxmlformats.org/officeDocument/2006/relationships/slide" Target="slides/slide211.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theme" Target="theme/theme1.xml"/><Relationship Id="rId3" Type="http://schemas.openxmlformats.org/officeDocument/2006/relationships/slide" Target="slides/slide2.xml"/><Relationship Id="rId214" Type="http://schemas.openxmlformats.org/officeDocument/2006/relationships/slide" Target="slides/slide213.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1E8D4AF-C3E5-4296-8051-0B2F71547B54}" type="doc">
      <dgm:prSet loTypeId="urn:microsoft.com/office/officeart/2005/8/layout/hList1" loCatId="list" qsTypeId="urn:microsoft.com/office/officeart/2005/8/quickstyle/simple1" qsCatId="simple" csTypeId="urn:microsoft.com/office/officeart/2005/8/colors/colorful1#1" csCatId="colorful" phldr="1"/>
      <dgm:spPr/>
      <dgm:t>
        <a:bodyPr/>
        <a:lstStyle/>
        <a:p>
          <a:endParaRPr lang="zh-CN" altLang="en-US"/>
        </a:p>
      </dgm:t>
    </dgm:pt>
    <dgm:pt modelId="{1D1D2F34-C7FA-4AB6-9F6A-8ADE395C1D21}">
      <dgm:prSet phldrT="[文本]" custT="1"/>
      <dgm:spPr/>
      <dgm:t>
        <a:bodyPr/>
        <a:lstStyle/>
        <a:p>
          <a:pPr>
            <a:lnSpc>
              <a:spcPct val="100000"/>
            </a:lnSpc>
            <a:spcAft>
              <a:spcPct val="20000"/>
            </a:spcAft>
          </a:pPr>
          <a:r>
            <a:rPr lang="zh-CN" altLang="zh-CN" sz="2800" b="1" dirty="0" smtClean="0">
              <a:latin typeface="微软雅黑" panose="020B0503020204020204" pitchFamily="34" charset="-122"/>
              <a:ea typeface="微软雅黑" panose="020B0503020204020204" pitchFamily="34" charset="-122"/>
            </a:rPr>
            <a:t>数据层面</a:t>
          </a:r>
          <a:endParaRPr lang="zh-CN" altLang="en-US" sz="2800" b="1" dirty="0">
            <a:latin typeface="微软雅黑" panose="020B0503020204020204" pitchFamily="34" charset="-122"/>
            <a:ea typeface="微软雅黑" panose="020B0503020204020204" pitchFamily="34" charset="-122"/>
          </a:endParaRPr>
        </a:p>
      </dgm:t>
    </dgm:pt>
    <dgm:pt modelId="{823E78B8-C518-42AA-B742-F63C09C24725}" type="parTrans" cxnId="{CE6B0C5F-6082-4B18-B949-9E4AAF3E1530}">
      <dgm:prSet/>
      <dgm:spPr/>
      <dgm:t>
        <a:bodyPr/>
        <a:lstStyle/>
        <a:p>
          <a:endParaRPr lang="zh-CN" altLang="en-US"/>
        </a:p>
      </dgm:t>
    </dgm:pt>
    <dgm:pt modelId="{BE6E7425-9E56-4DFD-A344-6EEBA290BBA4}" type="sibTrans" cxnId="{CE6B0C5F-6082-4B18-B949-9E4AAF3E1530}">
      <dgm:prSet/>
      <dgm:spPr/>
      <dgm:t>
        <a:bodyPr/>
        <a:lstStyle/>
        <a:p>
          <a:endParaRPr lang="zh-CN" altLang="en-US"/>
        </a:p>
      </dgm:t>
    </dgm:pt>
    <dgm:pt modelId="{3935A8CA-284C-4650-9388-2F2B918FB8CE}">
      <dgm:prSet phldrT="[文本]" custT="1"/>
      <dgm:spPr/>
      <dgm:t>
        <a:bodyPr/>
        <a:lstStyle/>
        <a:p>
          <a:pPr>
            <a:lnSpc>
              <a:spcPct val="100000"/>
            </a:lnSpc>
            <a:spcAft>
              <a:spcPts val="0"/>
            </a:spcAft>
          </a:pPr>
          <a:r>
            <a:rPr lang="zh-CN" altLang="zh-CN" sz="2400" b="1" dirty="0" smtClean="0">
              <a:solidFill>
                <a:srgbClr val="4D4D4D"/>
              </a:solidFill>
              <a:latin typeface="微软雅黑" panose="020B0503020204020204" pitchFamily="34" charset="-122"/>
              <a:ea typeface="微软雅黑" panose="020B0503020204020204" pitchFamily="34" charset="-122"/>
            </a:rPr>
            <a:t>路由器根据本路由器生成的</a:t>
          </a:r>
          <a:r>
            <a:rPr lang="zh-CN" altLang="zh-CN" sz="2400" b="1" dirty="0" smtClean="0">
              <a:solidFill>
                <a:srgbClr val="C00000"/>
              </a:solidFill>
              <a:latin typeface="微软雅黑" panose="020B0503020204020204" pitchFamily="34" charset="-122"/>
              <a:ea typeface="微软雅黑" panose="020B0503020204020204" pitchFamily="34" charset="-122"/>
            </a:rPr>
            <a:t>转发表，</a:t>
          </a:r>
          <a:r>
            <a:rPr lang="zh-CN" altLang="zh-CN" sz="2400" b="1" dirty="0" smtClean="0">
              <a:solidFill>
                <a:srgbClr val="4D4D4D"/>
              </a:solidFill>
              <a:latin typeface="微软雅黑" panose="020B0503020204020204" pitchFamily="34" charset="-122"/>
              <a:ea typeface="微软雅黑" panose="020B0503020204020204" pitchFamily="34" charset="-122"/>
            </a:rPr>
            <a:t>把收到的分组从查找到的对应接口</a:t>
          </a:r>
          <a:r>
            <a:rPr lang="zh-CN" altLang="zh-CN" sz="2400" b="1" dirty="0" smtClean="0">
              <a:solidFill>
                <a:schemeClr val="tx2">
                  <a:lumMod val="60000"/>
                  <a:lumOff val="40000"/>
                </a:schemeClr>
              </a:solidFill>
              <a:latin typeface="微软雅黑" panose="020B0503020204020204" pitchFamily="34" charset="-122"/>
              <a:ea typeface="微软雅黑" panose="020B0503020204020204" pitchFamily="34" charset="-122"/>
            </a:rPr>
            <a:t>转发</a:t>
          </a:r>
          <a:r>
            <a:rPr lang="zh-CN" altLang="zh-CN" sz="2400" b="1" dirty="0" smtClean="0">
              <a:solidFill>
                <a:srgbClr val="4D4D4D"/>
              </a:solidFill>
              <a:latin typeface="微软雅黑" panose="020B0503020204020204" pitchFamily="34" charset="-122"/>
              <a:ea typeface="微软雅黑" panose="020B0503020204020204" pitchFamily="34" charset="-122"/>
            </a:rPr>
            <a:t>出去。</a:t>
          </a:r>
          <a:endParaRPr lang="zh-CN" altLang="en-US" sz="2400" b="1" dirty="0">
            <a:solidFill>
              <a:srgbClr val="4D4D4D"/>
            </a:solidFill>
            <a:latin typeface="微软雅黑" panose="020B0503020204020204" pitchFamily="34" charset="-122"/>
            <a:ea typeface="微软雅黑" panose="020B0503020204020204" pitchFamily="34" charset="-122"/>
          </a:endParaRPr>
        </a:p>
      </dgm:t>
    </dgm:pt>
    <dgm:pt modelId="{1AB30E51-878D-48CF-B841-5F815E24A9C0}" type="parTrans" cxnId="{340AA356-AC5F-4D1E-8A28-B82F236B5590}">
      <dgm:prSet/>
      <dgm:spPr/>
      <dgm:t>
        <a:bodyPr/>
        <a:lstStyle/>
        <a:p>
          <a:endParaRPr lang="zh-CN" altLang="en-US"/>
        </a:p>
      </dgm:t>
    </dgm:pt>
    <dgm:pt modelId="{1A923FD5-5350-4497-8558-17F724679014}" type="sibTrans" cxnId="{340AA356-AC5F-4D1E-8A28-B82F236B5590}">
      <dgm:prSet/>
      <dgm:spPr/>
      <dgm:t>
        <a:bodyPr/>
        <a:lstStyle/>
        <a:p>
          <a:endParaRPr lang="zh-CN" altLang="en-US"/>
        </a:p>
      </dgm:t>
    </dgm:pt>
    <dgm:pt modelId="{E3094E70-DBBD-4776-8255-CA53223AA920}">
      <dgm:prSet custT="1"/>
      <dgm:spPr/>
      <dgm:t>
        <a:bodyPr/>
        <a:lstStyle/>
        <a:p>
          <a:pPr>
            <a:lnSpc>
              <a:spcPct val="100000"/>
            </a:lnSpc>
            <a:spcAft>
              <a:spcPts val="0"/>
            </a:spcAft>
          </a:pPr>
          <a:r>
            <a:rPr lang="zh-CN" altLang="en-US" sz="2400" b="1" dirty="0" smtClean="0">
              <a:solidFill>
                <a:srgbClr val="4D4D4D"/>
              </a:solidFill>
              <a:latin typeface="微软雅黑" panose="020B0503020204020204" pitchFamily="34" charset="-122"/>
              <a:ea typeface="微软雅黑" panose="020B0503020204020204" pitchFamily="34" charset="-122"/>
            </a:rPr>
            <a:t>每个路由器</a:t>
          </a:r>
          <a:r>
            <a:rPr lang="zh-CN" altLang="en-US" sz="2400" b="1" dirty="0" smtClean="0">
              <a:solidFill>
                <a:schemeClr val="tx2">
                  <a:lumMod val="60000"/>
                  <a:lumOff val="40000"/>
                </a:schemeClr>
              </a:solidFill>
              <a:latin typeface="微软雅黑" panose="020B0503020204020204" pitchFamily="34" charset="-122"/>
              <a:ea typeface="微软雅黑" panose="020B0503020204020204" pitchFamily="34" charset="-122"/>
            </a:rPr>
            <a:t>独立</a:t>
          </a:r>
          <a:r>
            <a:rPr lang="zh-CN" altLang="en-US" sz="2400" b="1" dirty="0" smtClean="0">
              <a:solidFill>
                <a:srgbClr val="4D4D4D"/>
              </a:solidFill>
              <a:latin typeface="微软雅黑" panose="020B0503020204020204" pitchFamily="34" charset="-122"/>
              <a:ea typeface="微软雅黑" panose="020B0503020204020204" pitchFamily="34" charset="-122"/>
            </a:rPr>
            <a:t>工作。</a:t>
          </a:r>
          <a:endParaRPr lang="zh-CN" altLang="en-US" sz="2400" b="1" dirty="0">
            <a:solidFill>
              <a:srgbClr val="4D4D4D"/>
            </a:solidFill>
            <a:latin typeface="微软雅黑" panose="020B0503020204020204" pitchFamily="34" charset="-122"/>
            <a:ea typeface="微软雅黑" panose="020B0503020204020204" pitchFamily="34" charset="-122"/>
          </a:endParaRPr>
        </a:p>
      </dgm:t>
    </dgm:pt>
    <dgm:pt modelId="{519E4824-498E-46FA-B960-A44A0D038680}" type="parTrans" cxnId="{E3296F2A-0B4D-464F-ADA8-C69645579478}">
      <dgm:prSet/>
      <dgm:spPr/>
      <dgm:t>
        <a:bodyPr/>
        <a:lstStyle/>
        <a:p>
          <a:endParaRPr lang="zh-CN" altLang="en-US"/>
        </a:p>
      </dgm:t>
    </dgm:pt>
    <dgm:pt modelId="{3FD2573C-C2DF-4E9E-9FD2-0B5C268A3B0B}" type="sibTrans" cxnId="{E3296F2A-0B4D-464F-ADA8-C69645579478}">
      <dgm:prSet/>
      <dgm:spPr/>
      <dgm:t>
        <a:bodyPr/>
        <a:lstStyle/>
        <a:p>
          <a:endParaRPr lang="zh-CN" altLang="en-US"/>
        </a:p>
      </dgm:t>
    </dgm:pt>
    <dgm:pt modelId="{DD6D6094-BAB0-4C98-83EB-DBC53F380A53}">
      <dgm:prSet custT="1"/>
      <dgm:spPr/>
      <dgm:t>
        <a:bodyPr/>
        <a:lstStyle/>
        <a:p>
          <a:pPr>
            <a:lnSpc>
              <a:spcPct val="100000"/>
            </a:lnSpc>
            <a:spcAft>
              <a:spcPts val="0"/>
            </a:spcAft>
          </a:pPr>
          <a:r>
            <a:rPr lang="zh-CN" altLang="en-US" sz="2400" b="1" dirty="0" smtClean="0">
              <a:solidFill>
                <a:srgbClr val="4D4D4D"/>
              </a:solidFill>
              <a:latin typeface="微软雅黑" panose="020B0503020204020204" pitchFamily="34" charset="-122"/>
              <a:ea typeface="微软雅黑" panose="020B0503020204020204" pitchFamily="34" charset="-122"/>
            </a:rPr>
            <a:t>采用</a:t>
          </a:r>
          <a:r>
            <a:rPr lang="zh-CN" altLang="en-US" sz="2400" b="1" dirty="0" smtClean="0">
              <a:solidFill>
                <a:schemeClr val="tx2">
                  <a:lumMod val="60000"/>
                  <a:lumOff val="40000"/>
                </a:schemeClr>
              </a:solidFill>
              <a:latin typeface="微软雅黑" panose="020B0503020204020204" pitchFamily="34" charset="-122"/>
              <a:ea typeface="微软雅黑" panose="020B0503020204020204" pitchFamily="34" charset="-122"/>
            </a:rPr>
            <a:t>硬件</a:t>
          </a:r>
          <a:r>
            <a:rPr lang="zh-CN" altLang="en-US" sz="2400" b="1" dirty="0" smtClean="0">
              <a:solidFill>
                <a:srgbClr val="4D4D4D"/>
              </a:solidFill>
              <a:latin typeface="微软雅黑" panose="020B0503020204020204" pitchFamily="34" charset="-122"/>
              <a:ea typeface="微软雅黑" panose="020B0503020204020204" pitchFamily="34" charset="-122"/>
            </a:rPr>
            <a:t>进行转发，速度快。</a:t>
          </a:r>
          <a:endParaRPr lang="zh-CN" altLang="en-US" sz="2400" b="1" dirty="0">
            <a:solidFill>
              <a:srgbClr val="4D4D4D"/>
            </a:solidFill>
            <a:latin typeface="微软雅黑" panose="020B0503020204020204" pitchFamily="34" charset="-122"/>
            <a:ea typeface="微软雅黑" panose="020B0503020204020204" pitchFamily="34" charset="-122"/>
          </a:endParaRPr>
        </a:p>
      </dgm:t>
    </dgm:pt>
    <dgm:pt modelId="{BA84FEF6-F368-4443-A62A-421A69C3F6D5}" type="parTrans" cxnId="{8732565D-506C-432B-ACAC-ABE3104AEA0E}">
      <dgm:prSet/>
      <dgm:spPr/>
      <dgm:t>
        <a:bodyPr/>
        <a:lstStyle/>
        <a:p>
          <a:endParaRPr lang="zh-CN" altLang="en-US"/>
        </a:p>
      </dgm:t>
    </dgm:pt>
    <dgm:pt modelId="{914780BD-0098-4867-BFF3-65E2D0EAC974}" type="sibTrans" cxnId="{8732565D-506C-432B-ACAC-ABE3104AEA0E}">
      <dgm:prSet/>
      <dgm:spPr/>
      <dgm:t>
        <a:bodyPr/>
        <a:lstStyle/>
        <a:p>
          <a:endParaRPr lang="zh-CN" altLang="en-US"/>
        </a:p>
      </dgm:t>
    </dgm:pt>
    <dgm:pt modelId="{1A85F913-0EA5-4E0C-AC2C-65AE114C5338}">
      <dgm:prSet phldrT="[文本]" custT="1"/>
      <dgm:spPr>
        <a:solidFill>
          <a:srgbClr val="00B050"/>
        </a:solidFill>
        <a:ln>
          <a:solidFill>
            <a:srgbClr val="00B050"/>
          </a:solidFill>
        </a:ln>
      </dgm:spPr>
      <dgm:t>
        <a:bodyPr/>
        <a:lstStyle/>
        <a:p>
          <a:r>
            <a:rPr lang="zh-CN" altLang="en-US" sz="2800" b="1" dirty="0" smtClean="0">
              <a:latin typeface="微软雅黑" panose="020B0503020204020204" pitchFamily="34" charset="-122"/>
              <a:ea typeface="微软雅黑" panose="020B0503020204020204" pitchFamily="34" charset="-122"/>
            </a:rPr>
            <a:t>控制层面</a:t>
          </a:r>
          <a:endParaRPr lang="zh-CN" altLang="en-US" sz="2800" b="1" dirty="0">
            <a:latin typeface="微软雅黑" panose="020B0503020204020204" pitchFamily="34" charset="-122"/>
            <a:ea typeface="微软雅黑" panose="020B0503020204020204" pitchFamily="34" charset="-122"/>
          </a:endParaRPr>
        </a:p>
      </dgm:t>
    </dgm:pt>
    <dgm:pt modelId="{044010CB-C44F-465A-8995-A6613AF5FDF8}" type="parTrans" cxnId="{6EB5599E-5ED8-420E-9A24-7B10512E8346}">
      <dgm:prSet/>
      <dgm:spPr/>
      <dgm:t>
        <a:bodyPr/>
        <a:lstStyle/>
        <a:p>
          <a:endParaRPr lang="zh-CN" altLang="en-US"/>
        </a:p>
      </dgm:t>
    </dgm:pt>
    <dgm:pt modelId="{BDA74EC5-1F01-4178-B3C1-EC48A63056F9}" type="sibTrans" cxnId="{6EB5599E-5ED8-420E-9A24-7B10512E8346}">
      <dgm:prSet/>
      <dgm:spPr/>
      <dgm:t>
        <a:bodyPr/>
        <a:lstStyle/>
        <a:p>
          <a:endParaRPr lang="zh-CN" altLang="en-US"/>
        </a:p>
      </dgm:t>
    </dgm:pt>
    <dgm:pt modelId="{AC39144C-C5C3-4F40-9875-92D77BDC146E}">
      <dgm:prSet phldrT="[文本]" custT="1"/>
      <dgm:spPr>
        <a:solidFill>
          <a:srgbClr val="CCFFCC">
            <a:alpha val="89804"/>
          </a:srgbClr>
        </a:solidFill>
      </dgm:spPr>
      <dgm:t>
        <a:bodyPr/>
        <a:lstStyle/>
        <a:p>
          <a:pPr>
            <a:lnSpc>
              <a:spcPct val="100000"/>
            </a:lnSpc>
            <a:spcAft>
              <a:spcPts val="0"/>
            </a:spcAft>
          </a:pPr>
          <a:r>
            <a:rPr lang="zh-CN" altLang="en-US" sz="2400" b="1" dirty="0" smtClean="0">
              <a:solidFill>
                <a:srgbClr val="4D4D4D"/>
              </a:solidFill>
              <a:latin typeface="微软雅黑" panose="020B0503020204020204" pitchFamily="34" charset="-122"/>
              <a:ea typeface="微软雅黑" panose="020B0503020204020204" pitchFamily="34" charset="-122"/>
            </a:rPr>
            <a:t>根据路由选择协议所用的路由算法</a:t>
          </a:r>
          <a:r>
            <a:rPr lang="zh-CN" altLang="en-US" sz="2400" b="1" dirty="0" smtClean="0">
              <a:solidFill>
                <a:schemeClr val="tx2">
                  <a:lumMod val="60000"/>
                  <a:lumOff val="40000"/>
                </a:schemeClr>
              </a:solidFill>
              <a:latin typeface="微软雅黑" panose="020B0503020204020204" pitchFamily="34" charset="-122"/>
              <a:ea typeface="微软雅黑" panose="020B0503020204020204" pitchFamily="34" charset="-122"/>
            </a:rPr>
            <a:t>计算路由</a:t>
          </a:r>
          <a:r>
            <a:rPr lang="zh-CN" altLang="en-US" sz="2400" b="1" dirty="0" smtClean="0">
              <a:solidFill>
                <a:schemeClr val="tx1">
                  <a:lumMod val="50000"/>
                </a:schemeClr>
              </a:solidFill>
              <a:latin typeface="微软雅黑" panose="020B0503020204020204" pitchFamily="34" charset="-122"/>
              <a:ea typeface="微软雅黑" panose="020B0503020204020204" pitchFamily="34" charset="-122"/>
            </a:rPr>
            <a:t>，</a:t>
          </a:r>
          <a:r>
            <a:rPr lang="zh-CN" altLang="en-US" sz="2400" b="1" dirty="0" smtClean="0">
              <a:solidFill>
                <a:srgbClr val="4D4D4D"/>
              </a:solidFill>
              <a:latin typeface="微软雅黑" panose="020B0503020204020204" pitchFamily="34" charset="-122"/>
              <a:ea typeface="微软雅黑" panose="020B0503020204020204" pitchFamily="34" charset="-122"/>
            </a:rPr>
            <a:t>创建出本路由器的</a:t>
          </a:r>
          <a:r>
            <a:rPr lang="zh-CN" altLang="en-US" sz="2400" b="1" dirty="0" smtClean="0">
              <a:solidFill>
                <a:srgbClr val="C00000"/>
              </a:solidFill>
              <a:latin typeface="微软雅黑" panose="020B0503020204020204" pitchFamily="34" charset="-122"/>
              <a:ea typeface="微软雅黑" panose="020B0503020204020204" pitchFamily="34" charset="-122"/>
            </a:rPr>
            <a:t>路由表。</a:t>
          </a:r>
          <a:endParaRPr lang="zh-CN" altLang="en-US" sz="2400" b="1" dirty="0">
            <a:solidFill>
              <a:srgbClr val="C00000"/>
            </a:solidFill>
            <a:latin typeface="微软雅黑" panose="020B0503020204020204" pitchFamily="34" charset="-122"/>
            <a:ea typeface="微软雅黑" panose="020B0503020204020204" pitchFamily="34" charset="-122"/>
          </a:endParaRPr>
        </a:p>
      </dgm:t>
    </dgm:pt>
    <dgm:pt modelId="{24887F04-A30C-4082-B81F-D5BF30CB8D4C}" type="parTrans" cxnId="{59C54F2B-F071-456B-AD40-08EE23AFC6C1}">
      <dgm:prSet/>
      <dgm:spPr/>
      <dgm:t>
        <a:bodyPr/>
        <a:lstStyle/>
        <a:p>
          <a:endParaRPr lang="zh-CN" altLang="en-US"/>
        </a:p>
      </dgm:t>
    </dgm:pt>
    <dgm:pt modelId="{0DDD565A-D754-4AF0-89A1-0FC5777271DE}" type="sibTrans" cxnId="{59C54F2B-F071-456B-AD40-08EE23AFC6C1}">
      <dgm:prSet/>
      <dgm:spPr/>
      <dgm:t>
        <a:bodyPr/>
        <a:lstStyle/>
        <a:p>
          <a:endParaRPr lang="zh-CN" altLang="en-US"/>
        </a:p>
      </dgm:t>
    </dgm:pt>
    <dgm:pt modelId="{324FFE58-99DC-49F4-BD07-88A42CC55D35}">
      <dgm:prSet phldrT="[文本]" custT="1"/>
      <dgm:spPr>
        <a:solidFill>
          <a:srgbClr val="CCFFCC">
            <a:alpha val="89804"/>
          </a:srgbClr>
        </a:solidFill>
      </dgm:spPr>
      <dgm:t>
        <a:bodyPr/>
        <a:lstStyle/>
        <a:p>
          <a:pPr>
            <a:lnSpc>
              <a:spcPct val="100000"/>
            </a:lnSpc>
            <a:spcAft>
              <a:spcPts val="0"/>
            </a:spcAft>
          </a:pPr>
          <a:r>
            <a:rPr lang="zh-CN" altLang="en-US" sz="2400" b="1" dirty="0" smtClean="0">
              <a:solidFill>
                <a:srgbClr val="4D4D4D"/>
              </a:solidFill>
              <a:latin typeface="微软雅黑" panose="020B0503020204020204" pitchFamily="34" charset="-122"/>
              <a:ea typeface="微软雅黑" panose="020B0503020204020204" pitchFamily="34" charset="-122"/>
            </a:rPr>
            <a:t>许多路由器</a:t>
          </a:r>
          <a:r>
            <a:rPr lang="zh-CN" altLang="en-US" sz="2400" b="1" dirty="0" smtClean="0">
              <a:solidFill>
                <a:schemeClr val="tx2">
                  <a:lumMod val="60000"/>
                  <a:lumOff val="40000"/>
                </a:schemeClr>
              </a:solidFill>
              <a:latin typeface="微软雅黑" panose="020B0503020204020204" pitchFamily="34" charset="-122"/>
              <a:ea typeface="微软雅黑" panose="020B0503020204020204" pitchFamily="34" charset="-122"/>
            </a:rPr>
            <a:t>协同</a:t>
          </a:r>
          <a:r>
            <a:rPr lang="zh-CN" altLang="en-US" sz="2400" b="1" dirty="0" smtClean="0">
              <a:solidFill>
                <a:srgbClr val="4D4D4D"/>
              </a:solidFill>
              <a:latin typeface="微软雅黑" panose="020B0503020204020204" pitchFamily="34" charset="-122"/>
              <a:ea typeface="微软雅黑" panose="020B0503020204020204" pitchFamily="34" charset="-122"/>
            </a:rPr>
            <a:t>动作。</a:t>
          </a:r>
          <a:endParaRPr lang="zh-CN" altLang="en-US" sz="2400" b="1" dirty="0">
            <a:solidFill>
              <a:srgbClr val="4D4D4D"/>
            </a:solidFill>
            <a:latin typeface="微软雅黑" panose="020B0503020204020204" pitchFamily="34" charset="-122"/>
            <a:ea typeface="微软雅黑" panose="020B0503020204020204" pitchFamily="34" charset="-122"/>
          </a:endParaRPr>
        </a:p>
      </dgm:t>
    </dgm:pt>
    <dgm:pt modelId="{EC5618CD-EDB7-44AB-9D3C-01FBC3B8045B}" type="parTrans" cxnId="{7F44E923-64EB-40DB-8E31-448874947188}">
      <dgm:prSet/>
      <dgm:spPr/>
      <dgm:t>
        <a:bodyPr/>
        <a:lstStyle/>
        <a:p>
          <a:endParaRPr lang="zh-CN" altLang="en-US"/>
        </a:p>
      </dgm:t>
    </dgm:pt>
    <dgm:pt modelId="{6B4C0358-26D5-43CD-8563-ABEAE90D2FE6}" type="sibTrans" cxnId="{7F44E923-64EB-40DB-8E31-448874947188}">
      <dgm:prSet/>
      <dgm:spPr/>
      <dgm:t>
        <a:bodyPr/>
        <a:lstStyle/>
        <a:p>
          <a:endParaRPr lang="zh-CN" altLang="en-US"/>
        </a:p>
      </dgm:t>
    </dgm:pt>
    <dgm:pt modelId="{E2B15F2D-10F5-4986-91D4-C249C1200BE1}">
      <dgm:prSet phldrT="[文本]" custT="1"/>
      <dgm:spPr>
        <a:solidFill>
          <a:srgbClr val="CCFFCC">
            <a:alpha val="89804"/>
          </a:srgbClr>
        </a:solidFill>
      </dgm:spPr>
      <dgm:t>
        <a:bodyPr/>
        <a:lstStyle/>
        <a:p>
          <a:pPr>
            <a:lnSpc>
              <a:spcPct val="100000"/>
            </a:lnSpc>
            <a:spcAft>
              <a:spcPts val="0"/>
            </a:spcAft>
          </a:pPr>
          <a:r>
            <a:rPr lang="zh-CN" altLang="en-US" sz="2400" b="1" dirty="0" smtClean="0">
              <a:solidFill>
                <a:srgbClr val="4D4D4D"/>
              </a:solidFill>
              <a:latin typeface="微软雅黑" panose="020B0503020204020204" pitchFamily="34" charset="-122"/>
              <a:ea typeface="微软雅黑" panose="020B0503020204020204" pitchFamily="34" charset="-122"/>
            </a:rPr>
            <a:t>采用</a:t>
          </a:r>
          <a:r>
            <a:rPr lang="zh-CN" altLang="en-US" sz="2400" b="1" dirty="0" smtClean="0">
              <a:solidFill>
                <a:schemeClr val="tx2">
                  <a:lumMod val="60000"/>
                  <a:lumOff val="40000"/>
                </a:schemeClr>
              </a:solidFill>
              <a:latin typeface="微软雅黑" panose="020B0503020204020204" pitchFamily="34" charset="-122"/>
              <a:ea typeface="微软雅黑" panose="020B0503020204020204" pitchFamily="34" charset="-122"/>
            </a:rPr>
            <a:t>软件</a:t>
          </a:r>
          <a:r>
            <a:rPr lang="zh-CN" altLang="en-US" sz="2400" b="1" dirty="0" smtClean="0">
              <a:solidFill>
                <a:srgbClr val="4D4D4D"/>
              </a:solidFill>
              <a:latin typeface="微软雅黑" panose="020B0503020204020204" pitchFamily="34" charset="-122"/>
              <a:ea typeface="微软雅黑" panose="020B0503020204020204" pitchFamily="34" charset="-122"/>
            </a:rPr>
            <a:t>计算，速度慢。</a:t>
          </a:r>
          <a:endParaRPr lang="zh-CN" altLang="en-US" sz="2400" b="1" dirty="0">
            <a:solidFill>
              <a:srgbClr val="4D4D4D"/>
            </a:solidFill>
            <a:latin typeface="微软雅黑" panose="020B0503020204020204" pitchFamily="34" charset="-122"/>
            <a:ea typeface="微软雅黑" panose="020B0503020204020204" pitchFamily="34" charset="-122"/>
          </a:endParaRPr>
        </a:p>
      </dgm:t>
    </dgm:pt>
    <dgm:pt modelId="{AB667672-D58D-44C0-8FE5-830A6B9B985B}" type="parTrans" cxnId="{784290CC-CD04-4279-9A28-8FD964E53255}">
      <dgm:prSet/>
      <dgm:spPr/>
      <dgm:t>
        <a:bodyPr/>
        <a:lstStyle/>
        <a:p>
          <a:endParaRPr lang="zh-CN" altLang="en-US"/>
        </a:p>
      </dgm:t>
    </dgm:pt>
    <dgm:pt modelId="{CB3B0CF4-6C17-4712-8651-5214F31C3FF1}" type="sibTrans" cxnId="{784290CC-CD04-4279-9A28-8FD964E53255}">
      <dgm:prSet/>
      <dgm:spPr/>
      <dgm:t>
        <a:bodyPr/>
        <a:lstStyle/>
        <a:p>
          <a:endParaRPr lang="zh-CN" altLang="en-US"/>
        </a:p>
      </dgm:t>
    </dgm:pt>
    <dgm:pt modelId="{EE48A649-0DD6-4F1D-93E8-6C982A947BD7}" type="pres">
      <dgm:prSet presAssocID="{11E8D4AF-C3E5-4296-8051-0B2F71547B54}" presName="Name0" presStyleCnt="0">
        <dgm:presLayoutVars>
          <dgm:dir/>
          <dgm:animLvl val="lvl"/>
          <dgm:resizeHandles val="exact"/>
        </dgm:presLayoutVars>
      </dgm:prSet>
      <dgm:spPr/>
      <dgm:t>
        <a:bodyPr/>
        <a:lstStyle/>
        <a:p>
          <a:endParaRPr lang="zh-CN" altLang="en-US"/>
        </a:p>
      </dgm:t>
    </dgm:pt>
    <dgm:pt modelId="{B28DF133-4854-4981-9BB6-D542959CBDA5}" type="pres">
      <dgm:prSet presAssocID="{1D1D2F34-C7FA-4AB6-9F6A-8ADE395C1D21}" presName="composite" presStyleCnt="0"/>
      <dgm:spPr/>
      <dgm:t>
        <a:bodyPr/>
        <a:lstStyle/>
        <a:p>
          <a:endParaRPr lang="zh-CN" altLang="en-US"/>
        </a:p>
      </dgm:t>
    </dgm:pt>
    <dgm:pt modelId="{F0ADD619-6503-4051-9BF1-B84DDC798B9B}" type="pres">
      <dgm:prSet presAssocID="{1D1D2F34-C7FA-4AB6-9F6A-8ADE395C1D21}" presName="parTx" presStyleLbl="alignNode1" presStyleIdx="0" presStyleCnt="2">
        <dgm:presLayoutVars>
          <dgm:chMax val="0"/>
          <dgm:chPref val="0"/>
          <dgm:bulletEnabled val="1"/>
        </dgm:presLayoutVars>
      </dgm:prSet>
      <dgm:spPr/>
      <dgm:t>
        <a:bodyPr/>
        <a:lstStyle/>
        <a:p>
          <a:endParaRPr lang="zh-CN" altLang="en-US"/>
        </a:p>
      </dgm:t>
    </dgm:pt>
    <dgm:pt modelId="{69218C7D-A5C6-4BB9-B753-14FB4AB3733E}" type="pres">
      <dgm:prSet presAssocID="{1D1D2F34-C7FA-4AB6-9F6A-8ADE395C1D21}" presName="desTx" presStyleLbl="alignAccFollowNode1" presStyleIdx="0" presStyleCnt="2">
        <dgm:presLayoutVars>
          <dgm:bulletEnabled val="1"/>
        </dgm:presLayoutVars>
      </dgm:prSet>
      <dgm:spPr/>
      <dgm:t>
        <a:bodyPr/>
        <a:lstStyle/>
        <a:p>
          <a:endParaRPr lang="zh-CN" altLang="en-US"/>
        </a:p>
      </dgm:t>
    </dgm:pt>
    <dgm:pt modelId="{9CBB12D9-64BD-442A-BFBE-793FC1095AAD}" type="pres">
      <dgm:prSet presAssocID="{BE6E7425-9E56-4DFD-A344-6EEBA290BBA4}" presName="space" presStyleCnt="0"/>
      <dgm:spPr/>
      <dgm:t>
        <a:bodyPr/>
        <a:lstStyle/>
        <a:p>
          <a:endParaRPr lang="zh-CN" altLang="en-US"/>
        </a:p>
      </dgm:t>
    </dgm:pt>
    <dgm:pt modelId="{4C08A01E-0597-4B94-979E-9E7D393729A0}" type="pres">
      <dgm:prSet presAssocID="{1A85F913-0EA5-4E0C-AC2C-65AE114C5338}" presName="composite" presStyleCnt="0"/>
      <dgm:spPr/>
      <dgm:t>
        <a:bodyPr/>
        <a:lstStyle/>
        <a:p>
          <a:endParaRPr lang="zh-CN" altLang="en-US"/>
        </a:p>
      </dgm:t>
    </dgm:pt>
    <dgm:pt modelId="{A287357E-4392-4759-BB71-D2529A5E730A}" type="pres">
      <dgm:prSet presAssocID="{1A85F913-0EA5-4E0C-AC2C-65AE114C5338}" presName="parTx" presStyleLbl="alignNode1" presStyleIdx="1" presStyleCnt="2">
        <dgm:presLayoutVars>
          <dgm:chMax val="0"/>
          <dgm:chPref val="0"/>
          <dgm:bulletEnabled val="1"/>
        </dgm:presLayoutVars>
      </dgm:prSet>
      <dgm:spPr/>
      <dgm:t>
        <a:bodyPr/>
        <a:lstStyle/>
        <a:p>
          <a:endParaRPr lang="zh-CN" altLang="en-US"/>
        </a:p>
      </dgm:t>
    </dgm:pt>
    <dgm:pt modelId="{7E31D2C3-38FE-46A6-9137-AC78999E4E2D}" type="pres">
      <dgm:prSet presAssocID="{1A85F913-0EA5-4E0C-AC2C-65AE114C5338}" presName="desTx" presStyleLbl="alignAccFollowNode1" presStyleIdx="1" presStyleCnt="2">
        <dgm:presLayoutVars>
          <dgm:bulletEnabled val="1"/>
        </dgm:presLayoutVars>
      </dgm:prSet>
      <dgm:spPr/>
      <dgm:t>
        <a:bodyPr/>
        <a:lstStyle/>
        <a:p>
          <a:endParaRPr lang="zh-CN" altLang="en-US"/>
        </a:p>
      </dgm:t>
    </dgm:pt>
  </dgm:ptLst>
  <dgm:cxnLst>
    <dgm:cxn modelId="{1F0A3816-A978-402C-AB88-A97C6789B0BB}" type="presOf" srcId="{1A85F913-0EA5-4E0C-AC2C-65AE114C5338}" destId="{A287357E-4392-4759-BB71-D2529A5E730A}" srcOrd="0" destOrd="0" presId="urn:microsoft.com/office/officeart/2005/8/layout/hList1"/>
    <dgm:cxn modelId="{63EC93E7-D05A-491A-B4F8-0659675C1ACB}" type="presOf" srcId="{3935A8CA-284C-4650-9388-2F2B918FB8CE}" destId="{69218C7D-A5C6-4BB9-B753-14FB4AB3733E}" srcOrd="0" destOrd="0" presId="urn:microsoft.com/office/officeart/2005/8/layout/hList1"/>
    <dgm:cxn modelId="{59C54F2B-F071-456B-AD40-08EE23AFC6C1}" srcId="{1A85F913-0EA5-4E0C-AC2C-65AE114C5338}" destId="{AC39144C-C5C3-4F40-9875-92D77BDC146E}" srcOrd="0" destOrd="0" parTransId="{24887F04-A30C-4082-B81F-D5BF30CB8D4C}" sibTransId="{0DDD565A-D754-4AF0-89A1-0FC5777271DE}"/>
    <dgm:cxn modelId="{F3CA57C9-37D2-4A22-B304-13F643075187}" type="presOf" srcId="{1D1D2F34-C7FA-4AB6-9F6A-8ADE395C1D21}" destId="{F0ADD619-6503-4051-9BF1-B84DDC798B9B}" srcOrd="0" destOrd="0" presId="urn:microsoft.com/office/officeart/2005/8/layout/hList1"/>
    <dgm:cxn modelId="{CE6B0C5F-6082-4B18-B949-9E4AAF3E1530}" srcId="{11E8D4AF-C3E5-4296-8051-0B2F71547B54}" destId="{1D1D2F34-C7FA-4AB6-9F6A-8ADE395C1D21}" srcOrd="0" destOrd="0" parTransId="{823E78B8-C518-42AA-B742-F63C09C24725}" sibTransId="{BE6E7425-9E56-4DFD-A344-6EEBA290BBA4}"/>
    <dgm:cxn modelId="{CEAE8A7C-AA36-4293-B462-935EF6075F99}" type="presOf" srcId="{11E8D4AF-C3E5-4296-8051-0B2F71547B54}" destId="{EE48A649-0DD6-4F1D-93E8-6C982A947BD7}" srcOrd="0" destOrd="0" presId="urn:microsoft.com/office/officeart/2005/8/layout/hList1"/>
    <dgm:cxn modelId="{E3296F2A-0B4D-464F-ADA8-C69645579478}" srcId="{1D1D2F34-C7FA-4AB6-9F6A-8ADE395C1D21}" destId="{E3094E70-DBBD-4776-8255-CA53223AA920}" srcOrd="1" destOrd="0" parTransId="{519E4824-498E-46FA-B960-A44A0D038680}" sibTransId="{3FD2573C-C2DF-4E9E-9FD2-0B5C268A3B0B}"/>
    <dgm:cxn modelId="{6AAEB510-CB9F-4B03-B34C-C34E0835F538}" type="presOf" srcId="{AC39144C-C5C3-4F40-9875-92D77BDC146E}" destId="{7E31D2C3-38FE-46A6-9137-AC78999E4E2D}" srcOrd="0" destOrd="0" presId="urn:microsoft.com/office/officeart/2005/8/layout/hList1"/>
    <dgm:cxn modelId="{B952960B-4B1D-4AB5-8B35-04A66670FDF0}" type="presOf" srcId="{E3094E70-DBBD-4776-8255-CA53223AA920}" destId="{69218C7D-A5C6-4BB9-B753-14FB4AB3733E}" srcOrd="0" destOrd="1" presId="urn:microsoft.com/office/officeart/2005/8/layout/hList1"/>
    <dgm:cxn modelId="{497D166A-A62F-4F1F-A8E8-A8268FA1E5AF}" type="presOf" srcId="{E2B15F2D-10F5-4986-91D4-C249C1200BE1}" destId="{7E31D2C3-38FE-46A6-9137-AC78999E4E2D}" srcOrd="0" destOrd="2" presId="urn:microsoft.com/office/officeart/2005/8/layout/hList1"/>
    <dgm:cxn modelId="{5AAFACAE-7BAC-4F4A-8ADE-360E0927B5AD}" type="presOf" srcId="{324FFE58-99DC-49F4-BD07-88A42CC55D35}" destId="{7E31D2C3-38FE-46A6-9137-AC78999E4E2D}" srcOrd="0" destOrd="1" presId="urn:microsoft.com/office/officeart/2005/8/layout/hList1"/>
    <dgm:cxn modelId="{7F44E923-64EB-40DB-8E31-448874947188}" srcId="{1A85F913-0EA5-4E0C-AC2C-65AE114C5338}" destId="{324FFE58-99DC-49F4-BD07-88A42CC55D35}" srcOrd="1" destOrd="0" parTransId="{EC5618CD-EDB7-44AB-9D3C-01FBC3B8045B}" sibTransId="{6B4C0358-26D5-43CD-8563-ABEAE90D2FE6}"/>
    <dgm:cxn modelId="{340AA356-AC5F-4D1E-8A28-B82F236B5590}" srcId="{1D1D2F34-C7FA-4AB6-9F6A-8ADE395C1D21}" destId="{3935A8CA-284C-4650-9388-2F2B918FB8CE}" srcOrd="0" destOrd="0" parTransId="{1AB30E51-878D-48CF-B841-5F815E24A9C0}" sibTransId="{1A923FD5-5350-4497-8558-17F724679014}"/>
    <dgm:cxn modelId="{8732565D-506C-432B-ACAC-ABE3104AEA0E}" srcId="{1D1D2F34-C7FA-4AB6-9F6A-8ADE395C1D21}" destId="{DD6D6094-BAB0-4C98-83EB-DBC53F380A53}" srcOrd="2" destOrd="0" parTransId="{BA84FEF6-F368-4443-A62A-421A69C3F6D5}" sibTransId="{914780BD-0098-4867-BFF3-65E2D0EAC974}"/>
    <dgm:cxn modelId="{C752CB19-A90C-44B9-8028-D1AC0938321C}" type="presOf" srcId="{DD6D6094-BAB0-4C98-83EB-DBC53F380A53}" destId="{69218C7D-A5C6-4BB9-B753-14FB4AB3733E}" srcOrd="0" destOrd="2" presId="urn:microsoft.com/office/officeart/2005/8/layout/hList1"/>
    <dgm:cxn modelId="{784290CC-CD04-4279-9A28-8FD964E53255}" srcId="{1A85F913-0EA5-4E0C-AC2C-65AE114C5338}" destId="{E2B15F2D-10F5-4986-91D4-C249C1200BE1}" srcOrd="2" destOrd="0" parTransId="{AB667672-D58D-44C0-8FE5-830A6B9B985B}" sibTransId="{CB3B0CF4-6C17-4712-8651-5214F31C3FF1}"/>
    <dgm:cxn modelId="{6EB5599E-5ED8-420E-9A24-7B10512E8346}" srcId="{11E8D4AF-C3E5-4296-8051-0B2F71547B54}" destId="{1A85F913-0EA5-4E0C-AC2C-65AE114C5338}" srcOrd="1" destOrd="0" parTransId="{044010CB-C44F-465A-8995-A6613AF5FDF8}" sibTransId="{BDA74EC5-1F01-4178-B3C1-EC48A63056F9}"/>
    <dgm:cxn modelId="{8E5A9288-2E6D-41F0-AA06-BB48E312C203}" type="presParOf" srcId="{EE48A649-0DD6-4F1D-93E8-6C982A947BD7}" destId="{B28DF133-4854-4981-9BB6-D542959CBDA5}" srcOrd="0" destOrd="0" presId="urn:microsoft.com/office/officeart/2005/8/layout/hList1"/>
    <dgm:cxn modelId="{A23A7ABA-8826-4E01-A930-5F58B12F955F}" type="presParOf" srcId="{B28DF133-4854-4981-9BB6-D542959CBDA5}" destId="{F0ADD619-6503-4051-9BF1-B84DDC798B9B}" srcOrd="0" destOrd="0" presId="urn:microsoft.com/office/officeart/2005/8/layout/hList1"/>
    <dgm:cxn modelId="{76A5B9A1-EEF2-4F5B-B5FE-F6D313398DA0}" type="presParOf" srcId="{B28DF133-4854-4981-9BB6-D542959CBDA5}" destId="{69218C7D-A5C6-4BB9-B753-14FB4AB3733E}" srcOrd="1" destOrd="0" presId="urn:microsoft.com/office/officeart/2005/8/layout/hList1"/>
    <dgm:cxn modelId="{28C0BA33-F31F-4758-BABC-173CDF987AC8}" type="presParOf" srcId="{EE48A649-0DD6-4F1D-93E8-6C982A947BD7}" destId="{9CBB12D9-64BD-442A-BFBE-793FC1095AAD}" srcOrd="1" destOrd="0" presId="urn:microsoft.com/office/officeart/2005/8/layout/hList1"/>
    <dgm:cxn modelId="{F0D885D1-5092-4F21-91EB-F1893049F5BD}" type="presParOf" srcId="{EE48A649-0DD6-4F1D-93E8-6C982A947BD7}" destId="{4C08A01E-0597-4B94-979E-9E7D393729A0}" srcOrd="2" destOrd="0" presId="urn:microsoft.com/office/officeart/2005/8/layout/hList1"/>
    <dgm:cxn modelId="{15A11C64-65CD-46F4-8857-92101099C649}" type="presParOf" srcId="{4C08A01E-0597-4B94-979E-9E7D393729A0}" destId="{A287357E-4392-4759-BB71-D2529A5E730A}" srcOrd="0" destOrd="0" presId="urn:microsoft.com/office/officeart/2005/8/layout/hList1"/>
    <dgm:cxn modelId="{7E8CD900-85C2-44C1-B715-9B36CF0E5EA0}" type="presParOf" srcId="{4C08A01E-0597-4B94-979E-9E7D393729A0}" destId="{7E31D2C3-38FE-46A6-9137-AC78999E4E2D}"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ADD619-6503-4051-9BF1-B84DDC798B9B}">
      <dsp:nvSpPr>
        <dsp:cNvPr id="0" name=""/>
        <dsp:cNvSpPr/>
      </dsp:nvSpPr>
      <dsp:spPr>
        <a:xfrm>
          <a:off x="45" y="7919"/>
          <a:ext cx="4383802" cy="1065600"/>
        </a:xfrm>
        <a:prstGeom prst="rect">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lvl="0" algn="ctr" defTabSz="1244600">
            <a:lnSpc>
              <a:spcPct val="100000"/>
            </a:lnSpc>
            <a:spcBef>
              <a:spcPct val="0"/>
            </a:spcBef>
            <a:spcAft>
              <a:spcPct val="20000"/>
            </a:spcAft>
          </a:pPr>
          <a:r>
            <a:rPr lang="zh-CN" altLang="zh-CN" sz="2800" b="1" kern="1200" dirty="0" smtClean="0">
              <a:latin typeface="微软雅黑" panose="020B0503020204020204" pitchFamily="34" charset="-122"/>
              <a:ea typeface="微软雅黑" panose="020B0503020204020204" pitchFamily="34" charset="-122"/>
            </a:rPr>
            <a:t>数据层面</a:t>
          </a:r>
          <a:endParaRPr lang="zh-CN" altLang="en-US" sz="2800" b="1" kern="1200" dirty="0">
            <a:latin typeface="微软雅黑" panose="020B0503020204020204" pitchFamily="34" charset="-122"/>
            <a:ea typeface="微软雅黑" panose="020B0503020204020204" pitchFamily="34" charset="-122"/>
          </a:endParaRPr>
        </a:p>
      </dsp:txBody>
      <dsp:txXfrm>
        <a:off x="45" y="7919"/>
        <a:ext cx="4383802" cy="1065600"/>
      </dsp:txXfrm>
    </dsp:sp>
    <dsp:sp modelId="{69218C7D-A5C6-4BB9-B753-14FB4AB3733E}">
      <dsp:nvSpPr>
        <dsp:cNvPr id="0" name=""/>
        <dsp:cNvSpPr/>
      </dsp:nvSpPr>
      <dsp:spPr>
        <a:xfrm>
          <a:off x="45" y="1073519"/>
          <a:ext cx="4383802" cy="2945385"/>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100000"/>
            </a:lnSpc>
            <a:spcBef>
              <a:spcPct val="0"/>
            </a:spcBef>
            <a:spcAft>
              <a:spcPts val="0"/>
            </a:spcAft>
            <a:buChar char="••"/>
          </a:pPr>
          <a:r>
            <a:rPr lang="zh-CN" altLang="zh-CN" sz="2400" b="1" kern="1200" dirty="0" smtClean="0">
              <a:solidFill>
                <a:srgbClr val="4D4D4D"/>
              </a:solidFill>
              <a:latin typeface="微软雅黑" panose="020B0503020204020204" pitchFamily="34" charset="-122"/>
              <a:ea typeface="微软雅黑" panose="020B0503020204020204" pitchFamily="34" charset="-122"/>
            </a:rPr>
            <a:t>路由器根据本路由器生成的</a:t>
          </a:r>
          <a:r>
            <a:rPr lang="zh-CN" altLang="zh-CN" sz="2400" b="1" kern="1200" dirty="0" smtClean="0">
              <a:solidFill>
                <a:srgbClr val="C00000"/>
              </a:solidFill>
              <a:latin typeface="微软雅黑" panose="020B0503020204020204" pitchFamily="34" charset="-122"/>
              <a:ea typeface="微软雅黑" panose="020B0503020204020204" pitchFamily="34" charset="-122"/>
            </a:rPr>
            <a:t>转发表，</a:t>
          </a:r>
          <a:r>
            <a:rPr lang="zh-CN" altLang="zh-CN" sz="2400" b="1" kern="1200" dirty="0" smtClean="0">
              <a:solidFill>
                <a:srgbClr val="4D4D4D"/>
              </a:solidFill>
              <a:latin typeface="微软雅黑" panose="020B0503020204020204" pitchFamily="34" charset="-122"/>
              <a:ea typeface="微软雅黑" panose="020B0503020204020204" pitchFamily="34" charset="-122"/>
            </a:rPr>
            <a:t>把收到的分组从查找到的对应接口</a:t>
          </a:r>
          <a:r>
            <a:rPr lang="zh-CN" altLang="zh-CN" sz="2400" b="1" kern="1200" dirty="0" smtClean="0">
              <a:solidFill>
                <a:schemeClr val="tx2">
                  <a:lumMod val="60000"/>
                  <a:lumOff val="40000"/>
                </a:schemeClr>
              </a:solidFill>
              <a:latin typeface="微软雅黑" panose="020B0503020204020204" pitchFamily="34" charset="-122"/>
              <a:ea typeface="微软雅黑" panose="020B0503020204020204" pitchFamily="34" charset="-122"/>
            </a:rPr>
            <a:t>转发</a:t>
          </a:r>
          <a:r>
            <a:rPr lang="zh-CN" altLang="zh-CN" sz="2400" b="1" kern="1200" dirty="0" smtClean="0">
              <a:solidFill>
                <a:srgbClr val="4D4D4D"/>
              </a:solidFill>
              <a:latin typeface="微软雅黑" panose="020B0503020204020204" pitchFamily="34" charset="-122"/>
              <a:ea typeface="微软雅黑" panose="020B0503020204020204" pitchFamily="34" charset="-122"/>
            </a:rPr>
            <a:t>出去。</a:t>
          </a:r>
          <a:endParaRPr lang="zh-CN" altLang="en-US" sz="2400" b="1" kern="1200" dirty="0">
            <a:solidFill>
              <a:srgbClr val="4D4D4D"/>
            </a:solidFill>
            <a:latin typeface="微软雅黑" panose="020B0503020204020204" pitchFamily="34" charset="-122"/>
            <a:ea typeface="微软雅黑" panose="020B0503020204020204" pitchFamily="34" charset="-122"/>
          </a:endParaRPr>
        </a:p>
        <a:p>
          <a:pPr marL="228600" lvl="1" indent="-228600" algn="l" defTabSz="1066800">
            <a:lnSpc>
              <a:spcPct val="100000"/>
            </a:lnSpc>
            <a:spcBef>
              <a:spcPct val="0"/>
            </a:spcBef>
            <a:spcAft>
              <a:spcPts val="0"/>
            </a:spcAft>
            <a:buChar char="••"/>
          </a:pPr>
          <a:r>
            <a:rPr lang="zh-CN" altLang="en-US" sz="2400" b="1" kern="1200" dirty="0" smtClean="0">
              <a:solidFill>
                <a:srgbClr val="4D4D4D"/>
              </a:solidFill>
              <a:latin typeface="微软雅黑" panose="020B0503020204020204" pitchFamily="34" charset="-122"/>
              <a:ea typeface="微软雅黑" panose="020B0503020204020204" pitchFamily="34" charset="-122"/>
            </a:rPr>
            <a:t>每个路由器</a:t>
          </a:r>
          <a:r>
            <a:rPr lang="zh-CN" altLang="en-US" sz="2400" b="1" kern="1200" dirty="0" smtClean="0">
              <a:solidFill>
                <a:schemeClr val="tx2">
                  <a:lumMod val="60000"/>
                  <a:lumOff val="40000"/>
                </a:schemeClr>
              </a:solidFill>
              <a:latin typeface="微软雅黑" panose="020B0503020204020204" pitchFamily="34" charset="-122"/>
              <a:ea typeface="微软雅黑" panose="020B0503020204020204" pitchFamily="34" charset="-122"/>
            </a:rPr>
            <a:t>独立</a:t>
          </a:r>
          <a:r>
            <a:rPr lang="zh-CN" altLang="en-US" sz="2400" b="1" kern="1200" dirty="0" smtClean="0">
              <a:solidFill>
                <a:srgbClr val="4D4D4D"/>
              </a:solidFill>
              <a:latin typeface="微软雅黑" panose="020B0503020204020204" pitchFamily="34" charset="-122"/>
              <a:ea typeface="微软雅黑" panose="020B0503020204020204" pitchFamily="34" charset="-122"/>
            </a:rPr>
            <a:t>工作。</a:t>
          </a:r>
          <a:endParaRPr lang="zh-CN" altLang="en-US" sz="2400" b="1" kern="1200" dirty="0">
            <a:solidFill>
              <a:srgbClr val="4D4D4D"/>
            </a:solidFill>
            <a:latin typeface="微软雅黑" panose="020B0503020204020204" pitchFamily="34" charset="-122"/>
            <a:ea typeface="微软雅黑" panose="020B0503020204020204" pitchFamily="34" charset="-122"/>
          </a:endParaRPr>
        </a:p>
        <a:p>
          <a:pPr marL="228600" lvl="1" indent="-228600" algn="l" defTabSz="1066800">
            <a:lnSpc>
              <a:spcPct val="100000"/>
            </a:lnSpc>
            <a:spcBef>
              <a:spcPct val="0"/>
            </a:spcBef>
            <a:spcAft>
              <a:spcPts val="0"/>
            </a:spcAft>
            <a:buChar char="••"/>
          </a:pPr>
          <a:r>
            <a:rPr lang="zh-CN" altLang="en-US" sz="2400" b="1" kern="1200" dirty="0" smtClean="0">
              <a:solidFill>
                <a:srgbClr val="4D4D4D"/>
              </a:solidFill>
              <a:latin typeface="微软雅黑" panose="020B0503020204020204" pitchFamily="34" charset="-122"/>
              <a:ea typeface="微软雅黑" panose="020B0503020204020204" pitchFamily="34" charset="-122"/>
            </a:rPr>
            <a:t>采用</a:t>
          </a:r>
          <a:r>
            <a:rPr lang="zh-CN" altLang="en-US" sz="2400" b="1" kern="1200" dirty="0" smtClean="0">
              <a:solidFill>
                <a:schemeClr val="tx2">
                  <a:lumMod val="60000"/>
                  <a:lumOff val="40000"/>
                </a:schemeClr>
              </a:solidFill>
              <a:latin typeface="微软雅黑" panose="020B0503020204020204" pitchFamily="34" charset="-122"/>
              <a:ea typeface="微软雅黑" panose="020B0503020204020204" pitchFamily="34" charset="-122"/>
            </a:rPr>
            <a:t>硬件</a:t>
          </a:r>
          <a:r>
            <a:rPr lang="zh-CN" altLang="en-US" sz="2400" b="1" kern="1200" dirty="0" smtClean="0">
              <a:solidFill>
                <a:srgbClr val="4D4D4D"/>
              </a:solidFill>
              <a:latin typeface="微软雅黑" panose="020B0503020204020204" pitchFamily="34" charset="-122"/>
              <a:ea typeface="微软雅黑" panose="020B0503020204020204" pitchFamily="34" charset="-122"/>
            </a:rPr>
            <a:t>进行转发，速度快。</a:t>
          </a:r>
          <a:endParaRPr lang="zh-CN" altLang="en-US" sz="2400" b="1" kern="1200" dirty="0">
            <a:solidFill>
              <a:srgbClr val="4D4D4D"/>
            </a:solidFill>
            <a:latin typeface="微软雅黑" panose="020B0503020204020204" pitchFamily="34" charset="-122"/>
            <a:ea typeface="微软雅黑" panose="020B0503020204020204" pitchFamily="34" charset="-122"/>
          </a:endParaRPr>
        </a:p>
      </dsp:txBody>
      <dsp:txXfrm>
        <a:off x="45" y="1073519"/>
        <a:ext cx="4383802" cy="2945385"/>
      </dsp:txXfrm>
    </dsp:sp>
    <dsp:sp modelId="{A287357E-4392-4759-BB71-D2529A5E730A}">
      <dsp:nvSpPr>
        <dsp:cNvPr id="0" name=""/>
        <dsp:cNvSpPr/>
      </dsp:nvSpPr>
      <dsp:spPr>
        <a:xfrm>
          <a:off x="4997581" y="7919"/>
          <a:ext cx="4383802" cy="1065600"/>
        </a:xfrm>
        <a:prstGeom prst="rect">
          <a:avLst/>
        </a:prstGeom>
        <a:solidFill>
          <a:srgbClr val="00B050"/>
        </a:solidFill>
        <a:ln w="25400" cap="flat" cmpd="sng" algn="ctr">
          <a:solidFill>
            <a:srgbClr val="00B05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lvl="0" algn="ctr" defTabSz="1244600">
            <a:lnSpc>
              <a:spcPct val="90000"/>
            </a:lnSpc>
            <a:spcBef>
              <a:spcPct val="0"/>
            </a:spcBef>
            <a:spcAft>
              <a:spcPct val="35000"/>
            </a:spcAft>
          </a:pPr>
          <a:r>
            <a:rPr lang="zh-CN" altLang="en-US" sz="2800" b="1" kern="1200" dirty="0" smtClean="0">
              <a:latin typeface="微软雅黑" panose="020B0503020204020204" pitchFamily="34" charset="-122"/>
              <a:ea typeface="微软雅黑" panose="020B0503020204020204" pitchFamily="34" charset="-122"/>
            </a:rPr>
            <a:t>控制层面</a:t>
          </a:r>
          <a:endParaRPr lang="zh-CN" altLang="en-US" sz="2800" b="1" kern="1200" dirty="0">
            <a:latin typeface="微软雅黑" panose="020B0503020204020204" pitchFamily="34" charset="-122"/>
            <a:ea typeface="微软雅黑" panose="020B0503020204020204" pitchFamily="34" charset="-122"/>
          </a:endParaRPr>
        </a:p>
      </dsp:txBody>
      <dsp:txXfrm>
        <a:off x="4997581" y="7919"/>
        <a:ext cx="4383802" cy="1065600"/>
      </dsp:txXfrm>
    </dsp:sp>
    <dsp:sp modelId="{7E31D2C3-38FE-46A6-9137-AC78999E4E2D}">
      <dsp:nvSpPr>
        <dsp:cNvPr id="0" name=""/>
        <dsp:cNvSpPr/>
      </dsp:nvSpPr>
      <dsp:spPr>
        <a:xfrm>
          <a:off x="4997581" y="1073519"/>
          <a:ext cx="4383802" cy="2945385"/>
        </a:xfrm>
        <a:prstGeom prst="rect">
          <a:avLst/>
        </a:prstGeom>
        <a:solidFill>
          <a:srgbClr val="CCFFCC">
            <a:alpha val="89804"/>
          </a:srgb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100000"/>
            </a:lnSpc>
            <a:spcBef>
              <a:spcPct val="0"/>
            </a:spcBef>
            <a:spcAft>
              <a:spcPts val="0"/>
            </a:spcAft>
            <a:buChar char="••"/>
          </a:pPr>
          <a:r>
            <a:rPr lang="zh-CN" altLang="en-US" sz="2400" b="1" kern="1200" dirty="0" smtClean="0">
              <a:solidFill>
                <a:srgbClr val="4D4D4D"/>
              </a:solidFill>
              <a:latin typeface="微软雅黑" panose="020B0503020204020204" pitchFamily="34" charset="-122"/>
              <a:ea typeface="微软雅黑" panose="020B0503020204020204" pitchFamily="34" charset="-122"/>
            </a:rPr>
            <a:t>根据路由选择协议所用的路由算法</a:t>
          </a:r>
          <a:r>
            <a:rPr lang="zh-CN" altLang="en-US" sz="2400" b="1" kern="1200" dirty="0" smtClean="0">
              <a:solidFill>
                <a:schemeClr val="tx2">
                  <a:lumMod val="60000"/>
                  <a:lumOff val="40000"/>
                </a:schemeClr>
              </a:solidFill>
              <a:latin typeface="微软雅黑" panose="020B0503020204020204" pitchFamily="34" charset="-122"/>
              <a:ea typeface="微软雅黑" panose="020B0503020204020204" pitchFamily="34" charset="-122"/>
            </a:rPr>
            <a:t>计算路由</a:t>
          </a:r>
          <a:r>
            <a:rPr lang="zh-CN" altLang="en-US" sz="2400" b="1" kern="1200" dirty="0" smtClean="0">
              <a:solidFill>
                <a:schemeClr val="tx1">
                  <a:lumMod val="50000"/>
                </a:schemeClr>
              </a:solidFill>
              <a:latin typeface="微软雅黑" panose="020B0503020204020204" pitchFamily="34" charset="-122"/>
              <a:ea typeface="微软雅黑" panose="020B0503020204020204" pitchFamily="34" charset="-122"/>
            </a:rPr>
            <a:t>，</a:t>
          </a:r>
          <a:r>
            <a:rPr lang="zh-CN" altLang="en-US" sz="2400" b="1" kern="1200" dirty="0" smtClean="0">
              <a:solidFill>
                <a:srgbClr val="4D4D4D"/>
              </a:solidFill>
              <a:latin typeface="微软雅黑" panose="020B0503020204020204" pitchFamily="34" charset="-122"/>
              <a:ea typeface="微软雅黑" panose="020B0503020204020204" pitchFamily="34" charset="-122"/>
            </a:rPr>
            <a:t>创建出本路由器的</a:t>
          </a:r>
          <a:r>
            <a:rPr lang="zh-CN" altLang="en-US" sz="2400" b="1" kern="1200" dirty="0" smtClean="0">
              <a:solidFill>
                <a:srgbClr val="C00000"/>
              </a:solidFill>
              <a:latin typeface="微软雅黑" panose="020B0503020204020204" pitchFamily="34" charset="-122"/>
              <a:ea typeface="微软雅黑" panose="020B0503020204020204" pitchFamily="34" charset="-122"/>
            </a:rPr>
            <a:t>路由表。</a:t>
          </a:r>
          <a:endParaRPr lang="zh-CN" altLang="en-US" sz="2400" b="1" kern="1200" dirty="0">
            <a:solidFill>
              <a:srgbClr val="C00000"/>
            </a:solidFill>
            <a:latin typeface="微软雅黑" panose="020B0503020204020204" pitchFamily="34" charset="-122"/>
            <a:ea typeface="微软雅黑" panose="020B0503020204020204" pitchFamily="34" charset="-122"/>
          </a:endParaRPr>
        </a:p>
        <a:p>
          <a:pPr marL="228600" lvl="1" indent="-228600" algn="l" defTabSz="1066800">
            <a:lnSpc>
              <a:spcPct val="100000"/>
            </a:lnSpc>
            <a:spcBef>
              <a:spcPct val="0"/>
            </a:spcBef>
            <a:spcAft>
              <a:spcPts val="0"/>
            </a:spcAft>
            <a:buChar char="••"/>
          </a:pPr>
          <a:r>
            <a:rPr lang="zh-CN" altLang="en-US" sz="2400" b="1" kern="1200" dirty="0" smtClean="0">
              <a:solidFill>
                <a:srgbClr val="4D4D4D"/>
              </a:solidFill>
              <a:latin typeface="微软雅黑" panose="020B0503020204020204" pitchFamily="34" charset="-122"/>
              <a:ea typeface="微软雅黑" panose="020B0503020204020204" pitchFamily="34" charset="-122"/>
            </a:rPr>
            <a:t>许多路由器</a:t>
          </a:r>
          <a:r>
            <a:rPr lang="zh-CN" altLang="en-US" sz="2400" b="1" kern="1200" dirty="0" smtClean="0">
              <a:solidFill>
                <a:schemeClr val="tx2">
                  <a:lumMod val="60000"/>
                  <a:lumOff val="40000"/>
                </a:schemeClr>
              </a:solidFill>
              <a:latin typeface="微软雅黑" panose="020B0503020204020204" pitchFamily="34" charset="-122"/>
              <a:ea typeface="微软雅黑" panose="020B0503020204020204" pitchFamily="34" charset="-122"/>
            </a:rPr>
            <a:t>协同</a:t>
          </a:r>
          <a:r>
            <a:rPr lang="zh-CN" altLang="en-US" sz="2400" b="1" kern="1200" dirty="0" smtClean="0">
              <a:solidFill>
                <a:srgbClr val="4D4D4D"/>
              </a:solidFill>
              <a:latin typeface="微软雅黑" panose="020B0503020204020204" pitchFamily="34" charset="-122"/>
              <a:ea typeface="微软雅黑" panose="020B0503020204020204" pitchFamily="34" charset="-122"/>
            </a:rPr>
            <a:t>动作。</a:t>
          </a:r>
          <a:endParaRPr lang="zh-CN" altLang="en-US" sz="2400" b="1" kern="1200" dirty="0">
            <a:solidFill>
              <a:srgbClr val="4D4D4D"/>
            </a:solidFill>
            <a:latin typeface="微软雅黑" panose="020B0503020204020204" pitchFamily="34" charset="-122"/>
            <a:ea typeface="微软雅黑" panose="020B0503020204020204" pitchFamily="34" charset="-122"/>
          </a:endParaRPr>
        </a:p>
        <a:p>
          <a:pPr marL="228600" lvl="1" indent="-228600" algn="l" defTabSz="1066800">
            <a:lnSpc>
              <a:spcPct val="100000"/>
            </a:lnSpc>
            <a:spcBef>
              <a:spcPct val="0"/>
            </a:spcBef>
            <a:spcAft>
              <a:spcPts val="0"/>
            </a:spcAft>
            <a:buChar char="••"/>
          </a:pPr>
          <a:r>
            <a:rPr lang="zh-CN" altLang="en-US" sz="2400" b="1" kern="1200" dirty="0" smtClean="0">
              <a:solidFill>
                <a:srgbClr val="4D4D4D"/>
              </a:solidFill>
              <a:latin typeface="微软雅黑" panose="020B0503020204020204" pitchFamily="34" charset="-122"/>
              <a:ea typeface="微软雅黑" panose="020B0503020204020204" pitchFamily="34" charset="-122"/>
            </a:rPr>
            <a:t>采用</a:t>
          </a:r>
          <a:r>
            <a:rPr lang="zh-CN" altLang="en-US" sz="2400" b="1" kern="1200" dirty="0" smtClean="0">
              <a:solidFill>
                <a:schemeClr val="tx2">
                  <a:lumMod val="60000"/>
                  <a:lumOff val="40000"/>
                </a:schemeClr>
              </a:solidFill>
              <a:latin typeface="微软雅黑" panose="020B0503020204020204" pitchFamily="34" charset="-122"/>
              <a:ea typeface="微软雅黑" panose="020B0503020204020204" pitchFamily="34" charset="-122"/>
            </a:rPr>
            <a:t>软件</a:t>
          </a:r>
          <a:r>
            <a:rPr lang="zh-CN" altLang="en-US" sz="2400" b="1" kern="1200" dirty="0" smtClean="0">
              <a:solidFill>
                <a:srgbClr val="4D4D4D"/>
              </a:solidFill>
              <a:latin typeface="微软雅黑" panose="020B0503020204020204" pitchFamily="34" charset="-122"/>
              <a:ea typeface="微软雅黑" panose="020B0503020204020204" pitchFamily="34" charset="-122"/>
            </a:rPr>
            <a:t>计算，速度慢。</a:t>
          </a:r>
          <a:endParaRPr lang="zh-CN" altLang="en-US" sz="2400" b="1" kern="1200" dirty="0">
            <a:solidFill>
              <a:srgbClr val="4D4D4D"/>
            </a:solidFill>
            <a:latin typeface="微软雅黑" panose="020B0503020204020204" pitchFamily="34" charset="-122"/>
            <a:ea typeface="微软雅黑" panose="020B0503020204020204" pitchFamily="34" charset="-122"/>
          </a:endParaRPr>
        </a:p>
      </dsp:txBody>
      <dsp:txXfrm>
        <a:off x="4997581" y="1073519"/>
        <a:ext cx="4383802" cy="2945385"/>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5106" name="Rectangle 2">
            <a:extLst>
              <a:ext uri="{FF2B5EF4-FFF2-40B4-BE49-F238E27FC236}"/>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宋体" pitchFamily="2" charset="-122"/>
              </a:defRPr>
            </a:lvl1pPr>
          </a:lstStyle>
          <a:p>
            <a:pPr>
              <a:defRPr/>
            </a:pPr>
            <a:endParaRPr lang="en-US" altLang="zh-CN"/>
          </a:p>
        </p:txBody>
      </p:sp>
      <p:sp>
        <p:nvSpPr>
          <p:cNvPr id="175107" name="Rectangle 3">
            <a:extLst>
              <a:ext uri="{FF2B5EF4-FFF2-40B4-BE49-F238E27FC236}"/>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宋体" pitchFamily="2" charset="-122"/>
              </a:defRPr>
            </a:lvl1pPr>
          </a:lstStyle>
          <a:p>
            <a:pPr>
              <a:defRPr/>
            </a:pPr>
            <a:endParaRPr lang="en-US" altLang="zh-CN"/>
          </a:p>
        </p:txBody>
      </p:sp>
      <p:sp>
        <p:nvSpPr>
          <p:cNvPr id="614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5109" name="Rectangle 5">
            <a:extLst>
              <a:ext uri="{FF2B5EF4-FFF2-40B4-BE49-F238E27FC236}"/>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75110" name="Rectangle 6">
            <a:extLst>
              <a:ext uri="{FF2B5EF4-FFF2-40B4-BE49-F238E27FC236}"/>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宋体" pitchFamily="2" charset="-122"/>
              </a:defRPr>
            </a:lvl1pPr>
          </a:lstStyle>
          <a:p>
            <a:pPr>
              <a:defRPr/>
            </a:pPr>
            <a:endParaRPr lang="en-US" altLang="zh-CN"/>
          </a:p>
        </p:txBody>
      </p:sp>
      <p:sp>
        <p:nvSpPr>
          <p:cNvPr id="175111" name="Rectangle 7">
            <a:extLst>
              <a:ext uri="{FF2B5EF4-FFF2-40B4-BE49-F238E27FC236}"/>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18BAD1D1-53A5-4933-B968-14B2A4A77B4F}" type="slidenum">
              <a:rPr lang="en-US" altLang="zh-CN"/>
              <a:pPr/>
              <a:t>‹#›</a:t>
            </a:fld>
            <a:endParaRPr lang="en-US" altLang="zh-CN"/>
          </a:p>
        </p:txBody>
      </p:sp>
    </p:spTree>
    <p:extLst>
      <p:ext uri="{BB962C8B-B14F-4D97-AF65-F5344CB8AC3E}">
        <p14:creationId xmlns:p14="http://schemas.microsoft.com/office/powerpoint/2010/main" val="283987205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路由表就像是一份完成的地图，而转发表是根据这份完整地图算出来的一个导航信息。</a:t>
            </a:r>
            <a:endParaRPr lang="zh-CN" altLang="en-US" dirty="0"/>
          </a:p>
        </p:txBody>
      </p:sp>
      <p:sp>
        <p:nvSpPr>
          <p:cNvPr id="4" name="灯片编号占位符 3"/>
          <p:cNvSpPr>
            <a:spLocks noGrp="1"/>
          </p:cNvSpPr>
          <p:nvPr>
            <p:ph type="sldNum" sz="quarter" idx="10"/>
          </p:nvPr>
        </p:nvSpPr>
        <p:spPr/>
        <p:txBody>
          <a:bodyPr/>
          <a:lstStyle/>
          <a:p>
            <a:fld id="{18BAD1D1-53A5-4933-B968-14B2A4A77B4F}" type="slidenum">
              <a:rPr lang="en-US" altLang="zh-CN" smtClean="0"/>
              <a:pPr/>
              <a:t>9</a:t>
            </a:fld>
            <a:endParaRPr lang="en-US" altLang="zh-CN"/>
          </a:p>
        </p:txBody>
      </p:sp>
    </p:spTree>
    <p:extLst>
      <p:ext uri="{BB962C8B-B14F-4D97-AF65-F5344CB8AC3E}">
        <p14:creationId xmlns:p14="http://schemas.microsoft.com/office/powerpoint/2010/main" val="394606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幻灯片图像占位符 1"/>
          <p:cNvSpPr>
            <a:spLocks noGrp="1" noRot="1" noChangeAspect="1" noChangeArrowheads="1" noTextEdit="1"/>
          </p:cNvSpPr>
          <p:nvPr>
            <p:ph type="sldImg"/>
          </p:nvPr>
        </p:nvSpPr>
        <p:spPr>
          <a:ln/>
        </p:spPr>
      </p:sp>
      <p:sp>
        <p:nvSpPr>
          <p:cNvPr id="184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843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CFF0BFBC-7DA1-4A79-9155-E3768E19F176}" type="slidenum">
              <a:rPr lang="zh-CN" altLang="en-US"/>
              <a:pPr/>
              <a:t>16</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C4ADCBD1-CA2A-4502-901F-E35F325BDF53}" type="slidenum">
              <a:rPr lang="en-US" altLang="zh-CN"/>
              <a:pPr algn="r" eaLnBrk="1" hangingPunct="1"/>
              <a:t>18</a:t>
            </a:fld>
            <a:endParaRPr lang="en-US" altLang="zh-CN"/>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867291CE-862B-4090-937C-9160AFB386A2}" type="slidenum">
              <a:rPr lang="en-US" altLang="zh-CN"/>
              <a:pPr algn="r" eaLnBrk="1" hangingPunct="1"/>
              <a:t>19</a:t>
            </a:fld>
            <a:endParaRPr lang="en-US" altLang="zh-CN"/>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63DE383E-4D2C-4FA3-873E-48B825B3C897}" type="slidenum">
              <a:rPr lang="en-US" altLang="zh-CN"/>
              <a:pPr algn="r" eaLnBrk="1" hangingPunct="1"/>
              <a:t>20</a:t>
            </a:fld>
            <a:endParaRPr lang="en-US" altLang="zh-CN"/>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4E8E5AB0-99BA-4289-AF80-EA48195D4F7E}" type="slidenum">
              <a:rPr lang="en-US" altLang="zh-CN"/>
              <a:pPr algn="r" eaLnBrk="1" hangingPunct="1"/>
              <a:t>22</a:t>
            </a:fld>
            <a:endParaRPr lang="en-US" altLang="zh-CN"/>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00686B6C-D1CF-470F-BDA9-14934DCEA681}" type="slidenum">
              <a:rPr lang="en-US" altLang="zh-CN"/>
              <a:pPr algn="r" eaLnBrk="1" hangingPunct="1"/>
              <a:t>26</a:t>
            </a:fld>
            <a:endParaRPr lang="en-US" altLang="zh-CN"/>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63311840-9333-4322-AC86-93CF30DB3FAD}" type="slidenum">
              <a:rPr lang="en-US" altLang="zh-CN"/>
              <a:pPr algn="r" eaLnBrk="1" hangingPunct="1"/>
              <a:t>27</a:t>
            </a:fld>
            <a:endParaRPr lang="en-US" altLang="zh-CN"/>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2F838E77-2DFE-46DD-8763-766914E8D90D}" type="slidenum">
              <a:rPr lang="en-US" altLang="zh-CN"/>
              <a:pPr algn="r" eaLnBrk="1" hangingPunct="1"/>
              <a:t>28</a:t>
            </a:fld>
            <a:endParaRPr lang="en-US" altLang="zh-CN"/>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2CDECD75-B641-4925-9E9A-8781ECDB971B}" type="slidenum">
              <a:rPr lang="en-US" altLang="zh-CN"/>
              <a:pPr algn="r" eaLnBrk="1" hangingPunct="1"/>
              <a:t>29</a:t>
            </a:fld>
            <a:endParaRPr lang="en-US" altLang="zh-CN"/>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1916C2F2-EF45-4597-B0A8-049C31677D41}" type="slidenum">
              <a:rPr lang="en-US" altLang="zh-CN"/>
              <a:pPr algn="r" eaLnBrk="1" hangingPunct="1"/>
              <a:t>30</a:t>
            </a:fld>
            <a:endParaRPr lang="en-US" altLang="zh-CN"/>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395EFAF9-5107-4EBF-9207-07604C784E33}" type="slidenum">
              <a:rPr lang="en-US" altLang="zh-CN"/>
              <a:pPr algn="r" eaLnBrk="1" hangingPunct="1"/>
              <a:t>31</a:t>
            </a:fld>
            <a:endParaRPr lang="en-US" altLang="zh-CN"/>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846B2EB7-CE51-4F47-AF01-16906A0B9898}" type="slidenum">
              <a:rPr lang="en-US" altLang="zh-CN"/>
              <a:pPr algn="r" eaLnBrk="1" hangingPunct="1"/>
              <a:t>32</a:t>
            </a:fld>
            <a:endParaRPr lang="en-US" altLang="zh-CN"/>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5AA07A25-0286-448D-8104-3863BA15D1A8}" type="slidenum">
              <a:rPr lang="en-US" altLang="zh-CN"/>
              <a:pPr algn="r" eaLnBrk="1" hangingPunct="1"/>
              <a:t>33</a:t>
            </a:fld>
            <a:endParaRPr lang="en-US" altLang="zh-CN"/>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67F5BD4D-0F97-4977-9549-65301A1959C1}" type="slidenum">
              <a:rPr lang="en-US" altLang="zh-CN"/>
              <a:pPr algn="r" eaLnBrk="1" hangingPunct="1"/>
              <a:t>34</a:t>
            </a:fld>
            <a:endParaRPr lang="en-US" altLang="zh-CN"/>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25AA06E5-66D7-441B-BCF6-2B59DEF9F060}" type="slidenum">
              <a:rPr lang="en-US" altLang="zh-CN"/>
              <a:pPr algn="r" eaLnBrk="1" hangingPunct="1"/>
              <a:t>36</a:t>
            </a:fld>
            <a:endParaRPr lang="en-US" altLang="zh-CN"/>
          </a:p>
        </p:txBody>
      </p:sp>
      <p:sp>
        <p:nvSpPr>
          <p:cNvPr id="217091" name="Rectangle 2"/>
          <p:cNvSpPr>
            <a:spLocks noGrp="1" noRot="1" noChangeAspect="1" noChangeArrowheads="1" noTextEdit="1"/>
          </p:cNvSpPr>
          <p:nvPr>
            <p:ph type="sldImg"/>
          </p:nvPr>
        </p:nvSpPr>
        <p:spPr>
          <a:ln/>
        </p:spPr>
      </p:sp>
      <p:sp>
        <p:nvSpPr>
          <p:cNvPr id="217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25AA06E5-66D7-441B-BCF6-2B59DEF9F060}" type="slidenum">
              <a:rPr lang="en-US" altLang="zh-CN"/>
              <a:pPr algn="r" eaLnBrk="1" hangingPunct="1"/>
              <a:t>37</a:t>
            </a:fld>
            <a:endParaRPr lang="en-US" altLang="zh-CN"/>
          </a:p>
        </p:txBody>
      </p:sp>
      <p:sp>
        <p:nvSpPr>
          <p:cNvPr id="217091" name="Rectangle 2"/>
          <p:cNvSpPr>
            <a:spLocks noGrp="1" noRot="1" noChangeAspect="1" noChangeArrowheads="1" noTextEdit="1"/>
          </p:cNvSpPr>
          <p:nvPr>
            <p:ph type="sldImg"/>
          </p:nvPr>
        </p:nvSpPr>
        <p:spPr>
          <a:ln/>
        </p:spPr>
      </p:sp>
      <p:sp>
        <p:nvSpPr>
          <p:cNvPr id="217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6EFCE5CC-4A21-458D-806E-E043A0586E2E}" type="slidenum">
              <a:rPr lang="en-US" altLang="zh-CN"/>
              <a:pPr algn="r" eaLnBrk="1" hangingPunct="1"/>
              <a:t>40</a:t>
            </a:fld>
            <a:endParaRPr lang="en-US" altLang="zh-CN"/>
          </a:p>
        </p:txBody>
      </p:sp>
      <p:sp>
        <p:nvSpPr>
          <p:cNvPr id="220163" name="Rectangle 2"/>
          <p:cNvSpPr>
            <a:spLocks noGrp="1" noRot="1" noChangeAspect="1" noChangeArrowheads="1" noTextEdit="1"/>
          </p:cNvSpPr>
          <p:nvPr>
            <p:ph type="sldImg"/>
          </p:nvPr>
        </p:nvSpPr>
        <p:spPr>
          <a:ln/>
        </p:spPr>
      </p:sp>
      <p:sp>
        <p:nvSpPr>
          <p:cNvPr id="220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FDB89B1A-A3BE-442B-9AC1-9B8021537893}" type="slidenum">
              <a:rPr lang="en-US" altLang="zh-CN"/>
              <a:pPr algn="r" eaLnBrk="1" hangingPunct="1"/>
              <a:t>41</a:t>
            </a:fld>
            <a:endParaRPr lang="en-US" altLang="zh-CN"/>
          </a:p>
        </p:txBody>
      </p:sp>
      <p:sp>
        <p:nvSpPr>
          <p:cNvPr id="223235" name="Rectangle 2"/>
          <p:cNvSpPr>
            <a:spLocks noGrp="1" noRot="1" noChangeAspect="1" noChangeArrowheads="1" noTextEdit="1"/>
          </p:cNvSpPr>
          <p:nvPr>
            <p:ph type="sldImg"/>
          </p:nvPr>
        </p:nvSpPr>
        <p:spPr>
          <a:ln/>
        </p:spPr>
      </p:sp>
      <p:sp>
        <p:nvSpPr>
          <p:cNvPr id="223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FDB89B1A-A3BE-442B-9AC1-9B8021537893}" type="slidenum">
              <a:rPr lang="en-US" altLang="zh-CN"/>
              <a:pPr algn="r" eaLnBrk="1" hangingPunct="1"/>
              <a:t>42</a:t>
            </a:fld>
            <a:endParaRPr lang="en-US" altLang="zh-CN"/>
          </a:p>
        </p:txBody>
      </p:sp>
      <p:sp>
        <p:nvSpPr>
          <p:cNvPr id="223235" name="Rectangle 2"/>
          <p:cNvSpPr>
            <a:spLocks noGrp="1" noRot="1" noChangeAspect="1" noChangeArrowheads="1" noTextEdit="1"/>
          </p:cNvSpPr>
          <p:nvPr>
            <p:ph type="sldImg"/>
          </p:nvPr>
        </p:nvSpPr>
        <p:spPr>
          <a:ln/>
        </p:spPr>
      </p:sp>
      <p:sp>
        <p:nvSpPr>
          <p:cNvPr id="223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FDB89B1A-A3BE-442B-9AC1-9B8021537893}" type="slidenum">
              <a:rPr lang="en-US" altLang="zh-CN"/>
              <a:pPr algn="r" eaLnBrk="1" hangingPunct="1"/>
              <a:t>43</a:t>
            </a:fld>
            <a:endParaRPr lang="en-US" altLang="zh-CN"/>
          </a:p>
        </p:txBody>
      </p:sp>
      <p:sp>
        <p:nvSpPr>
          <p:cNvPr id="223235" name="Rectangle 2"/>
          <p:cNvSpPr>
            <a:spLocks noGrp="1" noRot="1" noChangeAspect="1" noChangeArrowheads="1" noTextEdit="1"/>
          </p:cNvSpPr>
          <p:nvPr>
            <p:ph type="sldImg"/>
          </p:nvPr>
        </p:nvSpPr>
        <p:spPr>
          <a:ln/>
        </p:spPr>
      </p:sp>
      <p:sp>
        <p:nvSpPr>
          <p:cNvPr id="223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FDB89B1A-A3BE-442B-9AC1-9B8021537893}" type="slidenum">
              <a:rPr lang="en-US" altLang="zh-CN"/>
              <a:pPr algn="r" eaLnBrk="1" hangingPunct="1"/>
              <a:t>44</a:t>
            </a:fld>
            <a:endParaRPr lang="en-US" altLang="zh-CN"/>
          </a:p>
        </p:txBody>
      </p:sp>
      <p:sp>
        <p:nvSpPr>
          <p:cNvPr id="223235" name="Rectangle 2"/>
          <p:cNvSpPr>
            <a:spLocks noGrp="1" noRot="1" noChangeAspect="1" noChangeArrowheads="1" noTextEdit="1"/>
          </p:cNvSpPr>
          <p:nvPr>
            <p:ph type="sldImg"/>
          </p:nvPr>
        </p:nvSpPr>
        <p:spPr>
          <a:ln/>
        </p:spPr>
      </p:sp>
      <p:sp>
        <p:nvSpPr>
          <p:cNvPr id="223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FDB89B1A-A3BE-442B-9AC1-9B8021537893}" type="slidenum">
              <a:rPr lang="en-US" altLang="zh-CN"/>
              <a:pPr algn="r" eaLnBrk="1" hangingPunct="1"/>
              <a:t>45</a:t>
            </a:fld>
            <a:endParaRPr lang="en-US" altLang="zh-CN"/>
          </a:p>
        </p:txBody>
      </p:sp>
      <p:sp>
        <p:nvSpPr>
          <p:cNvPr id="223235" name="Rectangle 2"/>
          <p:cNvSpPr>
            <a:spLocks noGrp="1" noRot="1" noChangeAspect="1" noChangeArrowheads="1" noTextEdit="1"/>
          </p:cNvSpPr>
          <p:nvPr>
            <p:ph type="sldImg"/>
          </p:nvPr>
        </p:nvSpPr>
        <p:spPr>
          <a:ln/>
        </p:spPr>
      </p:sp>
      <p:sp>
        <p:nvSpPr>
          <p:cNvPr id="223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FDB89B1A-A3BE-442B-9AC1-9B8021537893}" type="slidenum">
              <a:rPr lang="en-US" altLang="zh-CN"/>
              <a:pPr algn="r" eaLnBrk="1" hangingPunct="1"/>
              <a:t>46</a:t>
            </a:fld>
            <a:endParaRPr lang="en-US" altLang="zh-CN"/>
          </a:p>
        </p:txBody>
      </p:sp>
      <p:sp>
        <p:nvSpPr>
          <p:cNvPr id="223235" name="Rectangle 2"/>
          <p:cNvSpPr>
            <a:spLocks noGrp="1" noRot="1" noChangeAspect="1" noChangeArrowheads="1" noTextEdit="1"/>
          </p:cNvSpPr>
          <p:nvPr>
            <p:ph type="sldImg"/>
          </p:nvPr>
        </p:nvSpPr>
        <p:spPr>
          <a:ln/>
        </p:spPr>
      </p:sp>
      <p:sp>
        <p:nvSpPr>
          <p:cNvPr id="223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85BDC5AD-555A-4F5B-97D3-51CEE6AE484D}" type="slidenum">
              <a:rPr lang="en-US" altLang="zh-CN"/>
              <a:pPr algn="r" eaLnBrk="1" hangingPunct="1"/>
              <a:t>47</a:t>
            </a:fld>
            <a:endParaRPr lang="en-US" altLang="zh-CN"/>
          </a:p>
        </p:txBody>
      </p:sp>
      <p:sp>
        <p:nvSpPr>
          <p:cNvPr id="225283" name="Rectangle 2"/>
          <p:cNvSpPr>
            <a:spLocks noGrp="1" noRot="1" noChangeAspect="1" noChangeArrowheads="1" noTextEdit="1"/>
          </p:cNvSpPr>
          <p:nvPr>
            <p:ph type="sldImg"/>
          </p:nvPr>
        </p:nvSpPr>
        <p:spPr>
          <a:ln/>
        </p:spPr>
      </p:sp>
      <p:sp>
        <p:nvSpPr>
          <p:cNvPr id="225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A6E7BA89-4BFA-4EE7-9C22-00A989A3DF12}" type="slidenum">
              <a:rPr lang="en-US" altLang="zh-CN"/>
              <a:pPr algn="r" eaLnBrk="1" hangingPunct="1"/>
              <a:t>48</a:t>
            </a:fld>
            <a:endParaRPr lang="en-US" altLang="zh-CN"/>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FF2AE622-00EA-4E68-9F85-2C31A52BDD04}" type="slidenum">
              <a:rPr lang="en-US" altLang="zh-CN"/>
              <a:pPr algn="r" eaLnBrk="1" hangingPunct="1"/>
              <a:t>49</a:t>
            </a:fld>
            <a:endParaRPr lang="en-US" altLang="zh-CN"/>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66141F9A-E4CA-41D0-9039-17F7CC79E165}" type="slidenum">
              <a:rPr lang="en-US" altLang="zh-CN"/>
              <a:pPr algn="r" eaLnBrk="1" hangingPunct="1"/>
              <a:t>50</a:t>
            </a:fld>
            <a:endParaRPr lang="en-US" altLang="zh-CN"/>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66141F9A-E4CA-41D0-9039-17F7CC79E165}" type="slidenum">
              <a:rPr lang="en-US" altLang="zh-CN"/>
              <a:pPr algn="r" eaLnBrk="1" hangingPunct="1"/>
              <a:t>51</a:t>
            </a:fld>
            <a:endParaRPr lang="en-US" altLang="zh-CN"/>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66141F9A-E4CA-41D0-9039-17F7CC79E165}" type="slidenum">
              <a:rPr lang="en-US" altLang="zh-CN"/>
              <a:pPr algn="r" eaLnBrk="1" hangingPunct="1"/>
              <a:t>52</a:t>
            </a:fld>
            <a:endParaRPr lang="en-US" altLang="zh-CN"/>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66141F9A-E4CA-41D0-9039-17F7CC79E165}" type="slidenum">
              <a:rPr lang="en-US" altLang="zh-CN"/>
              <a:pPr algn="r" eaLnBrk="1" hangingPunct="1"/>
              <a:t>53</a:t>
            </a:fld>
            <a:endParaRPr lang="en-US" altLang="zh-CN"/>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9E416DF6-B218-4180-922F-A33A33C39E6A}" type="slidenum">
              <a:rPr lang="en-US" altLang="zh-CN"/>
              <a:pPr algn="r" eaLnBrk="1" hangingPunct="1"/>
              <a:t>54</a:t>
            </a:fld>
            <a:endParaRPr lang="en-US" altLang="zh-CN"/>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4E130706-D6CE-4C0E-B3DA-447D7BDFC2DC}" type="slidenum">
              <a:rPr lang="en-US" altLang="zh-CN"/>
              <a:pPr algn="r" eaLnBrk="1" hangingPunct="1"/>
              <a:t>55</a:t>
            </a:fld>
            <a:endParaRPr lang="en-US" altLang="zh-CN"/>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smtClean="0"/>
              <a:t>主机</a:t>
            </a:r>
            <a:r>
              <a:rPr lang="en-US" altLang="zh-CN" dirty="0" smtClean="0"/>
              <a:t>H</a:t>
            </a:r>
            <a:r>
              <a:rPr lang="en-US" altLang="zh-CN" baseline="-25000" dirty="0" smtClean="0"/>
              <a:t>1</a:t>
            </a:r>
            <a:r>
              <a:rPr lang="zh-CN" altLang="en-US" dirty="0" smtClean="0"/>
              <a:t>先要查找自己的转发表，看目的主机是否就在本网络上。如是，则直接交付，任务完成；如不是，则必须把 </a:t>
            </a:r>
            <a:r>
              <a:rPr lang="en-US" altLang="zh-CN" dirty="0" smtClean="0"/>
              <a:t>IP </a:t>
            </a:r>
            <a:r>
              <a:rPr lang="zh-CN" altLang="en-US" dirty="0" smtClean="0"/>
              <a:t>数据报发送给某个路由器。</a:t>
            </a:r>
            <a:endParaRPr lang="zh-CN" altLang="zh-CN" dirty="0"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BEB6C74F-6B51-4FAD-8D93-D8B4D1396ECF}" type="slidenum">
              <a:rPr lang="en-US" altLang="zh-CN"/>
              <a:pPr algn="r" eaLnBrk="1" hangingPunct="1"/>
              <a:t>56</a:t>
            </a:fld>
            <a:endParaRPr lang="en-US" altLang="zh-CN"/>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BEB6C74F-6B51-4FAD-8D93-D8B4D1396ECF}" type="slidenum">
              <a:rPr lang="en-US" altLang="zh-CN"/>
              <a:pPr algn="r" eaLnBrk="1" hangingPunct="1"/>
              <a:t>57</a:t>
            </a:fld>
            <a:endParaRPr lang="en-US" altLang="zh-CN"/>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BEB6C74F-6B51-4FAD-8D93-D8B4D1396ECF}" type="slidenum">
              <a:rPr lang="en-US" altLang="zh-CN"/>
              <a:pPr algn="r" eaLnBrk="1" hangingPunct="1"/>
              <a:t>58</a:t>
            </a:fld>
            <a:endParaRPr lang="en-US" altLang="zh-CN"/>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BEB6C74F-6B51-4FAD-8D93-D8B4D1396ECF}" type="slidenum">
              <a:rPr lang="en-US" altLang="zh-CN"/>
              <a:pPr algn="r" eaLnBrk="1" hangingPunct="1"/>
              <a:t>59</a:t>
            </a:fld>
            <a:endParaRPr lang="en-US" altLang="zh-CN"/>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BEB6C74F-6B51-4FAD-8D93-D8B4D1396ECF}" type="slidenum">
              <a:rPr lang="en-US" altLang="zh-CN"/>
              <a:pPr algn="r" eaLnBrk="1" hangingPunct="1"/>
              <a:t>60</a:t>
            </a:fld>
            <a:endParaRPr lang="en-US" altLang="zh-CN"/>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1FF5474C-7F7F-4DE4-A85F-BE777E3828F1}" type="slidenum">
              <a:rPr lang="en-US" altLang="zh-CN"/>
              <a:pPr algn="r" eaLnBrk="1" hangingPunct="1"/>
              <a:t>65</a:t>
            </a:fld>
            <a:endParaRPr lang="en-US" altLang="zh-CN"/>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8803E4DF-9FA8-4D3F-BD86-EA5CE2613DFF}" type="slidenum">
              <a:rPr lang="en-US" altLang="zh-CN"/>
              <a:pPr algn="r" eaLnBrk="1" hangingPunct="1"/>
              <a:t>67</a:t>
            </a:fld>
            <a:endParaRPr lang="en-US" altLang="zh-CN"/>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8803E4DF-9FA8-4D3F-BD86-EA5CE2613DFF}" type="slidenum">
              <a:rPr lang="en-US" altLang="zh-CN"/>
              <a:pPr algn="r" eaLnBrk="1" hangingPunct="1"/>
              <a:t>68</a:t>
            </a:fld>
            <a:endParaRPr lang="en-US" altLang="zh-CN"/>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84E35315-9D36-4F86-A099-F2465AA84376}" type="slidenum">
              <a:rPr lang="en-US" altLang="zh-CN"/>
              <a:pPr algn="r" eaLnBrk="1" hangingPunct="1"/>
              <a:t>69</a:t>
            </a:fld>
            <a:endParaRPr lang="en-US" altLang="zh-CN"/>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84E35315-9D36-4F86-A099-F2465AA84376}" type="slidenum">
              <a:rPr lang="en-US" altLang="zh-CN"/>
              <a:pPr algn="r" eaLnBrk="1" hangingPunct="1"/>
              <a:t>70</a:t>
            </a:fld>
            <a:endParaRPr lang="en-US" altLang="zh-CN"/>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84E35315-9D36-4F86-A099-F2465AA84376}" type="slidenum">
              <a:rPr lang="en-US" altLang="zh-CN"/>
              <a:pPr algn="r" eaLnBrk="1" hangingPunct="1"/>
              <a:t>71</a:t>
            </a:fld>
            <a:endParaRPr lang="en-US" altLang="zh-CN"/>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84E35315-9D36-4F86-A099-F2465AA84376}" type="slidenum">
              <a:rPr lang="en-US" altLang="zh-CN"/>
              <a:pPr algn="r" eaLnBrk="1" hangingPunct="1"/>
              <a:t>72</a:t>
            </a:fld>
            <a:endParaRPr lang="en-US" altLang="zh-CN"/>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61AF3EB1-BEB4-4059-8DB9-04698A17D815}" type="slidenum">
              <a:rPr lang="en-US" altLang="zh-CN"/>
              <a:pPr algn="r" eaLnBrk="1" hangingPunct="1"/>
              <a:t>73</a:t>
            </a:fld>
            <a:endParaRPr lang="en-US" altLang="zh-CN"/>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61AF3EB1-BEB4-4059-8DB9-04698A17D815}" type="slidenum">
              <a:rPr lang="en-US" altLang="zh-CN"/>
              <a:pPr algn="r" eaLnBrk="1" hangingPunct="1"/>
              <a:t>74</a:t>
            </a:fld>
            <a:endParaRPr lang="en-US" altLang="zh-CN"/>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4D70C9D8-3EE9-4BD0-8D97-1CAB32737710}" type="slidenum">
              <a:rPr lang="en-US" altLang="zh-CN"/>
              <a:pPr algn="r" eaLnBrk="1" hangingPunct="1"/>
              <a:t>75</a:t>
            </a:fld>
            <a:endParaRPr lang="en-US" altLang="zh-CN"/>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幻灯片图像占位符 1"/>
          <p:cNvSpPr>
            <a:spLocks noGrp="1" noRot="1" noChangeAspect="1" noChangeArrowheads="1" noTextEdit="1"/>
          </p:cNvSpPr>
          <p:nvPr>
            <p:ph type="sldImg"/>
          </p:nvPr>
        </p:nvSpPr>
        <p:spPr>
          <a:ln/>
        </p:spPr>
      </p:sp>
      <p:sp>
        <p:nvSpPr>
          <p:cNvPr id="11469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1469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4117882E-35DE-4F77-8D17-DCCB5770FC5F}" type="slidenum">
              <a:rPr lang="zh-CN" altLang="en-US"/>
              <a:pPr/>
              <a:t>76</a:t>
            </a:fld>
            <a:endParaRPr lang="en-US"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BB47D367-EF9F-46A5-AA6C-39B042C1DFBE}" type="slidenum">
              <a:rPr lang="en-US" altLang="zh-CN"/>
              <a:pPr algn="r" eaLnBrk="1" hangingPunct="1"/>
              <a:t>78</a:t>
            </a:fld>
            <a:endParaRPr lang="en-US" altLang="zh-CN"/>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BB47D367-EF9F-46A5-AA6C-39B042C1DFBE}" type="slidenum">
              <a:rPr lang="en-US" altLang="zh-CN"/>
              <a:pPr algn="r" eaLnBrk="1" hangingPunct="1"/>
              <a:t>79</a:t>
            </a:fld>
            <a:endParaRPr lang="en-US" altLang="zh-CN"/>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BB47D367-EF9F-46A5-AA6C-39B042C1DFBE}" type="slidenum">
              <a:rPr lang="en-US" altLang="zh-CN"/>
              <a:pPr algn="r" eaLnBrk="1" hangingPunct="1"/>
              <a:t>80</a:t>
            </a:fld>
            <a:endParaRPr lang="en-US" altLang="zh-CN"/>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BB47D367-EF9F-46A5-AA6C-39B042C1DFBE}" type="slidenum">
              <a:rPr lang="en-US" altLang="zh-CN"/>
              <a:pPr algn="r" eaLnBrk="1" hangingPunct="1"/>
              <a:t>81</a:t>
            </a:fld>
            <a:endParaRPr lang="en-US" altLang="zh-CN"/>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BB47D367-EF9F-46A5-AA6C-39B042C1DFBE}" type="slidenum">
              <a:rPr lang="en-US" altLang="zh-CN"/>
              <a:pPr algn="r" eaLnBrk="1" hangingPunct="1"/>
              <a:t>82</a:t>
            </a:fld>
            <a:endParaRPr lang="en-US" altLang="zh-CN"/>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BB47D367-EF9F-46A5-AA6C-39B042C1DFBE}" type="slidenum">
              <a:rPr lang="en-US" altLang="zh-CN"/>
              <a:pPr algn="r" eaLnBrk="1" hangingPunct="1"/>
              <a:t>83</a:t>
            </a:fld>
            <a:endParaRPr lang="en-US" altLang="zh-CN"/>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BB47D367-EF9F-46A5-AA6C-39B042C1DFBE}" type="slidenum">
              <a:rPr lang="en-US" altLang="zh-CN"/>
              <a:pPr algn="r" eaLnBrk="1" hangingPunct="1"/>
              <a:t>84</a:t>
            </a:fld>
            <a:endParaRPr lang="en-US" altLang="zh-CN"/>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BB47D367-EF9F-46A5-AA6C-39B042C1DFBE}" type="slidenum">
              <a:rPr lang="en-US" altLang="zh-CN"/>
              <a:pPr algn="r" eaLnBrk="1" hangingPunct="1"/>
              <a:t>85</a:t>
            </a:fld>
            <a:endParaRPr lang="en-US" altLang="zh-CN"/>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BB47D367-EF9F-46A5-AA6C-39B042C1DFBE}" type="slidenum">
              <a:rPr lang="en-US" altLang="zh-CN"/>
              <a:pPr algn="r" eaLnBrk="1" hangingPunct="1"/>
              <a:t>86</a:t>
            </a:fld>
            <a:endParaRPr lang="en-US" altLang="zh-CN"/>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BB47D367-EF9F-46A5-AA6C-39B042C1DFBE}" type="slidenum">
              <a:rPr lang="en-US" altLang="zh-CN"/>
              <a:pPr algn="r" eaLnBrk="1" hangingPunct="1"/>
              <a:t>87</a:t>
            </a:fld>
            <a:endParaRPr lang="en-US" altLang="zh-CN"/>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CFCEDFE9-0BD0-481E-91B4-BB88B102F0AD}" type="slidenum">
              <a:rPr lang="en-US" altLang="zh-CN"/>
              <a:pPr algn="r" eaLnBrk="1" hangingPunct="1"/>
              <a:t>88</a:t>
            </a:fld>
            <a:endParaRPr lang="en-US" altLang="zh-CN"/>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CFCEDFE9-0BD0-481E-91B4-BB88B102F0AD}" type="slidenum">
              <a:rPr lang="en-US" altLang="zh-CN"/>
              <a:pPr algn="r" eaLnBrk="1" hangingPunct="1"/>
              <a:t>89</a:t>
            </a:fld>
            <a:endParaRPr lang="en-US" altLang="zh-CN"/>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CFCEDFE9-0BD0-481E-91B4-BB88B102F0AD}" type="slidenum">
              <a:rPr lang="en-US" altLang="zh-CN"/>
              <a:pPr algn="r" eaLnBrk="1" hangingPunct="1"/>
              <a:t>90</a:t>
            </a:fld>
            <a:endParaRPr lang="en-US" altLang="zh-CN"/>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BB47D367-EF9F-46A5-AA6C-39B042C1DFBE}" type="slidenum">
              <a:rPr lang="en-US" altLang="zh-CN"/>
              <a:pPr algn="r" eaLnBrk="1" hangingPunct="1"/>
              <a:t>91</a:t>
            </a:fld>
            <a:endParaRPr lang="en-US" altLang="zh-CN"/>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BB47D367-EF9F-46A5-AA6C-39B042C1DFBE}" type="slidenum">
              <a:rPr lang="en-US" altLang="zh-CN"/>
              <a:pPr algn="r" eaLnBrk="1" hangingPunct="1"/>
              <a:t>92</a:t>
            </a:fld>
            <a:endParaRPr lang="en-US" altLang="zh-CN"/>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E46965D0-D6F5-41AE-856B-8BCF5E17F32D}" type="slidenum">
              <a:rPr lang="en-US" altLang="zh-CN"/>
              <a:pPr algn="r" eaLnBrk="1" hangingPunct="1"/>
              <a:t>93</a:t>
            </a:fld>
            <a:endParaRPr lang="en-US" altLang="zh-CN"/>
          </a:p>
        </p:txBody>
      </p:sp>
      <p:sp>
        <p:nvSpPr>
          <p:cNvPr id="145411" name="Rectangle 2"/>
          <p:cNvSpPr>
            <a:spLocks noGrp="1" noRot="1" noChangeAspect="1" noChangeArrowheads="1" noTextEdit="1"/>
          </p:cNvSpPr>
          <p:nvPr>
            <p:ph type="sldImg"/>
          </p:nvPr>
        </p:nvSpPr>
        <p:spPr>
          <a:ln/>
        </p:spPr>
      </p:sp>
      <p:sp>
        <p:nvSpPr>
          <p:cNvPr id="145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altLang="zh-CN" dirty="0" smtClean="0"/>
              <a:t>ICMP = 1</a:t>
            </a:r>
            <a:r>
              <a:rPr lang="zh-CN" altLang="en-US" dirty="0" smtClean="0"/>
              <a:t>；</a:t>
            </a:r>
            <a:r>
              <a:rPr lang="en-US" altLang="zh-CN" dirty="0" smtClean="0"/>
              <a:t>IGMP = 2</a:t>
            </a:r>
            <a:r>
              <a:rPr lang="zh-CN" altLang="en-US" dirty="0" smtClean="0"/>
              <a:t>；</a:t>
            </a:r>
            <a:r>
              <a:rPr lang="en-US" altLang="zh-CN" dirty="0" smtClean="0"/>
              <a:t>TCP = 6</a:t>
            </a:r>
            <a:r>
              <a:rPr lang="zh-CN" altLang="en-US" dirty="0" smtClean="0"/>
              <a:t>；</a:t>
            </a:r>
            <a:r>
              <a:rPr lang="en-US" altLang="zh-CN" dirty="0" smtClean="0"/>
              <a:t>UDP = 17</a:t>
            </a:r>
            <a:r>
              <a:rPr lang="zh-CN" altLang="en-US" dirty="0" smtClean="0"/>
              <a:t>；</a:t>
            </a:r>
            <a:r>
              <a:rPr lang="en-US" altLang="zh-CN" dirty="0" smtClean="0"/>
              <a:t>OSPF = 89</a:t>
            </a:r>
            <a:endParaRPr lang="zh-CN" altLang="zh-CN" dirty="0" smtClean="0"/>
          </a:p>
          <a:p>
            <a:pPr eaLnBrk="1" hangingPunct="1"/>
            <a:endParaRPr lang="zh-CN" altLang="zh-CN" dirty="0" smtClean="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E46965D0-D6F5-41AE-856B-8BCF5E17F32D}" type="slidenum">
              <a:rPr lang="en-US" altLang="zh-CN"/>
              <a:pPr algn="r" eaLnBrk="1" hangingPunct="1"/>
              <a:t>94</a:t>
            </a:fld>
            <a:endParaRPr lang="en-US" altLang="zh-CN"/>
          </a:p>
        </p:txBody>
      </p:sp>
      <p:sp>
        <p:nvSpPr>
          <p:cNvPr id="145411" name="Rectangle 2"/>
          <p:cNvSpPr>
            <a:spLocks noGrp="1" noRot="1" noChangeAspect="1" noChangeArrowheads="1" noTextEdit="1"/>
          </p:cNvSpPr>
          <p:nvPr>
            <p:ph type="sldImg"/>
          </p:nvPr>
        </p:nvSpPr>
        <p:spPr>
          <a:ln/>
        </p:spPr>
      </p:sp>
      <p:sp>
        <p:nvSpPr>
          <p:cNvPr id="145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altLang="zh-CN" dirty="0" smtClean="0"/>
              <a:t>ICMP = 1</a:t>
            </a:r>
            <a:r>
              <a:rPr lang="zh-CN" altLang="en-US" dirty="0" smtClean="0"/>
              <a:t>；</a:t>
            </a:r>
            <a:r>
              <a:rPr lang="en-US" altLang="zh-CN" dirty="0" smtClean="0"/>
              <a:t>IGMP = 2</a:t>
            </a:r>
            <a:r>
              <a:rPr lang="zh-CN" altLang="en-US" dirty="0" smtClean="0"/>
              <a:t>；</a:t>
            </a:r>
            <a:r>
              <a:rPr lang="en-US" altLang="zh-CN" dirty="0" smtClean="0"/>
              <a:t>TCP = 6</a:t>
            </a:r>
            <a:r>
              <a:rPr lang="zh-CN" altLang="en-US" dirty="0" smtClean="0"/>
              <a:t>；</a:t>
            </a:r>
            <a:r>
              <a:rPr lang="en-US" altLang="zh-CN" dirty="0" smtClean="0"/>
              <a:t>UDP = 17</a:t>
            </a:r>
            <a:r>
              <a:rPr lang="zh-CN" altLang="en-US" dirty="0" smtClean="0"/>
              <a:t>；</a:t>
            </a:r>
            <a:r>
              <a:rPr lang="en-US" altLang="zh-CN" dirty="0" smtClean="0"/>
              <a:t>OSPF = 89</a:t>
            </a:r>
            <a:endParaRPr lang="zh-CN" altLang="zh-CN" dirty="0" smtClean="0"/>
          </a:p>
          <a:p>
            <a:pPr eaLnBrk="1" hangingPunct="1"/>
            <a:endParaRPr lang="zh-CN" altLang="zh-CN" dirty="0" smtClean="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BB47D367-EF9F-46A5-AA6C-39B042C1DFBE}" type="slidenum">
              <a:rPr lang="en-US" altLang="zh-CN"/>
              <a:pPr algn="r" eaLnBrk="1" hangingPunct="1"/>
              <a:t>95</a:t>
            </a:fld>
            <a:endParaRPr lang="en-US" altLang="zh-CN"/>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0BACBC80-F08D-4286-80BD-C952E35CDA88}" type="slidenum">
              <a:rPr lang="en-US" altLang="zh-CN"/>
              <a:pPr algn="r" eaLnBrk="1" hangingPunct="1"/>
              <a:t>96</a:t>
            </a:fld>
            <a:endParaRPr lang="en-US" altLang="zh-CN"/>
          </a:p>
        </p:txBody>
      </p:sp>
      <p:sp>
        <p:nvSpPr>
          <p:cNvPr id="149507" name="Rectangle 2"/>
          <p:cNvSpPr>
            <a:spLocks noGrp="1" noRot="1" noChangeAspect="1" noChangeArrowheads="1" noTextEdit="1"/>
          </p:cNvSpPr>
          <p:nvPr>
            <p:ph type="sldImg"/>
          </p:nvPr>
        </p:nvSpPr>
        <p:spPr>
          <a:ln/>
        </p:spPr>
      </p:sp>
      <p:sp>
        <p:nvSpPr>
          <p:cNvPr id="149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BB47D367-EF9F-46A5-AA6C-39B042C1DFBE}" type="slidenum">
              <a:rPr lang="en-US" altLang="zh-CN"/>
              <a:pPr algn="r" eaLnBrk="1" hangingPunct="1"/>
              <a:t>97</a:t>
            </a:fld>
            <a:endParaRPr lang="en-US" altLang="zh-CN"/>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0C14C3A1-46D2-48D4-8096-250428808DAF}" type="slidenum">
              <a:rPr lang="en-US" altLang="zh-CN"/>
              <a:pPr algn="r" eaLnBrk="1" hangingPunct="1"/>
              <a:t>98</a:t>
            </a:fld>
            <a:endParaRPr lang="en-US" altLang="zh-CN"/>
          </a:p>
        </p:txBody>
      </p:sp>
      <p:sp>
        <p:nvSpPr>
          <p:cNvPr id="153603" name="Rectangle 2"/>
          <p:cNvSpPr>
            <a:spLocks noGrp="1" noRot="1" noChangeAspect="1" noChangeArrowheads="1" noTextEdit="1"/>
          </p:cNvSpPr>
          <p:nvPr>
            <p:ph type="sldImg"/>
          </p:nvPr>
        </p:nvSpPr>
        <p:spPr>
          <a:ln/>
        </p:spPr>
      </p:sp>
      <p:sp>
        <p:nvSpPr>
          <p:cNvPr id="153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幻灯片图像占位符 1"/>
          <p:cNvSpPr>
            <a:spLocks noGrp="1" noRot="1" noChangeAspect="1" noChangeArrowheads="1" noTextEdit="1"/>
          </p:cNvSpPr>
          <p:nvPr>
            <p:ph type="sldImg"/>
          </p:nvPr>
        </p:nvSpPr>
        <p:spPr>
          <a:ln/>
        </p:spPr>
      </p:sp>
      <p:sp>
        <p:nvSpPr>
          <p:cNvPr id="1556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5565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C16FE795-9B95-4E4C-B354-49C7E04A72AC}" type="slidenum">
              <a:rPr lang="zh-CN" altLang="en-US"/>
              <a:pPr/>
              <a:t>99</a:t>
            </a:fld>
            <a:endParaRPr lang="en-US" altLang="zh-CN"/>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8BAD1D1-53A5-4933-B968-14B2A4A77B4F}" type="slidenum">
              <a:rPr lang="en-US" altLang="zh-CN" smtClean="0"/>
              <a:pPr/>
              <a:t>102</a:t>
            </a:fld>
            <a:endParaRPr lang="en-US" altLang="zh-CN"/>
          </a:p>
        </p:txBody>
      </p:sp>
    </p:spTree>
    <p:extLst>
      <p:ext uri="{BB962C8B-B14F-4D97-AF65-F5344CB8AC3E}">
        <p14:creationId xmlns:p14="http://schemas.microsoft.com/office/powerpoint/2010/main" val="102472280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8BAD1D1-53A5-4933-B968-14B2A4A77B4F}" type="slidenum">
              <a:rPr lang="en-US" altLang="zh-CN" smtClean="0"/>
              <a:pPr/>
              <a:t>103</a:t>
            </a:fld>
            <a:endParaRPr lang="en-US" altLang="zh-CN"/>
          </a:p>
        </p:txBody>
      </p:sp>
    </p:spTree>
    <p:extLst>
      <p:ext uri="{BB962C8B-B14F-4D97-AF65-F5344CB8AC3E}">
        <p14:creationId xmlns:p14="http://schemas.microsoft.com/office/powerpoint/2010/main" val="202435377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A04958D2-90B9-4AF8-921D-FEE68D973C05}" type="slidenum">
              <a:rPr lang="en-US" altLang="zh-CN"/>
              <a:pPr algn="r" eaLnBrk="1" hangingPunct="1"/>
              <a:t>108</a:t>
            </a:fld>
            <a:endParaRPr lang="en-US" altLang="zh-CN"/>
          </a:p>
        </p:txBody>
      </p:sp>
      <p:sp>
        <p:nvSpPr>
          <p:cNvPr id="230403" name="Rectangle 2"/>
          <p:cNvSpPr>
            <a:spLocks noGrp="1" noRot="1" noChangeAspect="1" noChangeArrowheads="1" noTextEdit="1"/>
          </p:cNvSpPr>
          <p:nvPr>
            <p:ph type="sldImg"/>
          </p:nvPr>
        </p:nvSpPr>
        <p:spPr>
          <a:ln/>
        </p:spPr>
      </p:sp>
      <p:sp>
        <p:nvSpPr>
          <p:cNvPr id="2304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A04958D2-90B9-4AF8-921D-FEE68D973C05}" type="slidenum">
              <a:rPr lang="en-US" altLang="zh-CN"/>
              <a:pPr algn="r" eaLnBrk="1" hangingPunct="1"/>
              <a:t>109</a:t>
            </a:fld>
            <a:endParaRPr lang="en-US" altLang="zh-CN"/>
          </a:p>
        </p:txBody>
      </p:sp>
      <p:sp>
        <p:nvSpPr>
          <p:cNvPr id="230403" name="Rectangle 2"/>
          <p:cNvSpPr>
            <a:spLocks noGrp="1" noRot="1" noChangeAspect="1" noChangeArrowheads="1" noTextEdit="1"/>
          </p:cNvSpPr>
          <p:nvPr>
            <p:ph type="sldImg"/>
          </p:nvPr>
        </p:nvSpPr>
        <p:spPr>
          <a:ln/>
        </p:spPr>
      </p:sp>
      <p:sp>
        <p:nvSpPr>
          <p:cNvPr id="2304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0DB11E9F-5155-4439-9E7D-ECE4B49C580A}" type="slidenum">
              <a:rPr lang="en-US" altLang="zh-CN"/>
              <a:pPr algn="r" eaLnBrk="1" hangingPunct="1"/>
              <a:t>110</a:t>
            </a:fld>
            <a:endParaRPr lang="en-US" altLang="zh-CN"/>
          </a:p>
        </p:txBody>
      </p:sp>
      <p:sp>
        <p:nvSpPr>
          <p:cNvPr id="234499" name="Rectangle 2"/>
          <p:cNvSpPr>
            <a:spLocks noGrp="1" noRot="1" noChangeAspect="1" noChangeArrowheads="1" noTextEdit="1"/>
          </p:cNvSpPr>
          <p:nvPr>
            <p:ph type="sldImg"/>
          </p:nvPr>
        </p:nvSpPr>
        <p:spPr>
          <a:ln/>
        </p:spPr>
      </p:sp>
      <p:sp>
        <p:nvSpPr>
          <p:cNvPr id="2345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3528FAFE-177A-491D-8EF4-A9DD53A78908}" type="slidenum">
              <a:rPr lang="en-US" altLang="zh-CN"/>
              <a:pPr algn="r" eaLnBrk="1" hangingPunct="1"/>
              <a:t>112</a:t>
            </a:fld>
            <a:endParaRPr lang="en-US" altLang="zh-CN"/>
          </a:p>
        </p:txBody>
      </p:sp>
      <p:sp>
        <p:nvSpPr>
          <p:cNvPr id="161795" name="Rectangle 2"/>
          <p:cNvSpPr>
            <a:spLocks noGrp="1" noRot="1" noChangeAspect="1" noChangeArrowheads="1" noTextEdit="1"/>
          </p:cNvSpPr>
          <p:nvPr>
            <p:ph type="sldImg"/>
          </p:nvPr>
        </p:nvSpPr>
        <p:spPr>
          <a:ln/>
        </p:spPr>
      </p:sp>
      <p:sp>
        <p:nvSpPr>
          <p:cNvPr id="1617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smtClean="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054E313E-DCB7-4A7F-B5C8-6A4C21DB6A01}" type="slidenum">
              <a:rPr lang="en-US" altLang="zh-CN"/>
              <a:pPr algn="r" eaLnBrk="1" hangingPunct="1"/>
              <a:t>113</a:t>
            </a:fld>
            <a:endParaRPr lang="en-US" altLang="zh-CN"/>
          </a:p>
        </p:txBody>
      </p:sp>
      <p:sp>
        <p:nvSpPr>
          <p:cNvPr id="165891" name="Rectangle 2"/>
          <p:cNvSpPr>
            <a:spLocks noGrp="1" noRot="1" noChangeAspect="1" noChangeArrowheads="1" noTextEdit="1"/>
          </p:cNvSpPr>
          <p:nvPr>
            <p:ph type="sldImg"/>
          </p:nvPr>
        </p:nvSpPr>
        <p:spPr>
          <a:ln/>
        </p:spPr>
      </p:sp>
      <p:sp>
        <p:nvSpPr>
          <p:cNvPr id="165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AC1ED235-A493-4A6B-95EB-3DADBFF14F67}" type="slidenum">
              <a:rPr lang="en-US" altLang="zh-CN"/>
              <a:pPr algn="r" eaLnBrk="1" hangingPunct="1"/>
              <a:t>114</a:t>
            </a:fld>
            <a:endParaRPr lang="en-US" altLang="zh-CN"/>
          </a:p>
        </p:txBody>
      </p:sp>
      <p:sp>
        <p:nvSpPr>
          <p:cNvPr id="167939" name="Rectangle 2"/>
          <p:cNvSpPr>
            <a:spLocks noGrp="1" noRot="1" noChangeAspect="1" noChangeArrowheads="1" noTextEdit="1"/>
          </p:cNvSpPr>
          <p:nvPr>
            <p:ph type="sldImg"/>
          </p:nvPr>
        </p:nvSpPr>
        <p:spPr>
          <a:ln/>
        </p:spPr>
      </p:sp>
      <p:sp>
        <p:nvSpPr>
          <p:cNvPr id="167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pPr algn="r" eaLnBrk="1" hangingPunct="1"/>
            <a:fld id="{A2BE5A80-7FC1-406B-B9FD-84FE729DF005}" type="slidenum">
              <a:rPr lang="en-US" altLang="zh-CN"/>
              <a:pPr algn="r" eaLnBrk="1" hangingPunct="1"/>
              <a:t>117</a:t>
            </a:fld>
            <a:endParaRPr lang="en-US" altLang="zh-CN"/>
          </a:p>
        </p:txBody>
      </p:sp>
      <p:sp>
        <p:nvSpPr>
          <p:cNvPr id="169987" name="Rectangle 2"/>
          <p:cNvSpPr>
            <a:spLocks noGrp="1" noRot="1" noChangeAspect="1" noChangeArrowheads="1" noTextEdit="1"/>
          </p:cNvSpPr>
          <p:nvPr>
            <p:ph type="sldImg"/>
          </p:nvPr>
        </p:nvSpPr>
        <p:spPr>
          <a:ln/>
        </p:spPr>
      </p:sp>
      <p:sp>
        <p:nvSpPr>
          <p:cNvPr id="169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8BAD1D1-53A5-4933-B968-14B2A4A77B4F}" type="slidenum">
              <a:rPr lang="en-US" altLang="zh-CN" smtClean="0"/>
              <a:pPr/>
              <a:t>123</a:t>
            </a:fld>
            <a:endParaRPr lang="en-US" altLang="zh-CN"/>
          </a:p>
        </p:txBody>
      </p:sp>
    </p:spTree>
    <p:extLst>
      <p:ext uri="{BB962C8B-B14F-4D97-AF65-F5344CB8AC3E}">
        <p14:creationId xmlns:p14="http://schemas.microsoft.com/office/powerpoint/2010/main" val="227686142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8BAD1D1-53A5-4933-B968-14B2A4A77B4F}" type="slidenum">
              <a:rPr lang="en-US" altLang="zh-CN" smtClean="0"/>
              <a:pPr/>
              <a:t>128</a:t>
            </a:fld>
            <a:endParaRPr lang="en-US" altLang="zh-CN"/>
          </a:p>
        </p:txBody>
      </p:sp>
    </p:spTree>
    <p:extLst>
      <p:ext uri="{BB962C8B-B14F-4D97-AF65-F5344CB8AC3E}">
        <p14:creationId xmlns:p14="http://schemas.microsoft.com/office/powerpoint/2010/main" val="66916636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94275F64-4D10-408E-92F7-2065E2C9E28A}" type="slidenum">
              <a:rPr lang="en-US" altLang="zh-CN"/>
              <a:pPr/>
              <a:t>132</a:t>
            </a:fld>
            <a:endParaRPr lang="en-US" altLang="zh-CN"/>
          </a:p>
        </p:txBody>
      </p:sp>
      <p:sp>
        <p:nvSpPr>
          <p:cNvPr id="303107" name="Rectangle 2"/>
          <p:cNvSpPr>
            <a:spLocks noGrp="1" noRot="1" noChangeAspect="1" noChangeArrowheads="1" noTextEdit="1"/>
          </p:cNvSpPr>
          <p:nvPr>
            <p:ph type="sldImg"/>
          </p:nvPr>
        </p:nvSpPr>
        <p:spPr>
          <a:ln/>
        </p:spPr>
      </p:sp>
      <p:sp>
        <p:nvSpPr>
          <p:cNvPr id="303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smtClean="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94275F64-4D10-408E-92F7-2065E2C9E28A}" type="slidenum">
              <a:rPr lang="en-US" altLang="zh-CN"/>
              <a:pPr/>
              <a:t>133</a:t>
            </a:fld>
            <a:endParaRPr lang="en-US" altLang="zh-CN"/>
          </a:p>
        </p:txBody>
      </p:sp>
      <p:sp>
        <p:nvSpPr>
          <p:cNvPr id="303107" name="Rectangle 2"/>
          <p:cNvSpPr>
            <a:spLocks noGrp="1" noRot="1" noChangeAspect="1" noChangeArrowheads="1" noTextEdit="1"/>
          </p:cNvSpPr>
          <p:nvPr>
            <p:ph type="sldImg"/>
          </p:nvPr>
        </p:nvSpPr>
        <p:spPr>
          <a:ln/>
        </p:spPr>
      </p:sp>
      <p:sp>
        <p:nvSpPr>
          <p:cNvPr id="303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smtClean="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DF6545BD-0A1C-4234-9C74-3A2FA6BD458E}" type="slidenum">
              <a:rPr lang="en-US" altLang="zh-CN"/>
              <a:pPr/>
              <a:t>134</a:t>
            </a:fld>
            <a:endParaRPr lang="en-US" altLang="zh-CN"/>
          </a:p>
        </p:txBody>
      </p:sp>
      <p:sp>
        <p:nvSpPr>
          <p:cNvPr id="305155" name="Rectangle 2"/>
          <p:cNvSpPr>
            <a:spLocks noGrp="1" noRot="1" noChangeAspect="1" noChangeArrowheads="1" noTextEdit="1"/>
          </p:cNvSpPr>
          <p:nvPr>
            <p:ph type="sldImg"/>
          </p:nvPr>
        </p:nvSpPr>
        <p:spPr>
          <a:ln/>
        </p:spPr>
      </p:sp>
      <p:sp>
        <p:nvSpPr>
          <p:cNvPr id="305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DF6545BD-0A1C-4234-9C74-3A2FA6BD458E}" type="slidenum">
              <a:rPr lang="en-US" altLang="zh-CN"/>
              <a:pPr/>
              <a:t>135</a:t>
            </a:fld>
            <a:endParaRPr lang="en-US" altLang="zh-CN"/>
          </a:p>
        </p:txBody>
      </p:sp>
      <p:sp>
        <p:nvSpPr>
          <p:cNvPr id="305155" name="Rectangle 2"/>
          <p:cNvSpPr>
            <a:spLocks noGrp="1" noRot="1" noChangeAspect="1" noChangeArrowheads="1" noTextEdit="1"/>
          </p:cNvSpPr>
          <p:nvPr>
            <p:ph type="sldImg"/>
          </p:nvPr>
        </p:nvSpPr>
        <p:spPr>
          <a:ln/>
        </p:spPr>
      </p:sp>
      <p:sp>
        <p:nvSpPr>
          <p:cNvPr id="305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89B64C09-2093-4F6A-B7A8-4F837879E458}" type="slidenum">
              <a:rPr lang="en-US" altLang="zh-CN"/>
              <a:pPr/>
              <a:t>136</a:t>
            </a:fld>
            <a:endParaRPr lang="en-US" altLang="zh-CN"/>
          </a:p>
        </p:txBody>
      </p:sp>
      <p:sp>
        <p:nvSpPr>
          <p:cNvPr id="309251" name="Rectangle 2"/>
          <p:cNvSpPr>
            <a:spLocks noGrp="1" noRot="1" noChangeAspect="1" noChangeArrowheads="1" noTextEdit="1"/>
          </p:cNvSpPr>
          <p:nvPr>
            <p:ph type="sldImg"/>
          </p:nvPr>
        </p:nvSpPr>
        <p:spPr>
          <a:ln/>
        </p:spPr>
      </p:sp>
      <p:sp>
        <p:nvSpPr>
          <p:cNvPr id="309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89B64C09-2093-4F6A-B7A8-4F837879E458}" type="slidenum">
              <a:rPr lang="en-US" altLang="zh-CN"/>
              <a:pPr/>
              <a:t>137</a:t>
            </a:fld>
            <a:endParaRPr lang="en-US" altLang="zh-CN"/>
          </a:p>
        </p:txBody>
      </p:sp>
      <p:sp>
        <p:nvSpPr>
          <p:cNvPr id="309251" name="Rectangle 2"/>
          <p:cNvSpPr>
            <a:spLocks noGrp="1" noRot="1" noChangeAspect="1" noChangeArrowheads="1" noTextEdit="1"/>
          </p:cNvSpPr>
          <p:nvPr>
            <p:ph type="sldImg"/>
          </p:nvPr>
        </p:nvSpPr>
        <p:spPr>
          <a:ln/>
        </p:spPr>
      </p:sp>
      <p:sp>
        <p:nvSpPr>
          <p:cNvPr id="309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89B64C09-2093-4F6A-B7A8-4F837879E458}" type="slidenum">
              <a:rPr lang="en-US" altLang="zh-CN"/>
              <a:pPr/>
              <a:t>138</a:t>
            </a:fld>
            <a:endParaRPr lang="en-US" altLang="zh-CN"/>
          </a:p>
        </p:txBody>
      </p:sp>
      <p:sp>
        <p:nvSpPr>
          <p:cNvPr id="309251" name="Rectangle 2"/>
          <p:cNvSpPr>
            <a:spLocks noGrp="1" noRot="1" noChangeAspect="1" noChangeArrowheads="1" noTextEdit="1"/>
          </p:cNvSpPr>
          <p:nvPr>
            <p:ph type="sldImg"/>
          </p:nvPr>
        </p:nvSpPr>
        <p:spPr>
          <a:ln/>
        </p:spPr>
      </p:sp>
      <p:sp>
        <p:nvSpPr>
          <p:cNvPr id="309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89B64C09-2093-4F6A-B7A8-4F837879E458}" type="slidenum">
              <a:rPr lang="en-US" altLang="zh-CN"/>
              <a:pPr/>
              <a:t>139</a:t>
            </a:fld>
            <a:endParaRPr lang="en-US" altLang="zh-CN"/>
          </a:p>
        </p:txBody>
      </p:sp>
      <p:sp>
        <p:nvSpPr>
          <p:cNvPr id="309251" name="Rectangle 2"/>
          <p:cNvSpPr>
            <a:spLocks noGrp="1" noRot="1" noChangeAspect="1" noChangeArrowheads="1" noTextEdit="1"/>
          </p:cNvSpPr>
          <p:nvPr>
            <p:ph type="sldImg"/>
          </p:nvPr>
        </p:nvSpPr>
        <p:spPr>
          <a:ln/>
        </p:spPr>
      </p:sp>
      <p:sp>
        <p:nvSpPr>
          <p:cNvPr id="309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89B64C09-2093-4F6A-B7A8-4F837879E458}" type="slidenum">
              <a:rPr lang="en-US" altLang="zh-CN"/>
              <a:pPr/>
              <a:t>140</a:t>
            </a:fld>
            <a:endParaRPr lang="en-US" altLang="zh-CN"/>
          </a:p>
        </p:txBody>
      </p:sp>
      <p:sp>
        <p:nvSpPr>
          <p:cNvPr id="309251" name="Rectangle 2"/>
          <p:cNvSpPr>
            <a:spLocks noGrp="1" noRot="1" noChangeAspect="1" noChangeArrowheads="1" noTextEdit="1"/>
          </p:cNvSpPr>
          <p:nvPr>
            <p:ph type="sldImg"/>
          </p:nvPr>
        </p:nvSpPr>
        <p:spPr>
          <a:ln/>
        </p:spPr>
      </p:sp>
      <p:sp>
        <p:nvSpPr>
          <p:cNvPr id="309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89B64C09-2093-4F6A-B7A8-4F837879E458}" type="slidenum">
              <a:rPr lang="en-US" altLang="zh-CN"/>
              <a:pPr/>
              <a:t>141</a:t>
            </a:fld>
            <a:endParaRPr lang="en-US" altLang="zh-CN"/>
          </a:p>
        </p:txBody>
      </p:sp>
      <p:sp>
        <p:nvSpPr>
          <p:cNvPr id="309251" name="Rectangle 2"/>
          <p:cNvSpPr>
            <a:spLocks noGrp="1" noRot="1" noChangeAspect="1" noChangeArrowheads="1" noTextEdit="1"/>
          </p:cNvSpPr>
          <p:nvPr>
            <p:ph type="sldImg"/>
          </p:nvPr>
        </p:nvSpPr>
        <p:spPr>
          <a:ln/>
        </p:spPr>
      </p:sp>
      <p:sp>
        <p:nvSpPr>
          <p:cNvPr id="309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89B64C09-2093-4F6A-B7A8-4F837879E458}" type="slidenum">
              <a:rPr lang="en-US" altLang="zh-CN"/>
              <a:pPr/>
              <a:t>142</a:t>
            </a:fld>
            <a:endParaRPr lang="en-US" altLang="zh-CN"/>
          </a:p>
        </p:txBody>
      </p:sp>
      <p:sp>
        <p:nvSpPr>
          <p:cNvPr id="309251" name="Rectangle 2"/>
          <p:cNvSpPr>
            <a:spLocks noGrp="1" noRot="1" noChangeAspect="1" noChangeArrowheads="1" noTextEdit="1"/>
          </p:cNvSpPr>
          <p:nvPr>
            <p:ph type="sldImg"/>
          </p:nvPr>
        </p:nvSpPr>
        <p:spPr>
          <a:ln/>
        </p:spPr>
      </p:sp>
      <p:sp>
        <p:nvSpPr>
          <p:cNvPr id="309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89B64C09-2093-4F6A-B7A8-4F837879E458}" type="slidenum">
              <a:rPr lang="en-US" altLang="zh-CN"/>
              <a:pPr/>
              <a:t>143</a:t>
            </a:fld>
            <a:endParaRPr lang="en-US" altLang="zh-CN"/>
          </a:p>
        </p:txBody>
      </p:sp>
      <p:sp>
        <p:nvSpPr>
          <p:cNvPr id="309251" name="Rectangle 2"/>
          <p:cNvSpPr>
            <a:spLocks noGrp="1" noRot="1" noChangeAspect="1" noChangeArrowheads="1" noTextEdit="1"/>
          </p:cNvSpPr>
          <p:nvPr>
            <p:ph type="sldImg"/>
          </p:nvPr>
        </p:nvSpPr>
        <p:spPr>
          <a:ln/>
        </p:spPr>
      </p:sp>
      <p:sp>
        <p:nvSpPr>
          <p:cNvPr id="309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A690A3B1-6DF9-4592-B237-0F22592B6782}" type="slidenum">
              <a:rPr lang="en-US" altLang="zh-CN"/>
              <a:pPr/>
              <a:t>144</a:t>
            </a:fld>
            <a:endParaRPr lang="en-US" altLang="zh-CN"/>
          </a:p>
        </p:txBody>
      </p:sp>
      <p:sp>
        <p:nvSpPr>
          <p:cNvPr id="325635" name="Rectangle 2"/>
          <p:cNvSpPr>
            <a:spLocks noGrp="1" noRot="1" noChangeAspect="1" noChangeArrowheads="1" noTextEdit="1"/>
          </p:cNvSpPr>
          <p:nvPr>
            <p:ph type="sldImg"/>
          </p:nvPr>
        </p:nvSpPr>
        <p:spPr>
          <a:ln/>
        </p:spPr>
      </p:sp>
      <p:sp>
        <p:nvSpPr>
          <p:cNvPr id="325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smtClean="0"/>
              <a:t> </a:t>
            </a:r>
            <a:r>
              <a:rPr lang="zh-CN" altLang="en-US" smtClean="0"/>
              <a:t>这是 </a:t>
            </a:r>
            <a:r>
              <a:rPr lang="en-US" altLang="zh-CN" smtClean="0"/>
              <a:t>IPv6 </a:t>
            </a:r>
            <a:r>
              <a:rPr lang="zh-CN" altLang="en-US" smtClean="0"/>
              <a:t>增加的一种类型。</a:t>
            </a:r>
            <a:endParaRPr lang="zh-CN" altLang="zh-CN" smtClean="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DAAE9A8E-E1D7-439F-92BF-5511D851DFBE}" type="slidenum">
              <a:rPr lang="en-US" altLang="zh-CN"/>
              <a:pPr/>
              <a:t>145</a:t>
            </a:fld>
            <a:endParaRPr lang="en-US" altLang="zh-CN"/>
          </a:p>
        </p:txBody>
      </p:sp>
      <p:sp>
        <p:nvSpPr>
          <p:cNvPr id="329731" name="Rectangle 2"/>
          <p:cNvSpPr>
            <a:spLocks noGrp="1" noRot="1" noChangeAspect="1" noChangeArrowheads="1" noTextEdit="1"/>
          </p:cNvSpPr>
          <p:nvPr>
            <p:ph type="sldImg"/>
          </p:nvPr>
        </p:nvSpPr>
        <p:spPr>
          <a:ln/>
        </p:spPr>
      </p:sp>
      <p:sp>
        <p:nvSpPr>
          <p:cNvPr id="329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t>一连串连续的零可以为一对冒号所取代。</a:t>
            </a:r>
            <a:endParaRPr lang="zh-CN" altLang="zh-CN" smtClean="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DAAE9A8E-E1D7-439F-92BF-5511D851DFBE}" type="slidenum">
              <a:rPr lang="en-US" altLang="zh-CN"/>
              <a:pPr/>
              <a:t>146</a:t>
            </a:fld>
            <a:endParaRPr lang="en-US" altLang="zh-CN"/>
          </a:p>
        </p:txBody>
      </p:sp>
      <p:sp>
        <p:nvSpPr>
          <p:cNvPr id="329731" name="Rectangle 2"/>
          <p:cNvSpPr>
            <a:spLocks noGrp="1" noRot="1" noChangeAspect="1" noChangeArrowheads="1" noTextEdit="1"/>
          </p:cNvSpPr>
          <p:nvPr>
            <p:ph type="sldImg"/>
          </p:nvPr>
        </p:nvSpPr>
        <p:spPr>
          <a:ln/>
        </p:spPr>
      </p:sp>
      <p:sp>
        <p:nvSpPr>
          <p:cNvPr id="329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t>一连串连续的零可以为一对冒号所取代。</a:t>
            </a:r>
            <a:endParaRPr lang="zh-CN" altLang="zh-CN" smtClean="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C815B9E5-70F3-454D-A129-EAB6CB785034}" type="slidenum">
              <a:rPr lang="en-US" altLang="zh-CN"/>
              <a:pPr/>
              <a:t>147</a:t>
            </a:fld>
            <a:endParaRPr lang="en-US" altLang="zh-CN"/>
          </a:p>
        </p:txBody>
      </p:sp>
      <p:sp>
        <p:nvSpPr>
          <p:cNvPr id="331779" name="Rectangle 2"/>
          <p:cNvSpPr>
            <a:spLocks noGrp="1" noRot="1" noChangeAspect="1" noChangeArrowheads="1" noTextEdit="1"/>
          </p:cNvSpPr>
          <p:nvPr>
            <p:ph type="sldImg"/>
          </p:nvPr>
        </p:nvSpPr>
        <p:spPr>
          <a:ln/>
        </p:spPr>
      </p:sp>
      <p:sp>
        <p:nvSpPr>
          <p:cNvPr id="331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C815B9E5-70F3-454D-A129-EAB6CB785034}" type="slidenum">
              <a:rPr lang="en-US" altLang="zh-CN"/>
              <a:pPr/>
              <a:t>148</a:t>
            </a:fld>
            <a:endParaRPr lang="en-US" altLang="zh-CN"/>
          </a:p>
        </p:txBody>
      </p:sp>
      <p:sp>
        <p:nvSpPr>
          <p:cNvPr id="331779" name="Rectangle 2"/>
          <p:cNvSpPr>
            <a:spLocks noGrp="1" noRot="1" noChangeAspect="1" noChangeArrowheads="1" noTextEdit="1"/>
          </p:cNvSpPr>
          <p:nvPr>
            <p:ph type="sldImg"/>
          </p:nvPr>
        </p:nvSpPr>
        <p:spPr>
          <a:ln/>
        </p:spPr>
      </p:sp>
      <p:sp>
        <p:nvSpPr>
          <p:cNvPr id="331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幻灯片图像占位符 1"/>
          <p:cNvSpPr>
            <a:spLocks noGrp="1" noRot="1" noChangeAspect="1" noChangeArrowheads="1" noTextEdit="1"/>
          </p:cNvSpPr>
          <p:nvPr>
            <p:ph type="sldImg"/>
          </p:nvPr>
        </p:nvSpPr>
        <p:spPr>
          <a:ln/>
        </p:spPr>
      </p:sp>
      <p:sp>
        <p:nvSpPr>
          <p:cNvPr id="3338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smtClean="0"/>
          </a:p>
        </p:txBody>
      </p:sp>
      <p:sp>
        <p:nvSpPr>
          <p:cNvPr id="33382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EDDE6D2E-B408-4A56-B281-7198F54D5ECA}" type="slidenum">
              <a:rPr lang="en-US" altLang="zh-CN"/>
              <a:pPr/>
              <a:t>149</a:t>
            </a:fld>
            <a:endParaRPr lang="en-US" altLang="zh-CN"/>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901A8402-1AF6-4942-8E76-0DCFAEC2D166}" type="slidenum">
              <a:rPr lang="en-US" altLang="zh-CN"/>
              <a:pPr/>
              <a:t>150</a:t>
            </a:fld>
            <a:endParaRPr lang="en-US" altLang="zh-CN"/>
          </a:p>
        </p:txBody>
      </p:sp>
      <p:sp>
        <p:nvSpPr>
          <p:cNvPr id="335875" name="Rectangle 2"/>
          <p:cNvSpPr>
            <a:spLocks noGrp="1" noRot="1" noChangeAspect="1" noChangeArrowheads="1" noTextEdit="1"/>
          </p:cNvSpPr>
          <p:nvPr>
            <p:ph type="sldImg"/>
          </p:nvPr>
        </p:nvSpPr>
        <p:spPr>
          <a:ln/>
        </p:spPr>
      </p:sp>
      <p:sp>
        <p:nvSpPr>
          <p:cNvPr id="335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39D56FD9-9657-4D2C-BC34-69BA1976259F}" type="slidenum">
              <a:rPr lang="en-US" altLang="zh-CN"/>
              <a:pPr/>
              <a:t>151</a:t>
            </a:fld>
            <a:endParaRPr lang="en-US" altLang="zh-CN"/>
          </a:p>
        </p:txBody>
      </p:sp>
      <p:sp>
        <p:nvSpPr>
          <p:cNvPr id="337923" name="Rectangle 2"/>
          <p:cNvSpPr>
            <a:spLocks noGrp="1" noRot="1" noChangeAspect="1" noChangeArrowheads="1" noTextEdit="1"/>
          </p:cNvSpPr>
          <p:nvPr>
            <p:ph type="sldImg"/>
          </p:nvPr>
        </p:nvSpPr>
        <p:spPr>
          <a:ln/>
        </p:spPr>
      </p:sp>
      <p:sp>
        <p:nvSpPr>
          <p:cNvPr id="337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endParaRPr lang="zh-CN" altLang="zh-CN" dirty="0" smtClean="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39D56FD9-9657-4D2C-BC34-69BA1976259F}" type="slidenum">
              <a:rPr lang="en-US" altLang="zh-CN"/>
              <a:pPr/>
              <a:t>152</a:t>
            </a:fld>
            <a:endParaRPr lang="en-US" altLang="zh-CN"/>
          </a:p>
        </p:txBody>
      </p:sp>
      <p:sp>
        <p:nvSpPr>
          <p:cNvPr id="337923" name="Rectangle 2"/>
          <p:cNvSpPr>
            <a:spLocks noGrp="1" noRot="1" noChangeAspect="1" noChangeArrowheads="1" noTextEdit="1"/>
          </p:cNvSpPr>
          <p:nvPr>
            <p:ph type="sldImg"/>
          </p:nvPr>
        </p:nvSpPr>
        <p:spPr>
          <a:ln/>
        </p:spPr>
      </p:sp>
      <p:sp>
        <p:nvSpPr>
          <p:cNvPr id="337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endParaRPr lang="zh-CN" altLang="zh-CN" dirty="0" smtClean="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611C0579-9695-4374-9538-FA5750644CC7}" type="slidenum">
              <a:rPr lang="en-US" altLang="zh-CN"/>
              <a:pPr/>
              <a:t>153</a:t>
            </a:fld>
            <a:endParaRPr lang="en-US" altLang="zh-CN"/>
          </a:p>
        </p:txBody>
      </p:sp>
      <p:sp>
        <p:nvSpPr>
          <p:cNvPr id="339971" name="Rectangle 2"/>
          <p:cNvSpPr>
            <a:spLocks noGrp="1" noRot="1" noChangeAspect="1" noChangeArrowheads="1" noTextEdit="1"/>
          </p:cNvSpPr>
          <p:nvPr>
            <p:ph type="sldImg"/>
          </p:nvPr>
        </p:nvSpPr>
        <p:spPr>
          <a:ln/>
        </p:spPr>
      </p:sp>
      <p:sp>
        <p:nvSpPr>
          <p:cNvPr id="339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CA4BFE9F-B2A5-418A-9FCE-2267CB054B5B}" type="slidenum">
              <a:rPr lang="en-US" altLang="zh-CN"/>
              <a:pPr/>
              <a:t>155</a:t>
            </a:fld>
            <a:endParaRPr lang="en-US" altLang="zh-CN"/>
          </a:p>
        </p:txBody>
      </p:sp>
      <p:sp>
        <p:nvSpPr>
          <p:cNvPr id="245763" name="Rectangle 2"/>
          <p:cNvSpPr>
            <a:spLocks noGrp="1" noRot="1" noChangeAspect="1" noChangeArrowheads="1" noTextEdit="1"/>
          </p:cNvSpPr>
          <p:nvPr>
            <p:ph type="sldImg"/>
          </p:nvPr>
        </p:nvSpPr>
        <p:spPr>
          <a:ln/>
        </p:spPr>
      </p:sp>
      <p:sp>
        <p:nvSpPr>
          <p:cNvPr id="2457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AFDE8240-D3F9-4AC7-B6A7-B9648D2D9D75}" type="slidenum">
              <a:rPr lang="en-US" altLang="zh-CN"/>
              <a:pPr/>
              <a:t>157</a:t>
            </a:fld>
            <a:endParaRPr lang="en-US" altLang="zh-CN"/>
          </a:p>
        </p:txBody>
      </p:sp>
      <p:sp>
        <p:nvSpPr>
          <p:cNvPr id="248835" name="Rectangle 2"/>
          <p:cNvSpPr>
            <a:spLocks noGrp="1" noRot="1" noChangeAspect="1" noChangeArrowheads="1" noTextEdit="1"/>
          </p:cNvSpPr>
          <p:nvPr>
            <p:ph type="sldImg"/>
          </p:nvPr>
        </p:nvSpPr>
        <p:spPr>
          <a:ln/>
        </p:spPr>
      </p:sp>
      <p:sp>
        <p:nvSpPr>
          <p:cNvPr id="2488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AFDE8240-D3F9-4AC7-B6A7-B9648D2D9D75}" type="slidenum">
              <a:rPr lang="en-US" altLang="zh-CN"/>
              <a:pPr/>
              <a:t>158</a:t>
            </a:fld>
            <a:endParaRPr lang="en-US" altLang="zh-CN"/>
          </a:p>
        </p:txBody>
      </p:sp>
      <p:sp>
        <p:nvSpPr>
          <p:cNvPr id="248835" name="Rectangle 2"/>
          <p:cNvSpPr>
            <a:spLocks noGrp="1" noRot="1" noChangeAspect="1" noChangeArrowheads="1" noTextEdit="1"/>
          </p:cNvSpPr>
          <p:nvPr>
            <p:ph type="sldImg"/>
          </p:nvPr>
        </p:nvSpPr>
        <p:spPr>
          <a:ln/>
        </p:spPr>
      </p:sp>
      <p:sp>
        <p:nvSpPr>
          <p:cNvPr id="2488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AFDE8240-D3F9-4AC7-B6A7-B9648D2D9D75}" type="slidenum">
              <a:rPr lang="en-US" altLang="zh-CN"/>
              <a:pPr/>
              <a:t>159</a:t>
            </a:fld>
            <a:endParaRPr lang="en-US" altLang="zh-CN"/>
          </a:p>
        </p:txBody>
      </p:sp>
      <p:sp>
        <p:nvSpPr>
          <p:cNvPr id="248835" name="Rectangle 2"/>
          <p:cNvSpPr>
            <a:spLocks noGrp="1" noRot="1" noChangeAspect="1" noChangeArrowheads="1" noTextEdit="1"/>
          </p:cNvSpPr>
          <p:nvPr>
            <p:ph type="sldImg"/>
          </p:nvPr>
        </p:nvSpPr>
        <p:spPr>
          <a:ln/>
        </p:spPr>
      </p:sp>
      <p:sp>
        <p:nvSpPr>
          <p:cNvPr id="2488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C63DB97A-6CB7-4251-8582-79A6E227A7AB}" type="slidenum">
              <a:rPr lang="en-US" altLang="zh-CN"/>
              <a:pPr/>
              <a:t>160</a:t>
            </a:fld>
            <a:endParaRPr lang="en-US" altLang="zh-CN"/>
          </a:p>
        </p:txBody>
      </p:sp>
      <p:sp>
        <p:nvSpPr>
          <p:cNvPr id="250883" name="Rectangle 2"/>
          <p:cNvSpPr>
            <a:spLocks noGrp="1" noRot="1" noChangeAspect="1" noChangeArrowheads="1" noTextEdit="1"/>
          </p:cNvSpPr>
          <p:nvPr>
            <p:ph type="sldImg"/>
          </p:nvPr>
        </p:nvSpPr>
        <p:spPr>
          <a:ln/>
        </p:spPr>
      </p:sp>
      <p:sp>
        <p:nvSpPr>
          <p:cNvPr id="250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smtClean="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C63DB97A-6CB7-4251-8582-79A6E227A7AB}" type="slidenum">
              <a:rPr lang="en-US" altLang="zh-CN"/>
              <a:pPr/>
              <a:t>161</a:t>
            </a:fld>
            <a:endParaRPr lang="en-US" altLang="zh-CN"/>
          </a:p>
        </p:txBody>
      </p:sp>
      <p:sp>
        <p:nvSpPr>
          <p:cNvPr id="250883" name="Rectangle 2"/>
          <p:cNvSpPr>
            <a:spLocks noGrp="1" noRot="1" noChangeAspect="1" noChangeArrowheads="1" noTextEdit="1"/>
          </p:cNvSpPr>
          <p:nvPr>
            <p:ph type="sldImg"/>
          </p:nvPr>
        </p:nvSpPr>
        <p:spPr>
          <a:ln/>
        </p:spPr>
      </p:sp>
      <p:sp>
        <p:nvSpPr>
          <p:cNvPr id="250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852B3A0A-1D17-4EAB-91E6-A052356E7E7E}" type="slidenum">
              <a:rPr lang="en-US" altLang="zh-CN"/>
              <a:pPr/>
              <a:t>162</a:t>
            </a:fld>
            <a:endParaRPr lang="en-US" altLang="zh-CN"/>
          </a:p>
        </p:txBody>
      </p:sp>
      <p:sp>
        <p:nvSpPr>
          <p:cNvPr id="252931" name="Rectangle 2"/>
          <p:cNvSpPr>
            <a:spLocks noGrp="1" noRot="1" noChangeAspect="1" noChangeArrowheads="1" noTextEdit="1"/>
          </p:cNvSpPr>
          <p:nvPr>
            <p:ph type="sldImg"/>
          </p:nvPr>
        </p:nvSpPr>
        <p:spPr>
          <a:ln/>
        </p:spPr>
      </p:sp>
      <p:sp>
        <p:nvSpPr>
          <p:cNvPr id="2529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smtClean="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852B3A0A-1D17-4EAB-91E6-A052356E7E7E}" type="slidenum">
              <a:rPr lang="en-US" altLang="zh-CN"/>
              <a:pPr/>
              <a:t>163</a:t>
            </a:fld>
            <a:endParaRPr lang="en-US" altLang="zh-CN"/>
          </a:p>
        </p:txBody>
      </p:sp>
      <p:sp>
        <p:nvSpPr>
          <p:cNvPr id="252931" name="Rectangle 2"/>
          <p:cNvSpPr>
            <a:spLocks noGrp="1" noRot="1" noChangeAspect="1" noChangeArrowheads="1" noTextEdit="1"/>
          </p:cNvSpPr>
          <p:nvPr>
            <p:ph type="sldImg"/>
          </p:nvPr>
        </p:nvSpPr>
        <p:spPr>
          <a:ln/>
        </p:spPr>
      </p:sp>
      <p:sp>
        <p:nvSpPr>
          <p:cNvPr id="2529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C63DB97A-6CB7-4251-8582-79A6E227A7AB}" type="slidenum">
              <a:rPr lang="en-US" altLang="zh-CN"/>
              <a:pPr/>
              <a:t>164</a:t>
            </a:fld>
            <a:endParaRPr lang="en-US" altLang="zh-CN"/>
          </a:p>
        </p:txBody>
      </p:sp>
      <p:sp>
        <p:nvSpPr>
          <p:cNvPr id="250883" name="Rectangle 2"/>
          <p:cNvSpPr>
            <a:spLocks noGrp="1" noRot="1" noChangeAspect="1" noChangeArrowheads="1" noTextEdit="1"/>
          </p:cNvSpPr>
          <p:nvPr>
            <p:ph type="sldImg"/>
          </p:nvPr>
        </p:nvSpPr>
        <p:spPr>
          <a:ln/>
        </p:spPr>
      </p:sp>
      <p:sp>
        <p:nvSpPr>
          <p:cNvPr id="250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852B3A0A-1D17-4EAB-91E6-A052356E7E7E}" type="slidenum">
              <a:rPr lang="en-US" altLang="zh-CN"/>
              <a:pPr/>
              <a:t>165</a:t>
            </a:fld>
            <a:endParaRPr lang="en-US" altLang="zh-CN"/>
          </a:p>
        </p:txBody>
      </p:sp>
      <p:sp>
        <p:nvSpPr>
          <p:cNvPr id="252931" name="Rectangle 2"/>
          <p:cNvSpPr>
            <a:spLocks noGrp="1" noRot="1" noChangeAspect="1" noChangeArrowheads="1" noTextEdit="1"/>
          </p:cNvSpPr>
          <p:nvPr>
            <p:ph type="sldImg"/>
          </p:nvPr>
        </p:nvSpPr>
        <p:spPr>
          <a:ln/>
        </p:spPr>
      </p:sp>
      <p:sp>
        <p:nvSpPr>
          <p:cNvPr id="2529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852B3A0A-1D17-4EAB-91E6-A052356E7E7E}" type="slidenum">
              <a:rPr lang="en-US" altLang="zh-CN"/>
              <a:pPr/>
              <a:t>166</a:t>
            </a:fld>
            <a:endParaRPr lang="en-US" altLang="zh-CN"/>
          </a:p>
        </p:txBody>
      </p:sp>
      <p:sp>
        <p:nvSpPr>
          <p:cNvPr id="252931" name="Rectangle 2"/>
          <p:cNvSpPr>
            <a:spLocks noGrp="1" noRot="1" noChangeAspect="1" noChangeArrowheads="1" noTextEdit="1"/>
          </p:cNvSpPr>
          <p:nvPr>
            <p:ph type="sldImg"/>
          </p:nvPr>
        </p:nvSpPr>
        <p:spPr>
          <a:ln/>
        </p:spPr>
      </p:sp>
      <p:sp>
        <p:nvSpPr>
          <p:cNvPr id="2529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852B3A0A-1D17-4EAB-91E6-A052356E7E7E}" type="slidenum">
              <a:rPr lang="en-US" altLang="zh-CN"/>
              <a:pPr/>
              <a:t>167</a:t>
            </a:fld>
            <a:endParaRPr lang="en-US" altLang="zh-CN"/>
          </a:p>
        </p:txBody>
      </p:sp>
      <p:sp>
        <p:nvSpPr>
          <p:cNvPr id="252931" name="Rectangle 2"/>
          <p:cNvSpPr>
            <a:spLocks noGrp="1" noRot="1" noChangeAspect="1" noChangeArrowheads="1" noTextEdit="1"/>
          </p:cNvSpPr>
          <p:nvPr>
            <p:ph type="sldImg"/>
          </p:nvPr>
        </p:nvSpPr>
        <p:spPr>
          <a:ln/>
        </p:spPr>
      </p:sp>
      <p:sp>
        <p:nvSpPr>
          <p:cNvPr id="2529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927B8871-2EC6-45BF-9FF2-B718101DDEF7}" type="slidenum">
              <a:rPr lang="en-US" altLang="zh-CN"/>
              <a:pPr/>
              <a:t>168</a:t>
            </a:fld>
            <a:endParaRPr lang="en-US" altLang="zh-CN"/>
          </a:p>
        </p:txBody>
      </p:sp>
      <p:sp>
        <p:nvSpPr>
          <p:cNvPr id="254979" name="Rectangle 2"/>
          <p:cNvSpPr>
            <a:spLocks noGrp="1" noRot="1" noChangeAspect="1" noChangeArrowheads="1" noTextEdit="1"/>
          </p:cNvSpPr>
          <p:nvPr>
            <p:ph type="sldImg"/>
          </p:nvPr>
        </p:nvSpPr>
        <p:spPr>
          <a:ln/>
        </p:spPr>
      </p:sp>
      <p:sp>
        <p:nvSpPr>
          <p:cNvPr id="2549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868C9E9E-0BC7-4181-B281-6DDDA5A0455B}" type="slidenum">
              <a:rPr lang="en-US" altLang="zh-CN"/>
              <a:pPr/>
              <a:t>169</a:t>
            </a:fld>
            <a:endParaRPr lang="en-US" altLang="zh-CN"/>
          </a:p>
        </p:txBody>
      </p:sp>
      <p:sp>
        <p:nvSpPr>
          <p:cNvPr id="257027" name="Rectangle 2"/>
          <p:cNvSpPr>
            <a:spLocks noGrp="1" noRot="1" noChangeAspect="1" noChangeArrowheads="1" noTextEdit="1"/>
          </p:cNvSpPr>
          <p:nvPr>
            <p:ph type="sldImg"/>
          </p:nvPr>
        </p:nvSpPr>
        <p:spPr>
          <a:ln/>
        </p:spPr>
      </p:sp>
      <p:sp>
        <p:nvSpPr>
          <p:cNvPr id="2570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1B3AE48F-F3C8-49EA-B75D-A2ECBDBF7503}" type="slidenum">
              <a:rPr lang="en-US" altLang="zh-CN"/>
              <a:pPr/>
              <a:t>170</a:t>
            </a:fld>
            <a:endParaRPr lang="en-US" altLang="zh-CN"/>
          </a:p>
        </p:txBody>
      </p:sp>
      <p:sp>
        <p:nvSpPr>
          <p:cNvPr id="261123" name="Rectangle 2"/>
          <p:cNvSpPr>
            <a:spLocks noGrp="1" noRot="1" noChangeAspect="1" noChangeArrowheads="1" noTextEdit="1"/>
          </p:cNvSpPr>
          <p:nvPr>
            <p:ph type="sldImg"/>
          </p:nvPr>
        </p:nvSpPr>
        <p:spPr>
          <a:ln/>
        </p:spPr>
      </p:sp>
      <p:sp>
        <p:nvSpPr>
          <p:cNvPr id="2611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1B3AE48F-F3C8-49EA-B75D-A2ECBDBF7503}" type="slidenum">
              <a:rPr lang="en-US" altLang="zh-CN"/>
              <a:pPr/>
              <a:t>171</a:t>
            </a:fld>
            <a:endParaRPr lang="en-US" altLang="zh-CN"/>
          </a:p>
        </p:txBody>
      </p:sp>
      <p:sp>
        <p:nvSpPr>
          <p:cNvPr id="261123" name="Rectangle 2"/>
          <p:cNvSpPr>
            <a:spLocks noGrp="1" noRot="1" noChangeAspect="1" noChangeArrowheads="1" noTextEdit="1"/>
          </p:cNvSpPr>
          <p:nvPr>
            <p:ph type="sldImg"/>
          </p:nvPr>
        </p:nvSpPr>
        <p:spPr>
          <a:ln/>
        </p:spPr>
      </p:sp>
      <p:sp>
        <p:nvSpPr>
          <p:cNvPr id="2611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1B3AE48F-F3C8-49EA-B75D-A2ECBDBF7503}" type="slidenum">
              <a:rPr lang="en-US" altLang="zh-CN"/>
              <a:pPr/>
              <a:t>172</a:t>
            </a:fld>
            <a:endParaRPr lang="en-US" altLang="zh-CN"/>
          </a:p>
        </p:txBody>
      </p:sp>
      <p:sp>
        <p:nvSpPr>
          <p:cNvPr id="261123" name="Rectangle 2"/>
          <p:cNvSpPr>
            <a:spLocks noGrp="1" noRot="1" noChangeAspect="1" noChangeArrowheads="1" noTextEdit="1"/>
          </p:cNvSpPr>
          <p:nvPr>
            <p:ph type="sldImg"/>
          </p:nvPr>
        </p:nvSpPr>
        <p:spPr>
          <a:ln/>
        </p:spPr>
      </p:sp>
      <p:sp>
        <p:nvSpPr>
          <p:cNvPr id="2611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1B3AE48F-F3C8-49EA-B75D-A2ECBDBF7503}" type="slidenum">
              <a:rPr lang="en-US" altLang="zh-CN"/>
              <a:pPr/>
              <a:t>173</a:t>
            </a:fld>
            <a:endParaRPr lang="en-US" altLang="zh-CN"/>
          </a:p>
        </p:txBody>
      </p:sp>
      <p:sp>
        <p:nvSpPr>
          <p:cNvPr id="261123" name="Rectangle 2"/>
          <p:cNvSpPr>
            <a:spLocks noGrp="1" noRot="1" noChangeAspect="1" noChangeArrowheads="1" noTextEdit="1"/>
          </p:cNvSpPr>
          <p:nvPr>
            <p:ph type="sldImg"/>
          </p:nvPr>
        </p:nvSpPr>
        <p:spPr>
          <a:ln/>
        </p:spPr>
      </p:sp>
      <p:sp>
        <p:nvSpPr>
          <p:cNvPr id="2611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1B3AE48F-F3C8-49EA-B75D-A2ECBDBF7503}" type="slidenum">
              <a:rPr lang="en-US" altLang="zh-CN"/>
              <a:pPr/>
              <a:t>174</a:t>
            </a:fld>
            <a:endParaRPr lang="en-US" altLang="zh-CN"/>
          </a:p>
        </p:txBody>
      </p:sp>
      <p:sp>
        <p:nvSpPr>
          <p:cNvPr id="261123" name="Rectangle 2"/>
          <p:cNvSpPr>
            <a:spLocks noGrp="1" noRot="1" noChangeAspect="1" noChangeArrowheads="1" noTextEdit="1"/>
          </p:cNvSpPr>
          <p:nvPr>
            <p:ph type="sldImg"/>
          </p:nvPr>
        </p:nvSpPr>
        <p:spPr>
          <a:ln/>
        </p:spPr>
      </p:sp>
      <p:sp>
        <p:nvSpPr>
          <p:cNvPr id="2611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1B3AE48F-F3C8-49EA-B75D-A2ECBDBF7503}" type="slidenum">
              <a:rPr lang="en-US" altLang="zh-CN"/>
              <a:pPr/>
              <a:t>175</a:t>
            </a:fld>
            <a:endParaRPr lang="en-US" altLang="zh-CN"/>
          </a:p>
        </p:txBody>
      </p:sp>
      <p:sp>
        <p:nvSpPr>
          <p:cNvPr id="261123" name="Rectangle 2"/>
          <p:cNvSpPr>
            <a:spLocks noGrp="1" noRot="1" noChangeAspect="1" noChangeArrowheads="1" noTextEdit="1"/>
          </p:cNvSpPr>
          <p:nvPr>
            <p:ph type="sldImg"/>
          </p:nvPr>
        </p:nvSpPr>
        <p:spPr>
          <a:ln/>
        </p:spPr>
      </p:sp>
      <p:sp>
        <p:nvSpPr>
          <p:cNvPr id="2611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98FC9863-B08F-485A-9D92-7BF1628D631E}" type="slidenum">
              <a:rPr lang="en-US" altLang="zh-CN"/>
              <a:pPr/>
              <a:t>176</a:t>
            </a:fld>
            <a:endParaRPr lang="en-US" altLang="zh-CN"/>
          </a:p>
        </p:txBody>
      </p:sp>
      <p:sp>
        <p:nvSpPr>
          <p:cNvPr id="259075" name="Rectangle 2"/>
          <p:cNvSpPr>
            <a:spLocks noGrp="1" noRot="1" noChangeAspect="1" noChangeArrowheads="1" noTextEdit="1"/>
          </p:cNvSpPr>
          <p:nvPr>
            <p:ph type="sldImg"/>
          </p:nvPr>
        </p:nvSpPr>
        <p:spPr>
          <a:ln/>
        </p:spPr>
      </p:sp>
      <p:sp>
        <p:nvSpPr>
          <p:cNvPr id="2590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FB6449C9-BF83-4E89-961B-E577951C474C}" type="slidenum">
              <a:rPr lang="en-US" altLang="zh-CN"/>
              <a:pPr/>
              <a:t>179</a:t>
            </a:fld>
            <a:endParaRPr lang="en-US" altLang="zh-CN"/>
          </a:p>
        </p:txBody>
      </p:sp>
      <p:sp>
        <p:nvSpPr>
          <p:cNvPr id="274435" name="Rectangle 2"/>
          <p:cNvSpPr>
            <a:spLocks noGrp="1" noRot="1" noChangeAspect="1" noChangeArrowheads="1" noTextEdit="1"/>
          </p:cNvSpPr>
          <p:nvPr>
            <p:ph type="sldImg"/>
          </p:nvPr>
        </p:nvSpPr>
        <p:spPr>
          <a:ln/>
        </p:spPr>
      </p:sp>
      <p:sp>
        <p:nvSpPr>
          <p:cNvPr id="274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FB6449C9-BF83-4E89-961B-E577951C474C}" type="slidenum">
              <a:rPr lang="en-US" altLang="zh-CN"/>
              <a:pPr/>
              <a:t>180</a:t>
            </a:fld>
            <a:endParaRPr lang="en-US" altLang="zh-CN"/>
          </a:p>
        </p:txBody>
      </p:sp>
      <p:sp>
        <p:nvSpPr>
          <p:cNvPr id="274435" name="Rectangle 2"/>
          <p:cNvSpPr>
            <a:spLocks noGrp="1" noRot="1" noChangeAspect="1" noChangeArrowheads="1" noTextEdit="1"/>
          </p:cNvSpPr>
          <p:nvPr>
            <p:ph type="sldImg"/>
          </p:nvPr>
        </p:nvSpPr>
        <p:spPr>
          <a:ln/>
        </p:spPr>
      </p:sp>
      <p:sp>
        <p:nvSpPr>
          <p:cNvPr id="274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27221142-6150-4D14-8AF2-05FFCE5EC919}" type="slidenum">
              <a:rPr lang="en-US" altLang="zh-CN"/>
              <a:pPr/>
              <a:t>182</a:t>
            </a:fld>
            <a:endParaRPr lang="en-US" altLang="zh-CN"/>
          </a:p>
        </p:txBody>
      </p:sp>
      <p:sp>
        <p:nvSpPr>
          <p:cNvPr id="278531" name="Rectangle 2"/>
          <p:cNvSpPr>
            <a:spLocks noGrp="1" noRot="1" noChangeAspect="1" noChangeArrowheads="1" noTextEdit="1"/>
          </p:cNvSpPr>
          <p:nvPr>
            <p:ph type="sldImg"/>
          </p:nvPr>
        </p:nvSpPr>
        <p:spPr>
          <a:ln/>
        </p:spPr>
      </p:sp>
      <p:sp>
        <p:nvSpPr>
          <p:cNvPr id="2785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65427E0B-20B7-4B9E-988B-316981A022AA}" type="slidenum">
              <a:rPr lang="en-US" altLang="zh-CN"/>
              <a:pPr/>
              <a:t>184</a:t>
            </a:fld>
            <a:endParaRPr lang="en-US" altLang="zh-CN"/>
          </a:p>
        </p:txBody>
      </p:sp>
      <p:sp>
        <p:nvSpPr>
          <p:cNvPr id="287747" name="Rectangle 2"/>
          <p:cNvSpPr>
            <a:spLocks noGrp="1" noRot="1" noChangeAspect="1" noChangeArrowheads="1" noTextEdit="1"/>
          </p:cNvSpPr>
          <p:nvPr>
            <p:ph type="sldImg"/>
          </p:nvPr>
        </p:nvSpPr>
        <p:spPr>
          <a:ln/>
        </p:spPr>
      </p:sp>
      <p:sp>
        <p:nvSpPr>
          <p:cNvPr id="287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8705A420-B712-4F56-B832-7F7F15B9D57B}" type="slidenum">
              <a:rPr lang="en-US" altLang="zh-CN"/>
              <a:pPr/>
              <a:t>185</a:t>
            </a:fld>
            <a:endParaRPr lang="en-US" altLang="zh-CN"/>
          </a:p>
        </p:txBody>
      </p:sp>
      <p:sp>
        <p:nvSpPr>
          <p:cNvPr id="297987" name="Rectangle 2"/>
          <p:cNvSpPr>
            <a:spLocks noGrp="1" noRot="1" noChangeAspect="1" noChangeArrowheads="1" noTextEdit="1"/>
          </p:cNvSpPr>
          <p:nvPr>
            <p:ph type="sldImg"/>
          </p:nvPr>
        </p:nvSpPr>
        <p:spPr>
          <a:ln/>
        </p:spPr>
      </p:sp>
      <p:sp>
        <p:nvSpPr>
          <p:cNvPr id="297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endParaRPr lang="en-US" altLang="zh-CN" smtClean="0"/>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59743ED5-C398-43D8-AAC7-B678F704378C}" type="slidenum">
              <a:rPr lang="en-US" altLang="zh-CN"/>
              <a:pPr/>
              <a:t>186</a:t>
            </a:fld>
            <a:endParaRPr lang="en-US" altLang="zh-CN"/>
          </a:p>
        </p:txBody>
      </p:sp>
      <p:sp>
        <p:nvSpPr>
          <p:cNvPr id="300035" name="Rectangle 2"/>
          <p:cNvSpPr>
            <a:spLocks noGrp="1" noRot="1" noChangeAspect="1" noChangeArrowheads="1" noTextEdit="1"/>
          </p:cNvSpPr>
          <p:nvPr>
            <p:ph type="sldImg"/>
          </p:nvPr>
        </p:nvSpPr>
        <p:spPr>
          <a:ln/>
        </p:spPr>
      </p:sp>
      <p:sp>
        <p:nvSpPr>
          <p:cNvPr id="300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BDD31F8A-BA02-4A4B-9D06-58BBFA55C44E}" type="slidenum">
              <a:rPr lang="en-US" altLang="zh-CN"/>
              <a:pPr/>
              <a:t>188</a:t>
            </a:fld>
            <a:endParaRPr lang="en-US" altLang="zh-CN"/>
          </a:p>
        </p:txBody>
      </p:sp>
      <p:sp>
        <p:nvSpPr>
          <p:cNvPr id="343043" name="Rectangle 2"/>
          <p:cNvSpPr>
            <a:spLocks noGrp="1" noRot="1" noChangeAspect="1" noChangeArrowheads="1" noTextEdit="1"/>
          </p:cNvSpPr>
          <p:nvPr>
            <p:ph type="sldImg"/>
          </p:nvPr>
        </p:nvSpPr>
        <p:spPr>
          <a:ln/>
        </p:spPr>
      </p:sp>
      <p:sp>
        <p:nvSpPr>
          <p:cNvPr id="343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BDD31F8A-BA02-4A4B-9D06-58BBFA55C44E}" type="slidenum">
              <a:rPr lang="en-US" altLang="zh-CN"/>
              <a:pPr/>
              <a:t>189</a:t>
            </a:fld>
            <a:endParaRPr lang="en-US" altLang="zh-CN"/>
          </a:p>
        </p:txBody>
      </p:sp>
      <p:sp>
        <p:nvSpPr>
          <p:cNvPr id="343043" name="Rectangle 2"/>
          <p:cNvSpPr>
            <a:spLocks noGrp="1" noRot="1" noChangeAspect="1" noChangeArrowheads="1" noTextEdit="1"/>
          </p:cNvSpPr>
          <p:nvPr>
            <p:ph type="sldImg"/>
          </p:nvPr>
        </p:nvSpPr>
        <p:spPr>
          <a:ln/>
        </p:spPr>
      </p:sp>
      <p:sp>
        <p:nvSpPr>
          <p:cNvPr id="343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7B30AE46-56A5-46F4-8807-1E56D1F69826}" type="slidenum">
              <a:rPr lang="en-US" altLang="zh-CN"/>
              <a:pPr/>
              <a:t>190</a:t>
            </a:fld>
            <a:endParaRPr lang="en-US" altLang="zh-CN"/>
          </a:p>
        </p:txBody>
      </p:sp>
      <p:sp>
        <p:nvSpPr>
          <p:cNvPr id="347139" name="Rectangle 2"/>
          <p:cNvSpPr>
            <a:spLocks noGrp="1" noRot="1" noChangeAspect="1" noChangeArrowheads="1" noTextEdit="1"/>
          </p:cNvSpPr>
          <p:nvPr>
            <p:ph type="sldImg"/>
          </p:nvPr>
        </p:nvSpPr>
        <p:spPr>
          <a:ln/>
        </p:spPr>
      </p:sp>
      <p:sp>
        <p:nvSpPr>
          <p:cNvPr id="347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DF57A18E-4E8D-4FB4-A621-663595DF0E3E}" type="slidenum">
              <a:rPr lang="en-US" altLang="zh-CN"/>
              <a:pPr/>
              <a:t>191</a:t>
            </a:fld>
            <a:endParaRPr lang="en-US" altLang="zh-CN"/>
          </a:p>
        </p:txBody>
      </p:sp>
      <p:sp>
        <p:nvSpPr>
          <p:cNvPr id="349187" name="Rectangle 2"/>
          <p:cNvSpPr>
            <a:spLocks noGrp="1" noRot="1" noChangeAspect="1" noChangeArrowheads="1" noTextEdit="1"/>
          </p:cNvSpPr>
          <p:nvPr>
            <p:ph type="sldImg"/>
          </p:nvPr>
        </p:nvSpPr>
        <p:spPr>
          <a:ln/>
        </p:spPr>
      </p:sp>
      <p:sp>
        <p:nvSpPr>
          <p:cNvPr id="349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A2518C75-189A-441F-978F-3FE3EE6200F0}" type="slidenum">
              <a:rPr lang="en-US" altLang="zh-CN"/>
              <a:pPr/>
              <a:t>192</a:t>
            </a:fld>
            <a:endParaRPr lang="en-US" altLang="zh-CN"/>
          </a:p>
        </p:txBody>
      </p:sp>
      <p:sp>
        <p:nvSpPr>
          <p:cNvPr id="351235" name="Rectangle 2"/>
          <p:cNvSpPr>
            <a:spLocks noGrp="1" noRot="1" noChangeAspect="1" noChangeArrowheads="1" noTextEdit="1"/>
          </p:cNvSpPr>
          <p:nvPr>
            <p:ph type="sldImg"/>
          </p:nvPr>
        </p:nvSpPr>
        <p:spPr>
          <a:ln/>
        </p:spPr>
      </p:sp>
      <p:sp>
        <p:nvSpPr>
          <p:cNvPr id="351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FFE8BC9C-EEE1-4851-9981-F57B01C902EC}" type="slidenum">
              <a:rPr lang="en-US" altLang="zh-CN"/>
              <a:pPr/>
              <a:t>193</a:t>
            </a:fld>
            <a:endParaRPr lang="en-US" altLang="zh-CN"/>
          </a:p>
        </p:txBody>
      </p:sp>
      <p:sp>
        <p:nvSpPr>
          <p:cNvPr id="353283" name="Rectangle 2"/>
          <p:cNvSpPr>
            <a:spLocks noGrp="1" noRot="1" noChangeAspect="1" noChangeArrowheads="1" noTextEdit="1"/>
          </p:cNvSpPr>
          <p:nvPr>
            <p:ph type="sldImg"/>
          </p:nvPr>
        </p:nvSpPr>
        <p:spPr>
          <a:ln/>
        </p:spPr>
      </p:sp>
      <p:sp>
        <p:nvSpPr>
          <p:cNvPr id="353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28A9ED32-66B9-4102-BC4B-0E3C159DF6B0}" type="slidenum">
              <a:rPr lang="en-US" altLang="zh-CN"/>
              <a:pPr/>
              <a:t>194</a:t>
            </a:fld>
            <a:endParaRPr lang="en-US" altLang="zh-CN"/>
          </a:p>
        </p:txBody>
      </p:sp>
      <p:sp>
        <p:nvSpPr>
          <p:cNvPr id="355331" name="Rectangle 2"/>
          <p:cNvSpPr>
            <a:spLocks noGrp="1" noRot="1" noChangeAspect="1" noChangeArrowheads="1" noTextEdit="1"/>
          </p:cNvSpPr>
          <p:nvPr>
            <p:ph type="sldImg"/>
          </p:nvPr>
        </p:nvSpPr>
        <p:spPr>
          <a:ln/>
        </p:spPr>
      </p:sp>
      <p:sp>
        <p:nvSpPr>
          <p:cNvPr id="355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FD9C4D2C-964D-4D67-A078-6520183348AE}" type="slidenum">
              <a:rPr lang="en-US" altLang="zh-CN"/>
              <a:pPr/>
              <a:t>195</a:t>
            </a:fld>
            <a:endParaRPr lang="en-US" altLang="zh-CN"/>
          </a:p>
        </p:txBody>
      </p:sp>
      <p:sp>
        <p:nvSpPr>
          <p:cNvPr id="357379" name="Rectangle 2"/>
          <p:cNvSpPr>
            <a:spLocks noGrp="1" noRot="1" noChangeAspect="1" noChangeArrowheads="1" noTextEdit="1"/>
          </p:cNvSpPr>
          <p:nvPr>
            <p:ph type="sldImg"/>
          </p:nvPr>
        </p:nvSpPr>
        <p:spPr>
          <a:ln/>
        </p:spPr>
      </p:sp>
      <p:sp>
        <p:nvSpPr>
          <p:cNvPr id="357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9C9AAEB2-AF7E-4517-9FDE-F5A2CDCA906F}" type="slidenum">
              <a:rPr lang="en-US" altLang="zh-CN"/>
              <a:pPr/>
              <a:t>196</a:t>
            </a:fld>
            <a:endParaRPr lang="en-US" altLang="zh-CN"/>
          </a:p>
        </p:txBody>
      </p:sp>
      <p:sp>
        <p:nvSpPr>
          <p:cNvPr id="359427" name="Rectangle 2"/>
          <p:cNvSpPr>
            <a:spLocks noGrp="1" noRot="1" noChangeAspect="1" noChangeArrowheads="1" noTextEdit="1"/>
          </p:cNvSpPr>
          <p:nvPr>
            <p:ph type="sldImg"/>
          </p:nvPr>
        </p:nvSpPr>
        <p:spPr>
          <a:ln/>
        </p:spPr>
      </p:sp>
      <p:sp>
        <p:nvSpPr>
          <p:cNvPr id="3594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D940A2C6-96DB-4061-A163-0A741767E84C}" type="slidenum">
              <a:rPr lang="en-US" altLang="zh-CN"/>
              <a:pPr/>
              <a:t>197</a:t>
            </a:fld>
            <a:endParaRPr lang="en-US" altLang="zh-CN"/>
          </a:p>
        </p:txBody>
      </p:sp>
      <p:sp>
        <p:nvSpPr>
          <p:cNvPr id="361475" name="Rectangle 2"/>
          <p:cNvSpPr>
            <a:spLocks noGrp="1" noRot="1" noChangeAspect="1" noChangeArrowheads="1" noTextEdit="1"/>
          </p:cNvSpPr>
          <p:nvPr>
            <p:ph type="sldImg"/>
          </p:nvPr>
        </p:nvSpPr>
        <p:spPr>
          <a:ln/>
        </p:spPr>
      </p:sp>
      <p:sp>
        <p:nvSpPr>
          <p:cNvPr id="3614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2F9B7282-DE5A-480A-B618-EC7B725742D9}" type="slidenum">
              <a:rPr lang="en-US" altLang="zh-CN"/>
              <a:pPr/>
              <a:t>198</a:t>
            </a:fld>
            <a:endParaRPr lang="en-US" altLang="zh-CN"/>
          </a:p>
        </p:txBody>
      </p:sp>
      <p:sp>
        <p:nvSpPr>
          <p:cNvPr id="363523" name="Rectangle 2"/>
          <p:cNvSpPr>
            <a:spLocks noGrp="1" noRot="1" noChangeAspect="1" noChangeArrowheads="1" noTextEdit="1"/>
          </p:cNvSpPr>
          <p:nvPr>
            <p:ph type="sldImg"/>
          </p:nvPr>
        </p:nvSpPr>
        <p:spPr>
          <a:ln/>
        </p:spPr>
      </p:sp>
      <p:sp>
        <p:nvSpPr>
          <p:cNvPr id="3635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E286BC20-CC3B-4F15-AFC7-1B426AD46BF2}" type="slidenum">
              <a:rPr lang="en-US" altLang="zh-CN"/>
              <a:pPr/>
              <a:t>199</a:t>
            </a:fld>
            <a:endParaRPr lang="en-US" altLang="zh-CN"/>
          </a:p>
        </p:txBody>
      </p:sp>
      <p:sp>
        <p:nvSpPr>
          <p:cNvPr id="365571" name="Rectangle 2"/>
          <p:cNvSpPr>
            <a:spLocks noGrp="1" noRot="1" noChangeAspect="1" noChangeArrowheads="1" noTextEdit="1"/>
          </p:cNvSpPr>
          <p:nvPr>
            <p:ph type="sldImg"/>
          </p:nvPr>
        </p:nvSpPr>
        <p:spPr>
          <a:ln/>
        </p:spPr>
      </p:sp>
      <p:sp>
        <p:nvSpPr>
          <p:cNvPr id="365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DC14C7F8-2932-4BDB-BF80-6941050C9427}" type="slidenum">
              <a:rPr lang="en-US" altLang="zh-CN"/>
              <a:pPr/>
              <a:t>201</a:t>
            </a:fld>
            <a:endParaRPr lang="en-US" altLang="zh-CN"/>
          </a:p>
        </p:txBody>
      </p:sp>
      <p:sp>
        <p:nvSpPr>
          <p:cNvPr id="368643" name="Rectangle 2"/>
          <p:cNvSpPr>
            <a:spLocks noGrp="1" noRot="1" noChangeAspect="1" noChangeArrowheads="1" noTextEdit="1"/>
          </p:cNvSpPr>
          <p:nvPr>
            <p:ph type="sldImg"/>
          </p:nvPr>
        </p:nvSpPr>
        <p:spPr>
          <a:ln/>
        </p:spPr>
      </p:sp>
      <p:sp>
        <p:nvSpPr>
          <p:cNvPr id="368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DC14C7F8-2932-4BDB-BF80-6941050C9427}" type="slidenum">
              <a:rPr lang="en-US" altLang="zh-CN"/>
              <a:pPr/>
              <a:t>202</a:t>
            </a:fld>
            <a:endParaRPr lang="en-US" altLang="zh-CN"/>
          </a:p>
        </p:txBody>
      </p:sp>
      <p:sp>
        <p:nvSpPr>
          <p:cNvPr id="368643" name="Rectangle 2"/>
          <p:cNvSpPr>
            <a:spLocks noGrp="1" noRot="1" noChangeAspect="1" noChangeArrowheads="1" noTextEdit="1"/>
          </p:cNvSpPr>
          <p:nvPr>
            <p:ph type="sldImg"/>
          </p:nvPr>
        </p:nvSpPr>
        <p:spPr>
          <a:ln/>
        </p:spPr>
      </p:sp>
      <p:sp>
        <p:nvSpPr>
          <p:cNvPr id="368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DC14C7F8-2932-4BDB-BF80-6941050C9427}" type="slidenum">
              <a:rPr lang="en-US" altLang="zh-CN"/>
              <a:pPr/>
              <a:t>203</a:t>
            </a:fld>
            <a:endParaRPr lang="en-US" altLang="zh-CN"/>
          </a:p>
        </p:txBody>
      </p:sp>
      <p:sp>
        <p:nvSpPr>
          <p:cNvPr id="368643" name="Rectangle 2"/>
          <p:cNvSpPr>
            <a:spLocks noGrp="1" noRot="1" noChangeAspect="1" noChangeArrowheads="1" noTextEdit="1"/>
          </p:cNvSpPr>
          <p:nvPr>
            <p:ph type="sldImg"/>
          </p:nvPr>
        </p:nvSpPr>
        <p:spPr>
          <a:ln/>
        </p:spPr>
      </p:sp>
      <p:sp>
        <p:nvSpPr>
          <p:cNvPr id="368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DFBD9D8F-C15D-4C29-8A52-6FB400440344}" type="slidenum">
              <a:rPr lang="en-US" altLang="zh-CN"/>
              <a:pPr/>
              <a:t>204</a:t>
            </a:fld>
            <a:endParaRPr lang="en-US" altLang="zh-CN"/>
          </a:p>
        </p:txBody>
      </p:sp>
      <p:sp>
        <p:nvSpPr>
          <p:cNvPr id="370691" name="Rectangle 2"/>
          <p:cNvSpPr>
            <a:spLocks noGrp="1" noRot="1" noChangeAspect="1" noChangeArrowheads="1" noTextEdit="1"/>
          </p:cNvSpPr>
          <p:nvPr>
            <p:ph type="sldImg"/>
          </p:nvPr>
        </p:nvSpPr>
        <p:spPr>
          <a:ln/>
        </p:spPr>
      </p:sp>
      <p:sp>
        <p:nvSpPr>
          <p:cNvPr id="3706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4B473CAF-2335-466E-8992-42103BE7B1A4}" type="slidenum">
              <a:rPr lang="en-US" altLang="zh-CN"/>
              <a:pPr/>
              <a:t>205</a:t>
            </a:fld>
            <a:endParaRPr lang="en-US" altLang="zh-CN"/>
          </a:p>
        </p:txBody>
      </p:sp>
      <p:sp>
        <p:nvSpPr>
          <p:cNvPr id="372739" name="Rectangle 2"/>
          <p:cNvSpPr>
            <a:spLocks noGrp="1" noRot="1" noChangeAspect="1" noChangeArrowheads="1" noTextEdit="1"/>
          </p:cNvSpPr>
          <p:nvPr>
            <p:ph type="sldImg"/>
          </p:nvPr>
        </p:nvSpPr>
        <p:spPr>
          <a:ln/>
        </p:spPr>
      </p:sp>
      <p:sp>
        <p:nvSpPr>
          <p:cNvPr id="3727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0A887600-63D0-4553-9E5C-027E992A4C26}" type="slidenum">
              <a:rPr lang="en-US" altLang="zh-CN"/>
              <a:pPr/>
              <a:t>207</a:t>
            </a:fld>
            <a:endParaRPr lang="en-US" altLang="zh-CN"/>
          </a:p>
        </p:txBody>
      </p:sp>
      <p:sp>
        <p:nvSpPr>
          <p:cNvPr id="376835" name="Rectangle 2"/>
          <p:cNvSpPr>
            <a:spLocks noGrp="1" noRot="1" noChangeAspect="1" noChangeArrowheads="1" noTextEdit="1"/>
          </p:cNvSpPr>
          <p:nvPr>
            <p:ph type="sldImg"/>
          </p:nvPr>
        </p:nvSpPr>
        <p:spPr>
          <a:ln/>
        </p:spPr>
      </p:sp>
      <p:sp>
        <p:nvSpPr>
          <p:cNvPr id="3768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0A887600-63D0-4553-9E5C-027E992A4C26}" type="slidenum">
              <a:rPr lang="en-US" altLang="zh-CN"/>
              <a:pPr/>
              <a:t>208</a:t>
            </a:fld>
            <a:endParaRPr lang="en-US" altLang="zh-CN"/>
          </a:p>
        </p:txBody>
      </p:sp>
      <p:sp>
        <p:nvSpPr>
          <p:cNvPr id="376835" name="Rectangle 2"/>
          <p:cNvSpPr>
            <a:spLocks noGrp="1" noRot="1" noChangeAspect="1" noChangeArrowheads="1" noTextEdit="1"/>
          </p:cNvSpPr>
          <p:nvPr>
            <p:ph type="sldImg"/>
          </p:nvPr>
        </p:nvSpPr>
        <p:spPr>
          <a:ln/>
        </p:spPr>
      </p:sp>
      <p:sp>
        <p:nvSpPr>
          <p:cNvPr id="3768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F4EE9780-999B-485E-A0F1-9DC2175BDE2A}" type="slidenum">
              <a:rPr lang="en-US" altLang="zh-CN"/>
              <a:pPr/>
              <a:t>209</a:t>
            </a:fld>
            <a:endParaRPr lang="en-US" altLang="zh-CN"/>
          </a:p>
        </p:txBody>
      </p:sp>
      <p:sp>
        <p:nvSpPr>
          <p:cNvPr id="378883" name="Rectangle 2"/>
          <p:cNvSpPr>
            <a:spLocks noGrp="1" noRot="1" noChangeAspect="1" noChangeArrowheads="1" noTextEdit="1"/>
          </p:cNvSpPr>
          <p:nvPr>
            <p:ph type="sldImg"/>
          </p:nvPr>
        </p:nvSpPr>
        <p:spPr>
          <a:ln/>
        </p:spPr>
      </p:sp>
      <p:sp>
        <p:nvSpPr>
          <p:cNvPr id="378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0A887600-63D0-4553-9E5C-027E992A4C26}" type="slidenum">
              <a:rPr lang="en-US" altLang="zh-CN"/>
              <a:pPr/>
              <a:t>210</a:t>
            </a:fld>
            <a:endParaRPr lang="en-US" altLang="zh-CN"/>
          </a:p>
        </p:txBody>
      </p:sp>
      <p:sp>
        <p:nvSpPr>
          <p:cNvPr id="376835" name="Rectangle 2"/>
          <p:cNvSpPr>
            <a:spLocks noGrp="1" noRot="1" noChangeAspect="1" noChangeArrowheads="1" noTextEdit="1"/>
          </p:cNvSpPr>
          <p:nvPr>
            <p:ph type="sldImg"/>
          </p:nvPr>
        </p:nvSpPr>
        <p:spPr>
          <a:ln/>
        </p:spPr>
      </p:sp>
      <p:sp>
        <p:nvSpPr>
          <p:cNvPr id="3768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0A887600-63D0-4553-9E5C-027E992A4C26}" type="slidenum">
              <a:rPr lang="en-US" altLang="zh-CN"/>
              <a:pPr/>
              <a:t>211</a:t>
            </a:fld>
            <a:endParaRPr lang="en-US" altLang="zh-CN"/>
          </a:p>
        </p:txBody>
      </p:sp>
      <p:sp>
        <p:nvSpPr>
          <p:cNvPr id="376835" name="Rectangle 2"/>
          <p:cNvSpPr>
            <a:spLocks noGrp="1" noRot="1" noChangeAspect="1" noChangeArrowheads="1" noTextEdit="1"/>
          </p:cNvSpPr>
          <p:nvPr>
            <p:ph type="sldImg"/>
          </p:nvPr>
        </p:nvSpPr>
        <p:spPr>
          <a:ln/>
        </p:spPr>
      </p:sp>
      <p:sp>
        <p:nvSpPr>
          <p:cNvPr id="3768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charset="0"/>
                <a:ea typeface="宋体" pitchFamily="2" charset="-122"/>
              </a:defRPr>
            </a:lvl1pPr>
            <a:lvl2pPr marL="742950" indent="-285750">
              <a:defRPr sz="1200">
                <a:solidFill>
                  <a:schemeClr val="tx1"/>
                </a:solidFill>
                <a:latin typeface="Arial" charset="0"/>
                <a:ea typeface="宋体" pitchFamily="2" charset="-122"/>
              </a:defRPr>
            </a:lvl2pPr>
            <a:lvl3pPr marL="1143000" indent="-228600">
              <a:defRPr sz="1200">
                <a:solidFill>
                  <a:schemeClr val="tx1"/>
                </a:solidFill>
                <a:latin typeface="Arial" charset="0"/>
                <a:ea typeface="宋体" pitchFamily="2" charset="-122"/>
              </a:defRPr>
            </a:lvl3pPr>
            <a:lvl4pPr marL="1600200" indent="-228600">
              <a:defRPr sz="1200">
                <a:solidFill>
                  <a:schemeClr val="tx1"/>
                </a:solidFill>
                <a:latin typeface="Arial" charset="0"/>
                <a:ea typeface="宋体" pitchFamily="2" charset="-122"/>
              </a:defRPr>
            </a:lvl4pPr>
            <a:lvl5pPr marL="2057400" indent="-228600">
              <a:defRPr sz="1200">
                <a:solidFill>
                  <a:schemeClr val="tx1"/>
                </a:solidFill>
                <a:latin typeface="Arial" charset="0"/>
                <a:ea typeface="宋体" pitchFamily="2" charset="-122"/>
              </a:defRPr>
            </a:lvl5pPr>
            <a:lvl6pPr marL="2514600" indent="-228600" eaLnBrk="0" fontAlgn="base" hangingPunct="0">
              <a:spcBef>
                <a:spcPct val="30000"/>
              </a:spcBef>
              <a:spcAft>
                <a:spcPct val="0"/>
              </a:spcAft>
              <a:defRPr sz="1200">
                <a:solidFill>
                  <a:schemeClr val="tx1"/>
                </a:solidFill>
                <a:latin typeface="Arial" charset="0"/>
                <a:ea typeface="宋体" pitchFamily="2" charset="-122"/>
              </a:defRPr>
            </a:lvl6pPr>
            <a:lvl7pPr marL="2971800" indent="-228600" eaLnBrk="0" fontAlgn="base" hangingPunct="0">
              <a:spcBef>
                <a:spcPct val="30000"/>
              </a:spcBef>
              <a:spcAft>
                <a:spcPct val="0"/>
              </a:spcAft>
              <a:defRPr sz="1200">
                <a:solidFill>
                  <a:schemeClr val="tx1"/>
                </a:solidFill>
                <a:latin typeface="Arial" charset="0"/>
                <a:ea typeface="宋体" pitchFamily="2" charset="-122"/>
              </a:defRPr>
            </a:lvl7pPr>
            <a:lvl8pPr marL="3429000" indent="-228600" eaLnBrk="0" fontAlgn="base" hangingPunct="0">
              <a:spcBef>
                <a:spcPct val="30000"/>
              </a:spcBef>
              <a:spcAft>
                <a:spcPct val="0"/>
              </a:spcAft>
              <a:defRPr sz="1200">
                <a:solidFill>
                  <a:schemeClr val="tx1"/>
                </a:solidFill>
                <a:latin typeface="Arial" charset="0"/>
                <a:ea typeface="宋体" pitchFamily="2" charset="-122"/>
              </a:defRPr>
            </a:lvl8pPr>
            <a:lvl9pPr marL="3886200" indent="-228600" eaLnBrk="0" fontAlgn="base" hangingPunct="0">
              <a:spcBef>
                <a:spcPct val="30000"/>
              </a:spcBef>
              <a:spcAft>
                <a:spcPct val="0"/>
              </a:spcAft>
              <a:defRPr sz="1200">
                <a:solidFill>
                  <a:schemeClr val="tx1"/>
                </a:solidFill>
                <a:latin typeface="Arial" charset="0"/>
                <a:ea typeface="宋体" pitchFamily="2" charset="-122"/>
              </a:defRPr>
            </a:lvl9pPr>
          </a:lstStyle>
          <a:p>
            <a:fld id="{0A887600-63D0-4553-9E5C-027E992A4C26}" type="slidenum">
              <a:rPr lang="en-US" altLang="zh-CN"/>
              <a:pPr/>
              <a:t>212</a:t>
            </a:fld>
            <a:endParaRPr lang="en-US" altLang="zh-CN"/>
          </a:p>
        </p:txBody>
      </p:sp>
      <p:sp>
        <p:nvSpPr>
          <p:cNvPr id="376835" name="Rectangle 2"/>
          <p:cNvSpPr>
            <a:spLocks noGrp="1" noRot="1" noChangeAspect="1" noChangeArrowheads="1" noTextEdit="1"/>
          </p:cNvSpPr>
          <p:nvPr>
            <p:ph type="sldImg"/>
          </p:nvPr>
        </p:nvSpPr>
        <p:spPr>
          <a:ln/>
        </p:spPr>
      </p:sp>
      <p:sp>
        <p:nvSpPr>
          <p:cNvPr id="3768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0">
          <a:blip r:embed="rId2">
            <a:lum/>
          </a:blip>
          <a:srcRect/>
          <a:stretch>
            <a:fillRect t="-17000" b="-17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3675717"/>
      </p:ext>
    </p:extLst>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idx="1"/>
          </p:nvPr>
        </p:nvSpPr>
        <p:spPr>
          <a:xfrm>
            <a:off x="443706" y="1267200"/>
            <a:ext cx="10800000" cy="4895850"/>
          </a:xfrm>
        </p:spPr>
        <p:txBody>
          <a:bodyPr/>
          <a:lstStyle>
            <a:lvl1pPr marL="342900" indent="12700">
              <a:buFont typeface="Wingdings" panose="05000000000000000000" pitchFamily="2" charset="2"/>
              <a:buChar char="Ø"/>
              <a:defRPr b="0">
                <a:solidFill>
                  <a:srgbClr val="4D4D4D"/>
                </a:solidFill>
                <a:latin typeface="微软雅黑" panose="020B0503020204020204" pitchFamily="34" charset="-122"/>
                <a:ea typeface="微软雅黑" panose="020B0503020204020204" pitchFamily="34" charset="-122"/>
              </a:defRPr>
            </a:lvl1pPr>
            <a:lvl2pPr>
              <a:defRPr>
                <a:solidFill>
                  <a:srgbClr val="4D4D4D"/>
                </a:solidFill>
                <a:latin typeface="微软雅黑" panose="020B0503020204020204" pitchFamily="34" charset="-122"/>
                <a:ea typeface="微软雅黑" panose="020B0503020204020204" pitchFamily="34" charset="-122"/>
              </a:defRPr>
            </a:lvl2pPr>
            <a:lvl3pPr>
              <a:defRPr>
                <a:solidFill>
                  <a:srgbClr val="4D4D4D"/>
                </a:solidFill>
                <a:latin typeface="微软雅黑" panose="020B0503020204020204" pitchFamily="34" charset="-122"/>
                <a:ea typeface="微软雅黑" panose="020B0503020204020204" pitchFamily="34" charset="-122"/>
              </a:defRPr>
            </a:lvl3pPr>
            <a:lvl4pPr>
              <a:defRPr>
                <a:solidFill>
                  <a:srgbClr val="4D4D4D"/>
                </a:solidFill>
                <a:latin typeface="微软雅黑" panose="020B0503020204020204" pitchFamily="34" charset="-122"/>
                <a:ea typeface="微软雅黑" panose="020B0503020204020204" pitchFamily="34" charset="-122"/>
              </a:defRPr>
            </a:lvl4pPr>
            <a:lvl5pPr>
              <a:defRPr>
                <a:solidFill>
                  <a:srgbClr val="4D4D4D"/>
                </a:solidFill>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3477382881"/>
      </p:ext>
    </p:extLst>
  </p:cSld>
  <p:clrMapOvr>
    <a:masterClrMapping/>
  </p:clrMapOvr>
  <p:timing>
    <p:tnLst>
      <p:par>
        <p:cTn id="1" dur="indefinite" restart="never" nodeType="tmRoot"/>
      </p:par>
    </p:tnLst>
  </p:timing>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指引">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ctr">
              <a:defRPr/>
            </a:lvl1pPr>
          </a:lstStyle>
          <a:p>
            <a:r>
              <a:rPr lang="zh-CN" altLang="en-US" dirty="0"/>
              <a:t>单击此处编辑母版标题样式</a:t>
            </a:r>
          </a:p>
        </p:txBody>
      </p:sp>
      <p:sp>
        <p:nvSpPr>
          <p:cNvPr id="3" name="内容占位符 2"/>
          <p:cNvSpPr>
            <a:spLocks noGrp="1"/>
          </p:cNvSpPr>
          <p:nvPr>
            <p:ph idx="1"/>
          </p:nvPr>
        </p:nvSpPr>
        <p:spPr>
          <a:xfrm>
            <a:off x="2135560" y="1340768"/>
            <a:ext cx="8280920" cy="4896544"/>
          </a:xfrm>
        </p:spPr>
        <p:txBody>
          <a:bodyPr/>
          <a:lstStyle>
            <a:lvl1pPr marL="342900" indent="12700">
              <a:buFont typeface="Wingdings" panose="05000000000000000000" pitchFamily="2" charset="2"/>
              <a:buChar char="Ø"/>
              <a:defRPr b="0">
                <a:solidFill>
                  <a:srgbClr val="4D4D4D"/>
                </a:solidFill>
                <a:latin typeface="微软雅黑" panose="020B0503020204020204" pitchFamily="34" charset="-122"/>
                <a:ea typeface="微软雅黑" panose="020B0503020204020204" pitchFamily="34" charset="-122"/>
              </a:defRPr>
            </a:lvl1pPr>
            <a:lvl2pPr>
              <a:defRPr>
                <a:solidFill>
                  <a:srgbClr val="4D4D4D"/>
                </a:solidFill>
                <a:latin typeface="微软雅黑" panose="020B0503020204020204" pitchFamily="34" charset="-122"/>
                <a:ea typeface="微软雅黑" panose="020B0503020204020204" pitchFamily="34" charset="-122"/>
              </a:defRPr>
            </a:lvl2pPr>
            <a:lvl3pPr>
              <a:defRPr>
                <a:solidFill>
                  <a:srgbClr val="4D4D4D"/>
                </a:solidFill>
                <a:latin typeface="微软雅黑" panose="020B0503020204020204" pitchFamily="34" charset="-122"/>
                <a:ea typeface="微软雅黑" panose="020B0503020204020204" pitchFamily="34" charset="-122"/>
              </a:defRPr>
            </a:lvl3pPr>
            <a:lvl4pPr>
              <a:defRPr>
                <a:solidFill>
                  <a:srgbClr val="4D4D4D"/>
                </a:solidFill>
                <a:latin typeface="微软雅黑" panose="020B0503020204020204" pitchFamily="34" charset="-122"/>
                <a:ea typeface="微软雅黑" panose="020B0503020204020204" pitchFamily="34" charset="-122"/>
              </a:defRPr>
            </a:lvl4pPr>
            <a:lvl5pPr>
              <a:defRPr>
                <a:solidFill>
                  <a:srgbClr val="4D4D4D"/>
                </a:solidFill>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678262041"/>
      </p:ext>
    </p:extLst>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767408" y="260648"/>
            <a:ext cx="10972800" cy="817560"/>
          </a:xfrm>
        </p:spPr>
        <p:txBody>
          <a:bodyPr/>
          <a:lstStyle/>
          <a:p>
            <a:r>
              <a:rPr lang="zh-CN" altLang="en-US" dirty="0"/>
              <a:t>单击此处编辑母版标题样式</a:t>
            </a:r>
          </a:p>
        </p:txBody>
      </p:sp>
      <p:sp>
        <p:nvSpPr>
          <p:cNvPr id="3" name="内容占位符 2"/>
          <p:cNvSpPr>
            <a:spLocks noGrp="1"/>
          </p:cNvSpPr>
          <p:nvPr>
            <p:ph idx="1"/>
          </p:nvPr>
        </p:nvSpPr>
        <p:spPr>
          <a:xfrm>
            <a:off x="2351584" y="1412776"/>
            <a:ext cx="6480720" cy="4896544"/>
          </a:xfrm>
        </p:spPr>
        <p:txBody>
          <a:bodyPr/>
          <a:lstStyle>
            <a:lvl1pPr marL="342900" indent="12700">
              <a:buFont typeface="Wingdings" panose="05000000000000000000" pitchFamily="2" charset="2"/>
              <a:buChar char="Ø"/>
              <a:defRPr b="0">
                <a:solidFill>
                  <a:srgbClr val="4D4D4D"/>
                </a:solidFill>
                <a:latin typeface="微软雅黑" panose="020B0503020204020204" pitchFamily="34" charset="-122"/>
                <a:ea typeface="微软雅黑" panose="020B0503020204020204" pitchFamily="34" charset="-122"/>
              </a:defRPr>
            </a:lvl1pPr>
            <a:lvl2pPr>
              <a:defRPr>
                <a:solidFill>
                  <a:srgbClr val="4D4D4D"/>
                </a:solidFill>
                <a:latin typeface="微软雅黑" panose="020B0503020204020204" pitchFamily="34" charset="-122"/>
                <a:ea typeface="微软雅黑" panose="020B0503020204020204" pitchFamily="34" charset="-122"/>
              </a:defRPr>
            </a:lvl2pPr>
            <a:lvl3pPr>
              <a:defRPr>
                <a:solidFill>
                  <a:srgbClr val="4D4D4D"/>
                </a:solidFill>
                <a:latin typeface="微软雅黑" panose="020B0503020204020204" pitchFamily="34" charset="-122"/>
                <a:ea typeface="微软雅黑" panose="020B0503020204020204" pitchFamily="34" charset="-122"/>
              </a:defRPr>
            </a:lvl3pPr>
            <a:lvl4pPr>
              <a:defRPr>
                <a:solidFill>
                  <a:srgbClr val="4D4D4D"/>
                </a:solidFill>
                <a:latin typeface="微软雅黑" panose="020B0503020204020204" pitchFamily="34" charset="-122"/>
                <a:ea typeface="微软雅黑" panose="020B0503020204020204" pitchFamily="34" charset="-122"/>
              </a:defRPr>
            </a:lvl4pPr>
            <a:lvl5pPr>
              <a:defRPr>
                <a:solidFill>
                  <a:srgbClr val="4D4D4D"/>
                </a:solidFill>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127929391"/>
      </p:ext>
    </p:extLst>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2247773506"/>
      </p:ext>
    </p:extLst>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79376" y="1556792"/>
            <a:ext cx="5384800" cy="4784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567252"/>
            <a:ext cx="5384800" cy="4784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092749280"/>
      </p:ext>
    </p:extLst>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1" y="160337"/>
            <a:ext cx="10972800" cy="1143000"/>
          </a:xfrm>
        </p:spPr>
        <p:txBody>
          <a:bodyPr/>
          <a:lstStyle>
            <a:lvl1pPr>
              <a:defRPr/>
            </a:lvl1pPr>
          </a:lstStyle>
          <a:p>
            <a:r>
              <a:rPr lang="zh-CN" altLang="en-US" dirty="0"/>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573261089"/>
      </p:ext>
    </p:extLst>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574490023"/>
      </p:ext>
    </p:extLst>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654436"/>
      </p:ext>
    </p:extLst>
  </p:cSld>
  <p:clrMapOvr>
    <a:masterClrMapping/>
  </p:clrMapOvr>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文本框 3">
            <a:extLst>
              <a:ext uri="{FF2B5EF4-FFF2-40B4-BE49-F238E27FC236}"/>
            </a:extLst>
          </p:cNvPr>
          <p:cNvSpPr txBox="1">
            <a:spLocks noChangeArrowheads="1"/>
          </p:cNvSpPr>
          <p:nvPr userDrawn="1"/>
        </p:nvSpPr>
        <p:spPr bwMode="auto">
          <a:xfrm>
            <a:off x="0" y="0"/>
            <a:ext cx="12192000" cy="6678613"/>
          </a:xfrm>
          <a:prstGeom prst="rect">
            <a:avLst/>
          </a:prstGeom>
          <a:solidFill>
            <a:schemeClr val="bg1"/>
          </a:solidFill>
          <a:ln w="9525">
            <a:solidFill>
              <a:srgbClr val="F8F8F8">
                <a:alpha val="87842"/>
              </a:srgbClr>
            </a:solidFill>
            <a:miter lim="800000"/>
            <a:headEnd/>
            <a:tailEnd/>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endParaRPr lang="en-US" altLang="zh-CN"/>
          </a:p>
          <a:p>
            <a:pPr>
              <a:defRPr/>
            </a:pPr>
            <a:endParaRPr lang="en-US" altLang="zh-CN"/>
          </a:p>
          <a:p>
            <a:pPr>
              <a:defRPr/>
            </a:pPr>
            <a:endParaRPr lang="en-US" altLang="zh-CN"/>
          </a:p>
          <a:p>
            <a:pPr>
              <a:defRPr/>
            </a:pPr>
            <a:endParaRPr lang="en-US" altLang="zh-CN"/>
          </a:p>
          <a:p>
            <a:pPr>
              <a:defRPr/>
            </a:pPr>
            <a:endParaRPr lang="en-US" altLang="zh-CN"/>
          </a:p>
          <a:p>
            <a:pPr>
              <a:defRPr/>
            </a:pPr>
            <a:endParaRPr lang="en-US" altLang="zh-CN"/>
          </a:p>
          <a:p>
            <a:pPr>
              <a:defRPr/>
            </a:pPr>
            <a:endParaRPr lang="en-US" altLang="zh-CN"/>
          </a:p>
          <a:p>
            <a:pPr>
              <a:defRPr/>
            </a:pPr>
            <a:endParaRPr lang="en-US" altLang="zh-CN"/>
          </a:p>
          <a:p>
            <a:pPr>
              <a:defRPr/>
            </a:pPr>
            <a:endParaRPr lang="en-US" altLang="zh-CN"/>
          </a:p>
          <a:p>
            <a:pPr>
              <a:defRPr/>
            </a:pPr>
            <a:endParaRPr lang="en-US" altLang="zh-CN"/>
          </a:p>
          <a:p>
            <a:pPr>
              <a:defRPr/>
            </a:pPr>
            <a:endParaRPr lang="en-US" altLang="zh-CN"/>
          </a:p>
          <a:p>
            <a:pPr>
              <a:defRPr/>
            </a:pPr>
            <a:endParaRPr lang="en-US" altLang="zh-CN"/>
          </a:p>
          <a:p>
            <a:pPr>
              <a:defRPr/>
            </a:pPr>
            <a:endParaRPr lang="en-US" altLang="zh-CN"/>
          </a:p>
          <a:p>
            <a:pPr>
              <a:defRPr/>
            </a:pPr>
            <a:endParaRPr lang="en-US" altLang="zh-CN"/>
          </a:p>
          <a:p>
            <a:pPr>
              <a:defRPr/>
            </a:pPr>
            <a:endParaRPr lang="en-US" altLang="zh-CN"/>
          </a:p>
          <a:p>
            <a:pPr>
              <a:defRPr/>
            </a:pPr>
            <a:endParaRPr lang="en-US" altLang="zh-CN"/>
          </a:p>
          <a:p>
            <a:pPr>
              <a:defRPr/>
            </a:pPr>
            <a:endParaRPr lang="en-US" altLang="zh-CN"/>
          </a:p>
          <a:p>
            <a:pPr>
              <a:defRPr/>
            </a:pPr>
            <a:endParaRPr lang="en-US" altLang="zh-CN"/>
          </a:p>
          <a:p>
            <a:pPr>
              <a:defRPr/>
            </a:pPr>
            <a:endParaRPr lang="en-US" altLang="zh-CN"/>
          </a:p>
          <a:p>
            <a:pPr>
              <a:defRPr/>
            </a:pPr>
            <a:endParaRPr lang="en-US" altLang="zh-CN"/>
          </a:p>
          <a:p>
            <a:pPr>
              <a:defRPr/>
            </a:pPr>
            <a:endParaRPr lang="en-US" altLang="zh-CN"/>
          </a:p>
          <a:p>
            <a:pPr>
              <a:defRPr/>
            </a:pPr>
            <a:endParaRPr lang="en-US" altLang="zh-CN"/>
          </a:p>
          <a:p>
            <a:pPr>
              <a:defRPr/>
            </a:pPr>
            <a:endParaRPr lang="en-US" altLang="zh-CN" sz="400"/>
          </a:p>
          <a:p>
            <a:pPr>
              <a:defRPr/>
            </a:pPr>
            <a:endParaRPr lang="en-US" altLang="zh-CN" sz="400"/>
          </a:p>
          <a:p>
            <a:pPr>
              <a:defRPr/>
            </a:pPr>
            <a:endParaRPr lang="en-US" altLang="zh-CN" sz="400"/>
          </a:p>
          <a:p>
            <a:pPr>
              <a:defRPr/>
            </a:pPr>
            <a:endParaRPr lang="en-US" altLang="zh-CN" sz="400"/>
          </a:p>
          <a:p>
            <a:pPr>
              <a:defRPr/>
            </a:pPr>
            <a:endParaRPr lang="en-US" altLang="zh-CN" sz="400"/>
          </a:p>
          <a:p>
            <a:pPr>
              <a:defRPr/>
            </a:pPr>
            <a:endParaRPr lang="en-US" altLang="zh-CN" sz="400"/>
          </a:p>
          <a:p>
            <a:pPr>
              <a:defRPr/>
            </a:pPr>
            <a:endParaRPr lang="en-US" altLang="zh-CN" sz="400"/>
          </a:p>
          <a:p>
            <a:pPr>
              <a:defRPr/>
            </a:pPr>
            <a:endParaRPr lang="zh-CN" altLang="en-US" sz="400"/>
          </a:p>
        </p:txBody>
      </p:sp>
    </p:spTree>
    <p:extLst>
      <p:ext uri="{BB962C8B-B14F-4D97-AF65-F5344CB8AC3E}">
        <p14:creationId xmlns:p14="http://schemas.microsoft.com/office/powerpoint/2010/main" val="4283959713"/>
      </p:ext>
    </p:extLst>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481870610"/>
      </p:ext>
    </p:extLst>
  </p:cSld>
  <p:clrMapOvr>
    <a:masterClrMapping/>
  </p:clrMapOvr>
  <p:hf sldNum="0"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45320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802374959"/>
      </p:ext>
    </p:extLst>
  </p:cSld>
  <p:clrMapOvr>
    <a:masterClrMapping/>
  </p:clrMapOvr>
  <p:hf sldNum="0"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0207692"/>
      </p:ext>
    </p:extLst>
  </p:cSld>
  <p:clrMapOvr>
    <a:masterClrMapping/>
  </p:clrMapOvr>
  <p:hf sldNum="0"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49116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8"/>
            <a:ext cx="8026400" cy="549116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710832985"/>
      </p:ext>
    </p:extLst>
  </p:cSld>
  <p:clrMapOvr>
    <a:masterClrMapping/>
  </p:clrMapOvr>
  <p:hf sldNum="0"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9" name="标题 8"/>
          <p:cNvSpPr>
            <a:spLocks noGrp="1"/>
          </p:cNvSpPr>
          <p:nvPr>
            <p:ph type="ctrTitle"/>
          </p:nvPr>
        </p:nvSpPr>
        <p:spPr>
          <a:xfrm>
            <a:off x="914400" y="1752602"/>
            <a:ext cx="103632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altLang="zh-CN"/>
              <a:t>Click to edit Master title style</a:t>
            </a:r>
            <a:endParaRPr lang="en-US"/>
          </a:p>
        </p:txBody>
      </p:sp>
      <p:sp>
        <p:nvSpPr>
          <p:cNvPr id="17" name="副标题 16"/>
          <p:cNvSpPr>
            <a:spLocks noGrp="1"/>
          </p:cNvSpPr>
          <p:nvPr>
            <p:ph type="subTitle" idx="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ltLang="zh-CN"/>
              <a:t>Click to edit Master subtitle style</a:t>
            </a:r>
            <a:endParaRPr lang="en-US"/>
          </a:p>
        </p:txBody>
      </p:sp>
      <p:sp>
        <p:nvSpPr>
          <p:cNvPr id="4" name="日期占位符 29">
            <a:extLst>
              <a:ext uri="{FF2B5EF4-FFF2-40B4-BE49-F238E27FC236}"/>
            </a:extLst>
          </p:cNvPr>
          <p:cNvSpPr>
            <a:spLocks noGrp="1"/>
          </p:cNvSpPr>
          <p:nvPr>
            <p:ph type="dt" sz="half" idx="10"/>
          </p:nvPr>
        </p:nvSpPr>
        <p:spPr>
          <a:xfrm>
            <a:off x="8970963" y="6408738"/>
            <a:ext cx="2559050" cy="365125"/>
          </a:xfrm>
          <a:prstGeom prst="rect">
            <a:avLst/>
          </a:prstGeom>
        </p:spPr>
        <p:txBody>
          <a:bodyPr/>
          <a:lstStyle>
            <a:lvl1pPr eaLnBrk="1" hangingPunct="1">
              <a:defRPr>
                <a:solidFill>
                  <a:srgbClr val="FFFFFF"/>
                </a:solidFill>
                <a:latin typeface="Arial" pitchFamily="34" charset="0"/>
                <a:ea typeface="宋体" pitchFamily="2" charset="-122"/>
              </a:defRPr>
            </a:lvl1pPr>
            <a:extLst/>
          </a:lstStyle>
          <a:p>
            <a:pPr>
              <a:defRPr/>
            </a:pPr>
            <a:endParaRPr lang="en-US" altLang="zh-CN"/>
          </a:p>
        </p:txBody>
      </p:sp>
      <p:sp>
        <p:nvSpPr>
          <p:cNvPr id="5" name="页脚占位符 18">
            <a:extLst>
              <a:ext uri="{FF2B5EF4-FFF2-40B4-BE49-F238E27FC236}"/>
            </a:extLst>
          </p:cNvPr>
          <p:cNvSpPr>
            <a:spLocks noGrp="1"/>
          </p:cNvSpPr>
          <p:nvPr>
            <p:ph type="ftr" sz="quarter" idx="11"/>
          </p:nvPr>
        </p:nvSpPr>
        <p:spPr>
          <a:xfrm>
            <a:off x="5840413" y="6408738"/>
            <a:ext cx="3133725" cy="365125"/>
          </a:xfrm>
          <a:prstGeom prst="rect">
            <a:avLst/>
          </a:prstGeom>
        </p:spPr>
        <p:txBody>
          <a:bodyPr/>
          <a:lstStyle>
            <a:lvl1pPr eaLnBrk="1" hangingPunct="1">
              <a:defRPr>
                <a:solidFill>
                  <a:schemeClr val="accent1">
                    <a:tint val="20000"/>
                  </a:schemeClr>
                </a:solidFill>
                <a:latin typeface="Arial" pitchFamily="34" charset="0"/>
                <a:ea typeface="宋体" pitchFamily="2" charset="-122"/>
              </a:defRPr>
            </a:lvl1pPr>
            <a:extLst/>
          </a:lstStyle>
          <a:p>
            <a:pPr>
              <a:defRPr/>
            </a:pPr>
            <a:r>
              <a:rPr lang="zh-CN" altLang="en-US"/>
              <a:t>课件制作人：谢希仁</a:t>
            </a:r>
          </a:p>
        </p:txBody>
      </p:sp>
      <p:sp>
        <p:nvSpPr>
          <p:cNvPr id="6" name="灯片编号占位符 26">
            <a:extLst>
              <a:ext uri="{FF2B5EF4-FFF2-40B4-BE49-F238E27FC236}"/>
            </a:extLst>
          </p:cNvPr>
          <p:cNvSpPr>
            <a:spLocks noGrp="1"/>
          </p:cNvSpPr>
          <p:nvPr>
            <p:ph type="sldNum" sz="quarter" idx="12"/>
          </p:nvPr>
        </p:nvSpPr>
        <p:spPr>
          <a:xfrm>
            <a:off x="11530013" y="6408738"/>
            <a:ext cx="48895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solidFill>
                  <a:srgbClr val="FFFFFF"/>
                </a:solidFill>
              </a:defRPr>
            </a:lvl1pPr>
          </a:lstStyle>
          <a:p>
            <a:fld id="{0C11573E-24AD-42AD-9F8E-C04D4B9E6404}" type="slidenum">
              <a:rPr lang="en-US" altLang="zh-CN"/>
              <a:pPr/>
              <a:t>‹#›</a:t>
            </a:fld>
            <a:endParaRPr lang="en-US" altLang="zh-CN"/>
          </a:p>
        </p:txBody>
      </p:sp>
    </p:spTree>
    <p:extLst>
      <p:ext uri="{BB962C8B-B14F-4D97-AF65-F5344CB8AC3E}">
        <p14:creationId xmlns:p14="http://schemas.microsoft.com/office/powerpoint/2010/main" val="4070315031"/>
      </p:ext>
    </p:extLst>
  </p:cSld>
  <p:clrMapOvr>
    <a:masterClrMapping/>
  </p:clrMapOvr>
  <p:transition spd="med"/>
  <p:hf sldNum="0"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9"/>
            <a:ext cx="10972800" cy="561975"/>
          </a:xfrm>
        </p:spPr>
        <p:txBody>
          <a:bodyPr/>
          <a:lstStyle/>
          <a:p>
            <a:r>
              <a:rPr lang="zh-CN" altLang="en-US"/>
              <a:t>单击此处编辑母版标题样式</a:t>
            </a:r>
          </a:p>
        </p:txBody>
      </p:sp>
      <p:sp>
        <p:nvSpPr>
          <p:cNvPr id="3" name="表格占位符 2"/>
          <p:cNvSpPr>
            <a:spLocks noGrp="1"/>
          </p:cNvSpPr>
          <p:nvPr>
            <p:ph type="tbl" idx="1"/>
          </p:nvPr>
        </p:nvSpPr>
        <p:spPr>
          <a:xfrm>
            <a:off x="609600" y="1484313"/>
            <a:ext cx="10972800" cy="4641850"/>
          </a:xfrm>
        </p:spPr>
        <p:txBody>
          <a:bodyPr/>
          <a:lstStyle/>
          <a:p>
            <a:pPr lvl="0"/>
            <a:endParaRPr lang="zh-CN" altLang="en-US" noProof="0"/>
          </a:p>
        </p:txBody>
      </p:sp>
    </p:spTree>
    <p:extLst>
      <p:ext uri="{BB962C8B-B14F-4D97-AF65-F5344CB8AC3E}">
        <p14:creationId xmlns:p14="http://schemas.microsoft.com/office/powerpoint/2010/main" val="2113961151"/>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8"/>
          <a:srcRect/>
          <a:stretch>
            <a:fillRect/>
          </a:stretch>
        </a:blipFill>
        <a:effectLst/>
      </p:bgPr>
    </p:bg>
    <p:spTree>
      <p:nvGrpSpPr>
        <p:cNvPr id="1" name=""/>
        <p:cNvGrpSpPr/>
        <p:nvPr/>
      </p:nvGrpSpPr>
      <p:grpSpPr>
        <a:xfrm>
          <a:off x="0" y="0"/>
          <a:ext cx="0" cy="0"/>
          <a:chOff x="0" y="0"/>
          <a:chExt cx="0" cy="0"/>
        </a:xfrm>
      </p:grpSpPr>
      <p:sp>
        <p:nvSpPr>
          <p:cNvPr id="1026" name="Rectangle 10"/>
          <p:cNvSpPr>
            <a:spLocks noGrp="1" noChangeArrowheads="1"/>
          </p:cNvSpPr>
          <p:nvPr>
            <p:ph type="title"/>
          </p:nvPr>
        </p:nvSpPr>
        <p:spPr bwMode="auto">
          <a:xfrm>
            <a:off x="609600" y="274638"/>
            <a:ext cx="109728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计算机网络</a:t>
            </a:r>
            <a:r>
              <a:rPr lang="en-US" altLang="zh-CN" smtClean="0"/>
              <a:t>——40</a:t>
            </a:r>
            <a:r>
              <a:rPr lang="zh-CN" altLang="en-US" smtClean="0"/>
              <a:t>号，黑体（标题）</a:t>
            </a:r>
          </a:p>
        </p:txBody>
      </p:sp>
      <p:sp>
        <p:nvSpPr>
          <p:cNvPr id="1027" name="Rectangle 12"/>
          <p:cNvSpPr>
            <a:spLocks noGrp="1" noChangeArrowheads="1"/>
          </p:cNvSpPr>
          <p:nvPr>
            <p:ph type="body" idx="1"/>
          </p:nvPr>
        </p:nvSpPr>
        <p:spPr bwMode="auto">
          <a:xfrm>
            <a:off x="407988" y="1557338"/>
            <a:ext cx="11304587"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r>
              <a:rPr lang="en-US" altLang="zh-CN" smtClean="0"/>
              <a:t>——32</a:t>
            </a:r>
            <a:r>
              <a:rPr lang="zh-CN" altLang="en-US" smtClean="0"/>
              <a:t>号，微软雅黑，深灰色</a:t>
            </a:r>
            <a:endParaRPr lang="en-US" altLang="zh-CN" smtClean="0"/>
          </a:p>
          <a:p>
            <a:pPr lvl="1"/>
            <a:r>
              <a:rPr lang="zh-CN" altLang="en-US" smtClean="0"/>
              <a:t>第二级</a:t>
            </a:r>
            <a:r>
              <a:rPr lang="en-US" altLang="zh-CN" smtClean="0"/>
              <a:t>——28</a:t>
            </a:r>
            <a:r>
              <a:rPr lang="zh-CN" altLang="en-US" smtClean="0"/>
              <a:t>号，微软雅黑，深灰色</a:t>
            </a:r>
            <a:endParaRPr lang="en-US" altLang="zh-CN" smtClean="0"/>
          </a:p>
          <a:p>
            <a:pPr lvl="2"/>
            <a:r>
              <a:rPr lang="zh-CN" altLang="en-US" smtClean="0"/>
              <a:t>第三级</a:t>
            </a:r>
            <a:r>
              <a:rPr lang="en-US" altLang="zh-CN" smtClean="0"/>
              <a:t>——24</a:t>
            </a:r>
            <a:r>
              <a:rPr lang="zh-CN" altLang="en-US" smtClean="0"/>
              <a:t>号，微软雅黑，深灰色</a:t>
            </a:r>
          </a:p>
          <a:p>
            <a:pPr lvl="3"/>
            <a:r>
              <a:rPr lang="zh-CN" altLang="en-US" smtClean="0"/>
              <a:t>第四级</a:t>
            </a:r>
            <a:r>
              <a:rPr lang="en-US" altLang="zh-CN" smtClean="0"/>
              <a:t>——20</a:t>
            </a:r>
            <a:r>
              <a:rPr lang="zh-CN" altLang="en-US" smtClean="0"/>
              <a:t>号，微软雅黑，深灰色</a:t>
            </a:r>
          </a:p>
          <a:p>
            <a:pPr lvl="4"/>
            <a:r>
              <a:rPr lang="zh-CN" altLang="en-US" smtClean="0"/>
              <a:t>第五级</a:t>
            </a:r>
            <a:r>
              <a:rPr lang="en-US" altLang="zh-CN" smtClean="0"/>
              <a:t>——18</a:t>
            </a:r>
            <a:r>
              <a:rPr lang="zh-CN" altLang="en-US" smtClean="0"/>
              <a:t>号，微软雅黑，深灰色</a:t>
            </a:r>
          </a:p>
        </p:txBody>
      </p:sp>
    </p:spTree>
  </p:cSld>
  <p:clrMap bg1="lt1" tx1="dk1" bg2="lt2" tx2="dk2" accent1="accent1" accent2="accent2" accent3="accent3" accent4="accent4" accent5="accent5" accent6="accent6" hlink="hlink" folHlink="folHlink"/>
  <p:sldLayoutIdLst>
    <p:sldLayoutId id="2147484993" r:id="rId1"/>
    <p:sldLayoutId id="2147484981" r:id="rId2"/>
    <p:sldLayoutId id="2147484982" r:id="rId3"/>
    <p:sldLayoutId id="2147484983" r:id="rId4"/>
    <p:sldLayoutId id="2147484984" r:id="rId5"/>
    <p:sldLayoutId id="2147484985" r:id="rId6"/>
    <p:sldLayoutId id="2147484986" r:id="rId7"/>
    <p:sldLayoutId id="2147484987" r:id="rId8"/>
    <p:sldLayoutId id="2147484988" r:id="rId9"/>
    <p:sldLayoutId id="2147484994" r:id="rId10"/>
    <p:sldLayoutId id="2147484989" r:id="rId11"/>
    <p:sldLayoutId id="2147484990" r:id="rId12"/>
    <p:sldLayoutId id="2147484991" r:id="rId13"/>
    <p:sldLayoutId id="2147484992" r:id="rId14"/>
    <p:sldLayoutId id="2147484995" r:id="rId15"/>
    <p:sldLayoutId id="2147484996" r:id="rId16"/>
  </p:sldLayoutIdLst>
  <p:timing>
    <p:tnLst>
      <p:par>
        <p:cTn id="1" dur="indefinite" restart="never" nodeType="tmRoot"/>
      </p:par>
    </p:tnLst>
  </p:timing>
  <p:hf sldNum="0" hdr="0" dt="0"/>
  <p:txStyles>
    <p:title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p:titleStyle>
    <p:bodyStyle>
      <a:lvl1pPr marL="342900" indent="12700" algn="l" rtl="0" eaLnBrk="0" fontAlgn="base" hangingPunct="0">
        <a:lnSpc>
          <a:spcPct val="150000"/>
        </a:lnSpc>
        <a:spcBef>
          <a:spcPct val="0"/>
        </a:spcBef>
        <a:spcAft>
          <a:spcPct val="0"/>
        </a:spcAft>
        <a:buClr>
          <a:srgbClr val="1C1C1C"/>
        </a:buClr>
        <a:buFont typeface="Wingdings" pitchFamily="2" charset="2"/>
        <a:buChar char="Ø"/>
        <a:defRPr sz="3200">
          <a:solidFill>
            <a:srgbClr val="4D4D4D"/>
          </a:solidFill>
          <a:latin typeface="微软雅黑" panose="020B0503020204020204" pitchFamily="34" charset="-122"/>
          <a:ea typeface="微软雅黑" panose="020B0503020204020204" pitchFamily="34" charset="-122"/>
          <a:cs typeface="+mn-cs"/>
        </a:defRPr>
      </a:lvl1pPr>
      <a:lvl2pPr marL="820738" indent="-7938" algn="l" rtl="0" eaLnBrk="0" fontAlgn="base" hangingPunct="0">
        <a:lnSpc>
          <a:spcPct val="150000"/>
        </a:lnSpc>
        <a:spcBef>
          <a:spcPct val="0"/>
        </a:spcBef>
        <a:spcAft>
          <a:spcPct val="0"/>
        </a:spcAft>
        <a:buClr>
          <a:schemeClr val="tx2"/>
        </a:buClr>
        <a:buFont typeface="Wingdings" pitchFamily="2" charset="2"/>
        <a:buChar char="§"/>
        <a:defRPr sz="2800">
          <a:solidFill>
            <a:srgbClr val="4D4D4D"/>
          </a:solidFill>
          <a:latin typeface="微软雅黑" panose="020B0503020204020204" pitchFamily="34" charset="-122"/>
          <a:ea typeface="微软雅黑" panose="020B0503020204020204" pitchFamily="34" charset="-122"/>
        </a:defRPr>
      </a:lvl2pPr>
      <a:lvl3pPr marL="1257300" indent="-342900" algn="l" rtl="0" eaLnBrk="0" fontAlgn="base" hangingPunct="0">
        <a:lnSpc>
          <a:spcPct val="150000"/>
        </a:lnSpc>
        <a:spcBef>
          <a:spcPct val="0"/>
        </a:spcBef>
        <a:spcAft>
          <a:spcPct val="0"/>
        </a:spcAft>
        <a:buClr>
          <a:schemeClr val="tx1"/>
        </a:buClr>
        <a:buChar char="•"/>
        <a:defRPr sz="2400">
          <a:solidFill>
            <a:srgbClr val="4D4D4D"/>
          </a:solidFill>
          <a:latin typeface="微软雅黑" panose="020B0503020204020204" pitchFamily="34" charset="-122"/>
          <a:ea typeface="微软雅黑" panose="020B0503020204020204" pitchFamily="34" charset="-122"/>
        </a:defRPr>
      </a:lvl3pPr>
      <a:lvl4pPr marL="1371600" algn="l" rtl="0" eaLnBrk="0" fontAlgn="base" hangingPunct="0">
        <a:lnSpc>
          <a:spcPct val="150000"/>
        </a:lnSpc>
        <a:spcBef>
          <a:spcPct val="0"/>
        </a:spcBef>
        <a:spcAft>
          <a:spcPct val="0"/>
        </a:spcAft>
        <a:defRPr sz="2000">
          <a:solidFill>
            <a:srgbClr val="4D4D4D"/>
          </a:solidFill>
          <a:latin typeface="微软雅黑" panose="020B0503020204020204" pitchFamily="34" charset="-122"/>
          <a:ea typeface="微软雅黑" panose="020B0503020204020204" pitchFamily="34" charset="-122"/>
        </a:defRPr>
      </a:lvl4pPr>
      <a:lvl5pPr marL="1828800" algn="l" rtl="0" eaLnBrk="0" fontAlgn="base" hangingPunct="0">
        <a:lnSpc>
          <a:spcPct val="150000"/>
        </a:lnSpc>
        <a:spcBef>
          <a:spcPct val="0"/>
        </a:spcBef>
        <a:spcAft>
          <a:spcPct val="0"/>
        </a:spcAft>
        <a:defRPr>
          <a:solidFill>
            <a:srgbClr val="4D4D4D"/>
          </a:solidFill>
          <a:latin typeface="微软雅黑" panose="020B0503020204020204" pitchFamily="34" charset="-122"/>
          <a:ea typeface="微软雅黑" panose="020B0503020204020204" pitchFamily="34" charset="-122"/>
        </a:defRPr>
      </a:lvl5pPr>
      <a:lvl6pPr marL="2425700" algn="l" rtl="0" eaLnBrk="1" fontAlgn="base" hangingPunct="1">
        <a:spcBef>
          <a:spcPct val="20000"/>
        </a:spcBef>
        <a:spcAft>
          <a:spcPct val="0"/>
        </a:spcAft>
        <a:buChar char="»"/>
        <a:defRPr sz="1600">
          <a:solidFill>
            <a:srgbClr val="1C1C1C"/>
          </a:solidFill>
          <a:latin typeface="+mn-lt"/>
          <a:ea typeface="+mn-ea"/>
        </a:defRPr>
      </a:lvl6pPr>
      <a:lvl7pPr marL="2882900" algn="l" rtl="0" eaLnBrk="1" fontAlgn="base" hangingPunct="1">
        <a:spcBef>
          <a:spcPct val="20000"/>
        </a:spcBef>
        <a:spcAft>
          <a:spcPct val="0"/>
        </a:spcAft>
        <a:buChar char="»"/>
        <a:defRPr sz="1600">
          <a:solidFill>
            <a:srgbClr val="1C1C1C"/>
          </a:solidFill>
          <a:latin typeface="+mn-lt"/>
          <a:ea typeface="+mn-ea"/>
        </a:defRPr>
      </a:lvl7pPr>
      <a:lvl8pPr marL="3340100" algn="l" rtl="0" eaLnBrk="1" fontAlgn="base" hangingPunct="1">
        <a:spcBef>
          <a:spcPct val="20000"/>
        </a:spcBef>
        <a:spcAft>
          <a:spcPct val="0"/>
        </a:spcAft>
        <a:buChar char="»"/>
        <a:defRPr sz="1600">
          <a:solidFill>
            <a:srgbClr val="1C1C1C"/>
          </a:solidFill>
          <a:latin typeface="+mn-lt"/>
          <a:ea typeface="+mn-ea"/>
        </a:defRPr>
      </a:lvl8pPr>
      <a:lvl9pPr marL="3797300" algn="l" rtl="0" eaLnBrk="1" fontAlgn="base" hangingPunct="1">
        <a:spcBef>
          <a:spcPct val="20000"/>
        </a:spcBef>
        <a:spcAft>
          <a:spcPct val="0"/>
        </a:spcAft>
        <a:buChar char="»"/>
        <a:defRPr sz="1600">
          <a:solidFill>
            <a:srgbClr val="1C1C1C"/>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4.wmf"/><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19.xml.rels><?xml version="1.0" encoding="UTF-8" standalone="yes"?>
<Relationships xmlns="http://schemas.openxmlformats.org/package/2006/relationships"><Relationship Id="rId3" Type="http://schemas.openxmlformats.org/officeDocument/2006/relationships/image" Target="../media/image4.wmf"/><Relationship Id="rId7" Type="http://schemas.openxmlformats.org/officeDocument/2006/relationships/image" Target="../media/image5.wmf"/><Relationship Id="rId2" Type="http://schemas.openxmlformats.org/officeDocument/2006/relationships/notesSlide" Target="../notesSlides/notesSlide4.xml"/><Relationship Id="rId1" Type="http://schemas.openxmlformats.org/officeDocument/2006/relationships/slideLayout" Target="../slideLayouts/slideLayout10.xml"/><Relationship Id="rId6" Type="http://schemas.openxmlformats.org/officeDocument/2006/relationships/image" Target="../media/image10.png"/><Relationship Id="rId5" Type="http://schemas.openxmlformats.org/officeDocument/2006/relationships/image" Target="../media/image9.jpeg"/><Relationship Id="rId4" Type="http://schemas.openxmlformats.org/officeDocument/2006/relationships/image" Target="../media/image8.wmf"/></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33.xml"/><Relationship Id="rId1" Type="http://schemas.openxmlformats.org/officeDocument/2006/relationships/slideLayout" Target="../slideLayouts/slideLayout9.xml"/><Relationship Id="rId4" Type="http://schemas.openxmlformats.org/officeDocument/2006/relationships/image" Target="../media/image4.wmf"/></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13.wmf"/></Relationships>
</file>

<file path=ppt/slides/_rels/slide7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13.wmf"/></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9.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9.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9.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9.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9.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9.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9.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9.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9.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9.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9.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9.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9.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9.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9.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9.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9.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9.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9.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9.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73.xml"/><Relationship Id="rId1" Type="http://schemas.openxmlformats.org/officeDocument/2006/relationships/slideLayout" Target="../slideLayouts/slideLayout2.xml"/><Relationship Id="rId5" Type="http://schemas.openxmlformats.org/officeDocument/2006/relationships/image" Target="../media/image11.wmf"/><Relationship Id="rId4" Type="http://schemas.openxmlformats.org/officeDocument/2006/relationships/image" Target="../media/image4.wmf"/></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5.wmf"/><Relationship Id="rId1" Type="http://schemas.openxmlformats.org/officeDocument/2006/relationships/slideLayout" Target="../slideLayouts/slideLayout2.xml"/><Relationship Id="rId4" Type="http://schemas.openxmlformats.org/officeDocument/2006/relationships/image" Target="../media/image11.wmf"/></Relationships>
</file>

<file path=ppt/slides/_rels/slide10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5.wmf"/><Relationship Id="rId1" Type="http://schemas.openxmlformats.org/officeDocument/2006/relationships/slideLayout" Target="../slideLayouts/slideLayout2.xml"/><Relationship Id="rId4" Type="http://schemas.openxmlformats.org/officeDocument/2006/relationships/image" Target="../media/image11.wmf"/></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notesSlide" Target="../notesSlides/notesSlide79.xml"/><Relationship Id="rId7" Type="http://schemas.openxmlformats.org/officeDocument/2006/relationships/image" Target="../media/image5.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4.wmf"/><Relationship Id="rId5" Type="http://schemas.openxmlformats.org/officeDocument/2006/relationships/oleObject" Target="../embeddings/oleObject1.bin"/><Relationship Id="rId4" Type="http://schemas.openxmlformats.org/officeDocument/2006/relationships/image" Target="../media/image4.wmf"/></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0.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0.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0.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0.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0.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0.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0.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0.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0.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0.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03.xml"/><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15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04.xml"/><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119.xml"/><Relationship Id="rId1" Type="http://schemas.openxmlformats.org/officeDocument/2006/relationships/slideLayout" Target="../slideLayouts/slideLayout9.xml"/></Relationships>
</file>

<file path=ppt/slides/_rels/slide171.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120.xml"/><Relationship Id="rId1" Type="http://schemas.openxmlformats.org/officeDocument/2006/relationships/slideLayout" Target="../slideLayouts/slideLayout9.xml"/></Relationships>
</file>

<file path=ppt/slides/_rels/slide172.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121.xml"/><Relationship Id="rId1" Type="http://schemas.openxmlformats.org/officeDocument/2006/relationships/slideLayout" Target="../slideLayouts/slideLayout9.xml"/></Relationships>
</file>

<file path=ppt/slides/_rels/slide173.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122.xml"/><Relationship Id="rId1" Type="http://schemas.openxmlformats.org/officeDocument/2006/relationships/slideLayout" Target="../slideLayouts/slideLayout9.xml"/></Relationships>
</file>

<file path=ppt/slides/_rels/slide174.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123.xml"/><Relationship Id="rId1" Type="http://schemas.openxmlformats.org/officeDocument/2006/relationships/slideLayout" Target="../slideLayouts/slideLayout9.xml"/></Relationships>
</file>

<file path=ppt/slides/_rels/slide175.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124.xml"/><Relationship Id="rId1" Type="http://schemas.openxmlformats.org/officeDocument/2006/relationships/slideLayout" Target="../slideLayouts/slideLayout9.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8.x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notesSlide" Target="../notesSlides/notesSlide132.xml"/><Relationship Id="rId7"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1.wmf"/><Relationship Id="rId5" Type="http://schemas.openxmlformats.org/officeDocument/2006/relationships/image" Target="../media/image12.png"/><Relationship Id="rId4" Type="http://schemas.openxmlformats.org/officeDocument/2006/relationships/image" Target="../media/image13.wmf"/></Relationships>
</file>

<file path=ppt/slides/_rels/slide18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notesSlide" Target="../notesSlides/notesSlide133.xml"/><Relationship Id="rId7" Type="http://schemas.openxmlformats.org/officeDocument/2006/relationships/image" Target="../media/image17.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image" Target="../media/image11.wmf"/><Relationship Id="rId4" Type="http://schemas.openxmlformats.org/officeDocument/2006/relationships/image" Target="../media/image13.wmf"/></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38.xml"/><Relationship Id="rId1" Type="http://schemas.openxmlformats.org/officeDocument/2006/relationships/slideLayout" Target="../slideLayouts/slideLayout2.xml"/><Relationship Id="rId4" Type="http://schemas.openxmlformats.org/officeDocument/2006/relationships/image" Target="../media/image5.wmf"/></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41.xml"/><Relationship Id="rId1" Type="http://schemas.openxmlformats.org/officeDocument/2006/relationships/slideLayout" Target="../slideLayouts/slideLayout2.xml"/><Relationship Id="rId4" Type="http://schemas.openxmlformats.org/officeDocument/2006/relationships/image" Target="../media/image5.wmf"/></Relationships>
</file>

<file path=ppt/slides/_rels/slide198.xml.rels><?xml version="1.0" encoding="UTF-8" standalone="yes"?>
<Relationships xmlns="http://schemas.openxmlformats.org/package/2006/relationships"><Relationship Id="rId3" Type="http://schemas.openxmlformats.org/officeDocument/2006/relationships/notesSlide" Target="../notesSlides/notesSlide142.xml"/><Relationship Id="rId7" Type="http://schemas.openxmlformats.org/officeDocument/2006/relationships/image" Target="../media/image18.w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4.wmf"/><Relationship Id="rId5" Type="http://schemas.openxmlformats.org/officeDocument/2006/relationships/image" Target="../media/image14.wmf"/><Relationship Id="rId4" Type="http://schemas.openxmlformats.org/officeDocument/2006/relationships/oleObject" Target="../embeddings/oleObject4.bin"/></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3" Type="http://schemas.openxmlformats.org/officeDocument/2006/relationships/notesSlide" Target="../notesSlides/notesSlide147.xml"/><Relationship Id="rId7" Type="http://schemas.openxmlformats.org/officeDocument/2006/relationships/image" Target="../media/image4.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4.wmf"/><Relationship Id="rId5" Type="http://schemas.openxmlformats.org/officeDocument/2006/relationships/oleObject" Target="../embeddings/oleObject5.bin"/><Relationship Id="rId4" Type="http://schemas.openxmlformats.org/officeDocument/2006/relationships/image" Target="../media/image5.wmf"/></Relationships>
</file>

<file path=ppt/slides/_rels/slide205.xml.rels><?xml version="1.0" encoding="UTF-8" standalone="yes"?>
<Relationships xmlns="http://schemas.openxmlformats.org/package/2006/relationships"><Relationship Id="rId3" Type="http://schemas.openxmlformats.org/officeDocument/2006/relationships/notesSlide" Target="../notesSlides/notesSlide148.xml"/><Relationship Id="rId7" Type="http://schemas.openxmlformats.org/officeDocument/2006/relationships/image" Target="../media/image4.w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14.wmf"/><Relationship Id="rId5" Type="http://schemas.openxmlformats.org/officeDocument/2006/relationships/oleObject" Target="../embeddings/oleObject6.bin"/><Relationship Id="rId4" Type="http://schemas.openxmlformats.org/officeDocument/2006/relationships/image" Target="../media/image5.wmf"/></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3" Type="http://schemas.openxmlformats.org/officeDocument/2006/relationships/notesSlide" Target="../notesSlides/notesSlide150.xml"/><Relationship Id="rId7" Type="http://schemas.openxmlformats.org/officeDocument/2006/relationships/image" Target="../media/image5.w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4.wmf"/><Relationship Id="rId5" Type="http://schemas.openxmlformats.org/officeDocument/2006/relationships/image" Target="../media/image14.wmf"/><Relationship Id="rId4" Type="http://schemas.openxmlformats.org/officeDocument/2006/relationships/oleObject" Target="../embeddings/oleObject7.bin"/></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a:extLst>
              <a:ext uri="{FF2B5EF4-FFF2-40B4-BE49-F238E27FC236}"/>
            </a:extLst>
          </p:cNvPr>
          <p:cNvSpPr>
            <a:spLocks noChangeArrowheads="1"/>
          </p:cNvSpPr>
          <p:nvPr/>
        </p:nvSpPr>
        <p:spPr bwMode="black">
          <a:xfrm>
            <a:off x="2424113" y="2205038"/>
            <a:ext cx="6480175" cy="519112"/>
          </a:xfrm>
          <a:prstGeom prst="rect">
            <a:avLst/>
          </a:prstGeom>
          <a:noFill/>
          <a:ln w="9525">
            <a:noFill/>
            <a:miter lim="800000"/>
            <a:headEnd/>
            <a:tailEnd/>
          </a:ln>
        </p:spPr>
        <p:txBody>
          <a:bodyPr anchor="ctr"/>
          <a:lstStyle/>
          <a:p>
            <a:pPr eaLnBrk="1" hangingPunct="1">
              <a:defRPr/>
            </a:pPr>
            <a:r>
              <a:rPr lang="zh-CN" altLang="en-US" sz="4800">
                <a:solidFill>
                  <a:schemeClr val="tx2"/>
                </a:solidFill>
                <a:ea typeface="+mj-ea"/>
              </a:rPr>
              <a:t>第</a:t>
            </a:r>
            <a:r>
              <a:rPr lang="en-US" altLang="zh-CN" sz="4800">
                <a:solidFill>
                  <a:schemeClr val="tx2"/>
                </a:solidFill>
                <a:ea typeface="+mj-ea"/>
              </a:rPr>
              <a:t>4</a:t>
            </a:r>
            <a:r>
              <a:rPr lang="zh-CN" altLang="en-US" sz="4800">
                <a:solidFill>
                  <a:schemeClr val="tx2"/>
                </a:solidFill>
                <a:ea typeface="+mj-ea"/>
              </a:rPr>
              <a:t>章 网络层</a:t>
            </a:r>
            <a:endParaRPr lang="zh-CN" altLang="en-US" sz="4800" dirty="0">
              <a:solidFill>
                <a:schemeClr val="tx2"/>
              </a:solidFill>
              <a:ea typeface="+mj-ea"/>
            </a:endParaRPr>
          </a:p>
        </p:txBody>
      </p:sp>
      <p:pic>
        <p:nvPicPr>
          <p:cNvPr id="7171" name="图片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425" y="6092825"/>
            <a:ext cx="2879725"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zh-CN" altLang="en-US" smtClean="0"/>
              <a:t>指引</a:t>
            </a:r>
            <a:endParaRPr lang="en-US" altLang="zh-CN" smtClean="0"/>
          </a:p>
        </p:txBody>
      </p:sp>
      <p:sp>
        <p:nvSpPr>
          <p:cNvPr id="9219" name="Rectangle 3"/>
          <p:cNvSpPr>
            <a:spLocks noGrp="1" noChangeArrowheads="1"/>
          </p:cNvSpPr>
          <p:nvPr>
            <p:ph idx="1"/>
          </p:nvPr>
        </p:nvSpPr>
        <p:spPr>
          <a:xfrm>
            <a:off x="2135188" y="1341438"/>
            <a:ext cx="8281987" cy="5327650"/>
          </a:xfrm>
        </p:spPr>
        <p:txBody>
          <a:bodyPr/>
          <a:lstStyle/>
          <a:p>
            <a:pPr eaLnBrk="1" hangingPunct="1"/>
            <a:r>
              <a:rPr lang="zh-CN" altLang="en-US" sz="2800" b="1" dirty="0" smtClean="0">
                <a:solidFill>
                  <a:srgbClr val="FF0000"/>
                </a:solidFill>
              </a:rPr>
              <a:t>网络层的几个重要概念</a:t>
            </a:r>
          </a:p>
          <a:p>
            <a:pPr eaLnBrk="1" hangingPunct="1"/>
            <a:r>
              <a:rPr lang="zh-CN" altLang="en-US" sz="2800" b="1" dirty="0" smtClean="0"/>
              <a:t>网际协议 </a:t>
            </a:r>
            <a:r>
              <a:rPr lang="en-US" altLang="zh-CN" sz="2800" b="1" dirty="0" smtClean="0"/>
              <a:t>IP</a:t>
            </a:r>
          </a:p>
          <a:p>
            <a:pPr eaLnBrk="1" hangingPunct="1"/>
            <a:r>
              <a:rPr lang="en-US" altLang="zh-CN" sz="2800" b="1" dirty="0" smtClean="0"/>
              <a:t>IP </a:t>
            </a:r>
            <a:r>
              <a:rPr lang="zh-CN" altLang="en-US" sz="2800" b="1" dirty="0" smtClean="0"/>
              <a:t>层转发分组的过程</a:t>
            </a:r>
          </a:p>
          <a:p>
            <a:pPr eaLnBrk="1" hangingPunct="1"/>
            <a:r>
              <a:rPr lang="zh-CN" altLang="en-US" sz="2800" b="1" dirty="0" smtClean="0"/>
              <a:t>网际控制报文协议 </a:t>
            </a:r>
            <a:r>
              <a:rPr lang="en-US" altLang="zh-CN" sz="2800" b="1" dirty="0" smtClean="0"/>
              <a:t>ICMP</a:t>
            </a:r>
          </a:p>
          <a:p>
            <a:pPr eaLnBrk="1" hangingPunct="1"/>
            <a:r>
              <a:rPr lang="en-US" altLang="zh-CN" sz="2800" b="1" dirty="0" smtClean="0"/>
              <a:t>IPv6</a:t>
            </a:r>
          </a:p>
          <a:p>
            <a:pPr eaLnBrk="1" hangingPunct="1"/>
            <a:r>
              <a:rPr lang="zh-CN" altLang="en-US" sz="2800" b="1" dirty="0" smtClean="0"/>
              <a:t>互联网</a:t>
            </a:r>
            <a:r>
              <a:rPr lang="zh-CN" altLang="en-US" sz="2800" b="1" dirty="0"/>
              <a:t>的路由选择协议</a:t>
            </a:r>
          </a:p>
          <a:p>
            <a:pPr eaLnBrk="1" hangingPunct="1"/>
            <a:r>
              <a:rPr lang="en-US" altLang="zh-CN" sz="2800" b="1" dirty="0" smtClean="0"/>
              <a:t>IP </a:t>
            </a:r>
            <a:r>
              <a:rPr lang="zh-CN" altLang="en-US" sz="2800" b="1" dirty="0" smtClean="0"/>
              <a:t>多播</a:t>
            </a:r>
          </a:p>
          <a:p>
            <a:pPr eaLnBrk="1" hangingPunct="1"/>
            <a:r>
              <a:rPr lang="zh-CN" altLang="en-US" sz="2800" b="1" dirty="0" smtClean="0"/>
              <a:t>虚拟专用网 </a:t>
            </a:r>
            <a:r>
              <a:rPr lang="en-US" altLang="zh-CN" sz="2800" b="1" dirty="0" smtClean="0"/>
              <a:t>VPN </a:t>
            </a:r>
            <a:r>
              <a:rPr lang="zh-CN" altLang="en-US" sz="2800" b="1" dirty="0" smtClean="0"/>
              <a:t>和网络地址转换 </a:t>
            </a:r>
            <a:r>
              <a:rPr lang="en-US" altLang="zh-CN" sz="2800" b="1" dirty="0" smtClean="0"/>
              <a:t>NAT</a:t>
            </a:r>
          </a:p>
          <a:p>
            <a:pPr eaLnBrk="1" hangingPunct="1">
              <a:buFontTx/>
              <a:buNone/>
            </a:pPr>
            <a:endParaRPr lang="en-US" altLang="zh-CN" sz="1800" b="1" dirty="0" smtClean="0"/>
          </a:p>
          <a:p>
            <a:pPr eaLnBrk="1" hangingPunct="1">
              <a:buFontTx/>
              <a:buNone/>
            </a:pPr>
            <a:endParaRPr lang="en-US" altLang="zh-CN" b="1" dirty="0" smtClean="0"/>
          </a:p>
          <a:p>
            <a:pPr eaLnBrk="1" hangingPunct="1">
              <a:buFont typeface="Wingdings" pitchFamily="2" charset="2"/>
              <a:buNone/>
            </a:pPr>
            <a:endParaRPr lang="zh-CN" altLang="en-US" b="1" dirty="0" smtClean="0"/>
          </a:p>
        </p:txBody>
      </p:sp>
      <p:grpSp>
        <p:nvGrpSpPr>
          <p:cNvPr id="9220" name="Group 24"/>
          <p:cNvGrpSpPr>
            <a:grpSpLocks/>
          </p:cNvGrpSpPr>
          <p:nvPr/>
        </p:nvGrpSpPr>
        <p:grpSpPr bwMode="auto">
          <a:xfrm>
            <a:off x="7967663" y="1773238"/>
            <a:ext cx="2514600" cy="3600450"/>
            <a:chOff x="3379" y="1207"/>
            <a:chExt cx="1584" cy="2268"/>
          </a:xfrm>
        </p:grpSpPr>
        <p:sp>
          <p:nvSpPr>
            <p:cNvPr id="4" name="AutoShape 4">
              <a:extLst>
                <a:ext uri="{FF2B5EF4-FFF2-40B4-BE49-F238E27FC236}"/>
              </a:extLst>
            </p:cNvPr>
            <p:cNvSpPr>
              <a:spLocks noChangeArrowheads="1"/>
            </p:cNvSpPr>
            <p:nvPr/>
          </p:nvSpPr>
          <p:spPr bwMode="auto">
            <a:xfrm>
              <a:off x="3379" y="1207"/>
              <a:ext cx="1584" cy="2268"/>
            </a:xfrm>
            <a:prstGeom prst="cube">
              <a:avLst>
                <a:gd name="adj" fmla="val 12185"/>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nchor="ctr"/>
            <a:lstStyle/>
            <a:p>
              <a:pPr algn="ctr" eaLnBrk="1" hangingPunct="1">
                <a:defRPr/>
              </a:pPr>
              <a:endParaRPr kumimoji="1" lang="zh-CN" altLang="en-US" sz="2400" b="1">
                <a:solidFill>
                  <a:srgbClr val="FF0000"/>
                </a:solidFill>
                <a:effectLst>
                  <a:outerShdw blurRad="38100" dist="38100" dir="2700000" algn="tl">
                    <a:srgbClr val="000000"/>
                  </a:outerShdw>
                </a:effectLst>
              </a:endParaRPr>
            </a:p>
            <a:p>
              <a:pPr algn="ctr" eaLnBrk="1" hangingPunct="1">
                <a:defRPr/>
              </a:pPr>
              <a:endParaRPr kumimoji="1" lang="zh-CN" altLang="en-US" sz="2400" b="1">
                <a:solidFill>
                  <a:srgbClr val="FF0000"/>
                </a:solidFill>
                <a:effectLst>
                  <a:outerShdw blurRad="38100" dist="38100" dir="2700000" algn="tl">
                    <a:srgbClr val="000000"/>
                  </a:outerShdw>
                </a:effectLst>
              </a:endParaRPr>
            </a:p>
            <a:p>
              <a:pPr algn="ctr" eaLnBrk="1" hangingPunct="1">
                <a:defRPr/>
              </a:pPr>
              <a:endParaRPr kumimoji="1" lang="zh-CN" altLang="en-US" sz="2400" b="1">
                <a:solidFill>
                  <a:srgbClr val="FF0000"/>
                </a:solidFill>
                <a:effectLst>
                  <a:outerShdw blurRad="38100" dist="38100" dir="2700000" algn="tl">
                    <a:srgbClr val="000000"/>
                  </a:outerShdw>
                </a:effectLst>
              </a:endParaRPr>
            </a:p>
          </p:txBody>
        </p:sp>
        <p:sp>
          <p:nvSpPr>
            <p:cNvPr id="5" name="Rectangle 6">
              <a:extLst>
                <a:ext uri="{FF2B5EF4-FFF2-40B4-BE49-F238E27FC236}"/>
              </a:extLst>
            </p:cNvPr>
            <p:cNvSpPr>
              <a:spLocks noChangeArrowheads="1"/>
            </p:cNvSpPr>
            <p:nvPr/>
          </p:nvSpPr>
          <p:spPr bwMode="auto">
            <a:xfrm>
              <a:off x="3379" y="1399"/>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rPr>
                <a:t>应用层</a:t>
              </a:r>
            </a:p>
          </p:txBody>
        </p:sp>
        <p:sp>
          <p:nvSpPr>
            <p:cNvPr id="7" name="Line 8">
              <a:extLst>
                <a:ext uri="{FF2B5EF4-FFF2-40B4-BE49-F238E27FC236}"/>
              </a:extLst>
            </p:cNvPr>
            <p:cNvSpPr>
              <a:spLocks noChangeShapeType="1"/>
            </p:cNvSpPr>
            <p:nvPr/>
          </p:nvSpPr>
          <p:spPr bwMode="auto">
            <a:xfrm>
              <a:off x="3379" y="1831"/>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8" name="Line 9">
              <a:extLst>
                <a:ext uri="{FF2B5EF4-FFF2-40B4-BE49-F238E27FC236}"/>
              </a:extLst>
            </p:cNvPr>
            <p:cNvSpPr>
              <a:spLocks noChangeShapeType="1"/>
            </p:cNvSpPr>
            <p:nvPr/>
          </p:nvSpPr>
          <p:spPr bwMode="auto">
            <a:xfrm>
              <a:off x="3379"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9" name="Line 10">
              <a:extLst>
                <a:ext uri="{FF2B5EF4-FFF2-40B4-BE49-F238E27FC236}"/>
              </a:extLst>
            </p:cNvPr>
            <p:cNvSpPr>
              <a:spLocks noChangeShapeType="1"/>
            </p:cNvSpPr>
            <p:nvPr/>
          </p:nvSpPr>
          <p:spPr bwMode="auto">
            <a:xfrm>
              <a:off x="4771"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10" name="Rectangle 21">
              <a:extLst>
                <a:ext uri="{FF2B5EF4-FFF2-40B4-BE49-F238E27FC236}"/>
              </a:extLst>
            </p:cNvPr>
            <p:cNvSpPr>
              <a:spLocks noChangeArrowheads="1"/>
            </p:cNvSpPr>
            <p:nvPr/>
          </p:nvSpPr>
          <p:spPr bwMode="auto">
            <a:xfrm>
              <a:off x="3379" y="1831"/>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rPr>
                <a:t>运输层</a:t>
              </a:r>
              <a:endParaRPr kumimoji="1" lang="zh-CN" altLang="en-US" sz="2400" dirty="0">
                <a:solidFill>
                  <a:srgbClr val="FF0000"/>
                </a:solidFill>
                <a:effectLst>
                  <a:outerShdw blurRad="38100" dist="38100" dir="2700000" algn="tl">
                    <a:srgbClr val="000000"/>
                  </a:outerShdw>
                </a:effectLst>
              </a:endParaRPr>
            </a:p>
          </p:txBody>
        </p:sp>
        <p:sp>
          <p:nvSpPr>
            <p:cNvPr id="12" name="Line 23">
              <a:extLst>
                <a:ext uri="{FF2B5EF4-FFF2-40B4-BE49-F238E27FC236}"/>
              </a:extLst>
            </p:cNvPr>
            <p:cNvSpPr>
              <a:spLocks noChangeShapeType="1"/>
            </p:cNvSpPr>
            <p:nvPr/>
          </p:nvSpPr>
          <p:spPr bwMode="auto">
            <a:xfrm>
              <a:off x="3379" y="2263"/>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13" name="Line 24">
              <a:extLst>
                <a:ext uri="{FF2B5EF4-FFF2-40B4-BE49-F238E27FC236}"/>
              </a:extLst>
            </p:cNvPr>
            <p:cNvSpPr>
              <a:spLocks noChangeShapeType="1"/>
            </p:cNvSpPr>
            <p:nvPr/>
          </p:nvSpPr>
          <p:spPr bwMode="auto">
            <a:xfrm>
              <a:off x="3379"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14" name="Line 25">
              <a:extLst>
                <a:ext uri="{FF2B5EF4-FFF2-40B4-BE49-F238E27FC236}"/>
              </a:extLst>
            </p:cNvPr>
            <p:cNvSpPr>
              <a:spLocks noChangeShapeType="1"/>
            </p:cNvSpPr>
            <p:nvPr/>
          </p:nvSpPr>
          <p:spPr bwMode="auto">
            <a:xfrm>
              <a:off x="4771"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16" name="Line 28">
              <a:extLst>
                <a:ext uri="{FF2B5EF4-FFF2-40B4-BE49-F238E27FC236}"/>
              </a:extLst>
            </p:cNvPr>
            <p:cNvSpPr>
              <a:spLocks noChangeShapeType="1"/>
            </p:cNvSpPr>
            <p:nvPr/>
          </p:nvSpPr>
          <p:spPr bwMode="auto">
            <a:xfrm>
              <a:off x="3379" y="2695"/>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17" name="Line 29">
              <a:extLst>
                <a:ext uri="{FF2B5EF4-FFF2-40B4-BE49-F238E27FC236}"/>
              </a:extLst>
            </p:cNvPr>
            <p:cNvSpPr>
              <a:spLocks noChangeShapeType="1"/>
            </p:cNvSpPr>
            <p:nvPr/>
          </p:nvSpPr>
          <p:spPr bwMode="auto">
            <a:xfrm>
              <a:off x="3379" y="3366"/>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18" name="Line 30">
              <a:extLst>
                <a:ext uri="{FF2B5EF4-FFF2-40B4-BE49-F238E27FC236}"/>
              </a:extLst>
            </p:cNvPr>
            <p:cNvSpPr>
              <a:spLocks noChangeShapeType="1"/>
            </p:cNvSpPr>
            <p:nvPr/>
          </p:nvSpPr>
          <p:spPr bwMode="auto">
            <a:xfrm>
              <a:off x="3379"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19" name="Line 31">
              <a:extLst>
                <a:ext uri="{FF2B5EF4-FFF2-40B4-BE49-F238E27FC236}"/>
              </a:extLst>
            </p:cNvPr>
            <p:cNvSpPr>
              <a:spLocks noChangeShapeType="1"/>
            </p:cNvSpPr>
            <p:nvPr/>
          </p:nvSpPr>
          <p:spPr bwMode="auto">
            <a:xfrm>
              <a:off x="4771"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20" name="Rectangle 33">
              <a:extLst>
                <a:ext uri="{FF2B5EF4-FFF2-40B4-BE49-F238E27FC236}"/>
              </a:extLst>
            </p:cNvPr>
            <p:cNvSpPr>
              <a:spLocks noChangeArrowheads="1"/>
            </p:cNvSpPr>
            <p:nvPr/>
          </p:nvSpPr>
          <p:spPr bwMode="auto">
            <a:xfrm>
              <a:off x="3379" y="2263"/>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spcBef>
                  <a:spcPct val="20000"/>
                </a:spcBef>
                <a:buClr>
                  <a:schemeClr val="tx2"/>
                </a:buClr>
                <a:buSzPct val="90000"/>
                <a:buFont typeface="Symbol" pitchFamily="18" charset="2"/>
                <a:buNone/>
                <a:defRPr/>
              </a:pPr>
              <a:r>
                <a:rPr kumimoji="1" lang="zh-CN" altLang="en-US" sz="2800" dirty="0">
                  <a:solidFill>
                    <a:schemeClr val="tx2">
                      <a:lumMod val="60000"/>
                      <a:lumOff val="40000"/>
                    </a:schemeClr>
                  </a:solidFill>
                  <a:effectLst>
                    <a:outerShdw blurRad="38100" dist="38100" dir="2700000" algn="tl">
                      <a:srgbClr val="000000"/>
                    </a:outerShdw>
                  </a:effectLst>
                  <a:latin typeface="Franklin Gothic Book" pitchFamily="34" charset="0"/>
                </a:rPr>
                <a:t>网络层</a:t>
              </a:r>
              <a:endParaRPr kumimoji="1" lang="zh-CN" altLang="en-US" sz="2400" dirty="0">
                <a:solidFill>
                  <a:schemeClr val="tx2">
                    <a:lumMod val="60000"/>
                    <a:lumOff val="40000"/>
                  </a:schemeClr>
                </a:solidFill>
                <a:effectLst>
                  <a:outerShdw blurRad="38100" dist="38100" dir="2700000" algn="tl">
                    <a:srgbClr val="000000"/>
                  </a:outerShdw>
                </a:effectLst>
                <a:latin typeface="Franklin Gothic Book" pitchFamily="34" charset="0"/>
              </a:endParaRPr>
            </a:p>
          </p:txBody>
        </p:sp>
        <p:sp>
          <p:nvSpPr>
            <p:cNvPr id="23" name="Line 36">
              <a:extLst>
                <a:ext uri="{FF2B5EF4-FFF2-40B4-BE49-F238E27FC236}"/>
              </a:extLst>
            </p:cNvPr>
            <p:cNvSpPr>
              <a:spLocks noChangeShapeType="1"/>
            </p:cNvSpPr>
            <p:nvPr/>
          </p:nvSpPr>
          <p:spPr bwMode="auto">
            <a:xfrm>
              <a:off x="3379" y="2263"/>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24" name="Line 37">
              <a:extLst>
                <a:ext uri="{FF2B5EF4-FFF2-40B4-BE49-F238E27FC236}"/>
              </a:extLst>
            </p:cNvPr>
            <p:cNvSpPr>
              <a:spLocks noChangeShapeType="1"/>
            </p:cNvSpPr>
            <p:nvPr/>
          </p:nvSpPr>
          <p:spPr bwMode="auto">
            <a:xfrm>
              <a:off x="4771" y="2263"/>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15" name="Rectangle 27">
              <a:extLst>
                <a:ext uri="{FF2B5EF4-FFF2-40B4-BE49-F238E27FC236}"/>
              </a:extLst>
            </p:cNvPr>
            <p:cNvSpPr>
              <a:spLocks noChangeArrowheads="1"/>
            </p:cNvSpPr>
            <p:nvPr/>
          </p:nvSpPr>
          <p:spPr bwMode="auto">
            <a:xfrm>
              <a:off x="3379" y="2695"/>
              <a:ext cx="1392" cy="37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latin typeface="Franklin Gothic Book" pitchFamily="34" charset="0"/>
                </a:rPr>
                <a:t>数据链路层</a:t>
              </a:r>
              <a:endParaRPr kumimoji="1" lang="zh-CN" altLang="en-US" sz="2400" dirty="0">
                <a:solidFill>
                  <a:srgbClr val="FF0000"/>
                </a:solidFill>
                <a:effectLst>
                  <a:outerShdw blurRad="38100" dist="38100" dir="2700000" algn="tl">
                    <a:srgbClr val="000000"/>
                  </a:outerShdw>
                </a:effectLst>
                <a:latin typeface="Franklin Gothic Book" pitchFamily="34" charset="0"/>
              </a:endParaRPr>
            </a:p>
          </p:txBody>
        </p:sp>
        <p:sp>
          <p:nvSpPr>
            <p:cNvPr id="25" name="Rectangle 39">
              <a:extLst>
                <a:ext uri="{FF2B5EF4-FFF2-40B4-BE49-F238E27FC236}"/>
              </a:extLst>
            </p:cNvPr>
            <p:cNvSpPr>
              <a:spLocks noChangeArrowheads="1"/>
            </p:cNvSpPr>
            <p:nvPr/>
          </p:nvSpPr>
          <p:spPr bwMode="auto">
            <a:xfrm>
              <a:off x="3379" y="3067"/>
              <a:ext cx="1392" cy="408"/>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latin typeface="Franklin Gothic Book" pitchFamily="34" charset="0"/>
                </a:rPr>
                <a:t>物理层</a:t>
              </a:r>
              <a:endParaRPr kumimoji="1" lang="zh-CN" altLang="en-US" sz="2400" dirty="0">
                <a:solidFill>
                  <a:srgbClr val="FF0000"/>
                </a:solidFill>
                <a:effectLst>
                  <a:outerShdw blurRad="38100" dist="38100" dir="2700000" algn="tl">
                    <a:srgbClr val="000000"/>
                  </a:outerShdw>
                </a:effectLst>
                <a:latin typeface="Franklin Gothic Book" pitchFamily="34" charset="0"/>
              </a:endParaRPr>
            </a:p>
          </p:txBody>
        </p:sp>
      </p:grpSp>
    </p:spTree>
    <p:extLst>
      <p:ext uri="{BB962C8B-B14F-4D97-AF65-F5344CB8AC3E}">
        <p14:creationId xmlns:p14="http://schemas.microsoft.com/office/powerpoint/2010/main" val="4211323299"/>
      </p:ext>
    </p:extLst>
  </p:cSld>
  <p:clrMapOvr>
    <a:masterClrMapping/>
  </p:clrMapOvr>
  <p:transition spd="slow"/>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zh-CN" dirty="0" smtClean="0"/>
              <a:t>4.1.1 </a:t>
            </a:r>
            <a:r>
              <a:rPr lang="zh-CN" altLang="en-US" dirty="0" smtClean="0"/>
              <a:t>网络层提供的两种服务</a:t>
            </a:r>
          </a:p>
        </p:txBody>
      </p:sp>
      <p:sp>
        <p:nvSpPr>
          <p:cNvPr id="10243" name="Rectangle 3"/>
          <p:cNvSpPr>
            <a:spLocks noGrp="1" noChangeArrowheads="1"/>
          </p:cNvSpPr>
          <p:nvPr>
            <p:ph idx="1"/>
          </p:nvPr>
        </p:nvSpPr>
        <p:spPr>
          <a:xfrm>
            <a:off x="442913" y="1266825"/>
            <a:ext cx="10801350" cy="4895850"/>
          </a:xfrm>
        </p:spPr>
        <p:txBody>
          <a:bodyPr/>
          <a:lstStyle/>
          <a:p>
            <a:pPr eaLnBrk="1" hangingPunct="1"/>
            <a:r>
              <a:rPr lang="zh-CN" altLang="en-US" b="1" dirty="0" smtClean="0"/>
              <a:t>在计算机网络领域，网络层应该向运输层提供怎样的服务（“面向连接”还是“无连接”）曾引起长期的争论。</a:t>
            </a:r>
          </a:p>
          <a:p>
            <a:pPr eaLnBrk="1" hangingPunct="1"/>
            <a:r>
              <a:rPr lang="zh-CN" altLang="en-US" b="1" dirty="0" smtClean="0"/>
              <a:t>争论焦点的实质就是：在计算机通信中，</a:t>
            </a:r>
            <a:r>
              <a:rPr lang="zh-CN" altLang="en-US" b="1" dirty="0" smtClean="0">
                <a:solidFill>
                  <a:srgbClr val="FF0000"/>
                </a:solidFill>
              </a:rPr>
              <a:t>可靠交付</a:t>
            </a:r>
            <a:r>
              <a:rPr lang="zh-CN" altLang="en-US" b="1" dirty="0" smtClean="0"/>
              <a:t>应当由谁来负责？是</a:t>
            </a:r>
            <a:r>
              <a:rPr lang="zh-CN" altLang="en-US" b="1" dirty="0" smtClean="0">
                <a:solidFill>
                  <a:srgbClr val="FF0000"/>
                </a:solidFill>
              </a:rPr>
              <a:t>网络</a:t>
            </a:r>
            <a:r>
              <a:rPr lang="zh-CN" altLang="en-US" b="1" dirty="0" smtClean="0"/>
              <a:t>还是</a:t>
            </a:r>
            <a:r>
              <a:rPr lang="zh-CN" altLang="en-US" b="1" dirty="0" smtClean="0">
                <a:solidFill>
                  <a:srgbClr val="FF0000"/>
                </a:solidFill>
              </a:rPr>
              <a:t>端系统</a:t>
            </a:r>
            <a:r>
              <a:rPr lang="zh-CN" altLang="en-US" b="1" dirty="0" smtClean="0"/>
              <a:t>？</a:t>
            </a:r>
            <a:endParaRPr lang="en-US" altLang="zh-CN" b="1" dirty="0" smtClean="0"/>
          </a:p>
          <a:p>
            <a:pPr eaLnBrk="1" hangingPunct="1"/>
            <a:r>
              <a:rPr lang="zh-CN" altLang="en-US" b="1" dirty="0"/>
              <a:t>一</a:t>
            </a:r>
            <a:r>
              <a:rPr lang="zh-CN" altLang="en-US" b="1" dirty="0" smtClean="0"/>
              <a:t>种观点认为应当让网络负责可靠交付。当两台计算机通信时，应当先建立一条</a:t>
            </a:r>
            <a:r>
              <a:rPr lang="zh-CN" altLang="en-US" b="1" dirty="0" smtClean="0">
                <a:solidFill>
                  <a:srgbClr val="FF0000"/>
                </a:solidFill>
              </a:rPr>
              <a:t>虚电路</a:t>
            </a:r>
            <a:r>
              <a:rPr lang="zh-CN" altLang="en-US" b="1" dirty="0" smtClean="0"/>
              <a:t>，以预留一定的网络资源；然后再使用可靠传输的网络协议，就能实现可靠交付。</a:t>
            </a:r>
          </a:p>
          <a:p>
            <a:pPr eaLnBrk="1" hangingPunct="1">
              <a:buFont typeface="Wingdings" pitchFamily="2" charset="2"/>
              <a:buNone/>
            </a:pPr>
            <a:endParaRPr lang="zh-CN" altLang="en-US" sz="1800" b="1" dirty="0" smtClean="0"/>
          </a:p>
        </p:txBody>
      </p:sp>
    </p:spTree>
    <p:extLst>
      <p:ext uri="{BB962C8B-B14F-4D97-AF65-F5344CB8AC3E}">
        <p14:creationId xmlns:p14="http://schemas.microsoft.com/office/powerpoint/2010/main" val="2704979101"/>
      </p:ext>
    </p:extLst>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zh-CN" altLang="en-US" dirty="0" smtClean="0"/>
              <a:t>虚电路服务</a:t>
            </a:r>
          </a:p>
        </p:txBody>
      </p:sp>
      <p:sp>
        <p:nvSpPr>
          <p:cNvPr id="11267" name="Rectangle 3"/>
          <p:cNvSpPr>
            <a:spLocks noGrp="1" noChangeArrowheads="1"/>
          </p:cNvSpPr>
          <p:nvPr>
            <p:ph idx="1"/>
          </p:nvPr>
        </p:nvSpPr>
        <p:spPr>
          <a:xfrm>
            <a:off x="442913" y="1266825"/>
            <a:ext cx="10801350" cy="4895850"/>
          </a:xfrm>
        </p:spPr>
        <p:txBody>
          <a:bodyPr/>
          <a:lstStyle/>
          <a:p>
            <a:pPr eaLnBrk="1" hangingPunct="1"/>
            <a:r>
              <a:rPr lang="zh-CN" altLang="en-US" b="1" dirty="0" smtClean="0"/>
              <a:t>虚电路只是一条</a:t>
            </a:r>
            <a:r>
              <a:rPr lang="zh-CN" altLang="en-US" b="1" dirty="0" smtClean="0">
                <a:solidFill>
                  <a:schemeClr val="tx2">
                    <a:lumMod val="60000"/>
                    <a:lumOff val="40000"/>
                  </a:schemeClr>
                </a:solidFill>
              </a:rPr>
              <a:t>逻辑上</a:t>
            </a:r>
            <a:r>
              <a:rPr lang="zh-CN" altLang="en-US" b="1" dirty="0" smtClean="0"/>
              <a:t>的连接，分组都沿着这条逻辑连接按照</a:t>
            </a:r>
            <a:r>
              <a:rPr lang="zh-CN" altLang="en-US" b="1" dirty="0" smtClean="0">
                <a:solidFill>
                  <a:srgbClr val="FF0000"/>
                </a:solidFill>
              </a:rPr>
              <a:t>存储转发</a:t>
            </a:r>
            <a:r>
              <a:rPr lang="zh-CN" altLang="en-US" b="1" dirty="0" smtClean="0"/>
              <a:t>方式传送，而并不是真正建立了一条物理连接。</a:t>
            </a:r>
          </a:p>
        </p:txBody>
      </p:sp>
      <p:grpSp>
        <p:nvGrpSpPr>
          <p:cNvPr id="11268" name="组合 2"/>
          <p:cNvGrpSpPr>
            <a:grpSpLocks/>
          </p:cNvGrpSpPr>
          <p:nvPr/>
        </p:nvGrpSpPr>
        <p:grpSpPr bwMode="auto">
          <a:xfrm>
            <a:off x="1958645" y="3429000"/>
            <a:ext cx="8610897" cy="2223140"/>
            <a:chOff x="1621483" y="3501386"/>
            <a:chExt cx="8610897" cy="2223139"/>
          </a:xfrm>
        </p:grpSpPr>
        <p:pic>
          <p:nvPicPr>
            <p:cNvPr id="11270" name="Picture 3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725" y="5376863"/>
              <a:ext cx="612775"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nvGrpSpPr>
            <p:cNvPr id="11271" name="组合 1"/>
            <p:cNvGrpSpPr>
              <a:grpSpLocks/>
            </p:cNvGrpSpPr>
            <p:nvPr/>
          </p:nvGrpSpPr>
          <p:grpSpPr bwMode="auto">
            <a:xfrm>
              <a:off x="1621483" y="3501386"/>
              <a:ext cx="8610897" cy="2048514"/>
              <a:chOff x="1621483" y="3501386"/>
              <a:chExt cx="8610897" cy="2048514"/>
            </a:xfrm>
          </p:grpSpPr>
          <p:sp>
            <p:nvSpPr>
              <p:cNvPr id="11272" name="Rectangle 15"/>
              <p:cNvSpPr>
                <a:spLocks noChangeArrowheads="1"/>
              </p:cNvSpPr>
              <p:nvPr/>
            </p:nvSpPr>
            <p:spPr bwMode="auto">
              <a:xfrm>
                <a:off x="8820150" y="4257675"/>
                <a:ext cx="1319213" cy="30956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273" name="Text Box 16"/>
              <p:cNvSpPr txBox="1">
                <a:spLocks noChangeArrowheads="1"/>
              </p:cNvSpPr>
              <p:nvPr/>
            </p:nvSpPr>
            <p:spPr bwMode="auto">
              <a:xfrm>
                <a:off x="8757296" y="3573463"/>
                <a:ext cx="1475084" cy="1631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lang="zh-CN" altLang="en-US" sz="2000" b="1" dirty="0">
                    <a:solidFill>
                      <a:srgbClr val="000000"/>
                    </a:solidFill>
                    <a:latin typeface="Arial" charset="0"/>
                    <a:ea typeface="黑体" pitchFamily="2" charset="-122"/>
                  </a:rPr>
                  <a:t>应用层</a:t>
                </a:r>
              </a:p>
              <a:p>
                <a:pPr algn="ctr" eaLnBrk="1" hangingPunct="1"/>
                <a:r>
                  <a:rPr lang="zh-CN" altLang="en-US" sz="2000" b="1" dirty="0">
                    <a:solidFill>
                      <a:srgbClr val="000000"/>
                    </a:solidFill>
                    <a:latin typeface="Arial" charset="0"/>
                    <a:ea typeface="黑体" pitchFamily="2" charset="-122"/>
                  </a:rPr>
                  <a:t>运输层</a:t>
                </a:r>
              </a:p>
              <a:p>
                <a:pPr algn="ctr" eaLnBrk="1" hangingPunct="1"/>
                <a:r>
                  <a:rPr lang="zh-CN" altLang="en-US" sz="2000" b="1" dirty="0">
                    <a:solidFill>
                      <a:srgbClr val="000000"/>
                    </a:solidFill>
                    <a:latin typeface="Arial" charset="0"/>
                    <a:ea typeface="黑体" pitchFamily="2" charset="-122"/>
                  </a:rPr>
                  <a:t>网络层</a:t>
                </a:r>
              </a:p>
              <a:p>
                <a:pPr algn="ctr" eaLnBrk="1" hangingPunct="1"/>
                <a:r>
                  <a:rPr lang="zh-CN" altLang="en-US" sz="2000" b="1" dirty="0">
                    <a:solidFill>
                      <a:srgbClr val="000000"/>
                    </a:solidFill>
                    <a:latin typeface="Arial" charset="0"/>
                    <a:ea typeface="黑体" pitchFamily="2" charset="-122"/>
                  </a:rPr>
                  <a:t>数据链路层</a:t>
                </a:r>
              </a:p>
              <a:p>
                <a:pPr algn="ctr" eaLnBrk="1" hangingPunct="1"/>
                <a:r>
                  <a:rPr lang="zh-CN" altLang="en-US" sz="2000" b="1" dirty="0">
                    <a:solidFill>
                      <a:srgbClr val="000000"/>
                    </a:solidFill>
                    <a:latin typeface="Arial" charset="0"/>
                    <a:ea typeface="黑体" pitchFamily="2" charset="-122"/>
                  </a:rPr>
                  <a:t>物理层</a:t>
                </a:r>
              </a:p>
            </p:txBody>
          </p:sp>
          <p:sp>
            <p:nvSpPr>
              <p:cNvPr id="11274" name="Rectangle 7"/>
              <p:cNvSpPr>
                <a:spLocks noChangeArrowheads="1"/>
              </p:cNvSpPr>
              <p:nvPr/>
            </p:nvSpPr>
            <p:spPr bwMode="auto">
              <a:xfrm>
                <a:off x="1684338" y="4162425"/>
                <a:ext cx="1319212" cy="30956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275" name="Text Box 8"/>
              <p:cNvSpPr txBox="1">
                <a:spLocks noChangeArrowheads="1"/>
              </p:cNvSpPr>
              <p:nvPr/>
            </p:nvSpPr>
            <p:spPr bwMode="auto">
              <a:xfrm>
                <a:off x="1621483" y="3501386"/>
                <a:ext cx="1475084" cy="1631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lang="zh-CN" altLang="en-US" sz="2000" b="1" dirty="0">
                    <a:solidFill>
                      <a:srgbClr val="000000"/>
                    </a:solidFill>
                    <a:latin typeface="Arial" charset="0"/>
                    <a:ea typeface="黑体" pitchFamily="2" charset="-122"/>
                  </a:rPr>
                  <a:t>应用层</a:t>
                </a:r>
              </a:p>
              <a:p>
                <a:pPr algn="ctr" eaLnBrk="1" hangingPunct="1"/>
                <a:r>
                  <a:rPr lang="zh-CN" altLang="en-US" sz="2000" b="1" dirty="0">
                    <a:solidFill>
                      <a:srgbClr val="000000"/>
                    </a:solidFill>
                    <a:latin typeface="Arial" charset="0"/>
                    <a:ea typeface="黑体" pitchFamily="2" charset="-122"/>
                  </a:rPr>
                  <a:t>运输层</a:t>
                </a:r>
              </a:p>
              <a:p>
                <a:pPr algn="ctr" eaLnBrk="1" hangingPunct="1"/>
                <a:r>
                  <a:rPr lang="zh-CN" altLang="en-US" sz="2000" b="1" dirty="0">
                    <a:solidFill>
                      <a:srgbClr val="000000"/>
                    </a:solidFill>
                    <a:latin typeface="Arial" charset="0"/>
                    <a:ea typeface="黑体" pitchFamily="2" charset="-122"/>
                  </a:rPr>
                  <a:t>网络层</a:t>
                </a:r>
              </a:p>
              <a:p>
                <a:pPr algn="ctr" eaLnBrk="1" hangingPunct="1"/>
                <a:r>
                  <a:rPr lang="zh-CN" altLang="en-US" sz="2000" b="1" dirty="0">
                    <a:solidFill>
                      <a:srgbClr val="000000"/>
                    </a:solidFill>
                    <a:latin typeface="Arial" charset="0"/>
                    <a:ea typeface="黑体" pitchFamily="2" charset="-122"/>
                  </a:rPr>
                  <a:t>数据链路层</a:t>
                </a:r>
              </a:p>
              <a:p>
                <a:pPr algn="ctr" eaLnBrk="1" hangingPunct="1"/>
                <a:r>
                  <a:rPr lang="zh-CN" altLang="en-US" sz="2000" b="1" dirty="0">
                    <a:solidFill>
                      <a:srgbClr val="000000"/>
                    </a:solidFill>
                    <a:latin typeface="Arial" charset="0"/>
                    <a:ea typeface="黑体" pitchFamily="2" charset="-122"/>
                  </a:rPr>
                  <a:t>物理层</a:t>
                </a:r>
              </a:p>
            </p:txBody>
          </p:sp>
          <p:sp>
            <p:nvSpPr>
              <p:cNvPr id="11276" name="Line 4"/>
              <p:cNvSpPr>
                <a:spLocks noChangeShapeType="1"/>
              </p:cNvSpPr>
              <p:nvPr/>
            </p:nvSpPr>
            <p:spPr bwMode="auto">
              <a:xfrm>
                <a:off x="5940425" y="3817938"/>
                <a:ext cx="58738" cy="5619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277" name="Line 5"/>
              <p:cNvSpPr>
                <a:spLocks noChangeShapeType="1"/>
              </p:cNvSpPr>
              <p:nvPr/>
            </p:nvSpPr>
            <p:spPr bwMode="auto">
              <a:xfrm>
                <a:off x="3348038" y="4684713"/>
                <a:ext cx="508000" cy="258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278" name="Rectangle 9"/>
              <p:cNvSpPr>
                <a:spLocks noChangeArrowheads="1"/>
              </p:cNvSpPr>
              <p:nvPr/>
            </p:nvSpPr>
            <p:spPr bwMode="auto">
              <a:xfrm>
                <a:off x="1663700" y="3568700"/>
                <a:ext cx="1354138" cy="1493838"/>
              </a:xfrm>
              <a:prstGeom prst="rect">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11279" name="Line 10"/>
              <p:cNvSpPr>
                <a:spLocks noChangeShapeType="1"/>
              </p:cNvSpPr>
              <p:nvPr/>
            </p:nvSpPr>
            <p:spPr bwMode="auto">
              <a:xfrm>
                <a:off x="1663700" y="3862291"/>
                <a:ext cx="13541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280" name="Line 11"/>
              <p:cNvSpPr>
                <a:spLocks noChangeShapeType="1"/>
              </p:cNvSpPr>
              <p:nvPr/>
            </p:nvSpPr>
            <p:spPr bwMode="auto">
              <a:xfrm>
                <a:off x="1663700" y="4145933"/>
                <a:ext cx="13541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281" name="Line 12"/>
              <p:cNvSpPr>
                <a:spLocks noChangeShapeType="1"/>
              </p:cNvSpPr>
              <p:nvPr/>
            </p:nvSpPr>
            <p:spPr bwMode="auto">
              <a:xfrm>
                <a:off x="1663700" y="4462154"/>
                <a:ext cx="13541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282" name="Line 13"/>
              <p:cNvSpPr>
                <a:spLocks noChangeShapeType="1"/>
              </p:cNvSpPr>
              <p:nvPr/>
            </p:nvSpPr>
            <p:spPr bwMode="auto">
              <a:xfrm>
                <a:off x="1663700" y="4778375"/>
                <a:ext cx="13541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283" name="Rectangle 17"/>
              <p:cNvSpPr>
                <a:spLocks noChangeArrowheads="1"/>
              </p:cNvSpPr>
              <p:nvPr/>
            </p:nvSpPr>
            <p:spPr bwMode="auto">
              <a:xfrm>
                <a:off x="8799513" y="3638550"/>
                <a:ext cx="1354137" cy="1509713"/>
              </a:xfrm>
              <a:prstGeom prst="rect">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11284" name="Line 18"/>
              <p:cNvSpPr>
                <a:spLocks noChangeShapeType="1"/>
              </p:cNvSpPr>
              <p:nvPr/>
            </p:nvSpPr>
            <p:spPr bwMode="auto">
              <a:xfrm>
                <a:off x="8799513" y="3956381"/>
                <a:ext cx="13541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285" name="Line 19"/>
              <p:cNvSpPr>
                <a:spLocks noChangeShapeType="1"/>
              </p:cNvSpPr>
              <p:nvPr/>
            </p:nvSpPr>
            <p:spPr bwMode="auto">
              <a:xfrm>
                <a:off x="8799513" y="4258954"/>
                <a:ext cx="13541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286" name="Line 20"/>
              <p:cNvSpPr>
                <a:spLocks noChangeShapeType="1"/>
              </p:cNvSpPr>
              <p:nvPr/>
            </p:nvSpPr>
            <p:spPr bwMode="auto">
              <a:xfrm>
                <a:off x="8799513" y="4547879"/>
                <a:ext cx="13541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287" name="Line 21"/>
              <p:cNvSpPr>
                <a:spLocks noChangeShapeType="1"/>
              </p:cNvSpPr>
              <p:nvPr/>
            </p:nvSpPr>
            <p:spPr bwMode="auto">
              <a:xfrm>
                <a:off x="8799513" y="4864100"/>
                <a:ext cx="13541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288" name="Text Box 22"/>
              <p:cNvSpPr txBox="1">
                <a:spLocks noChangeArrowheads="1"/>
              </p:cNvSpPr>
              <p:nvPr/>
            </p:nvSpPr>
            <p:spPr bwMode="auto">
              <a:xfrm>
                <a:off x="3132138" y="3749675"/>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000" b="1" dirty="0">
                    <a:solidFill>
                      <a:srgbClr val="000000"/>
                    </a:solidFill>
                    <a:latin typeface="Arial" charset="0"/>
                    <a:ea typeface="黑体" pitchFamily="2" charset="-122"/>
                  </a:rPr>
                  <a:t>H</a:t>
                </a:r>
                <a:r>
                  <a:rPr lang="en-US" altLang="zh-CN" sz="2000" b="1" baseline="-25000" dirty="0">
                    <a:solidFill>
                      <a:srgbClr val="000000"/>
                    </a:solidFill>
                    <a:latin typeface="Arial" charset="0"/>
                    <a:ea typeface="黑体" pitchFamily="2" charset="-122"/>
                  </a:rPr>
                  <a:t>1</a:t>
                </a:r>
              </a:p>
            </p:txBody>
          </p:sp>
          <p:pic>
            <p:nvPicPr>
              <p:cNvPr id="11289" name="Picture 2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94038" y="4135438"/>
                <a:ext cx="592137"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90" name="Line 24"/>
              <p:cNvSpPr>
                <a:spLocks noChangeShapeType="1"/>
              </p:cNvSpPr>
              <p:nvPr/>
            </p:nvSpPr>
            <p:spPr bwMode="auto">
              <a:xfrm>
                <a:off x="4192588" y="4943475"/>
                <a:ext cx="1608137" cy="6064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291" name="Line 25"/>
              <p:cNvSpPr>
                <a:spLocks noChangeShapeType="1"/>
              </p:cNvSpPr>
              <p:nvPr/>
            </p:nvSpPr>
            <p:spPr bwMode="auto">
              <a:xfrm flipV="1">
                <a:off x="4108450" y="4510088"/>
                <a:ext cx="1862138" cy="4333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292" name="Line 26"/>
              <p:cNvSpPr>
                <a:spLocks noChangeShapeType="1"/>
              </p:cNvSpPr>
              <p:nvPr/>
            </p:nvSpPr>
            <p:spPr bwMode="auto">
              <a:xfrm>
                <a:off x="6138863" y="4510088"/>
                <a:ext cx="1524000" cy="5191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293" name="Line 27"/>
              <p:cNvSpPr>
                <a:spLocks noChangeShapeType="1"/>
              </p:cNvSpPr>
              <p:nvPr/>
            </p:nvSpPr>
            <p:spPr bwMode="auto">
              <a:xfrm flipV="1">
                <a:off x="5970588" y="5118100"/>
                <a:ext cx="1692275" cy="43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294" name="Line 28"/>
              <p:cNvSpPr>
                <a:spLocks noChangeShapeType="1"/>
              </p:cNvSpPr>
              <p:nvPr/>
            </p:nvSpPr>
            <p:spPr bwMode="auto">
              <a:xfrm flipV="1">
                <a:off x="7747000" y="4684713"/>
                <a:ext cx="676275" cy="3444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11295" name="Group 29"/>
              <p:cNvGrpSpPr>
                <a:grpSpLocks/>
              </p:cNvGrpSpPr>
              <p:nvPr/>
            </p:nvGrpSpPr>
            <p:grpSpPr bwMode="auto">
              <a:xfrm>
                <a:off x="8167688" y="3770313"/>
                <a:ext cx="593725" cy="1042987"/>
                <a:chOff x="5283" y="1002"/>
                <a:chExt cx="318" cy="545"/>
              </a:xfrm>
            </p:grpSpPr>
            <p:sp>
              <p:nvSpPr>
                <p:cNvPr id="11304" name="Text Box 30"/>
                <p:cNvSpPr txBox="1">
                  <a:spLocks noChangeArrowheads="1"/>
                </p:cNvSpPr>
                <p:nvPr/>
              </p:nvSpPr>
              <p:spPr bwMode="auto">
                <a:xfrm>
                  <a:off x="5283" y="1002"/>
                  <a:ext cx="287"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000" b="1" dirty="0">
                      <a:solidFill>
                        <a:srgbClr val="000000"/>
                      </a:solidFill>
                      <a:latin typeface="Arial" charset="0"/>
                      <a:ea typeface="黑体" pitchFamily="2" charset="-122"/>
                    </a:rPr>
                    <a:t> H</a:t>
                  </a:r>
                  <a:r>
                    <a:rPr lang="en-US" altLang="zh-CN" sz="2000" b="1" baseline="-25000" dirty="0">
                      <a:solidFill>
                        <a:srgbClr val="000000"/>
                      </a:solidFill>
                      <a:latin typeface="Arial" charset="0"/>
                      <a:ea typeface="黑体" pitchFamily="2" charset="-122"/>
                    </a:rPr>
                    <a:t>2</a:t>
                  </a:r>
                </a:p>
              </p:txBody>
            </p:sp>
            <p:pic>
              <p:nvPicPr>
                <p:cNvPr id="11305" name="Picture 3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84" y="1207"/>
                  <a:ext cx="317"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1296" name="Line 32"/>
              <p:cNvSpPr>
                <a:spLocks noChangeShapeType="1"/>
              </p:cNvSpPr>
              <p:nvPr/>
            </p:nvSpPr>
            <p:spPr bwMode="auto">
              <a:xfrm flipV="1">
                <a:off x="4108450" y="3730625"/>
                <a:ext cx="1776413" cy="11271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297" name="Line 33"/>
              <p:cNvSpPr>
                <a:spLocks noChangeShapeType="1"/>
              </p:cNvSpPr>
              <p:nvPr/>
            </p:nvSpPr>
            <p:spPr bwMode="auto">
              <a:xfrm>
                <a:off x="6054725" y="3730625"/>
                <a:ext cx="1692275" cy="12128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pic>
            <p:nvPicPr>
              <p:cNvPr id="11298" name="Picture 3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51263" y="4770438"/>
                <a:ext cx="611187"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1299" name="Picture 3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16588" y="4337050"/>
                <a:ext cx="612775"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1300" name="Picture 37"/>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08863" y="4857750"/>
                <a:ext cx="612775"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1301" name="Picture 38"/>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30863" y="3556000"/>
                <a:ext cx="612775"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1302" name="Freeform 39"/>
              <p:cNvSpPr>
                <a:spLocks/>
              </p:cNvSpPr>
              <p:nvPr/>
            </p:nvSpPr>
            <p:spPr bwMode="auto">
              <a:xfrm>
                <a:off x="2835275" y="4360863"/>
                <a:ext cx="6181725" cy="828675"/>
              </a:xfrm>
              <a:custGeom>
                <a:avLst/>
                <a:gdLst>
                  <a:gd name="T0" fmla="*/ 0 w 3314"/>
                  <a:gd name="T1" fmla="*/ 0 h 433"/>
                  <a:gd name="T2" fmla="*/ 2147483646 w 3314"/>
                  <a:gd name="T3" fmla="*/ 2147483646 h 433"/>
                  <a:gd name="T4" fmla="*/ 2147483646 w 3314"/>
                  <a:gd name="T5" fmla="*/ 2147483646 h 433"/>
                  <a:gd name="T6" fmla="*/ 2147483646 w 3314"/>
                  <a:gd name="T7" fmla="*/ 2147483646 h 433"/>
                  <a:gd name="T8" fmla="*/ 2147483646 w 3314"/>
                  <a:gd name="T9" fmla="*/ 2147483646 h 433"/>
                  <a:gd name="T10" fmla="*/ 2147483646 w 3314"/>
                  <a:gd name="T11" fmla="*/ 2147483646 h 433"/>
                  <a:gd name="T12" fmla="*/ 2147483646 w 3314"/>
                  <a:gd name="T13" fmla="*/ 2147483646 h 433"/>
                  <a:gd name="T14" fmla="*/ 2147483646 w 3314"/>
                  <a:gd name="T15" fmla="*/ 2147483646 h 433"/>
                  <a:gd name="T16" fmla="*/ 2147483646 w 3314"/>
                  <a:gd name="T17" fmla="*/ 2147483646 h 433"/>
                  <a:gd name="T18" fmla="*/ 2147483646 w 3314"/>
                  <a:gd name="T19" fmla="*/ 2147483646 h 433"/>
                  <a:gd name="T20" fmla="*/ 2147483646 w 3314"/>
                  <a:gd name="T21" fmla="*/ 2147483646 h 433"/>
                  <a:gd name="T22" fmla="*/ 2147483646 w 3314"/>
                  <a:gd name="T23" fmla="*/ 2147483646 h 433"/>
                  <a:gd name="T24" fmla="*/ 2147483646 w 3314"/>
                  <a:gd name="T25" fmla="*/ 2147483646 h 433"/>
                  <a:gd name="T26" fmla="*/ 2147483646 w 3314"/>
                  <a:gd name="T27" fmla="*/ 2147483646 h 433"/>
                  <a:gd name="T28" fmla="*/ 2147483646 w 3314"/>
                  <a:gd name="T29" fmla="*/ 2147483646 h 4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314"/>
                  <a:gd name="T46" fmla="*/ 0 h 433"/>
                  <a:gd name="T47" fmla="*/ 3314 w 3314"/>
                  <a:gd name="T48" fmla="*/ 433 h 4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314" h="433">
                    <a:moveTo>
                      <a:pt x="0" y="0"/>
                    </a:moveTo>
                    <a:cubicBezTo>
                      <a:pt x="27" y="26"/>
                      <a:pt x="138" y="116"/>
                      <a:pt x="184" y="158"/>
                    </a:cubicBezTo>
                    <a:cubicBezTo>
                      <a:pt x="230" y="200"/>
                      <a:pt x="245" y="225"/>
                      <a:pt x="275" y="249"/>
                    </a:cubicBezTo>
                    <a:cubicBezTo>
                      <a:pt x="305" y="273"/>
                      <a:pt x="326" y="281"/>
                      <a:pt x="362" y="300"/>
                    </a:cubicBezTo>
                    <a:cubicBezTo>
                      <a:pt x="398" y="319"/>
                      <a:pt x="441" y="350"/>
                      <a:pt x="494" y="364"/>
                    </a:cubicBezTo>
                    <a:cubicBezTo>
                      <a:pt x="547" y="378"/>
                      <a:pt x="606" y="389"/>
                      <a:pt x="683" y="385"/>
                    </a:cubicBezTo>
                    <a:cubicBezTo>
                      <a:pt x="760" y="381"/>
                      <a:pt x="819" y="367"/>
                      <a:pt x="955" y="339"/>
                    </a:cubicBezTo>
                    <a:cubicBezTo>
                      <a:pt x="1091" y="311"/>
                      <a:pt x="1348" y="236"/>
                      <a:pt x="1498" y="216"/>
                    </a:cubicBezTo>
                    <a:cubicBezTo>
                      <a:pt x="1648" y="196"/>
                      <a:pt x="1735" y="199"/>
                      <a:pt x="1854" y="216"/>
                    </a:cubicBezTo>
                    <a:cubicBezTo>
                      <a:pt x="1973" y="233"/>
                      <a:pt x="2111" y="287"/>
                      <a:pt x="2210" y="316"/>
                    </a:cubicBezTo>
                    <a:cubicBezTo>
                      <a:pt x="2309" y="345"/>
                      <a:pt x="2380" y="373"/>
                      <a:pt x="2450" y="392"/>
                    </a:cubicBezTo>
                    <a:cubicBezTo>
                      <a:pt x="2520" y="411"/>
                      <a:pt x="2569" y="433"/>
                      <a:pt x="2633" y="430"/>
                    </a:cubicBezTo>
                    <a:cubicBezTo>
                      <a:pt x="2697" y="427"/>
                      <a:pt x="2774" y="398"/>
                      <a:pt x="2834" y="372"/>
                    </a:cubicBezTo>
                    <a:cubicBezTo>
                      <a:pt x="2894" y="346"/>
                      <a:pt x="2914" y="334"/>
                      <a:pt x="2994" y="276"/>
                    </a:cubicBezTo>
                    <a:cubicBezTo>
                      <a:pt x="3074" y="218"/>
                      <a:pt x="3247" y="75"/>
                      <a:pt x="3314" y="22"/>
                    </a:cubicBezTo>
                  </a:path>
                </a:pathLst>
              </a:custGeom>
              <a:noFill/>
              <a:ln w="76200">
                <a:solidFill>
                  <a:schemeClr val="hlink"/>
                </a:solidFill>
                <a:round/>
                <a:headEnd type="triangle" w="med" len="lg"/>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11303" name="Text Box 40"/>
              <p:cNvSpPr txBox="1">
                <a:spLocks noChangeArrowheads="1"/>
              </p:cNvSpPr>
              <p:nvPr/>
            </p:nvSpPr>
            <p:spPr bwMode="auto">
              <a:xfrm>
                <a:off x="5545138" y="4779963"/>
                <a:ext cx="111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zh-CN" altLang="en-US" sz="2400" b="1" dirty="0">
                    <a:solidFill>
                      <a:srgbClr val="000000"/>
                    </a:solidFill>
                    <a:latin typeface="Arial" charset="0"/>
                    <a:ea typeface="黑体" pitchFamily="2" charset="-122"/>
                  </a:rPr>
                  <a:t>虚电路</a:t>
                </a:r>
                <a:endParaRPr lang="zh-CN" altLang="en-US" sz="2400" b="1" baseline="-25000" dirty="0">
                  <a:solidFill>
                    <a:srgbClr val="000000"/>
                  </a:solidFill>
                  <a:latin typeface="Arial" charset="0"/>
                  <a:ea typeface="黑体" pitchFamily="2" charset="-122"/>
                </a:endParaRPr>
              </a:p>
            </p:txBody>
          </p:sp>
        </p:grpSp>
      </p:grpSp>
      <p:sp>
        <p:nvSpPr>
          <p:cNvPr id="11269" name="Text Box 44"/>
          <p:cNvSpPr txBox="1">
            <a:spLocks noChangeArrowheads="1"/>
          </p:cNvSpPr>
          <p:nvPr/>
        </p:nvSpPr>
        <p:spPr bwMode="auto">
          <a:xfrm>
            <a:off x="1752642" y="5930116"/>
            <a:ext cx="9167894" cy="523220"/>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800" b="1" dirty="0">
                <a:latin typeface="Arial" charset="0"/>
                <a:ea typeface="黑体" pitchFamily="2" charset="-122"/>
              </a:rPr>
              <a:t>H</a:t>
            </a:r>
            <a:r>
              <a:rPr lang="en-US" altLang="zh-CN" sz="2800" b="1" baseline="-25000" dirty="0">
                <a:latin typeface="Arial" charset="0"/>
                <a:ea typeface="黑体" pitchFamily="2" charset="-122"/>
              </a:rPr>
              <a:t>1</a:t>
            </a:r>
            <a:r>
              <a:rPr lang="en-US" altLang="zh-CN" sz="2800" b="1" dirty="0">
                <a:latin typeface="Arial" charset="0"/>
                <a:ea typeface="黑体" pitchFamily="2" charset="-122"/>
              </a:rPr>
              <a:t> </a:t>
            </a:r>
            <a:r>
              <a:rPr lang="zh-CN" altLang="en-US" sz="2800" b="1" dirty="0">
                <a:latin typeface="Arial" charset="0"/>
                <a:ea typeface="黑体" pitchFamily="2" charset="-122"/>
              </a:rPr>
              <a:t>发送给 </a:t>
            </a:r>
            <a:r>
              <a:rPr lang="en-US" altLang="zh-CN" sz="2800" b="1" dirty="0">
                <a:latin typeface="Arial" charset="0"/>
                <a:ea typeface="黑体" pitchFamily="2" charset="-122"/>
              </a:rPr>
              <a:t>H</a:t>
            </a:r>
            <a:r>
              <a:rPr lang="en-US" altLang="zh-CN" sz="2800" b="1" baseline="-25000" dirty="0">
                <a:latin typeface="Arial" charset="0"/>
                <a:ea typeface="黑体" pitchFamily="2" charset="-122"/>
              </a:rPr>
              <a:t>2</a:t>
            </a:r>
            <a:r>
              <a:rPr lang="en-US" altLang="zh-CN" sz="2800" b="1" dirty="0">
                <a:latin typeface="Arial" charset="0"/>
                <a:ea typeface="黑体" pitchFamily="2" charset="-122"/>
              </a:rPr>
              <a:t> </a:t>
            </a:r>
            <a:r>
              <a:rPr lang="zh-CN" altLang="en-US" sz="2800" b="1" dirty="0">
                <a:latin typeface="Arial" charset="0"/>
                <a:ea typeface="黑体" pitchFamily="2" charset="-122"/>
              </a:rPr>
              <a:t>的所有分组都</a:t>
            </a:r>
            <a:r>
              <a:rPr lang="zh-CN" altLang="en-US" sz="2800" b="1" dirty="0" smtClean="0">
                <a:latin typeface="Arial" charset="0"/>
                <a:ea typeface="黑体" pitchFamily="2" charset="-122"/>
              </a:rPr>
              <a:t>沿着事先建立好的虚电路</a:t>
            </a:r>
            <a:r>
              <a:rPr lang="zh-CN" altLang="en-US" sz="2800" b="1" dirty="0">
                <a:latin typeface="Arial" charset="0"/>
                <a:ea typeface="黑体" pitchFamily="2" charset="-122"/>
              </a:rPr>
              <a:t>传送</a:t>
            </a:r>
          </a:p>
        </p:txBody>
      </p:sp>
    </p:spTree>
    <p:extLst>
      <p:ext uri="{BB962C8B-B14F-4D97-AF65-F5344CB8AC3E}">
        <p14:creationId xmlns:p14="http://schemas.microsoft.com/office/powerpoint/2010/main" val="1505647959"/>
      </p:ext>
    </p:extLst>
  </p:cSld>
  <p:clrMapOvr>
    <a:masterClrMapping/>
  </p:clrMapOvr>
  <p:transition spd="slow"/>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zh-CN" altLang="en-US" dirty="0" smtClean="0"/>
              <a:t>数据报服务</a:t>
            </a:r>
          </a:p>
        </p:txBody>
      </p:sp>
      <p:sp>
        <p:nvSpPr>
          <p:cNvPr id="14339" name="Rectangle 3">
            <a:extLst>
              <a:ext uri="{FF2B5EF4-FFF2-40B4-BE49-F238E27FC236}"/>
            </a:extLst>
          </p:cNvPr>
          <p:cNvSpPr>
            <a:spLocks noGrp="1" noChangeArrowheads="1"/>
          </p:cNvSpPr>
          <p:nvPr>
            <p:ph idx="1"/>
          </p:nvPr>
        </p:nvSpPr>
        <p:spPr>
          <a:xfrm>
            <a:off x="442912" y="1266825"/>
            <a:ext cx="11269712" cy="4895850"/>
          </a:xfrm>
        </p:spPr>
        <p:txBody>
          <a:bodyPr/>
          <a:lstStyle/>
          <a:p>
            <a:pPr eaLnBrk="1" hangingPunct="1">
              <a:defRPr/>
            </a:pPr>
            <a:r>
              <a:rPr lang="zh-CN" altLang="en-US" b="1" dirty="0" smtClean="0"/>
              <a:t>另一种观点认为，网络层应尽量简单，向上</a:t>
            </a:r>
            <a:r>
              <a:rPr lang="zh-CN" altLang="en-US" b="1" dirty="0"/>
              <a:t>只提供</a:t>
            </a:r>
            <a:r>
              <a:rPr lang="zh-CN" altLang="en-US" b="1" dirty="0">
                <a:solidFill>
                  <a:schemeClr val="tx2">
                    <a:lumMod val="60000"/>
                    <a:lumOff val="40000"/>
                  </a:schemeClr>
                </a:solidFill>
              </a:rPr>
              <a:t>简单灵活</a:t>
            </a:r>
            <a:r>
              <a:rPr lang="zh-CN" altLang="en-US" b="1" dirty="0"/>
              <a:t>的、</a:t>
            </a:r>
            <a:r>
              <a:rPr lang="zh-CN" altLang="en-US" b="1" dirty="0">
                <a:solidFill>
                  <a:schemeClr val="tx2">
                    <a:lumMod val="60000"/>
                    <a:lumOff val="40000"/>
                  </a:schemeClr>
                </a:solidFill>
              </a:rPr>
              <a:t>无连接</a:t>
            </a:r>
            <a:r>
              <a:rPr lang="zh-CN" altLang="en-US" b="1" dirty="0"/>
              <a:t>的、</a:t>
            </a:r>
            <a:r>
              <a:rPr lang="zh-CN" altLang="en-US" b="1" dirty="0">
                <a:solidFill>
                  <a:schemeClr val="tx2">
                    <a:lumMod val="60000"/>
                    <a:lumOff val="40000"/>
                  </a:schemeClr>
                </a:solidFill>
              </a:rPr>
              <a:t>尽最大努力交付</a:t>
            </a:r>
            <a:r>
              <a:rPr lang="zh-CN" altLang="en-US" b="1" dirty="0"/>
              <a:t>的</a:t>
            </a:r>
            <a:r>
              <a:rPr lang="zh-CN" altLang="en-US" b="1" dirty="0">
                <a:solidFill>
                  <a:srgbClr val="FF0000"/>
                </a:solidFill>
              </a:rPr>
              <a:t>数据报服务</a:t>
            </a:r>
            <a:r>
              <a:rPr lang="zh-CN" altLang="en-US" b="1" dirty="0"/>
              <a:t>。</a:t>
            </a:r>
          </a:p>
          <a:p>
            <a:pPr eaLnBrk="1" hangingPunct="1">
              <a:defRPr/>
            </a:pPr>
            <a:r>
              <a:rPr lang="zh-CN" altLang="en-US" b="1" dirty="0"/>
              <a:t>网络在发送分组时不需要先建立连接。每一个分组（即 </a:t>
            </a:r>
            <a:r>
              <a:rPr lang="en-US" altLang="zh-CN" b="1" dirty="0"/>
              <a:t>IP </a:t>
            </a:r>
            <a:r>
              <a:rPr lang="zh-CN" altLang="en-US" b="1" dirty="0"/>
              <a:t>数据报）独立发送，与其前后的分组无关（不进行编号）。</a:t>
            </a:r>
          </a:p>
          <a:p>
            <a:pPr eaLnBrk="1" hangingPunct="1">
              <a:defRPr/>
            </a:pPr>
            <a:r>
              <a:rPr lang="zh-CN" altLang="en-US" b="1" dirty="0"/>
              <a:t>网络层不提供服务质量的</a:t>
            </a:r>
            <a:r>
              <a:rPr lang="zh-CN" altLang="en-US" b="1" dirty="0" smtClean="0"/>
              <a:t>承诺</a:t>
            </a:r>
            <a:r>
              <a:rPr lang="zh-CN" altLang="en-US" b="1" dirty="0"/>
              <a:t>，</a:t>
            </a:r>
            <a:r>
              <a:rPr lang="zh-CN" altLang="en-US" b="1" dirty="0" smtClean="0"/>
              <a:t>所</a:t>
            </a:r>
            <a:r>
              <a:rPr lang="zh-CN" altLang="en-US" b="1" dirty="0"/>
              <a:t>传送的分组可能出错、丢失、重复和失序（不按序到达终点），当然也不保证</a:t>
            </a:r>
            <a:r>
              <a:rPr lang="zh-CN" altLang="en-US" b="1" dirty="0" smtClean="0"/>
              <a:t>分组</a:t>
            </a:r>
            <a:r>
              <a:rPr lang="zh-CN" altLang="en-US" b="1" dirty="0"/>
              <a:t>交付</a:t>
            </a:r>
            <a:r>
              <a:rPr lang="zh-CN" altLang="en-US" b="1" dirty="0" smtClean="0"/>
              <a:t>的</a:t>
            </a:r>
            <a:r>
              <a:rPr lang="zh-CN" altLang="en-US" b="1" dirty="0"/>
              <a:t>时限。</a:t>
            </a:r>
          </a:p>
          <a:p>
            <a:pPr indent="0" eaLnBrk="1" hangingPunct="1">
              <a:lnSpc>
                <a:spcPts val="3000"/>
              </a:lnSpc>
              <a:buFont typeface="Wingdings" pitchFamily="2" charset="2"/>
              <a:buNone/>
              <a:defRPr/>
            </a:pPr>
            <a:endParaRPr lang="zh-CN" altLang="en-US" b="1" dirty="0"/>
          </a:p>
        </p:txBody>
      </p:sp>
    </p:spTree>
    <p:extLst>
      <p:ext uri="{BB962C8B-B14F-4D97-AF65-F5344CB8AC3E}">
        <p14:creationId xmlns:p14="http://schemas.microsoft.com/office/powerpoint/2010/main" val="2741601435"/>
      </p:ext>
    </p:extLst>
  </p:cSld>
  <p:clrMapOvr>
    <a:masterClrMapping/>
  </p:clrMapOvr>
  <p:transition spd="slow"/>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zh-CN" altLang="en-US" dirty="0" smtClean="0"/>
              <a:t>数据报服务</a:t>
            </a:r>
            <a:endParaRPr lang="en-US" altLang="zh-CN" dirty="0" smtClean="0"/>
          </a:p>
        </p:txBody>
      </p:sp>
      <p:grpSp>
        <p:nvGrpSpPr>
          <p:cNvPr id="14339" name="组合 2"/>
          <p:cNvGrpSpPr>
            <a:grpSpLocks/>
          </p:cNvGrpSpPr>
          <p:nvPr/>
        </p:nvGrpSpPr>
        <p:grpSpPr bwMode="auto">
          <a:xfrm>
            <a:off x="839416" y="1773238"/>
            <a:ext cx="10963255" cy="4201603"/>
            <a:chOff x="1889565" y="1773238"/>
            <a:chExt cx="9070228" cy="3109824"/>
          </a:xfrm>
        </p:grpSpPr>
        <p:sp>
          <p:nvSpPr>
            <p:cNvPr id="14342" name="Rectangle 8"/>
            <p:cNvSpPr>
              <a:spLocks noChangeArrowheads="1"/>
            </p:cNvSpPr>
            <p:nvPr/>
          </p:nvSpPr>
          <p:spPr bwMode="auto">
            <a:xfrm>
              <a:off x="1984437" y="2447925"/>
              <a:ext cx="1427043" cy="32067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4343" name="Text Box 9"/>
            <p:cNvSpPr txBox="1">
              <a:spLocks noChangeArrowheads="1"/>
            </p:cNvSpPr>
            <p:nvPr/>
          </p:nvSpPr>
          <p:spPr bwMode="auto">
            <a:xfrm>
              <a:off x="1889565" y="1773238"/>
              <a:ext cx="1638067" cy="1662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lang="zh-CN" altLang="en-US" sz="2800" b="1" dirty="0">
                  <a:solidFill>
                    <a:srgbClr val="000000"/>
                  </a:solidFill>
                  <a:latin typeface="Arial" charset="0"/>
                  <a:ea typeface="黑体" pitchFamily="2" charset="-122"/>
                </a:rPr>
                <a:t>应用层</a:t>
              </a:r>
            </a:p>
            <a:p>
              <a:pPr algn="ctr" eaLnBrk="1" hangingPunct="1"/>
              <a:r>
                <a:rPr lang="zh-CN" altLang="en-US" sz="2800" b="1" dirty="0">
                  <a:solidFill>
                    <a:srgbClr val="000000"/>
                  </a:solidFill>
                  <a:latin typeface="Arial" charset="0"/>
                  <a:ea typeface="黑体" pitchFamily="2" charset="-122"/>
                </a:rPr>
                <a:t>运输层</a:t>
              </a:r>
            </a:p>
            <a:p>
              <a:pPr algn="ctr" eaLnBrk="1" hangingPunct="1"/>
              <a:r>
                <a:rPr lang="zh-CN" altLang="en-US" sz="2800" b="1" dirty="0">
                  <a:solidFill>
                    <a:srgbClr val="000000"/>
                  </a:solidFill>
                  <a:latin typeface="Arial" charset="0"/>
                  <a:ea typeface="黑体" pitchFamily="2" charset="-122"/>
                </a:rPr>
                <a:t>网络层</a:t>
              </a:r>
            </a:p>
            <a:p>
              <a:pPr algn="ctr" eaLnBrk="1" hangingPunct="1"/>
              <a:r>
                <a:rPr lang="zh-CN" altLang="en-US" sz="2800" b="1" dirty="0">
                  <a:solidFill>
                    <a:srgbClr val="000000"/>
                  </a:solidFill>
                  <a:latin typeface="Arial" charset="0"/>
                  <a:ea typeface="黑体" pitchFamily="2" charset="-122"/>
                </a:rPr>
                <a:t>数据链路层</a:t>
              </a:r>
            </a:p>
            <a:p>
              <a:pPr algn="ctr" eaLnBrk="1" hangingPunct="1"/>
              <a:r>
                <a:rPr lang="zh-CN" altLang="en-US" sz="2800" b="1" dirty="0">
                  <a:solidFill>
                    <a:srgbClr val="000000"/>
                  </a:solidFill>
                  <a:latin typeface="Arial" charset="0"/>
                  <a:ea typeface="黑体" pitchFamily="2" charset="-122"/>
                </a:rPr>
                <a:t>物理层</a:t>
              </a:r>
            </a:p>
          </p:txBody>
        </p:sp>
        <p:sp>
          <p:nvSpPr>
            <p:cNvPr id="14340" name="Rectangle 16"/>
            <p:cNvSpPr>
              <a:spLocks noChangeArrowheads="1"/>
            </p:cNvSpPr>
            <p:nvPr/>
          </p:nvSpPr>
          <p:spPr bwMode="auto">
            <a:xfrm>
              <a:off x="8870949" y="2536825"/>
              <a:ext cx="1450858" cy="32067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4341" name="Text Box 17"/>
            <p:cNvSpPr txBox="1">
              <a:spLocks noChangeArrowheads="1"/>
            </p:cNvSpPr>
            <p:nvPr/>
          </p:nvSpPr>
          <p:spPr bwMode="auto">
            <a:xfrm>
              <a:off x="8770633" y="1846263"/>
              <a:ext cx="1638067" cy="1662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lang="zh-CN" altLang="en-US" sz="2800" b="1" dirty="0">
                  <a:solidFill>
                    <a:srgbClr val="000000"/>
                  </a:solidFill>
                  <a:latin typeface="Arial" charset="0"/>
                  <a:ea typeface="黑体" pitchFamily="2" charset="-122"/>
                </a:rPr>
                <a:t>应用层</a:t>
              </a:r>
            </a:p>
            <a:p>
              <a:pPr algn="ctr" eaLnBrk="1" hangingPunct="1"/>
              <a:r>
                <a:rPr lang="zh-CN" altLang="en-US" sz="2800" b="1" dirty="0">
                  <a:solidFill>
                    <a:srgbClr val="000000"/>
                  </a:solidFill>
                  <a:latin typeface="Arial" charset="0"/>
                  <a:ea typeface="黑体" pitchFamily="2" charset="-122"/>
                </a:rPr>
                <a:t>运输层</a:t>
              </a:r>
            </a:p>
            <a:p>
              <a:pPr algn="ctr" eaLnBrk="1" hangingPunct="1"/>
              <a:r>
                <a:rPr lang="zh-CN" altLang="en-US" sz="2800" b="1" dirty="0">
                  <a:solidFill>
                    <a:srgbClr val="000000"/>
                  </a:solidFill>
                  <a:latin typeface="Arial" charset="0"/>
                  <a:ea typeface="黑体" pitchFamily="2" charset="-122"/>
                </a:rPr>
                <a:t>网络层</a:t>
              </a:r>
            </a:p>
            <a:p>
              <a:pPr algn="ctr" eaLnBrk="1" hangingPunct="1"/>
              <a:r>
                <a:rPr lang="zh-CN" altLang="en-US" sz="2800" b="1" dirty="0">
                  <a:solidFill>
                    <a:srgbClr val="000000"/>
                  </a:solidFill>
                  <a:latin typeface="Arial" charset="0"/>
                  <a:ea typeface="黑体" pitchFamily="2" charset="-122"/>
                </a:rPr>
                <a:t>数据链路层</a:t>
              </a:r>
            </a:p>
            <a:p>
              <a:pPr algn="ctr" eaLnBrk="1" hangingPunct="1"/>
              <a:r>
                <a:rPr lang="zh-CN" altLang="en-US" sz="2800" b="1" dirty="0">
                  <a:solidFill>
                    <a:srgbClr val="000000"/>
                  </a:solidFill>
                  <a:latin typeface="Arial" charset="0"/>
                  <a:ea typeface="黑体" pitchFamily="2" charset="-122"/>
                </a:rPr>
                <a:t>物理层</a:t>
              </a:r>
            </a:p>
          </p:txBody>
        </p:sp>
        <p:sp>
          <p:nvSpPr>
            <p:cNvPr id="14344" name="Line 4"/>
            <p:cNvSpPr>
              <a:spLocks noChangeShapeType="1"/>
            </p:cNvSpPr>
            <p:nvPr/>
          </p:nvSpPr>
          <p:spPr bwMode="auto">
            <a:xfrm>
              <a:off x="6184900" y="2060575"/>
              <a:ext cx="53975" cy="5810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4345" name="AutoShape 5"/>
            <p:cNvSpPr>
              <a:spLocks noChangeArrowheads="1"/>
            </p:cNvSpPr>
            <p:nvPr/>
          </p:nvSpPr>
          <p:spPr bwMode="auto">
            <a:xfrm>
              <a:off x="5316538" y="3227388"/>
              <a:ext cx="636587" cy="627062"/>
            </a:xfrm>
            <a:prstGeom prst="irregularSeal2">
              <a:avLst/>
            </a:prstGeom>
            <a:solidFill>
              <a:srgbClr val="FFCCCC"/>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4346" name="Line 6"/>
            <p:cNvSpPr>
              <a:spLocks noChangeShapeType="1"/>
            </p:cNvSpPr>
            <p:nvPr/>
          </p:nvSpPr>
          <p:spPr bwMode="auto">
            <a:xfrm>
              <a:off x="3725863" y="2959100"/>
              <a:ext cx="477837" cy="268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4347" name="Rectangle 10"/>
            <p:cNvSpPr>
              <a:spLocks noChangeArrowheads="1"/>
            </p:cNvSpPr>
            <p:nvPr/>
          </p:nvSpPr>
          <p:spPr bwMode="auto">
            <a:xfrm>
              <a:off x="1976557" y="1836738"/>
              <a:ext cx="1439744" cy="15128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14348" name="Line 11"/>
            <p:cNvSpPr>
              <a:spLocks noChangeShapeType="1"/>
            </p:cNvSpPr>
            <p:nvPr/>
          </p:nvSpPr>
          <p:spPr bwMode="auto">
            <a:xfrm flipV="1">
              <a:off x="1976557" y="2159000"/>
              <a:ext cx="143974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4349" name="Line 12"/>
            <p:cNvSpPr>
              <a:spLocks noChangeShapeType="1"/>
            </p:cNvSpPr>
            <p:nvPr/>
          </p:nvSpPr>
          <p:spPr bwMode="auto">
            <a:xfrm>
              <a:off x="1976557" y="2457450"/>
              <a:ext cx="143974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4350" name="Line 13"/>
            <p:cNvSpPr>
              <a:spLocks noChangeShapeType="1"/>
            </p:cNvSpPr>
            <p:nvPr/>
          </p:nvSpPr>
          <p:spPr bwMode="auto">
            <a:xfrm>
              <a:off x="1976557" y="2754633"/>
              <a:ext cx="1439744" cy="12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4351" name="Line 14"/>
            <p:cNvSpPr>
              <a:spLocks noChangeShapeType="1"/>
            </p:cNvSpPr>
            <p:nvPr/>
          </p:nvSpPr>
          <p:spPr bwMode="auto">
            <a:xfrm>
              <a:off x="1976556" y="3063873"/>
              <a:ext cx="1439745"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4352" name="Rectangle 18"/>
            <p:cNvSpPr>
              <a:spLocks noChangeArrowheads="1"/>
            </p:cNvSpPr>
            <p:nvPr/>
          </p:nvSpPr>
          <p:spPr bwMode="auto">
            <a:xfrm>
              <a:off x="8851900" y="1925638"/>
              <a:ext cx="1469909" cy="15128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14353" name="Line 19"/>
            <p:cNvSpPr>
              <a:spLocks noChangeShapeType="1"/>
            </p:cNvSpPr>
            <p:nvPr/>
          </p:nvSpPr>
          <p:spPr bwMode="auto">
            <a:xfrm>
              <a:off x="8851900" y="2247900"/>
              <a:ext cx="146990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4354" name="Line 20"/>
            <p:cNvSpPr>
              <a:spLocks noChangeShapeType="1"/>
            </p:cNvSpPr>
            <p:nvPr/>
          </p:nvSpPr>
          <p:spPr bwMode="auto">
            <a:xfrm flipV="1">
              <a:off x="8870950" y="2536824"/>
              <a:ext cx="1450859"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4355" name="Line 21"/>
            <p:cNvSpPr>
              <a:spLocks noChangeShapeType="1"/>
            </p:cNvSpPr>
            <p:nvPr/>
          </p:nvSpPr>
          <p:spPr bwMode="auto">
            <a:xfrm>
              <a:off x="8851899" y="2844800"/>
              <a:ext cx="1469909" cy="79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4356" name="Line 22"/>
            <p:cNvSpPr>
              <a:spLocks noChangeShapeType="1"/>
            </p:cNvSpPr>
            <p:nvPr/>
          </p:nvSpPr>
          <p:spPr bwMode="auto">
            <a:xfrm>
              <a:off x="8851900" y="3146425"/>
              <a:ext cx="14699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4357" name="Text Box 23"/>
            <p:cNvSpPr txBox="1">
              <a:spLocks noChangeArrowheads="1"/>
            </p:cNvSpPr>
            <p:nvPr/>
          </p:nvSpPr>
          <p:spPr bwMode="auto">
            <a:xfrm>
              <a:off x="3567113" y="2012950"/>
              <a:ext cx="384867" cy="296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000" b="1" dirty="0">
                  <a:solidFill>
                    <a:srgbClr val="000000"/>
                  </a:solidFill>
                  <a:latin typeface="Arial" charset="0"/>
                  <a:ea typeface="黑体" pitchFamily="2" charset="-122"/>
                </a:rPr>
                <a:t>H</a:t>
              </a:r>
              <a:r>
                <a:rPr lang="en-US" altLang="zh-CN" sz="2000" b="1" baseline="-25000" dirty="0">
                  <a:solidFill>
                    <a:srgbClr val="000000"/>
                  </a:solidFill>
                  <a:latin typeface="Arial" charset="0"/>
                  <a:ea typeface="黑体" pitchFamily="2" charset="-122"/>
                </a:rPr>
                <a:t>1</a:t>
              </a:r>
            </a:p>
          </p:txBody>
        </p:sp>
        <p:pic>
          <p:nvPicPr>
            <p:cNvPr id="14358" name="Picture 2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7738" y="2390775"/>
              <a:ext cx="555625"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59" name="Line 25"/>
            <p:cNvSpPr>
              <a:spLocks noChangeShapeType="1"/>
            </p:cNvSpPr>
            <p:nvPr/>
          </p:nvSpPr>
          <p:spPr bwMode="auto">
            <a:xfrm>
              <a:off x="4521200" y="3227388"/>
              <a:ext cx="1511300" cy="6270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4360" name="Line 26"/>
            <p:cNvSpPr>
              <a:spLocks noChangeShapeType="1"/>
            </p:cNvSpPr>
            <p:nvPr/>
          </p:nvSpPr>
          <p:spPr bwMode="auto">
            <a:xfrm flipV="1">
              <a:off x="4441825" y="2778125"/>
              <a:ext cx="1751013" cy="449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4361" name="Line 27"/>
            <p:cNvSpPr>
              <a:spLocks noChangeShapeType="1"/>
            </p:cNvSpPr>
            <p:nvPr/>
          </p:nvSpPr>
          <p:spPr bwMode="auto">
            <a:xfrm>
              <a:off x="6350000" y="2778125"/>
              <a:ext cx="1433513" cy="5381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4362" name="Line 28"/>
            <p:cNvSpPr>
              <a:spLocks noChangeShapeType="1"/>
            </p:cNvSpPr>
            <p:nvPr/>
          </p:nvSpPr>
          <p:spPr bwMode="auto">
            <a:xfrm flipV="1">
              <a:off x="6192838" y="3406775"/>
              <a:ext cx="1590675" cy="4476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4363" name="Line 29"/>
            <p:cNvSpPr>
              <a:spLocks noChangeShapeType="1"/>
            </p:cNvSpPr>
            <p:nvPr/>
          </p:nvSpPr>
          <p:spPr bwMode="auto">
            <a:xfrm flipV="1">
              <a:off x="7861300" y="2959100"/>
              <a:ext cx="636588" cy="3571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14364" name="Group 30"/>
            <p:cNvGrpSpPr>
              <a:grpSpLocks/>
            </p:cNvGrpSpPr>
            <p:nvPr/>
          </p:nvGrpSpPr>
          <p:grpSpPr bwMode="auto">
            <a:xfrm>
              <a:off x="8259763" y="2012950"/>
              <a:ext cx="555625" cy="1077913"/>
              <a:chOff x="5284" y="1002"/>
              <a:chExt cx="317" cy="545"/>
            </a:xfrm>
          </p:grpSpPr>
          <p:sp>
            <p:nvSpPr>
              <p:cNvPr id="14407" name="Text Box 31"/>
              <p:cNvSpPr txBox="1">
                <a:spLocks noChangeArrowheads="1"/>
              </p:cNvSpPr>
              <p:nvPr/>
            </p:nvSpPr>
            <p:spPr bwMode="auto">
              <a:xfrm>
                <a:off x="5284" y="1002"/>
                <a:ext cx="253"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000" b="1" dirty="0">
                    <a:solidFill>
                      <a:srgbClr val="000000"/>
                    </a:solidFill>
                    <a:latin typeface="Arial" charset="0"/>
                    <a:ea typeface="黑体" pitchFamily="2" charset="-122"/>
                  </a:rPr>
                  <a:t> H</a:t>
                </a:r>
                <a:r>
                  <a:rPr lang="en-US" altLang="zh-CN" sz="2000" b="1" baseline="-25000" dirty="0">
                    <a:solidFill>
                      <a:srgbClr val="000000"/>
                    </a:solidFill>
                    <a:latin typeface="Arial" charset="0"/>
                    <a:ea typeface="黑体" pitchFamily="2" charset="-122"/>
                  </a:rPr>
                  <a:t>2</a:t>
                </a:r>
              </a:p>
            </p:txBody>
          </p:sp>
          <p:pic>
            <p:nvPicPr>
              <p:cNvPr id="14408" name="Picture 3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4" y="1207"/>
                <a:ext cx="317"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365" name="Line 33"/>
            <p:cNvSpPr>
              <a:spLocks noChangeShapeType="1"/>
            </p:cNvSpPr>
            <p:nvPr/>
          </p:nvSpPr>
          <p:spPr bwMode="auto">
            <a:xfrm flipV="1">
              <a:off x="4441825" y="1971675"/>
              <a:ext cx="1670050" cy="11668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4366" name="Line 34"/>
            <p:cNvSpPr>
              <a:spLocks noChangeShapeType="1"/>
            </p:cNvSpPr>
            <p:nvPr/>
          </p:nvSpPr>
          <p:spPr bwMode="auto">
            <a:xfrm>
              <a:off x="6270625" y="1971675"/>
              <a:ext cx="1590675" cy="12557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pic>
          <p:nvPicPr>
            <p:cNvPr id="14367" name="Picture 3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05275" y="3048000"/>
              <a:ext cx="574675"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4368" name="Picture 3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3125" y="2600325"/>
              <a:ext cx="576263"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4369" name="Picture 3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4375" y="3676650"/>
              <a:ext cx="574675"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4370" name="Picture 38"/>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3138488"/>
              <a:ext cx="576263"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4371" name="Picture 39"/>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2163" y="1792288"/>
              <a:ext cx="576262"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nvGrpSpPr>
            <p:cNvPr id="14372" name="Group 40"/>
            <p:cNvGrpSpPr>
              <a:grpSpLocks/>
            </p:cNvGrpSpPr>
            <p:nvPr/>
          </p:nvGrpSpPr>
          <p:grpSpPr bwMode="auto">
            <a:xfrm rot="1386369">
              <a:off x="3805238" y="3136900"/>
              <a:ext cx="300037" cy="130175"/>
              <a:chOff x="2064" y="1776"/>
              <a:chExt cx="171" cy="66"/>
            </a:xfrm>
          </p:grpSpPr>
          <p:sp>
            <p:nvSpPr>
              <p:cNvPr id="14405" name="Rectangle 41"/>
              <p:cNvSpPr>
                <a:spLocks noChangeArrowheads="1"/>
              </p:cNvSpPr>
              <p:nvPr/>
            </p:nvSpPr>
            <p:spPr bwMode="auto">
              <a:xfrm>
                <a:off x="2064" y="1776"/>
                <a:ext cx="90" cy="66"/>
              </a:xfrm>
              <a:prstGeom prst="rect">
                <a:avLst/>
              </a:prstGeom>
              <a:solidFill>
                <a:schemeClr val="hlink"/>
              </a:solidFill>
              <a:ln w="9525">
                <a:solidFill>
                  <a:schemeClr val="hlink"/>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4406" name="Line 42"/>
              <p:cNvSpPr>
                <a:spLocks noChangeShapeType="1"/>
              </p:cNvSpPr>
              <p:nvPr/>
            </p:nvSpPr>
            <p:spPr bwMode="auto">
              <a:xfrm flipV="1">
                <a:off x="2118" y="1808"/>
                <a:ext cx="117" cy="3"/>
              </a:xfrm>
              <a:prstGeom prst="line">
                <a:avLst/>
              </a:prstGeom>
              <a:noFill/>
              <a:ln w="9525">
                <a:solidFill>
                  <a:schemeClr va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grpSp>
        <p:grpSp>
          <p:nvGrpSpPr>
            <p:cNvPr id="14373" name="Group 43"/>
            <p:cNvGrpSpPr>
              <a:grpSpLocks/>
            </p:cNvGrpSpPr>
            <p:nvPr/>
          </p:nvGrpSpPr>
          <p:grpSpPr bwMode="auto">
            <a:xfrm rot="-875997">
              <a:off x="6669088" y="3495675"/>
              <a:ext cx="300037" cy="130175"/>
              <a:chOff x="2064" y="1776"/>
              <a:chExt cx="171" cy="66"/>
            </a:xfrm>
          </p:grpSpPr>
          <p:sp>
            <p:nvSpPr>
              <p:cNvPr id="14403" name="Rectangle 44"/>
              <p:cNvSpPr>
                <a:spLocks noChangeArrowheads="1"/>
              </p:cNvSpPr>
              <p:nvPr/>
            </p:nvSpPr>
            <p:spPr bwMode="auto">
              <a:xfrm>
                <a:off x="2064" y="1776"/>
                <a:ext cx="90" cy="66"/>
              </a:xfrm>
              <a:prstGeom prst="rect">
                <a:avLst/>
              </a:prstGeom>
              <a:solidFill>
                <a:schemeClr val="hlink"/>
              </a:solidFill>
              <a:ln w="9525">
                <a:solidFill>
                  <a:schemeClr val="hlink"/>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4404" name="Line 45"/>
              <p:cNvSpPr>
                <a:spLocks noChangeShapeType="1"/>
              </p:cNvSpPr>
              <p:nvPr/>
            </p:nvSpPr>
            <p:spPr bwMode="auto">
              <a:xfrm flipV="1">
                <a:off x="2118" y="1808"/>
                <a:ext cx="117" cy="3"/>
              </a:xfrm>
              <a:prstGeom prst="line">
                <a:avLst/>
              </a:prstGeom>
              <a:noFill/>
              <a:ln w="9525">
                <a:solidFill>
                  <a:schemeClr va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grpSp>
        <p:grpSp>
          <p:nvGrpSpPr>
            <p:cNvPr id="14374" name="Group 46"/>
            <p:cNvGrpSpPr>
              <a:grpSpLocks/>
            </p:cNvGrpSpPr>
            <p:nvPr/>
          </p:nvGrpSpPr>
          <p:grpSpPr bwMode="auto">
            <a:xfrm rot="-1515501">
              <a:off x="8021638" y="2959100"/>
              <a:ext cx="300037" cy="130175"/>
              <a:chOff x="2064" y="1776"/>
              <a:chExt cx="171" cy="66"/>
            </a:xfrm>
          </p:grpSpPr>
          <p:sp>
            <p:nvSpPr>
              <p:cNvPr id="14401" name="Rectangle 47"/>
              <p:cNvSpPr>
                <a:spLocks noChangeArrowheads="1"/>
              </p:cNvSpPr>
              <p:nvPr/>
            </p:nvSpPr>
            <p:spPr bwMode="auto">
              <a:xfrm>
                <a:off x="2064" y="1776"/>
                <a:ext cx="90" cy="66"/>
              </a:xfrm>
              <a:prstGeom prst="rect">
                <a:avLst/>
              </a:prstGeom>
              <a:solidFill>
                <a:schemeClr val="hlink"/>
              </a:solidFill>
              <a:ln w="9525">
                <a:solidFill>
                  <a:schemeClr val="hlink"/>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4402" name="Line 48"/>
              <p:cNvSpPr>
                <a:spLocks noChangeShapeType="1"/>
              </p:cNvSpPr>
              <p:nvPr/>
            </p:nvSpPr>
            <p:spPr bwMode="auto">
              <a:xfrm flipV="1">
                <a:off x="2118" y="1808"/>
                <a:ext cx="117" cy="3"/>
              </a:xfrm>
              <a:prstGeom prst="line">
                <a:avLst/>
              </a:prstGeom>
              <a:noFill/>
              <a:ln w="9525">
                <a:solidFill>
                  <a:schemeClr va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grpSp>
        <p:grpSp>
          <p:nvGrpSpPr>
            <p:cNvPr id="14375" name="Group 49"/>
            <p:cNvGrpSpPr>
              <a:grpSpLocks/>
            </p:cNvGrpSpPr>
            <p:nvPr/>
          </p:nvGrpSpPr>
          <p:grpSpPr bwMode="auto">
            <a:xfrm rot="-1937444">
              <a:off x="5078413" y="2330450"/>
              <a:ext cx="300037" cy="130175"/>
              <a:chOff x="2064" y="1776"/>
              <a:chExt cx="171" cy="66"/>
            </a:xfrm>
          </p:grpSpPr>
          <p:sp>
            <p:nvSpPr>
              <p:cNvPr id="14399" name="Rectangle 50"/>
              <p:cNvSpPr>
                <a:spLocks noChangeArrowheads="1"/>
              </p:cNvSpPr>
              <p:nvPr/>
            </p:nvSpPr>
            <p:spPr bwMode="auto">
              <a:xfrm>
                <a:off x="2064" y="1776"/>
                <a:ext cx="90" cy="66"/>
              </a:xfrm>
              <a:prstGeom prst="rect">
                <a:avLst/>
              </a:prstGeom>
              <a:solidFill>
                <a:schemeClr val="hlink"/>
              </a:solidFill>
              <a:ln w="9525">
                <a:solidFill>
                  <a:schemeClr val="hlink"/>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4400" name="Line 51"/>
              <p:cNvSpPr>
                <a:spLocks noChangeShapeType="1"/>
              </p:cNvSpPr>
              <p:nvPr/>
            </p:nvSpPr>
            <p:spPr bwMode="auto">
              <a:xfrm flipV="1">
                <a:off x="2118" y="1808"/>
                <a:ext cx="117" cy="3"/>
              </a:xfrm>
              <a:prstGeom prst="line">
                <a:avLst/>
              </a:prstGeom>
              <a:noFill/>
              <a:ln w="9525">
                <a:solidFill>
                  <a:schemeClr va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grpSp>
        <p:grpSp>
          <p:nvGrpSpPr>
            <p:cNvPr id="14376" name="Group 52"/>
            <p:cNvGrpSpPr>
              <a:grpSpLocks/>
            </p:cNvGrpSpPr>
            <p:nvPr/>
          </p:nvGrpSpPr>
          <p:grpSpPr bwMode="auto">
            <a:xfrm rot="2078388">
              <a:off x="6748463" y="2239963"/>
              <a:ext cx="300037" cy="131762"/>
              <a:chOff x="2064" y="1776"/>
              <a:chExt cx="171" cy="66"/>
            </a:xfrm>
          </p:grpSpPr>
          <p:sp>
            <p:nvSpPr>
              <p:cNvPr id="14397" name="Rectangle 53"/>
              <p:cNvSpPr>
                <a:spLocks noChangeArrowheads="1"/>
              </p:cNvSpPr>
              <p:nvPr/>
            </p:nvSpPr>
            <p:spPr bwMode="auto">
              <a:xfrm>
                <a:off x="2064" y="1776"/>
                <a:ext cx="90" cy="66"/>
              </a:xfrm>
              <a:prstGeom prst="rect">
                <a:avLst/>
              </a:prstGeom>
              <a:solidFill>
                <a:schemeClr val="hlink"/>
              </a:solidFill>
              <a:ln w="9525">
                <a:solidFill>
                  <a:schemeClr val="hlink"/>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4398" name="Line 54"/>
              <p:cNvSpPr>
                <a:spLocks noChangeShapeType="1"/>
              </p:cNvSpPr>
              <p:nvPr/>
            </p:nvSpPr>
            <p:spPr bwMode="auto">
              <a:xfrm flipV="1">
                <a:off x="2118" y="1808"/>
                <a:ext cx="117" cy="3"/>
              </a:xfrm>
              <a:prstGeom prst="line">
                <a:avLst/>
              </a:prstGeom>
              <a:noFill/>
              <a:ln w="9525">
                <a:solidFill>
                  <a:schemeClr va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grpSp>
        <p:grpSp>
          <p:nvGrpSpPr>
            <p:cNvPr id="14377" name="Group 55"/>
            <p:cNvGrpSpPr>
              <a:grpSpLocks/>
            </p:cNvGrpSpPr>
            <p:nvPr/>
          </p:nvGrpSpPr>
          <p:grpSpPr bwMode="auto">
            <a:xfrm rot="1117181">
              <a:off x="5475288" y="3495675"/>
              <a:ext cx="300037" cy="130175"/>
              <a:chOff x="2064" y="1776"/>
              <a:chExt cx="171" cy="66"/>
            </a:xfrm>
          </p:grpSpPr>
          <p:sp>
            <p:nvSpPr>
              <p:cNvPr id="14395" name="Rectangle 56"/>
              <p:cNvSpPr>
                <a:spLocks noChangeArrowheads="1"/>
              </p:cNvSpPr>
              <p:nvPr/>
            </p:nvSpPr>
            <p:spPr bwMode="auto">
              <a:xfrm>
                <a:off x="2064" y="1776"/>
                <a:ext cx="90" cy="66"/>
              </a:xfrm>
              <a:prstGeom prst="rect">
                <a:avLst/>
              </a:prstGeom>
              <a:solidFill>
                <a:schemeClr val="hlink"/>
              </a:solidFill>
              <a:ln w="9525">
                <a:solidFill>
                  <a:schemeClr val="hlink"/>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4396" name="Line 57"/>
              <p:cNvSpPr>
                <a:spLocks noChangeShapeType="1"/>
              </p:cNvSpPr>
              <p:nvPr/>
            </p:nvSpPr>
            <p:spPr bwMode="auto">
              <a:xfrm flipV="1">
                <a:off x="2118" y="1808"/>
                <a:ext cx="117" cy="3"/>
              </a:xfrm>
              <a:prstGeom prst="line">
                <a:avLst/>
              </a:prstGeom>
              <a:noFill/>
              <a:ln w="9525">
                <a:solidFill>
                  <a:schemeClr va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grpSp>
        <p:grpSp>
          <p:nvGrpSpPr>
            <p:cNvPr id="14378" name="Group 58"/>
            <p:cNvGrpSpPr>
              <a:grpSpLocks/>
            </p:cNvGrpSpPr>
            <p:nvPr/>
          </p:nvGrpSpPr>
          <p:grpSpPr bwMode="auto">
            <a:xfrm rot="-930274">
              <a:off x="5573713" y="2689225"/>
              <a:ext cx="298450" cy="130175"/>
              <a:chOff x="2064" y="1776"/>
              <a:chExt cx="171" cy="66"/>
            </a:xfrm>
          </p:grpSpPr>
          <p:sp>
            <p:nvSpPr>
              <p:cNvPr id="14393" name="Rectangle 59"/>
              <p:cNvSpPr>
                <a:spLocks noChangeArrowheads="1"/>
              </p:cNvSpPr>
              <p:nvPr/>
            </p:nvSpPr>
            <p:spPr bwMode="auto">
              <a:xfrm>
                <a:off x="2064" y="1776"/>
                <a:ext cx="90" cy="66"/>
              </a:xfrm>
              <a:prstGeom prst="rect">
                <a:avLst/>
              </a:prstGeom>
              <a:solidFill>
                <a:schemeClr val="hlink"/>
              </a:solidFill>
              <a:ln w="9525">
                <a:solidFill>
                  <a:schemeClr val="hlink"/>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4394" name="Line 60"/>
              <p:cNvSpPr>
                <a:spLocks noChangeShapeType="1"/>
              </p:cNvSpPr>
              <p:nvPr/>
            </p:nvSpPr>
            <p:spPr bwMode="auto">
              <a:xfrm flipV="1">
                <a:off x="2118" y="1808"/>
                <a:ext cx="117" cy="3"/>
              </a:xfrm>
              <a:prstGeom prst="line">
                <a:avLst/>
              </a:prstGeom>
              <a:noFill/>
              <a:ln w="9525">
                <a:solidFill>
                  <a:schemeClr va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grpSp>
        <p:grpSp>
          <p:nvGrpSpPr>
            <p:cNvPr id="14379" name="Group 61"/>
            <p:cNvGrpSpPr>
              <a:grpSpLocks/>
            </p:cNvGrpSpPr>
            <p:nvPr/>
          </p:nvGrpSpPr>
          <p:grpSpPr bwMode="auto">
            <a:xfrm rot="1197535">
              <a:off x="4840288" y="3227388"/>
              <a:ext cx="300037" cy="130175"/>
              <a:chOff x="2064" y="1776"/>
              <a:chExt cx="171" cy="66"/>
            </a:xfrm>
          </p:grpSpPr>
          <p:sp>
            <p:nvSpPr>
              <p:cNvPr id="14391" name="Rectangle 62"/>
              <p:cNvSpPr>
                <a:spLocks noChangeArrowheads="1"/>
              </p:cNvSpPr>
              <p:nvPr/>
            </p:nvSpPr>
            <p:spPr bwMode="auto">
              <a:xfrm>
                <a:off x="2064" y="1776"/>
                <a:ext cx="90" cy="66"/>
              </a:xfrm>
              <a:prstGeom prst="rect">
                <a:avLst/>
              </a:prstGeom>
              <a:solidFill>
                <a:schemeClr val="hlink"/>
              </a:solidFill>
              <a:ln w="9525">
                <a:solidFill>
                  <a:schemeClr val="hlink"/>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4392" name="Line 63"/>
              <p:cNvSpPr>
                <a:spLocks noChangeShapeType="1"/>
              </p:cNvSpPr>
              <p:nvPr/>
            </p:nvSpPr>
            <p:spPr bwMode="auto">
              <a:xfrm flipV="1">
                <a:off x="2118" y="1808"/>
                <a:ext cx="117" cy="3"/>
              </a:xfrm>
              <a:prstGeom prst="line">
                <a:avLst/>
              </a:prstGeom>
              <a:noFill/>
              <a:ln w="9525">
                <a:solidFill>
                  <a:schemeClr va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grpSp>
        <p:sp>
          <p:nvSpPr>
            <p:cNvPr id="14380" name="Line 64"/>
            <p:cNvSpPr>
              <a:spLocks noChangeShapeType="1"/>
            </p:cNvSpPr>
            <p:nvPr/>
          </p:nvSpPr>
          <p:spPr bwMode="auto">
            <a:xfrm>
              <a:off x="3246438" y="2689225"/>
              <a:ext cx="558800" cy="447675"/>
            </a:xfrm>
            <a:prstGeom prst="line">
              <a:avLst/>
            </a:prstGeom>
            <a:noFill/>
            <a:ln w="28575">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grpSp>
          <p:nvGrpSpPr>
            <p:cNvPr id="14381" name="Group 65"/>
            <p:cNvGrpSpPr>
              <a:grpSpLocks/>
            </p:cNvGrpSpPr>
            <p:nvPr/>
          </p:nvGrpSpPr>
          <p:grpSpPr bwMode="auto">
            <a:xfrm rot="1022761">
              <a:off x="6907213" y="2867025"/>
              <a:ext cx="300037" cy="130175"/>
              <a:chOff x="2064" y="1776"/>
              <a:chExt cx="171" cy="66"/>
            </a:xfrm>
          </p:grpSpPr>
          <p:sp>
            <p:nvSpPr>
              <p:cNvPr id="14389" name="Rectangle 66"/>
              <p:cNvSpPr>
                <a:spLocks noChangeArrowheads="1"/>
              </p:cNvSpPr>
              <p:nvPr/>
            </p:nvSpPr>
            <p:spPr bwMode="auto">
              <a:xfrm>
                <a:off x="2064" y="1776"/>
                <a:ext cx="90" cy="66"/>
              </a:xfrm>
              <a:prstGeom prst="rect">
                <a:avLst/>
              </a:prstGeom>
              <a:solidFill>
                <a:schemeClr val="hlink"/>
              </a:solidFill>
              <a:ln w="9525">
                <a:solidFill>
                  <a:schemeClr val="hlink"/>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4390" name="Line 67"/>
              <p:cNvSpPr>
                <a:spLocks noChangeShapeType="1"/>
              </p:cNvSpPr>
              <p:nvPr/>
            </p:nvSpPr>
            <p:spPr bwMode="auto">
              <a:xfrm flipV="1">
                <a:off x="2118" y="1808"/>
                <a:ext cx="117" cy="3"/>
              </a:xfrm>
              <a:prstGeom prst="line">
                <a:avLst/>
              </a:prstGeom>
              <a:noFill/>
              <a:ln w="9525">
                <a:solidFill>
                  <a:schemeClr va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grpSp>
        <p:sp>
          <p:nvSpPr>
            <p:cNvPr id="14382" name="Line 68"/>
            <p:cNvSpPr>
              <a:spLocks noChangeShapeType="1"/>
            </p:cNvSpPr>
            <p:nvPr/>
          </p:nvSpPr>
          <p:spPr bwMode="auto">
            <a:xfrm flipV="1">
              <a:off x="8021638" y="2689225"/>
              <a:ext cx="1035050" cy="715963"/>
            </a:xfrm>
            <a:prstGeom prst="line">
              <a:avLst/>
            </a:prstGeom>
            <a:noFill/>
            <a:ln w="28575">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14383" name="Text Box 69"/>
            <p:cNvSpPr txBox="1">
              <a:spLocks noChangeArrowheads="1"/>
            </p:cNvSpPr>
            <p:nvPr/>
          </p:nvSpPr>
          <p:spPr bwMode="auto">
            <a:xfrm>
              <a:off x="4367213" y="1952625"/>
              <a:ext cx="1044154" cy="296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000" b="1" dirty="0">
                  <a:solidFill>
                    <a:srgbClr val="000000"/>
                  </a:solidFill>
                  <a:latin typeface="Arial" charset="0"/>
                  <a:ea typeface="黑体" pitchFamily="2" charset="-122"/>
                </a:rPr>
                <a:t>IP </a:t>
              </a:r>
              <a:r>
                <a:rPr lang="zh-CN" altLang="en-US" sz="2000" b="1" dirty="0">
                  <a:solidFill>
                    <a:srgbClr val="000000"/>
                  </a:solidFill>
                  <a:latin typeface="Arial" charset="0"/>
                  <a:ea typeface="黑体" pitchFamily="2" charset="-122"/>
                </a:rPr>
                <a:t>数据报</a:t>
              </a:r>
              <a:endParaRPr lang="zh-CN" altLang="en-US" sz="2000" b="1" baseline="-25000" dirty="0">
                <a:solidFill>
                  <a:srgbClr val="000000"/>
                </a:solidFill>
                <a:latin typeface="Arial" charset="0"/>
                <a:ea typeface="黑体" pitchFamily="2" charset="-122"/>
              </a:endParaRPr>
            </a:p>
          </p:txBody>
        </p:sp>
        <p:sp>
          <p:nvSpPr>
            <p:cNvPr id="14384" name="Text Box 71"/>
            <p:cNvSpPr txBox="1">
              <a:spLocks noChangeArrowheads="1"/>
            </p:cNvSpPr>
            <p:nvPr/>
          </p:nvSpPr>
          <p:spPr bwMode="auto">
            <a:xfrm>
              <a:off x="5857875" y="3205163"/>
              <a:ext cx="577168" cy="296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zh-CN" altLang="en-US" sz="2000" b="1" dirty="0">
                  <a:solidFill>
                    <a:srgbClr val="000000"/>
                  </a:solidFill>
                  <a:latin typeface="Arial" charset="0"/>
                  <a:ea typeface="黑体" pitchFamily="2" charset="-122"/>
                </a:rPr>
                <a:t>丢失</a:t>
              </a:r>
              <a:endParaRPr lang="zh-CN" altLang="en-US" sz="2000" b="1" baseline="-25000" dirty="0">
                <a:solidFill>
                  <a:srgbClr val="000000"/>
                </a:solidFill>
                <a:latin typeface="Arial" charset="0"/>
                <a:ea typeface="黑体" pitchFamily="2" charset="-122"/>
              </a:endParaRPr>
            </a:p>
          </p:txBody>
        </p:sp>
        <p:grpSp>
          <p:nvGrpSpPr>
            <p:cNvPr id="14385" name="Group 72"/>
            <p:cNvGrpSpPr>
              <a:grpSpLocks/>
            </p:cNvGrpSpPr>
            <p:nvPr/>
          </p:nvGrpSpPr>
          <p:grpSpPr bwMode="auto">
            <a:xfrm rot="5035623">
              <a:off x="6151563" y="2300288"/>
              <a:ext cx="338137" cy="115887"/>
              <a:chOff x="2064" y="1776"/>
              <a:chExt cx="171" cy="66"/>
            </a:xfrm>
          </p:grpSpPr>
          <p:sp>
            <p:nvSpPr>
              <p:cNvPr id="14387" name="Rectangle 73"/>
              <p:cNvSpPr>
                <a:spLocks noChangeArrowheads="1"/>
              </p:cNvSpPr>
              <p:nvPr/>
            </p:nvSpPr>
            <p:spPr bwMode="auto">
              <a:xfrm>
                <a:off x="2064" y="1776"/>
                <a:ext cx="90" cy="66"/>
              </a:xfrm>
              <a:prstGeom prst="rect">
                <a:avLst/>
              </a:prstGeom>
              <a:solidFill>
                <a:schemeClr val="hlink"/>
              </a:solidFill>
              <a:ln w="9525">
                <a:solidFill>
                  <a:schemeClr val="hlink"/>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4388" name="Line 74"/>
              <p:cNvSpPr>
                <a:spLocks noChangeShapeType="1"/>
              </p:cNvSpPr>
              <p:nvPr/>
            </p:nvSpPr>
            <p:spPr bwMode="auto">
              <a:xfrm flipV="1">
                <a:off x="2118" y="1808"/>
                <a:ext cx="117" cy="3"/>
              </a:xfrm>
              <a:prstGeom prst="line">
                <a:avLst/>
              </a:prstGeom>
              <a:noFill/>
              <a:ln w="9525">
                <a:solidFill>
                  <a:schemeClr va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grpSp>
        <p:sp>
          <p:nvSpPr>
            <p:cNvPr id="14386" name="Text Box 76"/>
            <p:cNvSpPr txBox="1">
              <a:spLocks noChangeArrowheads="1"/>
            </p:cNvSpPr>
            <p:nvPr/>
          </p:nvSpPr>
          <p:spPr bwMode="auto">
            <a:xfrm>
              <a:off x="1889565" y="4495800"/>
              <a:ext cx="9070228" cy="387262"/>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800" b="1" dirty="0">
                  <a:latin typeface="Arial" charset="0"/>
                  <a:ea typeface="黑体" pitchFamily="2" charset="-122"/>
                </a:rPr>
                <a:t>H</a:t>
              </a:r>
              <a:r>
                <a:rPr lang="en-US" altLang="zh-CN" sz="2800" b="1" baseline="-25000" dirty="0">
                  <a:latin typeface="Arial" charset="0"/>
                  <a:ea typeface="黑体" pitchFamily="2" charset="-122"/>
                </a:rPr>
                <a:t>1</a:t>
              </a:r>
              <a:r>
                <a:rPr lang="en-US" altLang="zh-CN" sz="2800" b="1" dirty="0">
                  <a:latin typeface="Arial" charset="0"/>
                  <a:ea typeface="黑体" pitchFamily="2" charset="-122"/>
                </a:rPr>
                <a:t> </a:t>
              </a:r>
              <a:r>
                <a:rPr lang="zh-CN" altLang="en-US" sz="2800" b="1" dirty="0">
                  <a:latin typeface="Arial" charset="0"/>
                  <a:ea typeface="黑体" pitchFamily="2" charset="-122"/>
                </a:rPr>
                <a:t>发送给 </a:t>
              </a:r>
              <a:r>
                <a:rPr lang="en-US" altLang="zh-CN" sz="2800" b="1" dirty="0">
                  <a:latin typeface="Arial" charset="0"/>
                  <a:ea typeface="黑体" pitchFamily="2" charset="-122"/>
                </a:rPr>
                <a:t>H</a:t>
              </a:r>
              <a:r>
                <a:rPr lang="en-US" altLang="zh-CN" sz="2800" b="1" baseline="-25000" dirty="0">
                  <a:latin typeface="Arial" charset="0"/>
                  <a:ea typeface="黑体" pitchFamily="2" charset="-122"/>
                </a:rPr>
                <a:t>2</a:t>
              </a:r>
              <a:r>
                <a:rPr lang="en-US" altLang="zh-CN" sz="2800" b="1" dirty="0">
                  <a:latin typeface="Arial" charset="0"/>
                  <a:ea typeface="黑体" pitchFamily="2" charset="-122"/>
                </a:rPr>
                <a:t> </a:t>
              </a:r>
              <a:r>
                <a:rPr lang="zh-CN" altLang="en-US" sz="2800" b="1" dirty="0">
                  <a:latin typeface="Arial" charset="0"/>
                  <a:ea typeface="黑体" pitchFamily="2" charset="-122"/>
                </a:rPr>
                <a:t>的</a:t>
              </a:r>
              <a:r>
                <a:rPr lang="zh-CN" altLang="en-US" sz="2800" b="1" dirty="0" smtClean="0">
                  <a:latin typeface="Arial" charset="0"/>
                  <a:ea typeface="黑体" pitchFamily="2" charset="-122"/>
                </a:rPr>
                <a:t>分组各自独立地选择路径，并可能在传送过程中丢失</a:t>
              </a:r>
              <a:endParaRPr lang="zh-CN" altLang="en-US" sz="2800" b="1" dirty="0">
                <a:latin typeface="Arial" charset="0"/>
                <a:ea typeface="黑体" pitchFamily="2" charset="-122"/>
              </a:endParaRPr>
            </a:p>
          </p:txBody>
        </p:sp>
      </p:grpSp>
    </p:spTree>
    <p:extLst>
      <p:ext uri="{BB962C8B-B14F-4D97-AF65-F5344CB8AC3E}">
        <p14:creationId xmlns:p14="http://schemas.microsoft.com/office/powerpoint/2010/main" val="2782235776"/>
      </p:ext>
    </p:extLst>
  </p:cSld>
  <p:clrMapOvr>
    <a:masterClrMapping/>
  </p:clrMapOvr>
  <p:transition spd="slow"/>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zh-CN" altLang="en-US" dirty="0" smtClean="0"/>
              <a:t>数据报服务</a:t>
            </a:r>
          </a:p>
        </p:txBody>
      </p:sp>
      <p:sp>
        <p:nvSpPr>
          <p:cNvPr id="13315" name="Rectangle 3"/>
          <p:cNvSpPr>
            <a:spLocks noGrp="1" noChangeArrowheads="1"/>
          </p:cNvSpPr>
          <p:nvPr>
            <p:ph idx="1"/>
          </p:nvPr>
        </p:nvSpPr>
        <p:spPr>
          <a:xfrm>
            <a:off x="443706" y="1268760"/>
            <a:ext cx="10800000" cy="4895850"/>
          </a:xfrm>
        </p:spPr>
        <p:txBody>
          <a:bodyPr/>
          <a:lstStyle/>
          <a:p>
            <a:pPr eaLnBrk="1" hangingPunct="1"/>
            <a:r>
              <a:rPr lang="zh-CN" altLang="en-US" b="1" dirty="0" smtClean="0"/>
              <a:t>简单的网络层带来的好处：</a:t>
            </a:r>
          </a:p>
          <a:p>
            <a:pPr lvl="1" eaLnBrk="1" hangingPunct="1"/>
            <a:r>
              <a:rPr lang="zh-CN" altLang="en-US" b="1" dirty="0" smtClean="0"/>
              <a:t>网络中的路由器可以做得比较简单，而且价格低廉。</a:t>
            </a:r>
          </a:p>
          <a:p>
            <a:pPr lvl="1" eaLnBrk="1" hangingPunct="1"/>
            <a:r>
              <a:rPr lang="zh-CN" altLang="en-US" b="1" dirty="0" smtClean="0"/>
              <a:t>如果主机（即端系统）中的进程之间需要可靠通信，那么就由主机中的运输层负责（包括差错处理、流量控制等）。</a:t>
            </a:r>
          </a:p>
          <a:p>
            <a:pPr lvl="1" eaLnBrk="1" hangingPunct="1"/>
            <a:r>
              <a:rPr lang="zh-CN" altLang="en-US" b="1" dirty="0" smtClean="0"/>
              <a:t>网络的造价大大降低，运行方式十分灵活，能够适应多种应用。</a:t>
            </a:r>
          </a:p>
          <a:p>
            <a:pPr lvl="1" eaLnBrk="1" hangingPunct="1"/>
            <a:r>
              <a:rPr lang="zh-CN" altLang="en-US" b="1" dirty="0" smtClean="0"/>
              <a:t>促进了互联网的发展。</a:t>
            </a:r>
          </a:p>
        </p:txBody>
      </p:sp>
    </p:spTree>
    <p:extLst>
      <p:ext uri="{BB962C8B-B14F-4D97-AF65-F5344CB8AC3E}">
        <p14:creationId xmlns:p14="http://schemas.microsoft.com/office/powerpoint/2010/main" val="2362511518"/>
      </p:ext>
    </p:extLst>
  </p:cSld>
  <p:clrMapOvr>
    <a:masterClrMapping/>
  </p:clrMapOvr>
  <p:transition spd="slow"/>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2"/>
          <p:cNvSpPr>
            <a:spLocks noGrp="1" noChangeArrowheads="1"/>
          </p:cNvSpPr>
          <p:nvPr>
            <p:ph type="title"/>
          </p:nvPr>
        </p:nvSpPr>
        <p:spPr/>
        <p:txBody>
          <a:bodyPr/>
          <a:lstStyle/>
          <a:p>
            <a:pPr eaLnBrk="1" hangingPunct="1"/>
            <a:r>
              <a:rPr lang="zh-CN" altLang="en-US" dirty="0" smtClean="0"/>
              <a:t>虚电路服务与数据报服务</a:t>
            </a:r>
            <a:r>
              <a:rPr lang="zh-CN" altLang="en-US" dirty="0"/>
              <a:t>对比</a:t>
            </a:r>
            <a:endParaRPr lang="zh-CN" altLang="en-US" dirty="0" smtClean="0"/>
          </a:p>
        </p:txBody>
      </p:sp>
      <p:graphicFrame>
        <p:nvGraphicFramePr>
          <p:cNvPr id="392238" name="Group 46">
            <a:extLst>
              <a:ext uri="{FF2B5EF4-FFF2-40B4-BE49-F238E27FC236}"/>
            </a:extLst>
          </p:cNvPr>
          <p:cNvGraphicFramePr>
            <a:graphicFrameLocks noGrp="1"/>
          </p:cNvGraphicFramePr>
          <p:nvPr>
            <p:ph idx="1"/>
            <p:extLst>
              <p:ext uri="{D42A27DB-BD31-4B8C-83A1-F6EECF244321}">
                <p14:modId xmlns:p14="http://schemas.microsoft.com/office/powerpoint/2010/main" val="1431518633"/>
              </p:ext>
            </p:extLst>
          </p:nvPr>
        </p:nvGraphicFramePr>
        <p:xfrm>
          <a:off x="551234" y="1482875"/>
          <a:ext cx="10801350" cy="4712543"/>
        </p:xfrm>
        <a:graphic>
          <a:graphicData uri="http://schemas.openxmlformats.org/drawingml/2006/table">
            <a:tbl>
              <a:tblPr/>
              <a:tblGrid>
                <a:gridCol w="2458640">
                  <a:extLst>
                    <a:ext uri="{9D8B030D-6E8A-4147-A177-3AD203B41FA5}"/>
                  </a:extLst>
                </a:gridCol>
                <a:gridCol w="4060925">
                  <a:extLst>
                    <a:ext uri="{9D8B030D-6E8A-4147-A177-3AD203B41FA5}"/>
                  </a:extLst>
                </a:gridCol>
                <a:gridCol w="4281785">
                  <a:extLst>
                    <a:ext uri="{9D8B030D-6E8A-4147-A177-3AD203B41FA5}"/>
                  </a:extLst>
                </a:gridCol>
              </a:tblGrid>
              <a:tr h="56681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0000CC"/>
                          </a:solidFill>
                          <a:effectLst/>
                          <a:latin typeface="Times New Roman" pitchFamily="18" charset="0"/>
                          <a:ea typeface="黑体" pitchFamily="2" charset="-122"/>
                          <a:cs typeface="Times New Roman" pitchFamily="18" charset="0"/>
                        </a:rPr>
                        <a:t>对比的方面</a:t>
                      </a:r>
                      <a:endParaRPr kumimoji="0" lang="zh-CN" altLang="en-US" sz="4400" b="1" i="0" u="none" strike="noStrike" cap="none" normalizeH="0" baseline="0" dirty="0">
                        <a:ln>
                          <a:noFill/>
                        </a:ln>
                        <a:solidFill>
                          <a:srgbClr val="0000CC"/>
                        </a:solidFill>
                        <a:effectLst/>
                        <a:latin typeface="Arial" pitchFamily="34" charset="0"/>
                        <a:ea typeface="黑体" pitchFamily="2" charset="-122"/>
                        <a:cs typeface="Times New Roman" pitchFamily="18" charset="0"/>
                      </a:endParaRPr>
                    </a:p>
                  </a:txBody>
                  <a:tcPr marL="108734" marR="108734" marT="45726" marB="45726"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0000CC"/>
                          </a:solidFill>
                          <a:effectLst/>
                          <a:latin typeface="Times New Roman" pitchFamily="18" charset="0"/>
                          <a:ea typeface="黑体" pitchFamily="2" charset="-122"/>
                          <a:cs typeface="Times New Roman" pitchFamily="18" charset="0"/>
                        </a:rPr>
                        <a:t>虚电路服务</a:t>
                      </a:r>
                      <a:endParaRPr kumimoji="0" lang="zh-CN" altLang="en-US" sz="4400" b="1" i="0" u="none" strike="noStrike" cap="none" normalizeH="0" baseline="0" dirty="0">
                        <a:ln>
                          <a:noFill/>
                        </a:ln>
                        <a:solidFill>
                          <a:srgbClr val="0000CC"/>
                        </a:solidFill>
                        <a:effectLst/>
                        <a:latin typeface="Arial" pitchFamily="34" charset="0"/>
                        <a:ea typeface="黑体" pitchFamily="2" charset="-122"/>
                        <a:cs typeface="Times New Roman" pitchFamily="18" charset="0"/>
                      </a:endParaRPr>
                    </a:p>
                  </a:txBody>
                  <a:tcPr marL="108734" marR="108734"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0000CC"/>
                          </a:solidFill>
                          <a:effectLst/>
                          <a:latin typeface="Times New Roman" pitchFamily="18" charset="0"/>
                          <a:ea typeface="黑体" pitchFamily="2" charset="-122"/>
                          <a:cs typeface="Times New Roman" pitchFamily="18" charset="0"/>
                        </a:rPr>
                        <a:t>数据报服务</a:t>
                      </a:r>
                      <a:endParaRPr kumimoji="0" lang="zh-CN" altLang="en-US" sz="4400" b="1" i="0" u="none" strike="noStrike" cap="none" normalizeH="0" baseline="0" dirty="0">
                        <a:ln>
                          <a:noFill/>
                        </a:ln>
                        <a:solidFill>
                          <a:srgbClr val="0000CC"/>
                        </a:solidFill>
                        <a:effectLst/>
                        <a:latin typeface="Arial" pitchFamily="34" charset="0"/>
                        <a:ea typeface="黑体" pitchFamily="2" charset="-122"/>
                        <a:cs typeface="Times New Roman" pitchFamily="18" charset="0"/>
                      </a:endParaRPr>
                    </a:p>
                  </a:txBody>
                  <a:tcPr marL="108734" marR="108734" marT="45726" marB="45726"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extLst>
              </a:tr>
              <a:tr h="44321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smtClean="0">
                          <a:ln>
                            <a:noFill/>
                          </a:ln>
                          <a:solidFill>
                            <a:srgbClr val="4D4D4D"/>
                          </a:solidFill>
                          <a:effectLst/>
                          <a:latin typeface="Times New Roman" pitchFamily="18" charset="0"/>
                          <a:ea typeface="黑体" pitchFamily="2" charset="-122"/>
                          <a:cs typeface="Times New Roman" pitchFamily="18" charset="0"/>
                        </a:rPr>
                        <a:t>思路</a:t>
                      </a:r>
                      <a:endParaRPr kumimoji="0" lang="zh-CN" altLang="en-US" sz="4000" b="1" i="0" u="none" strike="noStrike" cap="none" normalizeH="0" baseline="0" dirty="0">
                        <a:ln>
                          <a:noFill/>
                        </a:ln>
                        <a:solidFill>
                          <a:srgbClr val="4D4D4D"/>
                        </a:solidFill>
                        <a:effectLst/>
                        <a:latin typeface="Arial" pitchFamily="34" charset="0"/>
                        <a:ea typeface="黑体" pitchFamily="2" charset="-122"/>
                        <a:cs typeface="Times New Roman" pitchFamily="18" charset="0"/>
                      </a:endParaRPr>
                    </a:p>
                  </a:txBody>
                  <a:tcPr marL="108734" marR="108734" marT="45726" marB="45726"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4D4D4D"/>
                          </a:solidFill>
                          <a:effectLst/>
                          <a:latin typeface="Times New Roman" pitchFamily="18" charset="0"/>
                          <a:ea typeface="黑体" pitchFamily="2" charset="-122"/>
                          <a:cs typeface="Times New Roman" pitchFamily="18" charset="0"/>
                        </a:rPr>
                        <a:t>可靠通信应当由网络</a:t>
                      </a:r>
                      <a:r>
                        <a:rPr kumimoji="0" lang="zh-CN" altLang="en-US" sz="2000" b="1" i="0" u="none" strike="noStrike" cap="none" normalizeH="0" baseline="0" dirty="0" smtClean="0">
                          <a:ln>
                            <a:noFill/>
                          </a:ln>
                          <a:solidFill>
                            <a:srgbClr val="4D4D4D"/>
                          </a:solidFill>
                          <a:effectLst/>
                          <a:latin typeface="Times New Roman" pitchFamily="18" charset="0"/>
                          <a:ea typeface="黑体" pitchFamily="2" charset="-122"/>
                          <a:cs typeface="Times New Roman" pitchFamily="18" charset="0"/>
                        </a:rPr>
                        <a:t>来负责</a:t>
                      </a:r>
                      <a:endParaRPr kumimoji="0" lang="zh-CN" altLang="en-US" sz="4000" b="1" i="0" u="none" strike="noStrike" cap="none" normalizeH="0" baseline="0" dirty="0">
                        <a:ln>
                          <a:noFill/>
                        </a:ln>
                        <a:solidFill>
                          <a:srgbClr val="4D4D4D"/>
                        </a:solidFill>
                        <a:effectLst/>
                        <a:latin typeface="Arial" pitchFamily="34" charset="0"/>
                        <a:ea typeface="黑体" pitchFamily="2" charset="-122"/>
                        <a:cs typeface="Times New Roman" pitchFamily="18" charset="0"/>
                      </a:endParaRPr>
                    </a:p>
                  </a:txBody>
                  <a:tcPr marL="108734" marR="108734"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4D4D4D"/>
                          </a:solidFill>
                          <a:effectLst/>
                          <a:latin typeface="Times New Roman" pitchFamily="18" charset="0"/>
                          <a:ea typeface="黑体" pitchFamily="2" charset="-122"/>
                          <a:cs typeface="Times New Roman" pitchFamily="18" charset="0"/>
                        </a:rPr>
                        <a:t>可靠通信应当由用户主机</a:t>
                      </a:r>
                      <a:r>
                        <a:rPr kumimoji="0" lang="zh-CN" altLang="en-US" sz="2000" b="1" i="0" u="none" strike="noStrike" cap="none" normalizeH="0" baseline="0" dirty="0" smtClean="0">
                          <a:ln>
                            <a:noFill/>
                          </a:ln>
                          <a:solidFill>
                            <a:srgbClr val="4D4D4D"/>
                          </a:solidFill>
                          <a:effectLst/>
                          <a:latin typeface="Times New Roman" pitchFamily="18" charset="0"/>
                          <a:ea typeface="黑体" pitchFamily="2" charset="-122"/>
                          <a:cs typeface="Times New Roman" pitchFamily="18" charset="0"/>
                        </a:rPr>
                        <a:t>来负责</a:t>
                      </a:r>
                      <a:endParaRPr kumimoji="0" lang="zh-CN" altLang="en-US" sz="4000" b="1" i="0" u="none" strike="noStrike" cap="none" normalizeH="0" baseline="0" dirty="0">
                        <a:ln>
                          <a:noFill/>
                        </a:ln>
                        <a:solidFill>
                          <a:srgbClr val="4D4D4D"/>
                        </a:solidFill>
                        <a:effectLst/>
                        <a:latin typeface="Arial" pitchFamily="34" charset="0"/>
                        <a:ea typeface="黑体" pitchFamily="2" charset="-122"/>
                        <a:cs typeface="Times New Roman" pitchFamily="18" charset="0"/>
                      </a:endParaRPr>
                    </a:p>
                  </a:txBody>
                  <a:tcPr marL="108734" marR="108734" marT="45726" marB="45726"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39629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rgbClr val="4D4D4D"/>
                          </a:solidFill>
                          <a:effectLst/>
                          <a:latin typeface="Times New Roman" pitchFamily="18" charset="0"/>
                          <a:ea typeface="黑体" pitchFamily="2" charset="-122"/>
                          <a:cs typeface="Times New Roman" pitchFamily="18" charset="0"/>
                        </a:rPr>
                        <a:t>连接的建立</a:t>
                      </a:r>
                      <a:endParaRPr kumimoji="0" lang="zh-CN" altLang="en-US" sz="4000" b="1" i="0" u="none" strike="noStrike" cap="none" normalizeH="0" baseline="0">
                        <a:ln>
                          <a:noFill/>
                        </a:ln>
                        <a:solidFill>
                          <a:srgbClr val="4D4D4D"/>
                        </a:solidFill>
                        <a:effectLst/>
                        <a:latin typeface="Arial" pitchFamily="34" charset="0"/>
                        <a:ea typeface="黑体" pitchFamily="2" charset="-122"/>
                        <a:cs typeface="Times New Roman" pitchFamily="18" charset="0"/>
                      </a:endParaRPr>
                    </a:p>
                  </a:txBody>
                  <a:tcPr marL="108734" marR="108734" marT="45726" marB="45726"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rgbClr val="4D4D4D"/>
                          </a:solidFill>
                          <a:effectLst/>
                          <a:latin typeface="Times New Roman" pitchFamily="18" charset="0"/>
                          <a:ea typeface="黑体" pitchFamily="2" charset="-122"/>
                          <a:cs typeface="Times New Roman" pitchFamily="18" charset="0"/>
                        </a:rPr>
                        <a:t>必须有</a:t>
                      </a:r>
                      <a:endParaRPr kumimoji="0" lang="zh-CN" altLang="en-US" sz="4000" b="1" i="0" u="none" strike="noStrike" cap="none" normalizeH="0" baseline="0">
                        <a:ln>
                          <a:noFill/>
                        </a:ln>
                        <a:solidFill>
                          <a:srgbClr val="4D4D4D"/>
                        </a:solidFill>
                        <a:effectLst/>
                        <a:latin typeface="Arial" pitchFamily="34" charset="0"/>
                        <a:ea typeface="黑体" pitchFamily="2" charset="-122"/>
                        <a:cs typeface="Times New Roman" pitchFamily="18" charset="0"/>
                      </a:endParaRPr>
                    </a:p>
                  </a:txBody>
                  <a:tcPr marL="108734" marR="108734"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rgbClr val="4D4D4D"/>
                          </a:solidFill>
                          <a:effectLst/>
                          <a:latin typeface="Times New Roman" pitchFamily="18" charset="0"/>
                          <a:ea typeface="黑体" pitchFamily="2" charset="-122"/>
                          <a:cs typeface="Times New Roman" pitchFamily="18" charset="0"/>
                        </a:rPr>
                        <a:t>不需要</a:t>
                      </a:r>
                      <a:endParaRPr kumimoji="0" lang="zh-CN" altLang="en-US" sz="4000" b="1" i="0" u="none" strike="noStrike" cap="none" normalizeH="0" baseline="0">
                        <a:ln>
                          <a:noFill/>
                        </a:ln>
                        <a:solidFill>
                          <a:srgbClr val="4D4D4D"/>
                        </a:solidFill>
                        <a:effectLst/>
                        <a:latin typeface="Arial" pitchFamily="34" charset="0"/>
                        <a:ea typeface="黑体" pitchFamily="2" charset="-122"/>
                        <a:cs typeface="Times New Roman" pitchFamily="18" charset="0"/>
                      </a:endParaRPr>
                    </a:p>
                  </a:txBody>
                  <a:tcPr marL="108734" marR="108734" marT="45726" marB="45726"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70112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rgbClr val="4D4D4D"/>
                          </a:solidFill>
                          <a:effectLst/>
                          <a:latin typeface="Times New Roman" pitchFamily="18" charset="0"/>
                          <a:ea typeface="黑体" pitchFamily="2" charset="-122"/>
                          <a:cs typeface="Times New Roman" pitchFamily="18" charset="0"/>
                        </a:rPr>
                        <a:t>终点地址</a:t>
                      </a:r>
                      <a:endParaRPr kumimoji="0" lang="zh-CN" altLang="en-US" sz="4000" b="1" i="0" u="none" strike="noStrike" cap="none" normalizeH="0" baseline="0">
                        <a:ln>
                          <a:noFill/>
                        </a:ln>
                        <a:solidFill>
                          <a:srgbClr val="4D4D4D"/>
                        </a:solidFill>
                        <a:effectLst/>
                        <a:latin typeface="Arial" pitchFamily="34" charset="0"/>
                        <a:ea typeface="黑体" pitchFamily="2" charset="-122"/>
                        <a:cs typeface="Times New Roman" pitchFamily="18" charset="0"/>
                      </a:endParaRPr>
                    </a:p>
                  </a:txBody>
                  <a:tcPr marL="108734" marR="108734" marT="45726" marB="45726"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4D4D4D"/>
                          </a:solidFill>
                          <a:effectLst/>
                          <a:latin typeface="Times New Roman" pitchFamily="18" charset="0"/>
                          <a:ea typeface="黑体" pitchFamily="2" charset="-122"/>
                          <a:cs typeface="Times New Roman" pitchFamily="18" charset="0"/>
                        </a:rPr>
                        <a:t>仅在连接建立阶段使用，每个分组使用短的虚电路号</a:t>
                      </a:r>
                      <a:endParaRPr kumimoji="0" lang="zh-CN" altLang="en-US" sz="4000" b="1" i="0" u="none" strike="noStrike" cap="none" normalizeH="0" baseline="0" dirty="0">
                        <a:ln>
                          <a:noFill/>
                        </a:ln>
                        <a:solidFill>
                          <a:srgbClr val="4D4D4D"/>
                        </a:solidFill>
                        <a:effectLst/>
                        <a:latin typeface="Arial" pitchFamily="34" charset="0"/>
                        <a:ea typeface="黑体" pitchFamily="2" charset="-122"/>
                        <a:cs typeface="Times New Roman" pitchFamily="18" charset="0"/>
                      </a:endParaRPr>
                    </a:p>
                  </a:txBody>
                  <a:tcPr marL="108734" marR="108734"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4D4D4D"/>
                          </a:solidFill>
                          <a:effectLst/>
                          <a:latin typeface="Times New Roman" pitchFamily="18" charset="0"/>
                          <a:ea typeface="黑体" pitchFamily="2" charset="-122"/>
                          <a:cs typeface="Times New Roman" pitchFamily="18" charset="0"/>
                        </a:rPr>
                        <a:t>每个分组都有终点的完整</a:t>
                      </a:r>
                      <a:r>
                        <a:rPr kumimoji="0" lang="zh-CN" altLang="en-US" sz="2000" b="1" i="0" u="none" strike="noStrike" cap="none" normalizeH="0" baseline="0" dirty="0" smtClean="0">
                          <a:ln>
                            <a:noFill/>
                          </a:ln>
                          <a:solidFill>
                            <a:srgbClr val="4D4D4D"/>
                          </a:solidFill>
                          <a:effectLst/>
                          <a:latin typeface="Times New Roman" pitchFamily="18" charset="0"/>
                          <a:ea typeface="黑体" pitchFamily="2" charset="-122"/>
                          <a:cs typeface="Times New Roman" pitchFamily="18" charset="0"/>
                        </a:rPr>
                        <a:t>地址，即 </a:t>
                      </a:r>
                      <a:r>
                        <a:rPr kumimoji="0" lang="en-US" altLang="zh-CN" sz="2000" b="1" i="0" u="none" strike="noStrike" cap="none" normalizeH="0" baseline="0" dirty="0" smtClean="0">
                          <a:ln>
                            <a:noFill/>
                          </a:ln>
                          <a:solidFill>
                            <a:srgbClr val="4D4D4D"/>
                          </a:solidFill>
                          <a:effectLst/>
                          <a:latin typeface="Times New Roman" pitchFamily="18" charset="0"/>
                          <a:ea typeface="黑体" pitchFamily="2" charset="-122"/>
                          <a:cs typeface="Times New Roman" pitchFamily="18" charset="0"/>
                        </a:rPr>
                        <a:t>IP </a:t>
                      </a:r>
                      <a:r>
                        <a:rPr kumimoji="0" lang="zh-CN" altLang="en-US" sz="2000" b="1" i="0" u="none" strike="noStrike" cap="none" normalizeH="0" baseline="0" dirty="0" smtClean="0">
                          <a:ln>
                            <a:noFill/>
                          </a:ln>
                          <a:solidFill>
                            <a:srgbClr val="4D4D4D"/>
                          </a:solidFill>
                          <a:effectLst/>
                          <a:latin typeface="Times New Roman" pitchFamily="18" charset="0"/>
                          <a:ea typeface="黑体" pitchFamily="2" charset="-122"/>
                          <a:cs typeface="Times New Roman" pitchFamily="18" charset="0"/>
                        </a:rPr>
                        <a:t>地址</a:t>
                      </a:r>
                      <a:endParaRPr kumimoji="0" lang="zh-CN" altLang="en-US" sz="4000" b="1" i="0" u="none" strike="noStrike" cap="none" normalizeH="0" baseline="0" dirty="0">
                        <a:ln>
                          <a:noFill/>
                        </a:ln>
                        <a:solidFill>
                          <a:srgbClr val="4D4D4D"/>
                        </a:solidFill>
                        <a:effectLst/>
                        <a:latin typeface="Arial" pitchFamily="34" charset="0"/>
                        <a:ea typeface="黑体" pitchFamily="2" charset="-122"/>
                        <a:cs typeface="Times New Roman" pitchFamily="18" charset="0"/>
                      </a:endParaRPr>
                    </a:p>
                  </a:txBody>
                  <a:tcPr marL="108734" marR="108734" marT="45726" marB="45726"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70112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4D4D4D"/>
                          </a:solidFill>
                          <a:effectLst/>
                          <a:latin typeface="Times New Roman" pitchFamily="18" charset="0"/>
                          <a:ea typeface="黑体" pitchFamily="2" charset="-122"/>
                          <a:cs typeface="Times New Roman" pitchFamily="18" charset="0"/>
                        </a:rPr>
                        <a:t>分组的转发</a:t>
                      </a:r>
                      <a:endParaRPr kumimoji="0" lang="zh-CN" altLang="en-US" sz="4000" b="1" i="0" u="none" strike="noStrike" cap="none" normalizeH="0" baseline="0" dirty="0">
                        <a:ln>
                          <a:noFill/>
                        </a:ln>
                        <a:solidFill>
                          <a:srgbClr val="4D4D4D"/>
                        </a:solidFill>
                        <a:effectLst/>
                        <a:latin typeface="Arial" pitchFamily="34" charset="0"/>
                        <a:ea typeface="黑体" pitchFamily="2" charset="-122"/>
                        <a:cs typeface="Times New Roman" pitchFamily="18" charset="0"/>
                      </a:endParaRPr>
                    </a:p>
                  </a:txBody>
                  <a:tcPr marL="108734" marR="108734" marT="45726" marB="45726"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4D4D4D"/>
                          </a:solidFill>
                          <a:effectLst/>
                          <a:latin typeface="Times New Roman" pitchFamily="18" charset="0"/>
                          <a:ea typeface="黑体" pitchFamily="2" charset="-122"/>
                          <a:cs typeface="Times New Roman" pitchFamily="18" charset="0"/>
                        </a:rPr>
                        <a:t>属于同一条虚电路的分组均按照同一路由进行转发</a:t>
                      </a:r>
                      <a:endParaRPr kumimoji="0" lang="zh-CN" altLang="en-US" sz="4000" b="1" i="0" u="none" strike="noStrike" cap="none" normalizeH="0" baseline="0" dirty="0">
                        <a:ln>
                          <a:noFill/>
                        </a:ln>
                        <a:solidFill>
                          <a:srgbClr val="4D4D4D"/>
                        </a:solidFill>
                        <a:effectLst/>
                        <a:latin typeface="Arial" pitchFamily="34" charset="0"/>
                        <a:ea typeface="黑体" pitchFamily="2" charset="-122"/>
                        <a:cs typeface="Times New Roman" pitchFamily="18" charset="0"/>
                      </a:endParaRPr>
                    </a:p>
                  </a:txBody>
                  <a:tcPr marL="108734" marR="108734"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4D4D4D"/>
                          </a:solidFill>
                          <a:effectLst/>
                          <a:latin typeface="Times New Roman" pitchFamily="18" charset="0"/>
                          <a:ea typeface="黑体" pitchFamily="2" charset="-122"/>
                          <a:cs typeface="Times New Roman" pitchFamily="18" charset="0"/>
                        </a:rPr>
                        <a:t>每个分组独立选择路由进行转发</a:t>
                      </a:r>
                      <a:endParaRPr kumimoji="0" lang="zh-CN" altLang="en-US" sz="4000" b="1" i="0" u="none" strike="noStrike" cap="none" normalizeH="0" baseline="0" dirty="0">
                        <a:ln>
                          <a:noFill/>
                        </a:ln>
                        <a:solidFill>
                          <a:srgbClr val="4D4D4D"/>
                        </a:solidFill>
                        <a:effectLst/>
                        <a:latin typeface="Arial" pitchFamily="34" charset="0"/>
                        <a:ea typeface="黑体" pitchFamily="2" charset="-122"/>
                        <a:cs typeface="Times New Roman" pitchFamily="18" charset="0"/>
                      </a:endParaRPr>
                    </a:p>
                  </a:txBody>
                  <a:tcPr marL="108734" marR="108734" marT="45726" marB="45726"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70112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smtClean="0">
                          <a:ln>
                            <a:noFill/>
                          </a:ln>
                          <a:solidFill>
                            <a:srgbClr val="4D4D4D"/>
                          </a:solidFill>
                          <a:effectLst/>
                          <a:latin typeface="Times New Roman" pitchFamily="18" charset="0"/>
                          <a:ea typeface="黑体" pitchFamily="2" charset="-122"/>
                          <a:cs typeface="Times New Roman" pitchFamily="18" charset="0"/>
                        </a:rPr>
                        <a:t>当节点</a:t>
                      </a:r>
                      <a:r>
                        <a:rPr kumimoji="0" lang="zh-CN" altLang="en-US" sz="2000" b="1" i="0" u="none" strike="noStrike" cap="none" normalizeH="0" baseline="0" dirty="0">
                          <a:ln>
                            <a:noFill/>
                          </a:ln>
                          <a:solidFill>
                            <a:srgbClr val="4D4D4D"/>
                          </a:solidFill>
                          <a:effectLst/>
                          <a:latin typeface="Times New Roman" pitchFamily="18" charset="0"/>
                          <a:ea typeface="黑体" pitchFamily="2" charset="-122"/>
                          <a:cs typeface="Times New Roman" pitchFamily="18" charset="0"/>
                        </a:rPr>
                        <a:t>出故障时</a:t>
                      </a:r>
                      <a:endParaRPr kumimoji="0" lang="zh-CN" altLang="en-US" sz="4000" b="1" i="0" u="none" strike="noStrike" cap="none" normalizeH="0" baseline="0" dirty="0">
                        <a:ln>
                          <a:noFill/>
                        </a:ln>
                        <a:solidFill>
                          <a:srgbClr val="4D4D4D"/>
                        </a:solidFill>
                        <a:effectLst/>
                        <a:latin typeface="Arial" pitchFamily="34" charset="0"/>
                        <a:ea typeface="黑体" pitchFamily="2" charset="-122"/>
                        <a:cs typeface="Times New Roman" pitchFamily="18" charset="0"/>
                      </a:endParaRPr>
                    </a:p>
                  </a:txBody>
                  <a:tcPr marL="108734" marR="108734" marT="45726" marB="45726"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4D4D4D"/>
                          </a:solidFill>
                          <a:effectLst/>
                          <a:latin typeface="Times New Roman" pitchFamily="18" charset="0"/>
                          <a:ea typeface="黑体" pitchFamily="2" charset="-122"/>
                          <a:cs typeface="Times New Roman" pitchFamily="18" charset="0"/>
                        </a:rPr>
                        <a:t>所有</a:t>
                      </a:r>
                      <a:r>
                        <a:rPr kumimoji="0" lang="zh-CN" altLang="en-US" sz="2000" b="1" i="0" u="none" strike="noStrike" cap="none" normalizeH="0" baseline="0" dirty="0" smtClean="0">
                          <a:ln>
                            <a:noFill/>
                          </a:ln>
                          <a:solidFill>
                            <a:srgbClr val="4D4D4D"/>
                          </a:solidFill>
                          <a:effectLst/>
                          <a:latin typeface="Times New Roman" pitchFamily="18" charset="0"/>
                          <a:ea typeface="黑体" pitchFamily="2" charset="-122"/>
                          <a:cs typeface="Times New Roman" pitchFamily="18" charset="0"/>
                        </a:rPr>
                        <a:t>通过故障节点</a:t>
                      </a:r>
                      <a:r>
                        <a:rPr kumimoji="0" lang="zh-CN" altLang="en-US" sz="2000" b="1" i="0" u="none" strike="noStrike" cap="none" normalizeH="0" baseline="0" dirty="0">
                          <a:ln>
                            <a:noFill/>
                          </a:ln>
                          <a:solidFill>
                            <a:srgbClr val="4D4D4D"/>
                          </a:solidFill>
                          <a:effectLst/>
                          <a:latin typeface="Times New Roman" pitchFamily="18" charset="0"/>
                          <a:ea typeface="黑体" pitchFamily="2" charset="-122"/>
                          <a:cs typeface="Times New Roman" pitchFamily="18" charset="0"/>
                        </a:rPr>
                        <a:t>的虚电路均不能工作</a:t>
                      </a:r>
                      <a:endParaRPr kumimoji="0" lang="zh-CN" altLang="en-US" sz="4000" b="1" i="0" u="none" strike="noStrike" cap="none" normalizeH="0" baseline="0" dirty="0">
                        <a:ln>
                          <a:noFill/>
                        </a:ln>
                        <a:solidFill>
                          <a:srgbClr val="4D4D4D"/>
                        </a:solidFill>
                        <a:effectLst/>
                        <a:latin typeface="Arial" pitchFamily="34" charset="0"/>
                        <a:ea typeface="黑体" pitchFamily="2" charset="-122"/>
                        <a:cs typeface="Times New Roman" pitchFamily="18" charset="0"/>
                      </a:endParaRPr>
                    </a:p>
                  </a:txBody>
                  <a:tcPr marL="108734" marR="108734"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4D4D4D"/>
                          </a:solidFill>
                          <a:effectLst/>
                          <a:latin typeface="Times New Roman" pitchFamily="18" charset="0"/>
                          <a:ea typeface="黑体" pitchFamily="2" charset="-122"/>
                          <a:cs typeface="Times New Roman" pitchFamily="18" charset="0"/>
                        </a:rPr>
                        <a:t>出故障</a:t>
                      </a:r>
                      <a:r>
                        <a:rPr kumimoji="0" lang="zh-CN" altLang="en-US" sz="2000" b="1" i="0" u="none" strike="noStrike" cap="none" normalizeH="0" baseline="0" dirty="0" smtClean="0">
                          <a:ln>
                            <a:noFill/>
                          </a:ln>
                          <a:solidFill>
                            <a:srgbClr val="4D4D4D"/>
                          </a:solidFill>
                          <a:effectLst/>
                          <a:latin typeface="Times New Roman" pitchFamily="18" charset="0"/>
                          <a:ea typeface="黑体" pitchFamily="2" charset="-122"/>
                          <a:cs typeface="Times New Roman" pitchFamily="18" charset="0"/>
                        </a:rPr>
                        <a:t>的节点</a:t>
                      </a:r>
                      <a:r>
                        <a:rPr kumimoji="0" lang="zh-CN" altLang="en-US" sz="2000" b="1" i="0" u="none" strike="noStrike" cap="none" normalizeH="0" baseline="0" dirty="0">
                          <a:ln>
                            <a:noFill/>
                          </a:ln>
                          <a:solidFill>
                            <a:srgbClr val="4D4D4D"/>
                          </a:solidFill>
                          <a:effectLst/>
                          <a:latin typeface="Times New Roman" pitchFamily="18" charset="0"/>
                          <a:ea typeface="黑体" pitchFamily="2" charset="-122"/>
                          <a:cs typeface="Times New Roman" pitchFamily="18" charset="0"/>
                        </a:rPr>
                        <a:t>可能会丢失分组，一些路由可能会发生变化</a:t>
                      </a:r>
                      <a:endParaRPr kumimoji="0" lang="zh-CN" altLang="en-US" sz="4000" b="1" i="0" u="none" strike="noStrike" cap="none" normalizeH="0" baseline="0" dirty="0">
                        <a:ln>
                          <a:noFill/>
                        </a:ln>
                        <a:solidFill>
                          <a:srgbClr val="4D4D4D"/>
                        </a:solidFill>
                        <a:effectLst/>
                        <a:latin typeface="Arial" pitchFamily="34" charset="0"/>
                        <a:ea typeface="黑体" pitchFamily="2" charset="-122"/>
                        <a:cs typeface="Times New Roman" pitchFamily="18" charset="0"/>
                      </a:endParaRPr>
                    </a:p>
                  </a:txBody>
                  <a:tcPr marL="108734" marR="108734" marT="45726" marB="45726"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39629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4D4D4D"/>
                          </a:solidFill>
                          <a:effectLst/>
                          <a:latin typeface="Times New Roman" pitchFamily="18" charset="0"/>
                          <a:ea typeface="黑体" pitchFamily="2" charset="-122"/>
                          <a:cs typeface="Times New Roman" pitchFamily="18" charset="0"/>
                        </a:rPr>
                        <a:t>分组的顺序</a:t>
                      </a:r>
                      <a:endParaRPr kumimoji="0" lang="zh-CN" altLang="en-US" sz="4000" b="1" i="0" u="none" strike="noStrike" cap="none" normalizeH="0" baseline="0" dirty="0">
                        <a:ln>
                          <a:noFill/>
                        </a:ln>
                        <a:solidFill>
                          <a:srgbClr val="4D4D4D"/>
                        </a:solidFill>
                        <a:effectLst/>
                        <a:latin typeface="Arial" pitchFamily="34" charset="0"/>
                        <a:ea typeface="黑体" pitchFamily="2" charset="-122"/>
                        <a:cs typeface="Times New Roman" pitchFamily="18" charset="0"/>
                      </a:endParaRPr>
                    </a:p>
                  </a:txBody>
                  <a:tcPr marL="108734" marR="108734" marT="45726" marB="45726"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rgbClr val="4D4D4D"/>
                          </a:solidFill>
                          <a:effectLst/>
                          <a:latin typeface="Times New Roman" pitchFamily="18" charset="0"/>
                          <a:ea typeface="黑体" pitchFamily="2" charset="-122"/>
                          <a:cs typeface="Times New Roman" pitchFamily="18" charset="0"/>
                        </a:rPr>
                        <a:t>总是按发送顺序到达终点</a:t>
                      </a:r>
                      <a:endParaRPr kumimoji="0" lang="zh-CN" altLang="en-US" sz="4000" b="1" i="0" u="none" strike="noStrike" cap="none" normalizeH="0" baseline="0">
                        <a:ln>
                          <a:noFill/>
                        </a:ln>
                        <a:solidFill>
                          <a:srgbClr val="4D4D4D"/>
                        </a:solidFill>
                        <a:effectLst/>
                        <a:latin typeface="Arial" pitchFamily="34" charset="0"/>
                        <a:ea typeface="黑体" pitchFamily="2" charset="-122"/>
                        <a:cs typeface="Times New Roman" pitchFamily="18" charset="0"/>
                      </a:endParaRPr>
                    </a:p>
                  </a:txBody>
                  <a:tcPr marL="108734" marR="108734"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smtClean="0">
                          <a:ln>
                            <a:noFill/>
                          </a:ln>
                          <a:solidFill>
                            <a:srgbClr val="4D4D4D"/>
                          </a:solidFill>
                          <a:effectLst/>
                          <a:latin typeface="Times New Roman" pitchFamily="18" charset="0"/>
                          <a:ea typeface="黑体" pitchFamily="2" charset="-122"/>
                          <a:cs typeface="Times New Roman" pitchFamily="18" charset="0"/>
                        </a:rPr>
                        <a:t>到达终点时不一定按发送顺序</a:t>
                      </a:r>
                      <a:endParaRPr kumimoji="0" lang="zh-CN" altLang="en-US" sz="4000" b="1" i="0" u="none" strike="noStrike" cap="none" normalizeH="0" baseline="0" dirty="0">
                        <a:ln>
                          <a:noFill/>
                        </a:ln>
                        <a:solidFill>
                          <a:srgbClr val="4D4D4D"/>
                        </a:solidFill>
                        <a:effectLst/>
                        <a:latin typeface="Arial" pitchFamily="34" charset="0"/>
                        <a:ea typeface="黑体" pitchFamily="2" charset="-122"/>
                        <a:cs typeface="Times New Roman" pitchFamily="18" charset="0"/>
                      </a:endParaRPr>
                    </a:p>
                  </a:txBody>
                  <a:tcPr marL="108734" marR="108734" marT="45726" marB="45726"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r h="80655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rgbClr val="4D4D4D"/>
                          </a:solidFill>
                          <a:effectLst/>
                          <a:latin typeface="Times New Roman" pitchFamily="18" charset="0"/>
                          <a:ea typeface="黑体" pitchFamily="2" charset="-122"/>
                          <a:cs typeface="Times New Roman" pitchFamily="18" charset="0"/>
                        </a:rPr>
                        <a:t>端到端的差错处理和流量控制</a:t>
                      </a:r>
                      <a:endParaRPr kumimoji="0" lang="zh-CN" altLang="en-US" sz="4000" b="1" i="0" u="none" strike="noStrike" cap="none" normalizeH="0" baseline="0">
                        <a:ln>
                          <a:noFill/>
                        </a:ln>
                        <a:solidFill>
                          <a:srgbClr val="4D4D4D"/>
                        </a:solidFill>
                        <a:effectLst/>
                        <a:latin typeface="Arial" pitchFamily="34" charset="0"/>
                        <a:ea typeface="黑体" pitchFamily="2" charset="-122"/>
                        <a:cs typeface="Times New Roman" pitchFamily="18" charset="0"/>
                      </a:endParaRPr>
                    </a:p>
                  </a:txBody>
                  <a:tcPr marL="108734" marR="108734" marT="45726" marB="45726"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a:ln>
                            <a:noFill/>
                          </a:ln>
                          <a:solidFill>
                            <a:srgbClr val="4D4D4D"/>
                          </a:solidFill>
                          <a:effectLst/>
                          <a:latin typeface="Times New Roman" pitchFamily="18" charset="0"/>
                          <a:ea typeface="黑体" pitchFamily="2" charset="-122"/>
                          <a:cs typeface="Times New Roman" pitchFamily="18" charset="0"/>
                        </a:rPr>
                        <a:t>可以由网络负责，也可以由用户主机负责</a:t>
                      </a:r>
                      <a:endParaRPr kumimoji="0" lang="zh-CN" altLang="en-US" sz="4000" b="1" i="0" u="none" strike="noStrike" cap="none" normalizeH="0" baseline="0">
                        <a:ln>
                          <a:noFill/>
                        </a:ln>
                        <a:solidFill>
                          <a:srgbClr val="4D4D4D"/>
                        </a:solidFill>
                        <a:effectLst/>
                        <a:latin typeface="Arial" pitchFamily="34" charset="0"/>
                        <a:ea typeface="黑体" pitchFamily="2" charset="-122"/>
                        <a:cs typeface="Times New Roman" pitchFamily="18" charset="0"/>
                      </a:endParaRPr>
                    </a:p>
                  </a:txBody>
                  <a:tcPr marL="108734" marR="108734"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4D4D4D"/>
                          </a:solidFill>
                          <a:effectLst/>
                          <a:latin typeface="Times New Roman" pitchFamily="18" charset="0"/>
                          <a:ea typeface="黑体" pitchFamily="2" charset="-122"/>
                          <a:cs typeface="Times New Roman" pitchFamily="18" charset="0"/>
                        </a:rPr>
                        <a:t>由用户主机负责</a:t>
                      </a:r>
                      <a:endParaRPr kumimoji="0" lang="zh-CN" altLang="en-US" sz="4000" b="1" i="0" u="none" strike="noStrike" cap="none" normalizeH="0" baseline="0" dirty="0">
                        <a:ln>
                          <a:noFill/>
                        </a:ln>
                        <a:solidFill>
                          <a:srgbClr val="4D4D4D"/>
                        </a:solidFill>
                        <a:effectLst/>
                        <a:latin typeface="Arial" pitchFamily="34" charset="0"/>
                        <a:ea typeface="黑体" pitchFamily="2" charset="-122"/>
                        <a:cs typeface="Times New Roman" pitchFamily="18" charset="0"/>
                      </a:endParaRPr>
                    </a:p>
                  </a:txBody>
                  <a:tcPr marL="108734" marR="108734" marT="45726" marB="45726"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extLst>
              </a:tr>
            </a:tbl>
          </a:graphicData>
        </a:graphic>
      </p:graphicFrame>
    </p:spTree>
    <p:extLst>
      <p:ext uri="{BB962C8B-B14F-4D97-AF65-F5344CB8AC3E}">
        <p14:creationId xmlns:p14="http://schemas.microsoft.com/office/powerpoint/2010/main" val="24379099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zh-CN" dirty="0" smtClean="0"/>
              <a:t>4.1.2 </a:t>
            </a:r>
            <a:r>
              <a:rPr lang="zh-CN" altLang="en-US" dirty="0" smtClean="0"/>
              <a:t>网络层的两个层面</a:t>
            </a:r>
          </a:p>
        </p:txBody>
      </p:sp>
      <p:sp>
        <p:nvSpPr>
          <p:cNvPr id="10243" name="Rectangle 3"/>
          <p:cNvSpPr>
            <a:spLocks noGrp="1" noChangeArrowheads="1"/>
          </p:cNvSpPr>
          <p:nvPr>
            <p:ph idx="1"/>
          </p:nvPr>
        </p:nvSpPr>
        <p:spPr>
          <a:xfrm>
            <a:off x="442913" y="1266825"/>
            <a:ext cx="10801350" cy="4895850"/>
          </a:xfrm>
        </p:spPr>
        <p:txBody>
          <a:bodyPr/>
          <a:lstStyle/>
          <a:p>
            <a:pPr eaLnBrk="1" hangingPunct="1"/>
            <a:r>
              <a:rPr lang="zh-CN" altLang="en-US" b="1" dirty="0"/>
              <a:t>不同网络中的两个主机之间的通信，要经过若干个路由器转发分组来完成</a:t>
            </a:r>
            <a:r>
              <a:rPr lang="zh-CN" altLang="en-US" b="1" dirty="0" smtClean="0"/>
              <a:t>。路由器查找</a:t>
            </a:r>
            <a:r>
              <a:rPr lang="zh-CN" altLang="en-US" b="1" dirty="0" smtClean="0">
                <a:solidFill>
                  <a:srgbClr val="FF0000"/>
                </a:solidFill>
              </a:rPr>
              <a:t>转发表</a:t>
            </a:r>
            <a:r>
              <a:rPr lang="zh-CN" altLang="en-US" b="1" dirty="0" smtClean="0"/>
              <a:t>，将分组</a:t>
            </a:r>
            <a:r>
              <a:rPr lang="zh-CN" altLang="en-US" b="1" dirty="0"/>
              <a:t>从</a:t>
            </a:r>
            <a:r>
              <a:rPr lang="zh-CN" altLang="en-US" b="1" dirty="0" smtClean="0"/>
              <a:t>指明的接口转发到下一个路由器。</a:t>
            </a:r>
            <a:endParaRPr lang="zh-CN" altLang="en-US" b="1" dirty="0"/>
          </a:p>
          <a:p>
            <a:pPr eaLnBrk="1" hangingPunct="1"/>
            <a:r>
              <a:rPr lang="zh-CN" altLang="en-US" b="1" dirty="0" smtClean="0"/>
              <a:t>转发表是从</a:t>
            </a:r>
            <a:r>
              <a:rPr lang="zh-CN" altLang="en-US" b="1" dirty="0" smtClean="0">
                <a:solidFill>
                  <a:srgbClr val="FF0000"/>
                </a:solidFill>
              </a:rPr>
              <a:t>路由表</a:t>
            </a:r>
            <a:r>
              <a:rPr lang="zh-CN" altLang="en-US" b="1" dirty="0" smtClean="0"/>
              <a:t>得出的，而路由表又是由互联网中许多的路由器通过</a:t>
            </a:r>
            <a:r>
              <a:rPr lang="zh-CN" altLang="en-US" b="1" dirty="0" smtClean="0">
                <a:solidFill>
                  <a:schemeClr val="tx2">
                    <a:lumMod val="60000"/>
                    <a:lumOff val="40000"/>
                  </a:schemeClr>
                </a:solidFill>
              </a:rPr>
              <a:t>不断</a:t>
            </a:r>
            <a:r>
              <a:rPr lang="zh-CN" altLang="en-US" b="1" dirty="0" smtClean="0"/>
              <a:t>交换路由信息产生的。</a:t>
            </a:r>
            <a:endParaRPr lang="en-US" altLang="zh-CN" b="1" dirty="0" smtClean="0"/>
          </a:p>
          <a:p>
            <a:pPr eaLnBrk="1" hangingPunct="1"/>
            <a:r>
              <a:rPr lang="zh-CN" altLang="en-US" b="1" dirty="0"/>
              <a:t>在路由器之间传送的信息有以下 </a:t>
            </a:r>
            <a:r>
              <a:rPr lang="en-US" altLang="zh-CN" b="1" dirty="0"/>
              <a:t>2 </a:t>
            </a:r>
            <a:r>
              <a:rPr lang="zh-CN" altLang="en-US" b="1" dirty="0"/>
              <a:t>大类：</a:t>
            </a:r>
          </a:p>
          <a:p>
            <a:pPr marL="812800" lvl="1" indent="0" eaLnBrk="1" hangingPunct="1">
              <a:buNone/>
            </a:pPr>
            <a:r>
              <a:rPr lang="en-US" altLang="zh-CN" b="1" dirty="0" smtClean="0"/>
              <a:t>1</a:t>
            </a:r>
            <a:r>
              <a:rPr lang="zh-CN" altLang="en-US" b="1" dirty="0" smtClean="0"/>
              <a:t>）数据 </a:t>
            </a:r>
            <a:r>
              <a:rPr lang="en-US" altLang="zh-CN" b="1" dirty="0" smtClean="0"/>
              <a:t>2</a:t>
            </a:r>
            <a:r>
              <a:rPr lang="zh-CN" altLang="en-US" b="1" dirty="0" smtClean="0"/>
              <a:t>）路由</a:t>
            </a:r>
            <a:r>
              <a:rPr lang="zh-CN" altLang="en-US" b="1" dirty="0"/>
              <a:t>信息（为数据传送服务</a:t>
            </a:r>
            <a:r>
              <a:rPr lang="zh-CN" altLang="en-US" b="1" dirty="0" smtClean="0"/>
              <a:t>）</a:t>
            </a:r>
            <a:endParaRPr lang="zh-CN" altLang="en-US" b="1" dirty="0"/>
          </a:p>
          <a:p>
            <a:pPr eaLnBrk="1" hangingPunct="1"/>
            <a:endParaRPr lang="zh-CN" altLang="en-US" b="1" dirty="0" smtClean="0"/>
          </a:p>
          <a:p>
            <a:pPr eaLnBrk="1" hangingPunct="1">
              <a:buFont typeface="Wingdings" pitchFamily="2" charset="2"/>
              <a:buNone/>
            </a:pPr>
            <a:endParaRPr lang="zh-CN" altLang="en-US" sz="1800" b="1" dirty="0" smtClean="0"/>
          </a:p>
        </p:txBody>
      </p:sp>
    </p:spTree>
    <p:extLst>
      <p:ext uri="{BB962C8B-B14F-4D97-AF65-F5344CB8AC3E}">
        <p14:creationId xmlns:p14="http://schemas.microsoft.com/office/powerpoint/2010/main" val="399695944"/>
      </p:ext>
    </p:extLst>
  </p:cSld>
  <p:clrMapOvr>
    <a:masterClrMapping/>
  </p:clrMapOvr>
  <p:transition spd="slow"/>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zh-CN" dirty="0" smtClean="0"/>
              <a:t>4.1.2 </a:t>
            </a:r>
            <a:r>
              <a:rPr lang="zh-CN" altLang="en-US" dirty="0" smtClean="0"/>
              <a:t>网络层的两个层面</a:t>
            </a:r>
          </a:p>
        </p:txBody>
      </p:sp>
      <p:sp>
        <p:nvSpPr>
          <p:cNvPr id="10243" name="Rectangle 3"/>
          <p:cNvSpPr>
            <a:spLocks noGrp="1" noChangeArrowheads="1"/>
          </p:cNvSpPr>
          <p:nvPr>
            <p:ph idx="1"/>
          </p:nvPr>
        </p:nvSpPr>
        <p:spPr>
          <a:xfrm>
            <a:off x="442913" y="1266825"/>
            <a:ext cx="10801350" cy="4895850"/>
          </a:xfrm>
        </p:spPr>
        <p:txBody>
          <a:bodyPr/>
          <a:lstStyle/>
          <a:p>
            <a:pPr eaLnBrk="1" hangingPunct="1"/>
            <a:r>
              <a:rPr lang="zh-CN" altLang="en-US" b="1" dirty="0" smtClean="0"/>
              <a:t>可以把网络层</a:t>
            </a:r>
            <a:r>
              <a:rPr lang="zh-CN" altLang="en-US" b="1" dirty="0" smtClean="0">
                <a:solidFill>
                  <a:srgbClr val="FF0000"/>
                </a:solidFill>
              </a:rPr>
              <a:t>抽象</a:t>
            </a:r>
            <a:r>
              <a:rPr lang="zh-CN" altLang="en-US" b="1" dirty="0" smtClean="0"/>
              <a:t>地划分为</a:t>
            </a:r>
            <a:r>
              <a:rPr lang="zh-CN" altLang="en-US" b="1" dirty="0" smtClean="0">
                <a:solidFill>
                  <a:srgbClr val="FF0000"/>
                </a:solidFill>
              </a:rPr>
              <a:t>数据层面</a:t>
            </a:r>
            <a:r>
              <a:rPr lang="zh-CN" altLang="en-US" b="1" dirty="0" smtClean="0"/>
              <a:t>和</a:t>
            </a:r>
            <a:r>
              <a:rPr lang="zh-CN" altLang="en-US" b="1" dirty="0" smtClean="0">
                <a:solidFill>
                  <a:srgbClr val="FF0000"/>
                </a:solidFill>
              </a:rPr>
              <a:t>控制层面</a:t>
            </a:r>
            <a:r>
              <a:rPr lang="zh-CN" altLang="en-US" b="1" dirty="0" smtClean="0"/>
              <a:t>。</a:t>
            </a:r>
          </a:p>
          <a:p>
            <a:pPr eaLnBrk="1" hangingPunct="1">
              <a:buFont typeface="Wingdings" pitchFamily="2" charset="2"/>
              <a:buNone/>
            </a:pPr>
            <a:endParaRPr lang="zh-CN" altLang="en-US" sz="1800" b="1" dirty="0" smtClean="0"/>
          </a:p>
        </p:txBody>
      </p:sp>
      <p:graphicFrame>
        <p:nvGraphicFramePr>
          <p:cNvPr id="4" name="图示 3"/>
          <p:cNvGraphicFramePr/>
          <p:nvPr>
            <p:extLst>
              <p:ext uri="{D42A27DB-BD31-4B8C-83A1-F6EECF244321}">
                <p14:modId xmlns:p14="http://schemas.microsoft.com/office/powerpoint/2010/main" val="884564135"/>
              </p:ext>
            </p:extLst>
          </p:nvPr>
        </p:nvGraphicFramePr>
        <p:xfrm>
          <a:off x="1107058" y="2282496"/>
          <a:ext cx="9381430" cy="40268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32136731"/>
      </p:ext>
    </p:extLst>
  </p:cSld>
  <p:clrMapOvr>
    <a:masterClrMapping/>
  </p:clrMapOvr>
  <p:transition spd="slow"/>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zh-CN" dirty="0" smtClean="0"/>
              <a:t>4.1.2 </a:t>
            </a:r>
            <a:r>
              <a:rPr lang="zh-CN" altLang="en-US" dirty="0" smtClean="0"/>
              <a:t>网络层的两个层面</a:t>
            </a:r>
          </a:p>
        </p:txBody>
      </p:sp>
      <p:sp>
        <p:nvSpPr>
          <p:cNvPr id="5" name="圆角矩形 4"/>
          <p:cNvSpPr/>
          <p:nvPr/>
        </p:nvSpPr>
        <p:spPr>
          <a:xfrm>
            <a:off x="1127448" y="1484821"/>
            <a:ext cx="9730816" cy="421881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6" name="组合 5"/>
          <p:cNvGrpSpPr/>
          <p:nvPr/>
        </p:nvGrpSpPr>
        <p:grpSpPr>
          <a:xfrm>
            <a:off x="1543332" y="1732968"/>
            <a:ext cx="8954892" cy="3683096"/>
            <a:chOff x="957532" y="1263300"/>
            <a:chExt cx="7040366" cy="2667520"/>
          </a:xfrm>
        </p:grpSpPr>
        <p:sp>
          <p:nvSpPr>
            <p:cNvPr id="7" name="Line 151"/>
            <p:cNvSpPr>
              <a:spLocks noChangeShapeType="1"/>
            </p:cNvSpPr>
            <p:nvPr/>
          </p:nvSpPr>
          <p:spPr bwMode="auto">
            <a:xfrm>
              <a:off x="4778385" y="2851395"/>
              <a:ext cx="936104" cy="504056"/>
            </a:xfrm>
            <a:prstGeom prst="line">
              <a:avLst/>
            </a:prstGeom>
            <a:noFill/>
            <a:ln w="28575">
              <a:solidFill>
                <a:schemeClr val="tx1"/>
              </a:solidFill>
              <a:round/>
              <a:headEnd/>
              <a:tailEnd/>
            </a:ln>
          </p:spPr>
          <p:txBody>
            <a:bodyPr/>
            <a:lstStyle/>
            <a:p>
              <a:endParaRPr lang="zh-CN" altLang="en-US" b="1">
                <a:latin typeface="微软雅黑" panose="020B0503020204020204" pitchFamily="34" charset="-122"/>
                <a:ea typeface="微软雅黑" panose="020B0503020204020204" pitchFamily="34" charset="-122"/>
              </a:endParaRPr>
            </a:p>
          </p:txBody>
        </p:sp>
        <p:sp>
          <p:nvSpPr>
            <p:cNvPr id="8" name="Line 79"/>
            <p:cNvSpPr>
              <a:spLocks noChangeShapeType="1"/>
            </p:cNvSpPr>
            <p:nvPr/>
          </p:nvSpPr>
          <p:spPr bwMode="auto">
            <a:xfrm>
              <a:off x="2978185" y="3355451"/>
              <a:ext cx="720502" cy="216545"/>
            </a:xfrm>
            <a:prstGeom prst="line">
              <a:avLst/>
            </a:prstGeom>
            <a:noFill/>
            <a:ln w="9525">
              <a:solidFill>
                <a:schemeClr val="tx1"/>
              </a:solidFill>
              <a:round/>
              <a:headEnd/>
              <a:tailEnd/>
            </a:ln>
          </p:spPr>
          <p:txBody>
            <a:bodyPr/>
            <a:lstStyle/>
            <a:p>
              <a:endParaRPr lang="zh-CN" altLang="en-US" b="1">
                <a:latin typeface="微软雅黑" panose="020B0503020204020204" pitchFamily="34" charset="-122"/>
                <a:ea typeface="微软雅黑" panose="020B0503020204020204" pitchFamily="34" charset="-122"/>
              </a:endParaRPr>
            </a:p>
          </p:txBody>
        </p:sp>
        <p:sp>
          <p:nvSpPr>
            <p:cNvPr id="9" name="Line 99"/>
            <p:cNvSpPr>
              <a:spLocks noChangeShapeType="1"/>
            </p:cNvSpPr>
            <p:nvPr/>
          </p:nvSpPr>
          <p:spPr bwMode="auto">
            <a:xfrm>
              <a:off x="3914289" y="3643483"/>
              <a:ext cx="1296417" cy="215206"/>
            </a:xfrm>
            <a:prstGeom prst="line">
              <a:avLst/>
            </a:prstGeom>
            <a:noFill/>
            <a:ln w="28575">
              <a:solidFill>
                <a:schemeClr val="tx1"/>
              </a:solidFill>
              <a:round/>
              <a:headEnd/>
              <a:tailEnd/>
            </a:ln>
          </p:spPr>
          <p:txBody>
            <a:bodyPr/>
            <a:lstStyle/>
            <a:p>
              <a:endParaRPr lang="zh-CN" altLang="en-US" b="1">
                <a:latin typeface="微软雅黑" panose="020B0503020204020204" pitchFamily="34" charset="-122"/>
                <a:ea typeface="微软雅黑" panose="020B0503020204020204" pitchFamily="34" charset="-122"/>
              </a:endParaRPr>
            </a:p>
          </p:txBody>
        </p:sp>
        <p:sp>
          <p:nvSpPr>
            <p:cNvPr id="10" name="Line 100"/>
            <p:cNvSpPr>
              <a:spLocks noChangeShapeType="1"/>
            </p:cNvSpPr>
            <p:nvPr/>
          </p:nvSpPr>
          <p:spPr bwMode="auto">
            <a:xfrm flipV="1">
              <a:off x="3914587" y="3427458"/>
              <a:ext cx="1799902" cy="144536"/>
            </a:xfrm>
            <a:prstGeom prst="line">
              <a:avLst/>
            </a:prstGeom>
            <a:noFill/>
            <a:ln w="28575">
              <a:solidFill>
                <a:schemeClr val="tx1"/>
              </a:solidFill>
              <a:round/>
              <a:headEnd/>
              <a:tailEnd/>
            </a:ln>
          </p:spPr>
          <p:txBody>
            <a:bodyPr/>
            <a:lstStyle/>
            <a:p>
              <a:endParaRPr lang="zh-CN" altLang="en-US" b="1">
                <a:latin typeface="微软雅黑" panose="020B0503020204020204" pitchFamily="34" charset="-122"/>
                <a:ea typeface="微软雅黑" panose="020B0503020204020204" pitchFamily="34" charset="-122"/>
              </a:endParaRPr>
            </a:p>
          </p:txBody>
        </p:sp>
        <p:sp>
          <p:nvSpPr>
            <p:cNvPr id="11" name="Line 101"/>
            <p:cNvSpPr>
              <a:spLocks noChangeShapeType="1"/>
            </p:cNvSpPr>
            <p:nvPr/>
          </p:nvSpPr>
          <p:spPr bwMode="auto">
            <a:xfrm>
              <a:off x="6002521" y="3427459"/>
              <a:ext cx="936253" cy="215974"/>
            </a:xfrm>
            <a:prstGeom prst="line">
              <a:avLst/>
            </a:prstGeom>
            <a:noFill/>
            <a:ln w="28575">
              <a:solidFill>
                <a:schemeClr val="tx1"/>
              </a:solidFill>
              <a:round/>
              <a:headEnd/>
              <a:tailEnd/>
            </a:ln>
          </p:spPr>
          <p:txBody>
            <a:bodyPr/>
            <a:lstStyle/>
            <a:p>
              <a:endParaRPr lang="zh-CN" altLang="en-US" b="1">
                <a:latin typeface="微软雅黑" panose="020B0503020204020204" pitchFamily="34" charset="-122"/>
                <a:ea typeface="微软雅黑" panose="020B0503020204020204" pitchFamily="34" charset="-122"/>
              </a:endParaRPr>
            </a:p>
          </p:txBody>
        </p:sp>
        <p:sp>
          <p:nvSpPr>
            <p:cNvPr id="12" name="Line 102"/>
            <p:cNvSpPr>
              <a:spLocks noChangeShapeType="1"/>
            </p:cNvSpPr>
            <p:nvPr/>
          </p:nvSpPr>
          <p:spPr bwMode="auto">
            <a:xfrm flipV="1">
              <a:off x="5498465" y="3716459"/>
              <a:ext cx="1440309" cy="143048"/>
            </a:xfrm>
            <a:prstGeom prst="line">
              <a:avLst/>
            </a:prstGeom>
            <a:noFill/>
            <a:ln w="28575">
              <a:solidFill>
                <a:schemeClr val="tx1"/>
              </a:solidFill>
              <a:round/>
              <a:headEnd/>
              <a:tailEnd/>
            </a:ln>
          </p:spPr>
          <p:txBody>
            <a:bodyPr/>
            <a:lstStyle/>
            <a:p>
              <a:endParaRPr lang="zh-CN" altLang="en-US" b="1">
                <a:latin typeface="微软雅黑" panose="020B0503020204020204" pitchFamily="34" charset="-122"/>
                <a:ea typeface="微软雅黑" panose="020B0503020204020204" pitchFamily="34" charset="-122"/>
              </a:endParaRPr>
            </a:p>
          </p:txBody>
        </p:sp>
        <p:sp>
          <p:nvSpPr>
            <p:cNvPr id="13" name="Line 103"/>
            <p:cNvSpPr>
              <a:spLocks noChangeShapeType="1"/>
            </p:cNvSpPr>
            <p:nvPr/>
          </p:nvSpPr>
          <p:spPr bwMode="auto">
            <a:xfrm flipV="1">
              <a:off x="7010211" y="3355451"/>
              <a:ext cx="864517" cy="287983"/>
            </a:xfrm>
            <a:prstGeom prst="line">
              <a:avLst/>
            </a:prstGeom>
            <a:noFill/>
            <a:ln w="9525">
              <a:solidFill>
                <a:schemeClr val="tx1"/>
              </a:solidFill>
              <a:round/>
              <a:headEnd/>
              <a:tailEnd/>
            </a:ln>
          </p:spPr>
          <p:txBody>
            <a:bodyPr/>
            <a:lstStyle/>
            <a:p>
              <a:endParaRPr lang="zh-CN" altLang="en-US" b="1">
                <a:latin typeface="微软雅黑" panose="020B0503020204020204" pitchFamily="34" charset="-122"/>
                <a:ea typeface="微软雅黑" panose="020B0503020204020204" pitchFamily="34" charset="-122"/>
              </a:endParaRPr>
            </a:p>
          </p:txBody>
        </p:sp>
        <p:sp>
          <p:nvSpPr>
            <p:cNvPr id="14" name="Line 107"/>
            <p:cNvSpPr>
              <a:spLocks noChangeShapeType="1"/>
            </p:cNvSpPr>
            <p:nvPr/>
          </p:nvSpPr>
          <p:spPr bwMode="auto">
            <a:xfrm flipV="1">
              <a:off x="3914587" y="2851394"/>
              <a:ext cx="647774" cy="649161"/>
            </a:xfrm>
            <a:prstGeom prst="line">
              <a:avLst/>
            </a:prstGeom>
            <a:noFill/>
            <a:ln w="28575">
              <a:solidFill>
                <a:schemeClr val="tx1"/>
              </a:solidFill>
              <a:round/>
              <a:headEnd/>
              <a:tailEnd/>
            </a:ln>
          </p:spPr>
          <p:txBody>
            <a:bodyPr/>
            <a:lstStyle/>
            <a:p>
              <a:endParaRPr lang="zh-CN" altLang="en-US" b="1">
                <a:latin typeface="微软雅黑" panose="020B0503020204020204" pitchFamily="34" charset="-122"/>
                <a:ea typeface="微软雅黑" panose="020B0503020204020204" pitchFamily="34" charset="-122"/>
              </a:endParaRPr>
            </a:p>
          </p:txBody>
        </p:sp>
        <p:sp>
          <p:nvSpPr>
            <p:cNvPr id="15" name="Line 108"/>
            <p:cNvSpPr>
              <a:spLocks noChangeShapeType="1"/>
            </p:cNvSpPr>
            <p:nvPr/>
          </p:nvSpPr>
          <p:spPr bwMode="auto">
            <a:xfrm>
              <a:off x="4922401" y="2779387"/>
              <a:ext cx="2087811" cy="792608"/>
            </a:xfrm>
            <a:prstGeom prst="line">
              <a:avLst/>
            </a:prstGeom>
            <a:noFill/>
            <a:ln w="28575">
              <a:solidFill>
                <a:schemeClr val="tx1"/>
              </a:solidFill>
              <a:round/>
              <a:headEnd/>
              <a:tailEnd/>
            </a:ln>
          </p:spPr>
          <p:txBody>
            <a:bodyPr/>
            <a:lstStyle/>
            <a:p>
              <a:endParaRPr lang="zh-CN" altLang="en-US" b="1">
                <a:latin typeface="微软雅黑" panose="020B0503020204020204" pitchFamily="34" charset="-122"/>
                <a:ea typeface="微软雅黑" panose="020B0503020204020204" pitchFamily="34" charset="-122"/>
              </a:endParaRPr>
            </a:p>
          </p:txBody>
        </p:sp>
        <p:pic>
          <p:nvPicPr>
            <p:cNvPr id="16" name="Picture 109"/>
            <p:cNvPicPr>
              <a:picLocks noChangeArrowheads="1"/>
            </p:cNvPicPr>
            <p:nvPr/>
          </p:nvPicPr>
          <p:blipFill>
            <a:blip r:embed="rId2" cstate="print"/>
            <a:srcRect/>
            <a:stretch>
              <a:fillRect/>
            </a:stretch>
          </p:blipFill>
          <p:spPr bwMode="auto">
            <a:xfrm>
              <a:off x="3609787" y="3427534"/>
              <a:ext cx="520700" cy="287337"/>
            </a:xfrm>
            <a:prstGeom prst="rect">
              <a:avLst/>
            </a:prstGeom>
            <a:noFill/>
            <a:ln w="12699">
              <a:noFill/>
              <a:miter lim="800000"/>
              <a:headEnd/>
              <a:tailEnd/>
            </a:ln>
          </p:spPr>
        </p:pic>
        <p:pic>
          <p:nvPicPr>
            <p:cNvPr id="17" name="Picture 110"/>
            <p:cNvPicPr>
              <a:picLocks noChangeArrowheads="1"/>
            </p:cNvPicPr>
            <p:nvPr/>
          </p:nvPicPr>
          <p:blipFill>
            <a:blip r:embed="rId2" cstate="print"/>
            <a:srcRect/>
            <a:stretch>
              <a:fillRect/>
            </a:stretch>
          </p:blipFill>
          <p:spPr bwMode="auto">
            <a:xfrm>
              <a:off x="5642481" y="3283443"/>
              <a:ext cx="520700" cy="287337"/>
            </a:xfrm>
            <a:prstGeom prst="rect">
              <a:avLst/>
            </a:prstGeom>
            <a:noFill/>
            <a:ln w="12699">
              <a:noFill/>
              <a:miter lim="800000"/>
              <a:headEnd/>
              <a:tailEnd/>
            </a:ln>
          </p:spPr>
        </p:pic>
        <p:pic>
          <p:nvPicPr>
            <p:cNvPr id="18" name="Picture 111"/>
            <p:cNvPicPr>
              <a:picLocks noChangeArrowheads="1"/>
            </p:cNvPicPr>
            <p:nvPr/>
          </p:nvPicPr>
          <p:blipFill>
            <a:blip r:embed="rId2" cstate="print"/>
            <a:srcRect/>
            <a:stretch>
              <a:fillRect/>
            </a:stretch>
          </p:blipFill>
          <p:spPr bwMode="auto">
            <a:xfrm>
              <a:off x="5066417" y="3643483"/>
              <a:ext cx="520700" cy="287337"/>
            </a:xfrm>
            <a:prstGeom prst="rect">
              <a:avLst/>
            </a:prstGeom>
            <a:noFill/>
            <a:ln w="12699">
              <a:noFill/>
              <a:miter lim="800000"/>
              <a:headEnd/>
              <a:tailEnd/>
            </a:ln>
          </p:spPr>
        </p:pic>
        <p:pic>
          <p:nvPicPr>
            <p:cNvPr id="19" name="Picture 112"/>
            <p:cNvPicPr>
              <a:picLocks noChangeArrowheads="1"/>
            </p:cNvPicPr>
            <p:nvPr/>
          </p:nvPicPr>
          <p:blipFill>
            <a:blip r:embed="rId2" cstate="print"/>
            <a:srcRect/>
            <a:stretch>
              <a:fillRect/>
            </a:stretch>
          </p:blipFill>
          <p:spPr bwMode="auto">
            <a:xfrm>
              <a:off x="6722874" y="3500559"/>
              <a:ext cx="520700" cy="287337"/>
            </a:xfrm>
            <a:prstGeom prst="rect">
              <a:avLst/>
            </a:prstGeom>
            <a:noFill/>
            <a:ln w="12699">
              <a:noFill/>
              <a:miter lim="800000"/>
              <a:headEnd/>
              <a:tailEnd/>
            </a:ln>
          </p:spPr>
        </p:pic>
        <p:pic>
          <p:nvPicPr>
            <p:cNvPr id="20" name="Picture 113"/>
            <p:cNvPicPr>
              <a:picLocks noChangeArrowheads="1"/>
            </p:cNvPicPr>
            <p:nvPr/>
          </p:nvPicPr>
          <p:blipFill>
            <a:blip r:embed="rId2" cstate="print"/>
            <a:srcRect/>
            <a:stretch>
              <a:fillRect/>
            </a:stretch>
          </p:blipFill>
          <p:spPr bwMode="auto">
            <a:xfrm>
              <a:off x="4418345" y="2635371"/>
              <a:ext cx="520700" cy="287338"/>
            </a:xfrm>
            <a:prstGeom prst="rect">
              <a:avLst/>
            </a:prstGeom>
            <a:noFill/>
            <a:ln w="12699">
              <a:noFill/>
              <a:miter lim="800000"/>
              <a:headEnd/>
              <a:tailEnd/>
            </a:ln>
          </p:spPr>
        </p:pic>
        <p:pic>
          <p:nvPicPr>
            <p:cNvPr id="21" name="Picture 113"/>
            <p:cNvPicPr>
              <a:picLocks noChangeArrowheads="1"/>
            </p:cNvPicPr>
            <p:nvPr/>
          </p:nvPicPr>
          <p:blipFill>
            <a:blip r:embed="rId2" cstate="print"/>
            <a:srcRect/>
            <a:stretch>
              <a:fillRect/>
            </a:stretch>
          </p:blipFill>
          <p:spPr bwMode="auto">
            <a:xfrm>
              <a:off x="3557370" y="1365789"/>
              <a:ext cx="351656" cy="189462"/>
            </a:xfrm>
            <a:prstGeom prst="rect">
              <a:avLst/>
            </a:prstGeom>
            <a:noFill/>
            <a:ln w="12699">
              <a:noFill/>
              <a:miter lim="800000"/>
              <a:headEnd/>
              <a:tailEnd/>
            </a:ln>
          </p:spPr>
        </p:pic>
        <p:sp>
          <p:nvSpPr>
            <p:cNvPr id="22" name="矩形 21"/>
            <p:cNvSpPr/>
            <p:nvPr/>
          </p:nvSpPr>
          <p:spPr>
            <a:xfrm>
              <a:off x="3625186" y="2131315"/>
              <a:ext cx="216024" cy="288032"/>
            </a:xfrm>
            <a:prstGeom prst="rect">
              <a:avLst/>
            </a:prstGeom>
            <a:solidFill>
              <a:schemeClr val="bg2">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cxnSp>
          <p:nvCxnSpPr>
            <p:cNvPr id="23" name="直接连接符 22"/>
            <p:cNvCxnSpPr/>
            <p:nvPr/>
          </p:nvCxnSpPr>
          <p:spPr>
            <a:xfrm>
              <a:off x="3625186" y="2188921"/>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3625186" y="2246528"/>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3625186" y="2310841"/>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3625186" y="2361741"/>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3733198" y="2140897"/>
              <a:ext cx="0" cy="277354"/>
            </a:xfrm>
            <a:prstGeom prst="line">
              <a:avLst/>
            </a:prstGeom>
            <a:solidFill>
              <a:schemeClr val="bg2">
                <a:lumMod val="20000"/>
                <a:lumOff val="80000"/>
              </a:schemeClr>
            </a:solidFill>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椭圆 27"/>
            <p:cNvSpPr/>
            <p:nvPr/>
          </p:nvSpPr>
          <p:spPr>
            <a:xfrm>
              <a:off x="3554249" y="1621774"/>
              <a:ext cx="357899" cy="144016"/>
            </a:xfrm>
            <a:prstGeom prst="ellipse">
              <a:avLst/>
            </a:prstGeom>
            <a:solidFill>
              <a:schemeClr val="bg1"/>
            </a:solidFill>
            <a:ln w="12700">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29" name="下箭头 28"/>
            <p:cNvSpPr/>
            <p:nvPr/>
          </p:nvSpPr>
          <p:spPr>
            <a:xfrm>
              <a:off x="3697194" y="1765790"/>
              <a:ext cx="72008" cy="360040"/>
            </a:xfrm>
            <a:prstGeom prst="downArrow">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pic>
          <p:nvPicPr>
            <p:cNvPr id="30" name="Picture 113"/>
            <p:cNvPicPr>
              <a:picLocks noChangeArrowheads="1"/>
            </p:cNvPicPr>
            <p:nvPr/>
          </p:nvPicPr>
          <p:blipFill>
            <a:blip r:embed="rId2" cstate="print"/>
            <a:srcRect/>
            <a:stretch>
              <a:fillRect/>
            </a:stretch>
          </p:blipFill>
          <p:spPr bwMode="auto">
            <a:xfrm>
              <a:off x="4423607" y="1365789"/>
              <a:ext cx="351656" cy="189462"/>
            </a:xfrm>
            <a:prstGeom prst="rect">
              <a:avLst/>
            </a:prstGeom>
            <a:noFill/>
            <a:ln w="12699">
              <a:noFill/>
              <a:miter lim="800000"/>
              <a:headEnd/>
              <a:tailEnd/>
            </a:ln>
          </p:spPr>
        </p:pic>
        <p:sp>
          <p:nvSpPr>
            <p:cNvPr id="31" name="矩形 30"/>
            <p:cNvSpPr/>
            <p:nvPr/>
          </p:nvSpPr>
          <p:spPr>
            <a:xfrm>
              <a:off x="4491423" y="2131315"/>
              <a:ext cx="216024" cy="288032"/>
            </a:xfrm>
            <a:prstGeom prst="rect">
              <a:avLst/>
            </a:prstGeom>
            <a:solidFill>
              <a:schemeClr val="bg2">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cxnSp>
          <p:nvCxnSpPr>
            <p:cNvPr id="32" name="直接连接符 31"/>
            <p:cNvCxnSpPr/>
            <p:nvPr/>
          </p:nvCxnSpPr>
          <p:spPr>
            <a:xfrm>
              <a:off x="4491423" y="2188921"/>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4491423" y="2246528"/>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4491423" y="2310841"/>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4491423" y="2361741"/>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4599435" y="2140897"/>
              <a:ext cx="0" cy="277354"/>
            </a:xfrm>
            <a:prstGeom prst="line">
              <a:avLst/>
            </a:prstGeom>
            <a:solidFill>
              <a:schemeClr val="bg2">
                <a:lumMod val="20000"/>
                <a:lumOff val="80000"/>
              </a:schemeClr>
            </a:solidFill>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椭圆 36"/>
            <p:cNvSpPr/>
            <p:nvPr/>
          </p:nvSpPr>
          <p:spPr>
            <a:xfrm>
              <a:off x="4420486" y="1621774"/>
              <a:ext cx="357899" cy="144016"/>
            </a:xfrm>
            <a:prstGeom prst="ellipse">
              <a:avLst/>
            </a:prstGeom>
            <a:solidFill>
              <a:schemeClr val="bg1"/>
            </a:solidFill>
            <a:ln w="12700">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38" name="下箭头 37"/>
            <p:cNvSpPr/>
            <p:nvPr/>
          </p:nvSpPr>
          <p:spPr>
            <a:xfrm>
              <a:off x="4563431" y="1765790"/>
              <a:ext cx="72008" cy="360040"/>
            </a:xfrm>
            <a:prstGeom prst="downArrow">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pic>
          <p:nvPicPr>
            <p:cNvPr id="39" name="Picture 113"/>
            <p:cNvPicPr>
              <a:picLocks noChangeArrowheads="1"/>
            </p:cNvPicPr>
            <p:nvPr/>
          </p:nvPicPr>
          <p:blipFill>
            <a:blip r:embed="rId2" cstate="print"/>
            <a:srcRect/>
            <a:stretch>
              <a:fillRect/>
            </a:stretch>
          </p:blipFill>
          <p:spPr bwMode="auto">
            <a:xfrm>
              <a:off x="5143687" y="1365789"/>
              <a:ext cx="351656" cy="189462"/>
            </a:xfrm>
            <a:prstGeom prst="rect">
              <a:avLst/>
            </a:prstGeom>
            <a:noFill/>
            <a:ln w="12699">
              <a:noFill/>
              <a:miter lim="800000"/>
              <a:headEnd/>
              <a:tailEnd/>
            </a:ln>
          </p:spPr>
        </p:pic>
        <p:sp>
          <p:nvSpPr>
            <p:cNvPr id="40" name="矩形 39"/>
            <p:cNvSpPr/>
            <p:nvPr/>
          </p:nvSpPr>
          <p:spPr>
            <a:xfrm>
              <a:off x="5211503" y="2131315"/>
              <a:ext cx="216024" cy="288032"/>
            </a:xfrm>
            <a:prstGeom prst="rect">
              <a:avLst/>
            </a:prstGeom>
            <a:solidFill>
              <a:schemeClr val="bg2">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cxnSp>
          <p:nvCxnSpPr>
            <p:cNvPr id="41" name="直接连接符 40"/>
            <p:cNvCxnSpPr/>
            <p:nvPr/>
          </p:nvCxnSpPr>
          <p:spPr>
            <a:xfrm>
              <a:off x="5211503" y="2188921"/>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5211503" y="2246528"/>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5211503" y="2310841"/>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5211503" y="2361741"/>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5319515" y="2140897"/>
              <a:ext cx="0" cy="277354"/>
            </a:xfrm>
            <a:prstGeom prst="line">
              <a:avLst/>
            </a:prstGeom>
            <a:solidFill>
              <a:schemeClr val="bg2">
                <a:lumMod val="20000"/>
                <a:lumOff val="80000"/>
              </a:schemeClr>
            </a:solidFill>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椭圆 45"/>
            <p:cNvSpPr/>
            <p:nvPr/>
          </p:nvSpPr>
          <p:spPr>
            <a:xfrm>
              <a:off x="5140566" y="1621774"/>
              <a:ext cx="357899" cy="144016"/>
            </a:xfrm>
            <a:prstGeom prst="ellipse">
              <a:avLst/>
            </a:prstGeom>
            <a:solidFill>
              <a:schemeClr val="bg1"/>
            </a:solidFill>
            <a:ln w="12700">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47" name="下箭头 46"/>
            <p:cNvSpPr/>
            <p:nvPr/>
          </p:nvSpPr>
          <p:spPr>
            <a:xfrm>
              <a:off x="5283511" y="1765790"/>
              <a:ext cx="72008" cy="360040"/>
            </a:xfrm>
            <a:prstGeom prst="downArrow">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pic>
          <p:nvPicPr>
            <p:cNvPr id="48" name="Picture 113"/>
            <p:cNvPicPr>
              <a:picLocks noChangeArrowheads="1"/>
            </p:cNvPicPr>
            <p:nvPr/>
          </p:nvPicPr>
          <p:blipFill>
            <a:blip r:embed="rId2" cstate="print"/>
            <a:srcRect/>
            <a:stretch>
              <a:fillRect/>
            </a:stretch>
          </p:blipFill>
          <p:spPr bwMode="auto">
            <a:xfrm>
              <a:off x="6727863" y="1365789"/>
              <a:ext cx="351656" cy="189462"/>
            </a:xfrm>
            <a:prstGeom prst="rect">
              <a:avLst/>
            </a:prstGeom>
            <a:noFill/>
            <a:ln w="12699">
              <a:noFill/>
              <a:miter lim="800000"/>
              <a:headEnd/>
              <a:tailEnd/>
            </a:ln>
          </p:spPr>
        </p:pic>
        <p:sp>
          <p:nvSpPr>
            <p:cNvPr id="49" name="矩形 48"/>
            <p:cNvSpPr/>
            <p:nvPr/>
          </p:nvSpPr>
          <p:spPr>
            <a:xfrm>
              <a:off x="6795679" y="2131315"/>
              <a:ext cx="216024" cy="288032"/>
            </a:xfrm>
            <a:prstGeom prst="rect">
              <a:avLst/>
            </a:prstGeom>
            <a:solidFill>
              <a:schemeClr val="bg2">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cxnSp>
          <p:nvCxnSpPr>
            <p:cNvPr id="50" name="直接连接符 49"/>
            <p:cNvCxnSpPr/>
            <p:nvPr/>
          </p:nvCxnSpPr>
          <p:spPr>
            <a:xfrm>
              <a:off x="6795679" y="2188921"/>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6795679" y="2246528"/>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6795679" y="2310841"/>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6795679" y="2361741"/>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6903691" y="2140897"/>
              <a:ext cx="0" cy="277354"/>
            </a:xfrm>
            <a:prstGeom prst="line">
              <a:avLst/>
            </a:prstGeom>
            <a:solidFill>
              <a:schemeClr val="bg2">
                <a:lumMod val="20000"/>
                <a:lumOff val="80000"/>
              </a:schemeClr>
            </a:solidFill>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椭圆 54"/>
            <p:cNvSpPr/>
            <p:nvPr/>
          </p:nvSpPr>
          <p:spPr>
            <a:xfrm>
              <a:off x="6724742" y="1621774"/>
              <a:ext cx="357899" cy="144016"/>
            </a:xfrm>
            <a:prstGeom prst="ellipse">
              <a:avLst/>
            </a:prstGeom>
            <a:solidFill>
              <a:schemeClr val="bg1"/>
            </a:solidFill>
            <a:ln w="12700">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56" name="下箭头 55"/>
            <p:cNvSpPr/>
            <p:nvPr/>
          </p:nvSpPr>
          <p:spPr>
            <a:xfrm>
              <a:off x="6867687" y="1765790"/>
              <a:ext cx="72008" cy="360040"/>
            </a:xfrm>
            <a:prstGeom prst="downArrow">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pic>
          <p:nvPicPr>
            <p:cNvPr id="57" name="Picture 113"/>
            <p:cNvPicPr>
              <a:picLocks noChangeArrowheads="1"/>
            </p:cNvPicPr>
            <p:nvPr/>
          </p:nvPicPr>
          <p:blipFill>
            <a:blip r:embed="rId2" cstate="print"/>
            <a:srcRect/>
            <a:stretch>
              <a:fillRect/>
            </a:stretch>
          </p:blipFill>
          <p:spPr bwMode="auto">
            <a:xfrm>
              <a:off x="5791759" y="1365789"/>
              <a:ext cx="351656" cy="189462"/>
            </a:xfrm>
            <a:prstGeom prst="rect">
              <a:avLst/>
            </a:prstGeom>
            <a:noFill/>
            <a:ln w="12699">
              <a:noFill/>
              <a:miter lim="800000"/>
              <a:headEnd/>
              <a:tailEnd/>
            </a:ln>
          </p:spPr>
        </p:pic>
        <p:sp>
          <p:nvSpPr>
            <p:cNvPr id="58" name="矩形 57"/>
            <p:cNvSpPr/>
            <p:nvPr/>
          </p:nvSpPr>
          <p:spPr>
            <a:xfrm>
              <a:off x="5859575" y="2131315"/>
              <a:ext cx="216024" cy="288032"/>
            </a:xfrm>
            <a:prstGeom prst="rect">
              <a:avLst/>
            </a:prstGeom>
            <a:solidFill>
              <a:schemeClr val="bg2">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cxnSp>
          <p:nvCxnSpPr>
            <p:cNvPr id="59" name="直接连接符 58"/>
            <p:cNvCxnSpPr/>
            <p:nvPr/>
          </p:nvCxnSpPr>
          <p:spPr>
            <a:xfrm>
              <a:off x="5859575" y="2188921"/>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5859575" y="2246528"/>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a:off x="5859575" y="2310841"/>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a:off x="5859575" y="2361741"/>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967587" y="2140897"/>
              <a:ext cx="0" cy="277354"/>
            </a:xfrm>
            <a:prstGeom prst="line">
              <a:avLst/>
            </a:prstGeom>
            <a:solidFill>
              <a:schemeClr val="bg2">
                <a:lumMod val="20000"/>
                <a:lumOff val="80000"/>
              </a:schemeClr>
            </a:solidFill>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椭圆 63"/>
            <p:cNvSpPr/>
            <p:nvPr/>
          </p:nvSpPr>
          <p:spPr>
            <a:xfrm>
              <a:off x="5788638" y="1621774"/>
              <a:ext cx="357899" cy="144016"/>
            </a:xfrm>
            <a:prstGeom prst="ellipse">
              <a:avLst/>
            </a:prstGeom>
            <a:solidFill>
              <a:schemeClr val="bg1"/>
            </a:solidFill>
            <a:ln w="12700">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65" name="下箭头 64"/>
            <p:cNvSpPr/>
            <p:nvPr/>
          </p:nvSpPr>
          <p:spPr>
            <a:xfrm>
              <a:off x="5931583" y="1765790"/>
              <a:ext cx="72008" cy="360040"/>
            </a:xfrm>
            <a:prstGeom prst="downArrow">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66" name="TextBox 175"/>
            <p:cNvSpPr txBox="1"/>
            <p:nvPr/>
          </p:nvSpPr>
          <p:spPr>
            <a:xfrm>
              <a:off x="2428938" y="1339227"/>
              <a:ext cx="951768" cy="512694"/>
            </a:xfrm>
            <a:prstGeom prst="rect">
              <a:avLst/>
            </a:prstGeom>
            <a:noFill/>
          </p:spPr>
          <p:txBody>
            <a:bodyPr wrap="none" rtlCol="0">
              <a:spAutoFit/>
            </a:bodyPr>
            <a:lstStyle/>
            <a:p>
              <a:pPr algn="ctr"/>
              <a:r>
                <a:rPr lang="zh-CN" altLang="en-US" sz="2000" b="1" dirty="0" smtClean="0">
                  <a:solidFill>
                    <a:srgbClr val="0000FF"/>
                  </a:solidFill>
                  <a:latin typeface="微软雅黑" panose="020B0503020204020204" pitchFamily="34" charset="-122"/>
                  <a:ea typeface="微软雅黑" panose="020B0503020204020204" pitchFamily="34" charset="-122"/>
                </a:rPr>
                <a:t>路由选择</a:t>
              </a:r>
              <a:endParaRPr lang="en-US" altLang="zh-CN" sz="2000" b="1" dirty="0" smtClean="0">
                <a:solidFill>
                  <a:srgbClr val="0000FF"/>
                </a:solidFill>
                <a:latin typeface="微软雅黑" panose="020B0503020204020204" pitchFamily="34" charset="-122"/>
                <a:ea typeface="微软雅黑" panose="020B0503020204020204" pitchFamily="34" charset="-122"/>
              </a:endParaRPr>
            </a:p>
            <a:p>
              <a:pPr algn="ctr"/>
              <a:r>
                <a:rPr lang="zh-CN" altLang="en-US" sz="2000" b="1" dirty="0" smtClean="0">
                  <a:solidFill>
                    <a:srgbClr val="0000FF"/>
                  </a:solidFill>
                  <a:latin typeface="微软雅黑" panose="020B0503020204020204" pitchFamily="34" charset="-122"/>
                  <a:ea typeface="微软雅黑" panose="020B0503020204020204" pitchFamily="34" charset="-122"/>
                </a:rPr>
                <a:t>算法</a:t>
              </a:r>
              <a:endParaRPr lang="zh-CN" altLang="en-US" sz="2000" b="1" dirty="0">
                <a:solidFill>
                  <a:srgbClr val="0000FF"/>
                </a:solidFill>
                <a:latin typeface="微软雅黑" panose="020B0503020204020204" pitchFamily="34" charset="-122"/>
                <a:ea typeface="微软雅黑" panose="020B0503020204020204" pitchFamily="34" charset="-122"/>
              </a:endParaRPr>
            </a:p>
          </p:txBody>
        </p:sp>
        <p:sp>
          <p:nvSpPr>
            <p:cNvPr id="67" name="TextBox 176"/>
            <p:cNvSpPr txBox="1"/>
            <p:nvPr/>
          </p:nvSpPr>
          <p:spPr>
            <a:xfrm>
              <a:off x="2536287" y="2103292"/>
              <a:ext cx="750122" cy="289784"/>
            </a:xfrm>
            <a:prstGeom prst="rect">
              <a:avLst/>
            </a:prstGeom>
            <a:noFill/>
          </p:spPr>
          <p:txBody>
            <a:bodyPr wrap="none" rtlCol="0">
              <a:spAutoFit/>
            </a:bodyPr>
            <a:lstStyle/>
            <a:p>
              <a:pPr algn="ctr"/>
              <a:r>
                <a:rPr lang="zh-CN" altLang="en-US" sz="2000" b="1" dirty="0" smtClean="0">
                  <a:solidFill>
                    <a:srgbClr val="0000FF"/>
                  </a:solidFill>
                  <a:latin typeface="微软雅黑" panose="020B0503020204020204" pitchFamily="34" charset="-122"/>
                  <a:ea typeface="微软雅黑" panose="020B0503020204020204" pitchFamily="34" charset="-122"/>
                </a:rPr>
                <a:t>转发表</a:t>
              </a:r>
              <a:endParaRPr lang="zh-CN" altLang="en-US" sz="2000" b="1" dirty="0">
                <a:solidFill>
                  <a:srgbClr val="0000FF"/>
                </a:solidFill>
                <a:latin typeface="微软雅黑" panose="020B0503020204020204" pitchFamily="34" charset="-122"/>
                <a:ea typeface="微软雅黑" panose="020B0503020204020204" pitchFamily="34" charset="-122"/>
              </a:endParaRPr>
            </a:p>
          </p:txBody>
        </p:sp>
        <p:cxnSp>
          <p:nvCxnSpPr>
            <p:cNvPr id="68" name="直接连接符 67"/>
            <p:cNvCxnSpPr/>
            <p:nvPr/>
          </p:nvCxnSpPr>
          <p:spPr>
            <a:xfrm>
              <a:off x="957532" y="1915291"/>
              <a:ext cx="7040366"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9" name="TextBox 179"/>
            <p:cNvSpPr txBox="1"/>
            <p:nvPr/>
          </p:nvSpPr>
          <p:spPr>
            <a:xfrm>
              <a:off x="1249993" y="1559485"/>
              <a:ext cx="1049536" cy="289784"/>
            </a:xfrm>
            <a:prstGeom prst="rect">
              <a:avLst/>
            </a:prstGeom>
            <a:solidFill>
              <a:srgbClr val="33CC33"/>
            </a:solidFill>
            <a:ln>
              <a:noFill/>
            </a:ln>
          </p:spPr>
          <p:txBody>
            <a:bodyPr wrap="square" rtlCol="0">
              <a:spAutoFit/>
            </a:bodyPr>
            <a:lstStyle/>
            <a:p>
              <a:pPr algn="ctr"/>
              <a:r>
                <a:rPr lang="zh-CN" altLang="en-US" sz="2000" b="1" dirty="0" smtClean="0">
                  <a:solidFill>
                    <a:srgbClr val="000000"/>
                  </a:solidFill>
                  <a:latin typeface="微软雅黑" panose="020B0503020204020204" pitchFamily="34" charset="-122"/>
                  <a:ea typeface="微软雅黑" panose="020B0503020204020204" pitchFamily="34" charset="-122"/>
                </a:rPr>
                <a:t>控制层面</a:t>
              </a:r>
              <a:endParaRPr lang="zh-CN" altLang="en-US" sz="2000" b="1" dirty="0">
                <a:solidFill>
                  <a:srgbClr val="000000"/>
                </a:solidFill>
                <a:latin typeface="微软雅黑" panose="020B0503020204020204" pitchFamily="34" charset="-122"/>
                <a:ea typeface="微软雅黑" panose="020B0503020204020204" pitchFamily="34" charset="-122"/>
              </a:endParaRPr>
            </a:p>
          </p:txBody>
        </p:sp>
        <p:sp>
          <p:nvSpPr>
            <p:cNvPr id="70" name="TextBox 180"/>
            <p:cNvSpPr txBox="1"/>
            <p:nvPr/>
          </p:nvSpPr>
          <p:spPr>
            <a:xfrm>
              <a:off x="1249993" y="1932543"/>
              <a:ext cx="1049536" cy="289784"/>
            </a:xfrm>
            <a:prstGeom prst="rect">
              <a:avLst/>
            </a:prstGeom>
            <a:solidFill>
              <a:schemeClr val="accent6">
                <a:lumMod val="75000"/>
              </a:schemeClr>
            </a:solidFill>
          </p:spPr>
          <p:txBody>
            <a:bodyPr wrap="square" rtlCol="0">
              <a:spAutoFit/>
            </a:bodyPr>
            <a:lstStyle/>
            <a:p>
              <a:pPr algn="ctr"/>
              <a:r>
                <a:rPr lang="zh-CN" altLang="en-US" sz="2000" b="1" dirty="0" smtClean="0">
                  <a:solidFill>
                    <a:srgbClr val="FFFFFF"/>
                  </a:solidFill>
                  <a:latin typeface="微软雅黑" panose="020B0503020204020204" pitchFamily="34" charset="-122"/>
                  <a:ea typeface="微软雅黑" panose="020B0503020204020204" pitchFamily="34" charset="-122"/>
                </a:rPr>
                <a:t>数据层面</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cxnSp>
          <p:nvCxnSpPr>
            <p:cNvPr id="71" name="直接箭头连接符 70"/>
            <p:cNvCxnSpPr/>
            <p:nvPr/>
          </p:nvCxnSpPr>
          <p:spPr>
            <a:xfrm>
              <a:off x="3728325" y="2439765"/>
              <a:ext cx="113956" cy="987694"/>
            </a:xfrm>
            <a:prstGeom prst="straightConnector1">
              <a:avLst/>
            </a:prstGeom>
            <a:ln w="9525">
              <a:solidFill>
                <a:schemeClr val="tx1"/>
              </a:solidFill>
              <a:prstDash val="sysDash"/>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a:endCxn id="19" idx="0"/>
            </p:cNvCxnSpPr>
            <p:nvPr/>
          </p:nvCxnSpPr>
          <p:spPr>
            <a:xfrm>
              <a:off x="6904588" y="2444485"/>
              <a:ext cx="78636" cy="1056074"/>
            </a:xfrm>
            <a:prstGeom prst="straightConnector1">
              <a:avLst/>
            </a:prstGeom>
            <a:ln w="9525">
              <a:solidFill>
                <a:schemeClr val="tx1"/>
              </a:solidFill>
              <a:prstDash val="sysDash"/>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p:nvPr/>
          </p:nvCxnSpPr>
          <p:spPr>
            <a:xfrm flipH="1">
              <a:off x="5934197" y="2435059"/>
              <a:ext cx="32424" cy="886112"/>
            </a:xfrm>
            <a:prstGeom prst="straightConnector1">
              <a:avLst/>
            </a:prstGeom>
            <a:ln w="9525">
              <a:solidFill>
                <a:schemeClr val="tx1"/>
              </a:solidFill>
              <a:prstDash val="sysDash"/>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p:nvPr/>
          </p:nvCxnSpPr>
          <p:spPr>
            <a:xfrm>
              <a:off x="5320885" y="2439772"/>
              <a:ext cx="33564" cy="1258471"/>
            </a:xfrm>
            <a:prstGeom prst="straightConnector1">
              <a:avLst/>
            </a:prstGeom>
            <a:ln w="9525">
              <a:solidFill>
                <a:schemeClr val="tx1"/>
              </a:solidFill>
              <a:prstDash val="sysDash"/>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p:nvPr/>
          </p:nvCxnSpPr>
          <p:spPr>
            <a:xfrm>
              <a:off x="4604448" y="2436365"/>
              <a:ext cx="80698" cy="234357"/>
            </a:xfrm>
            <a:prstGeom prst="straightConnector1">
              <a:avLst/>
            </a:prstGeom>
            <a:ln w="9525">
              <a:solidFill>
                <a:schemeClr val="tx1"/>
              </a:solidFill>
              <a:prstDash val="sysDash"/>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p:nvPr/>
          </p:nvCxnSpPr>
          <p:spPr>
            <a:xfrm flipV="1">
              <a:off x="3212645" y="2249184"/>
              <a:ext cx="380641" cy="1"/>
            </a:xfrm>
            <a:prstGeom prst="straightConnector1">
              <a:avLst/>
            </a:prstGeom>
            <a:ln w="12700">
              <a:solidFill>
                <a:schemeClr val="tx1"/>
              </a:solidFill>
              <a:prstDash val="sysDot"/>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77" name="矩形 76"/>
            <p:cNvSpPr/>
            <p:nvPr/>
          </p:nvSpPr>
          <p:spPr>
            <a:xfrm>
              <a:off x="3516221" y="1275104"/>
              <a:ext cx="428921" cy="1211796"/>
            </a:xfrm>
            <a:prstGeom prst="rect">
              <a:avLst/>
            </a:prstGeom>
            <a:noFill/>
            <a:ln w="12700">
              <a:solidFill>
                <a:srgbClr val="00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78" name="矩形 77"/>
            <p:cNvSpPr/>
            <p:nvPr/>
          </p:nvSpPr>
          <p:spPr>
            <a:xfrm>
              <a:off x="4374060" y="1272726"/>
              <a:ext cx="428921" cy="1211796"/>
            </a:xfrm>
            <a:prstGeom prst="rect">
              <a:avLst/>
            </a:prstGeom>
            <a:noFill/>
            <a:ln w="12700">
              <a:solidFill>
                <a:srgbClr val="00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79" name="矩形 78"/>
            <p:cNvSpPr/>
            <p:nvPr/>
          </p:nvSpPr>
          <p:spPr>
            <a:xfrm>
              <a:off x="6682000" y="1279560"/>
              <a:ext cx="428921" cy="1211796"/>
            </a:xfrm>
            <a:prstGeom prst="rect">
              <a:avLst/>
            </a:prstGeom>
            <a:noFill/>
            <a:ln w="12700">
              <a:solidFill>
                <a:srgbClr val="00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80" name="矩形 79"/>
            <p:cNvSpPr/>
            <p:nvPr/>
          </p:nvSpPr>
          <p:spPr>
            <a:xfrm>
              <a:off x="5099924" y="1263300"/>
              <a:ext cx="428921" cy="1211796"/>
            </a:xfrm>
            <a:prstGeom prst="rect">
              <a:avLst/>
            </a:prstGeom>
            <a:noFill/>
            <a:ln w="12700">
              <a:solidFill>
                <a:srgbClr val="00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81" name="矩形 80"/>
            <p:cNvSpPr/>
            <p:nvPr/>
          </p:nvSpPr>
          <p:spPr>
            <a:xfrm>
              <a:off x="5742533" y="1267220"/>
              <a:ext cx="428921" cy="1211796"/>
            </a:xfrm>
            <a:prstGeom prst="rect">
              <a:avLst/>
            </a:prstGeom>
            <a:noFill/>
            <a:ln w="12700">
              <a:solidFill>
                <a:srgbClr val="00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grpSp>
          <p:nvGrpSpPr>
            <p:cNvPr id="82" name="组合 81"/>
            <p:cNvGrpSpPr/>
            <p:nvPr/>
          </p:nvGrpSpPr>
          <p:grpSpPr>
            <a:xfrm>
              <a:off x="1062847" y="1267219"/>
              <a:ext cx="206062" cy="1296144"/>
              <a:chOff x="199861" y="1988840"/>
              <a:chExt cx="288414" cy="1440160"/>
            </a:xfrm>
          </p:grpSpPr>
          <p:sp>
            <p:nvSpPr>
              <p:cNvPr id="86" name="上箭头 85"/>
              <p:cNvSpPr/>
              <p:nvPr/>
            </p:nvSpPr>
            <p:spPr>
              <a:xfrm>
                <a:off x="199861" y="1988840"/>
                <a:ext cx="288032" cy="688444"/>
              </a:xfrm>
              <a:prstGeom prst="upArrow">
                <a:avLst>
                  <a:gd name="adj1" fmla="val 50000"/>
                  <a:gd name="adj2" fmla="val 102911"/>
                </a:avLst>
              </a:prstGeom>
              <a:solidFill>
                <a:srgbClr val="33CC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87" name="上箭头 86"/>
              <p:cNvSpPr/>
              <p:nvPr/>
            </p:nvSpPr>
            <p:spPr>
              <a:xfrm flipV="1">
                <a:off x="200243" y="2737490"/>
                <a:ext cx="288032" cy="691510"/>
              </a:xfrm>
              <a:prstGeom prst="upArrow">
                <a:avLst>
                  <a:gd name="adj1" fmla="val 50000"/>
                  <a:gd name="adj2" fmla="val 102911"/>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grpSp>
        <p:pic>
          <p:nvPicPr>
            <p:cNvPr id="8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86604" y="3216269"/>
              <a:ext cx="442344" cy="442344"/>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55554" y="3216269"/>
              <a:ext cx="442344" cy="442344"/>
            </a:xfrm>
            <a:prstGeom prst="rect">
              <a:avLst/>
            </a:prstGeom>
            <a:noFill/>
            <a:extLst>
              <a:ext uri="{909E8E84-426E-40DD-AFC4-6F175D3DCCD1}">
                <a14:hiddenFill xmlns:a14="http://schemas.microsoft.com/office/drawing/2010/main">
                  <a:solidFill>
                    <a:srgbClr val="FFFFFF"/>
                  </a:solidFill>
                </a14:hiddenFill>
              </a:ext>
            </a:extLst>
          </p:spPr>
        </p:pic>
        <p:cxnSp>
          <p:nvCxnSpPr>
            <p:cNvPr id="85" name="直接箭头连接符 84"/>
            <p:cNvCxnSpPr/>
            <p:nvPr/>
          </p:nvCxnSpPr>
          <p:spPr>
            <a:xfrm flipV="1">
              <a:off x="3212645" y="1688364"/>
              <a:ext cx="380641" cy="1"/>
            </a:xfrm>
            <a:prstGeom prst="straightConnector1">
              <a:avLst/>
            </a:prstGeom>
            <a:ln w="12700">
              <a:solidFill>
                <a:schemeClr val="tx1"/>
              </a:solidFill>
              <a:prstDash val="sysDot"/>
              <a:headEnd type="none" w="med" len="med"/>
              <a:tailEnd type="triangle" w="med" len="lg"/>
            </a:ln>
          </p:spPr>
          <p:style>
            <a:lnRef idx="1">
              <a:schemeClr val="accent1"/>
            </a:lnRef>
            <a:fillRef idx="0">
              <a:schemeClr val="accent1"/>
            </a:fillRef>
            <a:effectRef idx="0">
              <a:schemeClr val="accent1"/>
            </a:effectRef>
            <a:fontRef idx="minor">
              <a:schemeClr val="tx1"/>
            </a:fontRef>
          </p:style>
        </p:cxnSp>
      </p:grpSp>
      <p:sp>
        <p:nvSpPr>
          <p:cNvPr id="88" name="矩形 87"/>
          <p:cNvSpPr/>
          <p:nvPr/>
        </p:nvSpPr>
        <p:spPr>
          <a:xfrm>
            <a:off x="2453417" y="5991671"/>
            <a:ext cx="6954951" cy="461665"/>
          </a:xfrm>
          <a:prstGeom prst="rect">
            <a:avLst/>
          </a:prstGeom>
        </p:spPr>
        <p:txBody>
          <a:bodyPr wrap="square">
            <a:spAutoFit/>
          </a:bodyPr>
          <a:lstStyle/>
          <a:p>
            <a:pPr algn="ctr"/>
            <a:r>
              <a:rPr lang="zh-CN" altLang="en-US" sz="2400" b="1" dirty="0">
                <a:solidFill>
                  <a:srgbClr val="4D4D4D"/>
                </a:solidFill>
                <a:latin typeface="微软雅黑" panose="020B0503020204020204" pitchFamily="34" charset="-122"/>
                <a:ea typeface="微软雅黑" panose="020B0503020204020204" pitchFamily="34" charset="-122"/>
              </a:rPr>
              <a:t>网络层</a:t>
            </a:r>
            <a:r>
              <a:rPr lang="zh-CN" altLang="en-US" sz="2400" b="1" dirty="0" smtClean="0">
                <a:solidFill>
                  <a:srgbClr val="4D4D4D"/>
                </a:solidFill>
                <a:latin typeface="微软雅黑" panose="020B0503020204020204" pitchFamily="34" charset="-122"/>
                <a:ea typeface="微软雅黑" panose="020B0503020204020204" pitchFamily="34" charset="-122"/>
              </a:rPr>
              <a:t>的 </a:t>
            </a:r>
            <a:r>
              <a:rPr lang="en-US" altLang="zh-CN" sz="2400" b="1" dirty="0" smtClean="0">
                <a:solidFill>
                  <a:srgbClr val="4D4D4D"/>
                </a:solidFill>
                <a:latin typeface="微软雅黑" panose="020B0503020204020204" pitchFamily="34" charset="-122"/>
                <a:ea typeface="微软雅黑" panose="020B0503020204020204" pitchFamily="34" charset="-122"/>
              </a:rPr>
              <a:t>2 </a:t>
            </a:r>
            <a:r>
              <a:rPr lang="zh-CN" altLang="en-US" sz="2400" b="1" dirty="0" smtClean="0">
                <a:solidFill>
                  <a:srgbClr val="4D4D4D"/>
                </a:solidFill>
                <a:latin typeface="微软雅黑" panose="020B0503020204020204" pitchFamily="34" charset="-122"/>
                <a:ea typeface="微软雅黑" panose="020B0503020204020204" pitchFamily="34" charset="-122"/>
              </a:rPr>
              <a:t>个层面：数据</a:t>
            </a:r>
            <a:r>
              <a:rPr lang="zh-CN" altLang="en-US" sz="2400" b="1" dirty="0">
                <a:solidFill>
                  <a:srgbClr val="4D4D4D"/>
                </a:solidFill>
                <a:latin typeface="微软雅黑" panose="020B0503020204020204" pitchFamily="34" charset="-122"/>
                <a:ea typeface="微软雅黑" panose="020B0503020204020204" pitchFamily="34" charset="-122"/>
              </a:rPr>
              <a:t>层面和控制层面</a:t>
            </a:r>
          </a:p>
        </p:txBody>
      </p:sp>
    </p:spTree>
    <p:extLst>
      <p:ext uri="{BB962C8B-B14F-4D97-AF65-F5344CB8AC3E}">
        <p14:creationId xmlns:p14="http://schemas.microsoft.com/office/powerpoint/2010/main" val="2664953641"/>
      </p:ext>
    </p:extLst>
  </p:cSld>
  <p:clrMapOvr>
    <a:masterClrMapping/>
  </p:clrMapOvr>
  <p:transition spd="slow"/>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zh-CN" dirty="0" smtClean="0"/>
              <a:t>4.1.2 </a:t>
            </a:r>
            <a:r>
              <a:rPr lang="zh-CN" altLang="en-US" dirty="0" smtClean="0"/>
              <a:t>网络层的两个层面</a:t>
            </a:r>
          </a:p>
        </p:txBody>
      </p:sp>
      <p:sp>
        <p:nvSpPr>
          <p:cNvPr id="89" name="AutoShape 5"/>
          <p:cNvSpPr>
            <a:spLocks noChangeArrowheads="1"/>
          </p:cNvSpPr>
          <p:nvPr/>
        </p:nvSpPr>
        <p:spPr bwMode="auto">
          <a:xfrm>
            <a:off x="2063552" y="1363858"/>
            <a:ext cx="8053711" cy="353930"/>
          </a:xfrm>
          <a:prstGeom prst="roundRect">
            <a:avLst>
              <a:gd name="adj" fmla="val 16667"/>
            </a:avLst>
          </a:prstGeom>
          <a:solidFill>
            <a:srgbClr val="00B050"/>
          </a:solidFill>
          <a:ln>
            <a:noFill/>
          </a:ln>
          <a:effectLst/>
          <a:extLst/>
        </p:spPr>
        <p:txBody>
          <a:bodyPr wrap="none" anchor="ctr"/>
          <a:lstStyle/>
          <a:p>
            <a:endParaRPr lang="zh-CN" altLang="en-US"/>
          </a:p>
        </p:txBody>
      </p:sp>
      <p:sp>
        <p:nvSpPr>
          <p:cNvPr id="90" name="Rectangle 6"/>
          <p:cNvSpPr>
            <a:spLocks noChangeArrowheads="1"/>
          </p:cNvSpPr>
          <p:nvPr/>
        </p:nvSpPr>
        <p:spPr bwMode="auto">
          <a:xfrm>
            <a:off x="3032595" y="1340768"/>
            <a:ext cx="609833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软件定义网</a:t>
            </a:r>
            <a:r>
              <a:rPr lang="zh-CN" altLang="en-US" sz="2000" b="1" dirty="0" smtClean="0">
                <a:solidFill>
                  <a:schemeClr val="bg1"/>
                </a:solidFill>
                <a:latin typeface="微软雅黑" panose="020B0503020204020204" pitchFamily="34" charset="-122"/>
                <a:ea typeface="微软雅黑" panose="020B0503020204020204" pitchFamily="34" charset="-122"/>
              </a:rPr>
              <a:t>络 </a:t>
            </a:r>
            <a:r>
              <a:rPr lang="en-US" altLang="zh-CN" sz="2000" b="1" dirty="0" smtClean="0">
                <a:solidFill>
                  <a:schemeClr val="bg1"/>
                </a:solidFill>
                <a:latin typeface="微软雅黑" panose="020B0503020204020204" pitchFamily="34" charset="-122"/>
                <a:ea typeface="微软雅黑" panose="020B0503020204020204" pitchFamily="34" charset="-122"/>
              </a:rPr>
              <a:t>SDN </a:t>
            </a:r>
            <a:r>
              <a:rPr lang="en-US" altLang="zh-CN" sz="2000" b="1" dirty="0">
                <a:solidFill>
                  <a:schemeClr val="bg1"/>
                </a:solidFill>
                <a:latin typeface="微软雅黑" panose="020B0503020204020204" pitchFamily="34" charset="-122"/>
                <a:ea typeface="微软雅黑" panose="020B0503020204020204" pitchFamily="34" charset="-122"/>
              </a:rPr>
              <a:t>(Software Defined Network)</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91" name="圆角矩形 90"/>
          <p:cNvSpPr/>
          <p:nvPr/>
        </p:nvSpPr>
        <p:spPr>
          <a:xfrm>
            <a:off x="695400" y="1916832"/>
            <a:ext cx="10585176" cy="417646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2" name="矩形 91"/>
          <p:cNvSpPr/>
          <p:nvPr/>
        </p:nvSpPr>
        <p:spPr>
          <a:xfrm>
            <a:off x="2679138" y="6093296"/>
            <a:ext cx="6365937" cy="461665"/>
          </a:xfrm>
          <a:prstGeom prst="rect">
            <a:avLst/>
          </a:prstGeom>
        </p:spPr>
        <p:txBody>
          <a:bodyPr wrap="square">
            <a:spAutoFit/>
          </a:bodyPr>
          <a:lstStyle/>
          <a:p>
            <a:pPr algn="ctr"/>
            <a:r>
              <a:rPr lang="zh-CN" altLang="en-US" sz="2400" b="1" dirty="0">
                <a:solidFill>
                  <a:srgbClr val="4D4D4D"/>
                </a:solidFill>
                <a:latin typeface="微软雅黑" panose="020B0503020204020204" pitchFamily="34" charset="-122"/>
                <a:ea typeface="微软雅黑" panose="020B0503020204020204" pitchFamily="34" charset="-122"/>
              </a:rPr>
              <a:t>软件定义网</a:t>
            </a:r>
            <a:r>
              <a:rPr lang="zh-CN" altLang="en-US" sz="2400" b="1" dirty="0" smtClean="0">
                <a:solidFill>
                  <a:srgbClr val="4D4D4D"/>
                </a:solidFill>
                <a:latin typeface="微软雅黑" panose="020B0503020204020204" pitchFamily="34" charset="-122"/>
                <a:ea typeface="微软雅黑" panose="020B0503020204020204" pitchFamily="34" charset="-122"/>
              </a:rPr>
              <a:t>络 </a:t>
            </a:r>
            <a:r>
              <a:rPr lang="en-US" altLang="zh-CN" sz="2400" b="1" dirty="0" smtClean="0">
                <a:solidFill>
                  <a:srgbClr val="4D4D4D"/>
                </a:solidFill>
                <a:latin typeface="微软雅黑" panose="020B0503020204020204" pitchFamily="34" charset="-122"/>
                <a:ea typeface="微软雅黑" panose="020B0503020204020204" pitchFamily="34" charset="-122"/>
              </a:rPr>
              <a:t>SDN </a:t>
            </a:r>
            <a:r>
              <a:rPr lang="zh-CN" altLang="en-US" sz="2400" b="1" dirty="0" smtClean="0">
                <a:solidFill>
                  <a:srgbClr val="4D4D4D"/>
                </a:solidFill>
                <a:latin typeface="微软雅黑" panose="020B0503020204020204" pitchFamily="34" charset="-122"/>
                <a:ea typeface="微软雅黑" panose="020B0503020204020204" pitchFamily="34" charset="-122"/>
              </a:rPr>
              <a:t>中的数据</a:t>
            </a:r>
            <a:r>
              <a:rPr lang="zh-CN" altLang="en-US" sz="2400" b="1" dirty="0">
                <a:solidFill>
                  <a:srgbClr val="4D4D4D"/>
                </a:solidFill>
                <a:latin typeface="微软雅黑" panose="020B0503020204020204" pitchFamily="34" charset="-122"/>
                <a:ea typeface="微软雅黑" panose="020B0503020204020204" pitchFamily="34" charset="-122"/>
              </a:rPr>
              <a:t>层面和控制层面</a:t>
            </a:r>
          </a:p>
        </p:txBody>
      </p:sp>
      <p:grpSp>
        <p:nvGrpSpPr>
          <p:cNvPr id="93" name="组合 92"/>
          <p:cNvGrpSpPr/>
          <p:nvPr/>
        </p:nvGrpSpPr>
        <p:grpSpPr>
          <a:xfrm>
            <a:off x="995653" y="2085008"/>
            <a:ext cx="8412715" cy="3720256"/>
            <a:chOff x="1009291" y="1226469"/>
            <a:chExt cx="6944264" cy="2784814"/>
          </a:xfrm>
        </p:grpSpPr>
        <p:sp>
          <p:nvSpPr>
            <p:cNvPr id="94" name="Line 107"/>
            <p:cNvSpPr>
              <a:spLocks noChangeShapeType="1"/>
            </p:cNvSpPr>
            <p:nvPr/>
          </p:nvSpPr>
          <p:spPr bwMode="auto">
            <a:xfrm flipH="1">
              <a:off x="2970733" y="1637707"/>
              <a:ext cx="336510" cy="276608"/>
            </a:xfrm>
            <a:prstGeom prst="line">
              <a:avLst/>
            </a:prstGeom>
            <a:noFill/>
            <a:ln w="9525">
              <a:solidFill>
                <a:schemeClr val="tx1"/>
              </a:solidFill>
              <a:round/>
              <a:headEnd/>
              <a:tailEnd/>
            </a:ln>
          </p:spPr>
          <p:txBody>
            <a:bodyPr/>
            <a:lstStyle/>
            <a:p>
              <a:endParaRPr lang="zh-CN" altLang="en-US"/>
            </a:p>
          </p:txBody>
        </p:sp>
        <p:sp>
          <p:nvSpPr>
            <p:cNvPr id="95" name="Line 107"/>
            <p:cNvSpPr>
              <a:spLocks noChangeShapeType="1"/>
            </p:cNvSpPr>
            <p:nvPr/>
          </p:nvSpPr>
          <p:spPr bwMode="auto">
            <a:xfrm flipH="1" flipV="1">
              <a:off x="6926882" y="1701875"/>
              <a:ext cx="372155" cy="235530"/>
            </a:xfrm>
            <a:prstGeom prst="line">
              <a:avLst/>
            </a:prstGeom>
            <a:noFill/>
            <a:ln w="9525">
              <a:solidFill>
                <a:schemeClr val="tx1"/>
              </a:solidFill>
              <a:round/>
              <a:headEnd/>
              <a:tailEnd/>
            </a:ln>
          </p:spPr>
          <p:txBody>
            <a:bodyPr/>
            <a:lstStyle/>
            <a:p>
              <a:endParaRPr lang="zh-CN" altLang="en-US"/>
            </a:p>
          </p:txBody>
        </p:sp>
        <p:sp>
          <p:nvSpPr>
            <p:cNvPr id="96" name="Line 151"/>
            <p:cNvSpPr>
              <a:spLocks noChangeShapeType="1"/>
            </p:cNvSpPr>
            <p:nvPr/>
          </p:nvSpPr>
          <p:spPr bwMode="auto">
            <a:xfrm>
              <a:off x="4647850" y="3049391"/>
              <a:ext cx="871395" cy="449172"/>
            </a:xfrm>
            <a:prstGeom prst="line">
              <a:avLst/>
            </a:prstGeom>
            <a:noFill/>
            <a:ln w="28575">
              <a:solidFill>
                <a:schemeClr val="tx1"/>
              </a:solidFill>
              <a:round/>
              <a:headEnd/>
              <a:tailEnd/>
            </a:ln>
          </p:spPr>
          <p:txBody>
            <a:bodyPr/>
            <a:lstStyle/>
            <a:p>
              <a:endParaRPr lang="zh-CN" altLang="en-US"/>
            </a:p>
          </p:txBody>
        </p:sp>
        <p:sp>
          <p:nvSpPr>
            <p:cNvPr id="97" name="Line 79"/>
            <p:cNvSpPr>
              <a:spLocks noChangeShapeType="1"/>
            </p:cNvSpPr>
            <p:nvPr/>
          </p:nvSpPr>
          <p:spPr bwMode="auto">
            <a:xfrm>
              <a:off x="3053041" y="3468017"/>
              <a:ext cx="589747" cy="223514"/>
            </a:xfrm>
            <a:prstGeom prst="line">
              <a:avLst/>
            </a:prstGeom>
            <a:noFill/>
            <a:ln w="9525">
              <a:solidFill>
                <a:schemeClr val="tx1"/>
              </a:solidFill>
              <a:round/>
              <a:headEnd/>
              <a:tailEnd/>
            </a:ln>
          </p:spPr>
          <p:txBody>
            <a:bodyPr/>
            <a:lstStyle/>
            <a:p>
              <a:endParaRPr lang="zh-CN" altLang="en-US"/>
            </a:p>
          </p:txBody>
        </p:sp>
        <p:sp>
          <p:nvSpPr>
            <p:cNvPr id="98" name="Line 99"/>
            <p:cNvSpPr>
              <a:spLocks noChangeShapeType="1"/>
            </p:cNvSpPr>
            <p:nvPr/>
          </p:nvSpPr>
          <p:spPr bwMode="auto">
            <a:xfrm>
              <a:off x="3843486" y="3755233"/>
              <a:ext cx="1206801" cy="191773"/>
            </a:xfrm>
            <a:prstGeom prst="line">
              <a:avLst/>
            </a:prstGeom>
            <a:noFill/>
            <a:ln w="28575">
              <a:solidFill>
                <a:schemeClr val="tx1"/>
              </a:solidFill>
              <a:round/>
              <a:headEnd/>
              <a:tailEnd/>
            </a:ln>
          </p:spPr>
          <p:txBody>
            <a:bodyPr/>
            <a:lstStyle/>
            <a:p>
              <a:endParaRPr lang="zh-CN" altLang="en-US"/>
            </a:p>
          </p:txBody>
        </p:sp>
        <p:sp>
          <p:nvSpPr>
            <p:cNvPr id="99" name="Line 100"/>
            <p:cNvSpPr>
              <a:spLocks noChangeShapeType="1"/>
            </p:cNvSpPr>
            <p:nvPr/>
          </p:nvSpPr>
          <p:spPr bwMode="auto">
            <a:xfrm flipV="1">
              <a:off x="3843763" y="3562729"/>
              <a:ext cx="1675482" cy="128798"/>
            </a:xfrm>
            <a:prstGeom prst="line">
              <a:avLst/>
            </a:prstGeom>
            <a:noFill/>
            <a:ln w="28575">
              <a:solidFill>
                <a:schemeClr val="tx1"/>
              </a:solidFill>
              <a:round/>
              <a:headEnd/>
              <a:tailEnd/>
            </a:ln>
          </p:spPr>
          <p:txBody>
            <a:bodyPr/>
            <a:lstStyle/>
            <a:p>
              <a:endParaRPr lang="zh-CN" altLang="en-US"/>
            </a:p>
          </p:txBody>
        </p:sp>
        <p:sp>
          <p:nvSpPr>
            <p:cNvPr id="100" name="Line 101"/>
            <p:cNvSpPr>
              <a:spLocks noChangeShapeType="1"/>
            </p:cNvSpPr>
            <p:nvPr/>
          </p:nvSpPr>
          <p:spPr bwMode="auto">
            <a:xfrm>
              <a:off x="5787367" y="3562730"/>
              <a:ext cx="871534" cy="192458"/>
            </a:xfrm>
            <a:prstGeom prst="line">
              <a:avLst/>
            </a:prstGeom>
            <a:noFill/>
            <a:ln w="28575">
              <a:solidFill>
                <a:schemeClr val="tx1"/>
              </a:solidFill>
              <a:round/>
              <a:headEnd/>
              <a:tailEnd/>
            </a:ln>
          </p:spPr>
          <p:txBody>
            <a:bodyPr/>
            <a:lstStyle/>
            <a:p>
              <a:endParaRPr lang="zh-CN" altLang="en-US"/>
            </a:p>
          </p:txBody>
        </p:sp>
        <p:sp>
          <p:nvSpPr>
            <p:cNvPr id="101" name="Line 102"/>
            <p:cNvSpPr>
              <a:spLocks noChangeShapeType="1"/>
            </p:cNvSpPr>
            <p:nvPr/>
          </p:nvSpPr>
          <p:spPr bwMode="auto">
            <a:xfrm flipV="1">
              <a:off x="5318154" y="3820263"/>
              <a:ext cx="1340746" cy="127472"/>
            </a:xfrm>
            <a:prstGeom prst="line">
              <a:avLst/>
            </a:prstGeom>
            <a:noFill/>
            <a:ln w="28575">
              <a:solidFill>
                <a:schemeClr val="tx1"/>
              </a:solidFill>
              <a:round/>
              <a:headEnd/>
              <a:tailEnd/>
            </a:ln>
          </p:spPr>
          <p:txBody>
            <a:bodyPr/>
            <a:lstStyle/>
            <a:p>
              <a:endParaRPr lang="zh-CN" altLang="en-US"/>
            </a:p>
          </p:txBody>
        </p:sp>
        <p:sp>
          <p:nvSpPr>
            <p:cNvPr id="102" name="Line 103"/>
            <p:cNvSpPr>
              <a:spLocks noChangeShapeType="1"/>
            </p:cNvSpPr>
            <p:nvPr/>
          </p:nvSpPr>
          <p:spPr bwMode="auto">
            <a:xfrm flipV="1">
              <a:off x="6725399" y="3422535"/>
              <a:ext cx="690157" cy="332654"/>
            </a:xfrm>
            <a:prstGeom prst="line">
              <a:avLst/>
            </a:prstGeom>
            <a:noFill/>
            <a:ln w="9525">
              <a:solidFill>
                <a:schemeClr val="tx1"/>
              </a:solidFill>
              <a:round/>
              <a:headEnd/>
              <a:tailEnd/>
            </a:ln>
          </p:spPr>
          <p:txBody>
            <a:bodyPr/>
            <a:lstStyle/>
            <a:p>
              <a:endParaRPr lang="zh-CN" altLang="en-US"/>
            </a:p>
          </p:txBody>
        </p:sp>
        <p:sp>
          <p:nvSpPr>
            <p:cNvPr id="103" name="Line 107"/>
            <p:cNvSpPr>
              <a:spLocks noChangeShapeType="1"/>
            </p:cNvSpPr>
            <p:nvPr/>
          </p:nvSpPr>
          <p:spPr bwMode="auto">
            <a:xfrm flipV="1">
              <a:off x="3843763" y="3049390"/>
              <a:ext cx="602996" cy="578477"/>
            </a:xfrm>
            <a:prstGeom prst="line">
              <a:avLst/>
            </a:prstGeom>
            <a:noFill/>
            <a:ln w="28575">
              <a:solidFill>
                <a:schemeClr val="tx1"/>
              </a:solidFill>
              <a:round/>
              <a:headEnd/>
              <a:tailEnd/>
            </a:ln>
          </p:spPr>
          <p:txBody>
            <a:bodyPr/>
            <a:lstStyle/>
            <a:p>
              <a:endParaRPr lang="zh-CN" altLang="en-US"/>
            </a:p>
          </p:txBody>
        </p:sp>
        <p:sp>
          <p:nvSpPr>
            <p:cNvPr id="104" name="Line 108"/>
            <p:cNvSpPr>
              <a:spLocks noChangeShapeType="1"/>
            </p:cNvSpPr>
            <p:nvPr/>
          </p:nvSpPr>
          <p:spPr bwMode="auto">
            <a:xfrm>
              <a:off x="4781911" y="2985224"/>
              <a:ext cx="1943489" cy="706305"/>
            </a:xfrm>
            <a:prstGeom prst="line">
              <a:avLst/>
            </a:prstGeom>
            <a:noFill/>
            <a:ln w="28575">
              <a:solidFill>
                <a:schemeClr val="tx1"/>
              </a:solidFill>
              <a:round/>
              <a:headEnd/>
              <a:tailEnd/>
            </a:ln>
          </p:spPr>
          <p:txBody>
            <a:bodyPr/>
            <a:lstStyle/>
            <a:p>
              <a:endParaRPr lang="zh-CN" altLang="en-US"/>
            </a:p>
          </p:txBody>
        </p:sp>
        <p:pic>
          <p:nvPicPr>
            <p:cNvPr id="105" name="Picture 109"/>
            <p:cNvPicPr>
              <a:picLocks noChangeArrowheads="1"/>
            </p:cNvPicPr>
            <p:nvPr/>
          </p:nvPicPr>
          <p:blipFill>
            <a:blip r:embed="rId2" cstate="print"/>
            <a:srcRect/>
            <a:stretch>
              <a:fillRect/>
            </a:stretch>
          </p:blipFill>
          <p:spPr bwMode="auto">
            <a:xfrm>
              <a:off x="3560033" y="3562797"/>
              <a:ext cx="484706" cy="256050"/>
            </a:xfrm>
            <a:prstGeom prst="rect">
              <a:avLst/>
            </a:prstGeom>
            <a:noFill/>
            <a:ln w="12699">
              <a:noFill/>
              <a:miter lim="800000"/>
              <a:headEnd/>
              <a:tailEnd/>
            </a:ln>
          </p:spPr>
        </p:pic>
        <p:pic>
          <p:nvPicPr>
            <p:cNvPr id="106" name="Picture 110"/>
            <p:cNvPicPr>
              <a:picLocks noChangeArrowheads="1"/>
            </p:cNvPicPr>
            <p:nvPr/>
          </p:nvPicPr>
          <p:blipFill>
            <a:blip r:embed="rId2" cstate="print"/>
            <a:srcRect/>
            <a:stretch>
              <a:fillRect/>
            </a:stretch>
          </p:blipFill>
          <p:spPr bwMode="auto">
            <a:xfrm>
              <a:off x="5452215" y="3434395"/>
              <a:ext cx="484706" cy="256050"/>
            </a:xfrm>
            <a:prstGeom prst="rect">
              <a:avLst/>
            </a:prstGeom>
            <a:noFill/>
            <a:ln w="12699">
              <a:noFill/>
              <a:miter lim="800000"/>
              <a:headEnd/>
              <a:tailEnd/>
            </a:ln>
          </p:spPr>
        </p:pic>
        <p:pic>
          <p:nvPicPr>
            <p:cNvPr id="107" name="Picture 111"/>
            <p:cNvPicPr>
              <a:picLocks noChangeArrowheads="1"/>
            </p:cNvPicPr>
            <p:nvPr/>
          </p:nvPicPr>
          <p:blipFill>
            <a:blip r:embed="rId2" cstate="print"/>
            <a:srcRect/>
            <a:stretch>
              <a:fillRect/>
            </a:stretch>
          </p:blipFill>
          <p:spPr bwMode="auto">
            <a:xfrm>
              <a:off x="4915972" y="3755233"/>
              <a:ext cx="484706" cy="256050"/>
            </a:xfrm>
            <a:prstGeom prst="rect">
              <a:avLst/>
            </a:prstGeom>
            <a:noFill/>
            <a:ln w="12699">
              <a:noFill/>
              <a:miter lim="800000"/>
              <a:headEnd/>
              <a:tailEnd/>
            </a:ln>
          </p:spPr>
        </p:pic>
        <p:pic>
          <p:nvPicPr>
            <p:cNvPr id="108" name="Picture 112"/>
            <p:cNvPicPr>
              <a:picLocks noChangeArrowheads="1"/>
            </p:cNvPicPr>
            <p:nvPr/>
          </p:nvPicPr>
          <p:blipFill>
            <a:blip r:embed="rId2" cstate="print"/>
            <a:srcRect/>
            <a:stretch>
              <a:fillRect/>
            </a:stretch>
          </p:blipFill>
          <p:spPr bwMode="auto">
            <a:xfrm>
              <a:off x="6457925" y="3627871"/>
              <a:ext cx="484706" cy="256050"/>
            </a:xfrm>
            <a:prstGeom prst="rect">
              <a:avLst/>
            </a:prstGeom>
            <a:noFill/>
            <a:ln w="12699">
              <a:noFill/>
              <a:miter lim="800000"/>
              <a:headEnd/>
              <a:tailEnd/>
            </a:ln>
          </p:spPr>
        </p:pic>
        <p:pic>
          <p:nvPicPr>
            <p:cNvPr id="109" name="Picture 113"/>
            <p:cNvPicPr>
              <a:picLocks noChangeArrowheads="1"/>
            </p:cNvPicPr>
            <p:nvPr/>
          </p:nvPicPr>
          <p:blipFill>
            <a:blip r:embed="rId2" cstate="print"/>
            <a:srcRect/>
            <a:stretch>
              <a:fillRect/>
            </a:stretch>
          </p:blipFill>
          <p:spPr bwMode="auto">
            <a:xfrm>
              <a:off x="4312698" y="2856889"/>
              <a:ext cx="484706" cy="256051"/>
            </a:xfrm>
            <a:prstGeom prst="rect">
              <a:avLst/>
            </a:prstGeom>
            <a:noFill/>
            <a:ln w="12699">
              <a:noFill/>
              <a:miter lim="800000"/>
              <a:headEnd/>
              <a:tailEnd/>
            </a:ln>
          </p:spPr>
        </p:pic>
        <p:sp>
          <p:nvSpPr>
            <p:cNvPr id="110" name="矩形 109"/>
            <p:cNvSpPr/>
            <p:nvPr/>
          </p:nvSpPr>
          <p:spPr>
            <a:xfrm>
              <a:off x="3574367" y="2407717"/>
              <a:ext cx="201091" cy="256670"/>
            </a:xfrm>
            <a:prstGeom prst="rect">
              <a:avLst/>
            </a:prstGeom>
            <a:solidFill>
              <a:schemeClr val="bg2">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1" name="直接连接符 110"/>
            <p:cNvCxnSpPr/>
            <p:nvPr/>
          </p:nvCxnSpPr>
          <p:spPr>
            <a:xfrm>
              <a:off x="3574367" y="2459050"/>
              <a:ext cx="201091"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a:off x="3574367" y="2510385"/>
              <a:ext cx="201091"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a:off x="3574367" y="2567695"/>
              <a:ext cx="201091"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a:off x="3574367" y="2613053"/>
              <a:ext cx="201091"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a:off x="3674913" y="2416255"/>
              <a:ext cx="0" cy="247154"/>
            </a:xfrm>
            <a:prstGeom prst="line">
              <a:avLst/>
            </a:prstGeom>
            <a:solidFill>
              <a:schemeClr val="bg2">
                <a:lumMod val="20000"/>
                <a:lumOff val="80000"/>
              </a:schemeClr>
            </a:solidFill>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16" name="矩形 115"/>
            <p:cNvSpPr/>
            <p:nvPr/>
          </p:nvSpPr>
          <p:spPr>
            <a:xfrm>
              <a:off x="4380725" y="2407717"/>
              <a:ext cx="201091" cy="256670"/>
            </a:xfrm>
            <a:prstGeom prst="rect">
              <a:avLst/>
            </a:prstGeom>
            <a:solidFill>
              <a:schemeClr val="bg2">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7" name="直接连接符 116"/>
            <p:cNvCxnSpPr/>
            <p:nvPr/>
          </p:nvCxnSpPr>
          <p:spPr>
            <a:xfrm>
              <a:off x="4380725" y="2459050"/>
              <a:ext cx="201091"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a:off x="4380725" y="2510385"/>
              <a:ext cx="201091"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a:off x="4380725" y="2567695"/>
              <a:ext cx="201091"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a:off x="4380725" y="2613053"/>
              <a:ext cx="201091"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a:off x="4481270" y="2416255"/>
              <a:ext cx="0" cy="247154"/>
            </a:xfrm>
            <a:prstGeom prst="line">
              <a:avLst/>
            </a:prstGeom>
            <a:solidFill>
              <a:schemeClr val="bg2">
                <a:lumMod val="20000"/>
                <a:lumOff val="80000"/>
              </a:schemeClr>
            </a:solidFill>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2" name="矩形 121"/>
            <p:cNvSpPr/>
            <p:nvPr/>
          </p:nvSpPr>
          <p:spPr>
            <a:xfrm>
              <a:off x="5051029" y="2407717"/>
              <a:ext cx="201091" cy="256670"/>
            </a:xfrm>
            <a:prstGeom prst="rect">
              <a:avLst/>
            </a:prstGeom>
            <a:solidFill>
              <a:schemeClr val="bg2">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3" name="直接连接符 122"/>
            <p:cNvCxnSpPr/>
            <p:nvPr/>
          </p:nvCxnSpPr>
          <p:spPr>
            <a:xfrm>
              <a:off x="5051029" y="2459050"/>
              <a:ext cx="201091"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a:off x="5051029" y="2510385"/>
              <a:ext cx="201091"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a:off x="5051029" y="2567695"/>
              <a:ext cx="201091"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a:off x="5051029" y="2613053"/>
              <a:ext cx="201091"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直接连接符 126"/>
            <p:cNvCxnSpPr/>
            <p:nvPr/>
          </p:nvCxnSpPr>
          <p:spPr>
            <a:xfrm>
              <a:off x="5151574" y="2416255"/>
              <a:ext cx="0" cy="247154"/>
            </a:xfrm>
            <a:prstGeom prst="line">
              <a:avLst/>
            </a:prstGeom>
            <a:solidFill>
              <a:schemeClr val="bg2">
                <a:lumMod val="20000"/>
                <a:lumOff val="80000"/>
              </a:schemeClr>
            </a:solidFill>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8" name="矩形 127"/>
            <p:cNvSpPr/>
            <p:nvPr/>
          </p:nvSpPr>
          <p:spPr>
            <a:xfrm>
              <a:off x="6525697" y="2407717"/>
              <a:ext cx="201091" cy="256670"/>
            </a:xfrm>
            <a:prstGeom prst="rect">
              <a:avLst/>
            </a:prstGeom>
            <a:solidFill>
              <a:schemeClr val="bg2">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9" name="直接连接符 128"/>
            <p:cNvCxnSpPr/>
            <p:nvPr/>
          </p:nvCxnSpPr>
          <p:spPr>
            <a:xfrm>
              <a:off x="6525697" y="2459050"/>
              <a:ext cx="201091"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a:off x="6525697" y="2510385"/>
              <a:ext cx="201091"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a:off x="6525697" y="2567695"/>
              <a:ext cx="201091"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a:off x="6525697" y="2613053"/>
              <a:ext cx="201091"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a:off x="6626242" y="2416255"/>
              <a:ext cx="0" cy="247154"/>
            </a:xfrm>
            <a:prstGeom prst="line">
              <a:avLst/>
            </a:prstGeom>
            <a:solidFill>
              <a:schemeClr val="bg2">
                <a:lumMod val="20000"/>
                <a:lumOff val="80000"/>
              </a:schemeClr>
            </a:solidFill>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4" name="矩形 133"/>
            <p:cNvSpPr/>
            <p:nvPr/>
          </p:nvSpPr>
          <p:spPr>
            <a:xfrm>
              <a:off x="5654302" y="2407717"/>
              <a:ext cx="201091" cy="256670"/>
            </a:xfrm>
            <a:prstGeom prst="rect">
              <a:avLst/>
            </a:prstGeom>
            <a:solidFill>
              <a:schemeClr val="bg2">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5" name="直接连接符 134"/>
            <p:cNvCxnSpPr/>
            <p:nvPr/>
          </p:nvCxnSpPr>
          <p:spPr>
            <a:xfrm>
              <a:off x="5654302" y="2459050"/>
              <a:ext cx="201091"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a:off x="5654302" y="2510385"/>
              <a:ext cx="201091"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直接连接符 136"/>
            <p:cNvCxnSpPr/>
            <p:nvPr/>
          </p:nvCxnSpPr>
          <p:spPr>
            <a:xfrm>
              <a:off x="5654302" y="2567695"/>
              <a:ext cx="201091"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直接连接符 137"/>
            <p:cNvCxnSpPr/>
            <p:nvPr/>
          </p:nvCxnSpPr>
          <p:spPr>
            <a:xfrm>
              <a:off x="5654302" y="2613053"/>
              <a:ext cx="201091"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直接连接符 138"/>
            <p:cNvCxnSpPr/>
            <p:nvPr/>
          </p:nvCxnSpPr>
          <p:spPr>
            <a:xfrm>
              <a:off x="5754848" y="2416255"/>
              <a:ext cx="0" cy="247154"/>
            </a:xfrm>
            <a:prstGeom prst="line">
              <a:avLst/>
            </a:prstGeom>
            <a:solidFill>
              <a:schemeClr val="bg2">
                <a:lumMod val="20000"/>
                <a:lumOff val="80000"/>
              </a:schemeClr>
            </a:solidFill>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40" name="TextBox 176"/>
            <p:cNvSpPr txBox="1"/>
            <p:nvPr/>
          </p:nvSpPr>
          <p:spPr>
            <a:xfrm>
              <a:off x="2544257" y="2382745"/>
              <a:ext cx="731236" cy="309074"/>
            </a:xfrm>
            <a:prstGeom prst="rect">
              <a:avLst/>
            </a:prstGeom>
            <a:noFill/>
          </p:spPr>
          <p:txBody>
            <a:bodyPr wrap="none" rtlCol="0">
              <a:spAutoFit/>
            </a:bodyPr>
            <a:lstStyle>
              <a:defPPr>
                <a:defRPr lang="zh-CN"/>
              </a:defPPr>
              <a:lvl1pPr algn="ctr">
                <a:defRPr sz="1400" b="1">
                  <a:solidFill>
                    <a:srgbClr val="0000FF"/>
                  </a:solidFill>
                  <a:latin typeface="微软雅黑" panose="020B0503020204020204" pitchFamily="34" charset="-122"/>
                  <a:ea typeface="微软雅黑" panose="020B0503020204020204" pitchFamily="34" charset="-122"/>
                </a:defRPr>
              </a:lvl1pPr>
            </a:lstStyle>
            <a:p>
              <a:r>
                <a:rPr lang="zh-CN" altLang="en-US" sz="2000" dirty="0"/>
                <a:t>转发表</a:t>
              </a:r>
            </a:p>
          </p:txBody>
        </p:sp>
        <p:cxnSp>
          <p:nvCxnSpPr>
            <p:cNvPr id="141" name="直接连接符 140"/>
            <p:cNvCxnSpPr/>
            <p:nvPr/>
          </p:nvCxnSpPr>
          <p:spPr>
            <a:xfrm>
              <a:off x="1009291" y="2215214"/>
              <a:ext cx="6944264"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42" name="直接箭头连接符 141"/>
            <p:cNvCxnSpPr/>
            <p:nvPr/>
          </p:nvCxnSpPr>
          <p:spPr>
            <a:xfrm>
              <a:off x="3670377" y="2682581"/>
              <a:ext cx="106079" cy="880149"/>
            </a:xfrm>
            <a:prstGeom prst="straightConnector1">
              <a:avLst/>
            </a:prstGeom>
            <a:ln w="9525">
              <a:solidFill>
                <a:schemeClr val="tx1"/>
              </a:solidFill>
              <a:prstDash val="sysDash"/>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43" name="直接箭头连接符 142"/>
            <p:cNvCxnSpPr>
              <a:endCxn id="108" idx="0"/>
            </p:cNvCxnSpPr>
            <p:nvPr/>
          </p:nvCxnSpPr>
          <p:spPr>
            <a:xfrm>
              <a:off x="6627077" y="2686787"/>
              <a:ext cx="73200" cy="941084"/>
            </a:xfrm>
            <a:prstGeom prst="straightConnector1">
              <a:avLst/>
            </a:prstGeom>
            <a:ln w="9525">
              <a:solidFill>
                <a:schemeClr val="tx1"/>
              </a:solidFill>
              <a:prstDash val="sysDash"/>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44" name="直接箭头连接符 143"/>
            <p:cNvCxnSpPr/>
            <p:nvPr/>
          </p:nvCxnSpPr>
          <p:spPr>
            <a:xfrm flipH="1">
              <a:off x="5723766" y="2678388"/>
              <a:ext cx="30183" cy="789628"/>
            </a:xfrm>
            <a:prstGeom prst="straightConnector1">
              <a:avLst/>
            </a:prstGeom>
            <a:ln w="9525">
              <a:solidFill>
                <a:schemeClr val="tx1"/>
              </a:solidFill>
              <a:prstDash val="sysDash"/>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45" name="直接箭头连接符 144"/>
            <p:cNvCxnSpPr/>
            <p:nvPr/>
          </p:nvCxnSpPr>
          <p:spPr>
            <a:xfrm>
              <a:off x="5152849" y="2682587"/>
              <a:ext cx="31244" cy="1121443"/>
            </a:xfrm>
            <a:prstGeom prst="straightConnector1">
              <a:avLst/>
            </a:prstGeom>
            <a:ln w="9525">
              <a:solidFill>
                <a:schemeClr val="tx1"/>
              </a:solidFill>
              <a:prstDash val="sysDash"/>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46" name="直接箭头连接符 145"/>
            <p:cNvCxnSpPr/>
            <p:nvPr/>
          </p:nvCxnSpPr>
          <p:spPr>
            <a:xfrm>
              <a:off x="4485937" y="2679551"/>
              <a:ext cx="75120" cy="208839"/>
            </a:xfrm>
            <a:prstGeom prst="straightConnector1">
              <a:avLst/>
            </a:prstGeom>
            <a:ln w="9525">
              <a:solidFill>
                <a:schemeClr val="tx1"/>
              </a:solidFill>
              <a:prstDash val="sysDash"/>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47" name="矩形 146"/>
            <p:cNvSpPr/>
            <p:nvPr/>
          </p:nvSpPr>
          <p:spPr>
            <a:xfrm>
              <a:off x="3240212" y="1226469"/>
              <a:ext cx="3686671" cy="732076"/>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8" name="Picture 21"/>
            <p:cNvPicPr>
              <a:picLocks noChangeArrowheads="1"/>
            </p:cNvPicPr>
            <p:nvPr/>
          </p:nvPicPr>
          <p:blipFill>
            <a:blip r:embed="rId3" cstate="print"/>
            <a:srcRect/>
            <a:stretch>
              <a:fillRect/>
            </a:stretch>
          </p:blipFill>
          <p:spPr bwMode="auto">
            <a:xfrm>
              <a:off x="2857264" y="1583226"/>
              <a:ext cx="195777" cy="526174"/>
            </a:xfrm>
            <a:prstGeom prst="rect">
              <a:avLst/>
            </a:prstGeom>
            <a:noFill/>
            <a:ln w="12699">
              <a:noFill/>
              <a:miter lim="800000"/>
              <a:headEnd/>
              <a:tailEnd/>
            </a:ln>
            <a:effectLst/>
          </p:spPr>
        </p:pic>
        <p:pic>
          <p:nvPicPr>
            <p:cNvPr id="149" name="Picture 21"/>
            <p:cNvPicPr>
              <a:picLocks noChangeArrowheads="1"/>
            </p:cNvPicPr>
            <p:nvPr/>
          </p:nvPicPr>
          <p:blipFill>
            <a:blip r:embed="rId3" cstate="print"/>
            <a:srcRect/>
            <a:stretch>
              <a:fillRect/>
            </a:stretch>
          </p:blipFill>
          <p:spPr bwMode="auto">
            <a:xfrm>
              <a:off x="7196362" y="1583226"/>
              <a:ext cx="195777" cy="526174"/>
            </a:xfrm>
            <a:prstGeom prst="rect">
              <a:avLst/>
            </a:prstGeom>
            <a:noFill/>
            <a:ln w="12699">
              <a:noFill/>
              <a:miter lim="800000"/>
              <a:headEnd/>
              <a:tailEnd/>
            </a:ln>
            <a:effectLst/>
          </p:spPr>
        </p:pic>
        <p:cxnSp>
          <p:nvCxnSpPr>
            <p:cNvPr id="150" name="直接箭头连接符 149"/>
            <p:cNvCxnSpPr/>
            <p:nvPr/>
          </p:nvCxnSpPr>
          <p:spPr>
            <a:xfrm flipH="1">
              <a:off x="3679398" y="1548531"/>
              <a:ext cx="337598" cy="857990"/>
            </a:xfrm>
            <a:prstGeom prst="straightConnector1">
              <a:avLst/>
            </a:prstGeom>
            <a:ln w="9525">
              <a:solidFill>
                <a:schemeClr val="tx1"/>
              </a:solidFill>
              <a:prstDash val="sysDash"/>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51" name="直接箭头连接符 150"/>
            <p:cNvCxnSpPr/>
            <p:nvPr/>
          </p:nvCxnSpPr>
          <p:spPr>
            <a:xfrm flipH="1">
              <a:off x="4485742" y="1573733"/>
              <a:ext cx="106027" cy="836059"/>
            </a:xfrm>
            <a:prstGeom prst="straightConnector1">
              <a:avLst/>
            </a:prstGeom>
            <a:ln w="9525">
              <a:solidFill>
                <a:schemeClr val="tx1"/>
              </a:solidFill>
              <a:prstDash val="sysDash"/>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52" name="直接箭头连接符 151"/>
            <p:cNvCxnSpPr/>
            <p:nvPr/>
          </p:nvCxnSpPr>
          <p:spPr>
            <a:xfrm>
              <a:off x="6272214" y="1531731"/>
              <a:ext cx="353699" cy="874802"/>
            </a:xfrm>
            <a:prstGeom prst="straightConnector1">
              <a:avLst/>
            </a:prstGeom>
            <a:ln w="9525">
              <a:solidFill>
                <a:schemeClr val="tx1"/>
              </a:solidFill>
              <a:prstDash val="sysDash"/>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53" name="直接箭头连接符 152"/>
            <p:cNvCxnSpPr/>
            <p:nvPr/>
          </p:nvCxnSpPr>
          <p:spPr>
            <a:xfrm>
              <a:off x="5701828" y="1573733"/>
              <a:ext cx="54372" cy="835365"/>
            </a:xfrm>
            <a:prstGeom prst="straightConnector1">
              <a:avLst/>
            </a:prstGeom>
            <a:ln w="9525">
              <a:solidFill>
                <a:schemeClr val="tx1"/>
              </a:solidFill>
              <a:prstDash val="sysDash"/>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54" name="直接箭头连接符 153"/>
            <p:cNvCxnSpPr>
              <a:stCxn id="161" idx="4"/>
              <a:endCxn id="122" idx="0"/>
            </p:cNvCxnSpPr>
            <p:nvPr/>
          </p:nvCxnSpPr>
          <p:spPr>
            <a:xfrm>
              <a:off x="5150578" y="1682716"/>
              <a:ext cx="997" cy="725001"/>
            </a:xfrm>
            <a:prstGeom prst="straightConnector1">
              <a:avLst/>
            </a:prstGeom>
            <a:ln w="9525">
              <a:solidFill>
                <a:schemeClr val="tx1"/>
              </a:solidFill>
              <a:prstDash val="sysDash"/>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55" name="TextBox 179"/>
            <p:cNvSpPr txBox="1"/>
            <p:nvPr/>
          </p:nvSpPr>
          <p:spPr>
            <a:xfrm>
              <a:off x="1249993" y="1861409"/>
              <a:ext cx="1049536" cy="309074"/>
            </a:xfrm>
            <a:prstGeom prst="rect">
              <a:avLst/>
            </a:prstGeom>
            <a:solidFill>
              <a:srgbClr val="33CC33"/>
            </a:solidFill>
            <a:ln>
              <a:noFill/>
            </a:ln>
          </p:spPr>
          <p:txBody>
            <a:bodyPr wrap="square" rtlCol="0">
              <a:spAutoFit/>
            </a:bodyPr>
            <a:lstStyle/>
            <a:p>
              <a:pPr algn="ctr"/>
              <a:r>
                <a:rPr lang="zh-CN" altLang="en-US" sz="2000" b="1" dirty="0" smtClean="0">
                  <a:solidFill>
                    <a:srgbClr val="000000"/>
                  </a:solidFill>
                  <a:latin typeface="微软雅黑" panose="020B0503020204020204" pitchFamily="34" charset="-122"/>
                  <a:ea typeface="微软雅黑" panose="020B0503020204020204" pitchFamily="34" charset="-122"/>
                </a:rPr>
                <a:t>控制层面</a:t>
              </a:r>
              <a:endParaRPr lang="zh-CN" altLang="en-US" sz="2000" b="1" dirty="0">
                <a:solidFill>
                  <a:srgbClr val="000000"/>
                </a:solidFill>
                <a:latin typeface="微软雅黑" panose="020B0503020204020204" pitchFamily="34" charset="-122"/>
                <a:ea typeface="微软雅黑" panose="020B0503020204020204" pitchFamily="34" charset="-122"/>
              </a:endParaRPr>
            </a:p>
          </p:txBody>
        </p:sp>
        <p:sp>
          <p:nvSpPr>
            <p:cNvPr id="156" name="TextBox 180"/>
            <p:cNvSpPr txBox="1"/>
            <p:nvPr/>
          </p:nvSpPr>
          <p:spPr>
            <a:xfrm>
              <a:off x="1249993" y="2234467"/>
              <a:ext cx="1049536" cy="309074"/>
            </a:xfrm>
            <a:prstGeom prst="rect">
              <a:avLst/>
            </a:prstGeom>
            <a:solidFill>
              <a:schemeClr val="accent6">
                <a:lumMod val="75000"/>
              </a:schemeClr>
            </a:solidFill>
          </p:spPr>
          <p:txBody>
            <a:bodyPr wrap="square" rtlCol="0">
              <a:spAutoFit/>
            </a:bodyPr>
            <a:lstStyle/>
            <a:p>
              <a:pPr algn="ctr"/>
              <a:r>
                <a:rPr lang="zh-CN" altLang="en-US" sz="2000" b="1" dirty="0" smtClean="0">
                  <a:solidFill>
                    <a:srgbClr val="FFFFFF"/>
                  </a:solidFill>
                  <a:latin typeface="微软雅黑" panose="020B0503020204020204" pitchFamily="34" charset="-122"/>
                  <a:ea typeface="微软雅黑" panose="020B0503020204020204" pitchFamily="34" charset="-122"/>
                </a:rPr>
                <a:t>数据层面</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157" name="组合 156"/>
            <p:cNvGrpSpPr/>
            <p:nvPr/>
          </p:nvGrpSpPr>
          <p:grpSpPr>
            <a:xfrm>
              <a:off x="1062847" y="1569143"/>
              <a:ext cx="206062" cy="1296144"/>
              <a:chOff x="199861" y="1988840"/>
              <a:chExt cx="288414" cy="1440160"/>
            </a:xfrm>
          </p:grpSpPr>
          <p:sp>
            <p:nvSpPr>
              <p:cNvPr id="162" name="上箭头 161"/>
              <p:cNvSpPr/>
              <p:nvPr/>
            </p:nvSpPr>
            <p:spPr>
              <a:xfrm>
                <a:off x="199861" y="1988840"/>
                <a:ext cx="288032" cy="688444"/>
              </a:xfrm>
              <a:prstGeom prst="upArrow">
                <a:avLst>
                  <a:gd name="adj1" fmla="val 50000"/>
                  <a:gd name="adj2" fmla="val 102911"/>
                </a:avLst>
              </a:prstGeom>
              <a:solidFill>
                <a:srgbClr val="33CC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163" name="上箭头 162"/>
              <p:cNvSpPr/>
              <p:nvPr/>
            </p:nvSpPr>
            <p:spPr>
              <a:xfrm flipV="1">
                <a:off x="200243" y="2737490"/>
                <a:ext cx="288032" cy="691510"/>
              </a:xfrm>
              <a:prstGeom prst="upArrow">
                <a:avLst>
                  <a:gd name="adj1" fmla="val 50000"/>
                  <a:gd name="adj2" fmla="val 102911"/>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grpSp>
        <p:cxnSp>
          <p:nvCxnSpPr>
            <p:cNvPr id="158" name="直接箭头连接符 157"/>
            <p:cNvCxnSpPr/>
            <p:nvPr/>
          </p:nvCxnSpPr>
          <p:spPr>
            <a:xfrm flipV="1">
              <a:off x="3212645" y="2542479"/>
              <a:ext cx="380641" cy="1"/>
            </a:xfrm>
            <a:prstGeom prst="straightConnector1">
              <a:avLst/>
            </a:prstGeom>
            <a:ln w="12700">
              <a:solidFill>
                <a:schemeClr val="tx1"/>
              </a:solidFill>
              <a:prstDash val="sysDot"/>
              <a:headEnd type="none" w="med" len="med"/>
              <a:tailEnd type="triangle" w="med" len="lg"/>
            </a:ln>
          </p:spPr>
          <p:style>
            <a:lnRef idx="1">
              <a:schemeClr val="accent1"/>
            </a:lnRef>
            <a:fillRef idx="0">
              <a:schemeClr val="accent1"/>
            </a:fillRef>
            <a:effectRef idx="0">
              <a:schemeClr val="accent1"/>
            </a:effectRef>
            <a:fontRef idx="minor">
              <a:schemeClr val="tx1"/>
            </a:fontRef>
          </p:style>
        </p:cxnSp>
        <p:pic>
          <p:nvPicPr>
            <p:cNvPr id="159"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98744" y="3328407"/>
              <a:ext cx="442344" cy="442344"/>
            </a:xfrm>
            <a:prstGeom prst="rect">
              <a:avLst/>
            </a:prstGeom>
            <a:noFill/>
            <a:extLst>
              <a:ext uri="{909E8E84-426E-40DD-AFC4-6F175D3DCCD1}">
                <a14:hiddenFill xmlns:a14="http://schemas.microsoft.com/office/drawing/2010/main">
                  <a:solidFill>
                    <a:srgbClr val="FFFFFF"/>
                  </a:solidFill>
                </a14:hiddenFill>
              </a:ext>
            </a:extLst>
          </p:spPr>
        </p:pic>
        <p:pic>
          <p:nvPicPr>
            <p:cNvPr id="160"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17788" y="3301672"/>
              <a:ext cx="442344" cy="442344"/>
            </a:xfrm>
            <a:prstGeom prst="rect">
              <a:avLst/>
            </a:prstGeom>
            <a:noFill/>
            <a:extLst>
              <a:ext uri="{909E8E84-426E-40DD-AFC4-6F175D3DCCD1}">
                <a14:hiddenFill xmlns:a14="http://schemas.microsoft.com/office/drawing/2010/main">
                  <a:solidFill>
                    <a:srgbClr val="FFFFFF"/>
                  </a:solidFill>
                </a14:hiddenFill>
              </a:ext>
            </a:extLst>
          </p:spPr>
        </p:pic>
        <p:sp>
          <p:nvSpPr>
            <p:cNvPr id="161" name="椭圆 160"/>
            <p:cNvSpPr/>
            <p:nvPr/>
          </p:nvSpPr>
          <p:spPr>
            <a:xfrm>
              <a:off x="3575364" y="1351374"/>
              <a:ext cx="3150428" cy="331342"/>
            </a:xfrm>
            <a:prstGeom prst="ellipse">
              <a:avLst/>
            </a:prstGeom>
            <a:solidFill>
              <a:srgbClr val="FFC0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rgbClr val="000000"/>
                  </a:solidFill>
                  <a:latin typeface="微软雅黑" panose="020B0503020204020204" pitchFamily="34" charset="-122"/>
                  <a:ea typeface="微软雅黑" panose="020B0503020204020204" pitchFamily="34" charset="-122"/>
                </a:rPr>
                <a:t>远  程  控  制  器</a:t>
              </a:r>
              <a:endParaRPr lang="zh-CN" altLang="en-US" sz="2000" b="1" dirty="0">
                <a:solidFill>
                  <a:srgbClr val="000000"/>
                </a:solidFill>
                <a:latin typeface="微软雅黑" panose="020B0503020204020204" pitchFamily="34" charset="-122"/>
                <a:ea typeface="微软雅黑" panose="020B0503020204020204" pitchFamily="34" charset="-122"/>
              </a:endParaRPr>
            </a:p>
          </p:txBody>
        </p:sp>
      </p:grpSp>
      <p:sp>
        <p:nvSpPr>
          <p:cNvPr id="164" name="矩形 163"/>
          <p:cNvSpPr/>
          <p:nvPr/>
        </p:nvSpPr>
        <p:spPr>
          <a:xfrm>
            <a:off x="8973067" y="1916832"/>
            <a:ext cx="1947469" cy="2854115"/>
          </a:xfrm>
          <a:prstGeom prst="rect">
            <a:avLst/>
          </a:prstGeom>
          <a:solidFill>
            <a:srgbClr val="FFC000"/>
          </a:solidFill>
        </p:spPr>
        <p:txBody>
          <a:bodyPr wrap="square">
            <a:spAutoFit/>
          </a:bodyPr>
          <a:lstStyle/>
          <a:p>
            <a:pPr>
              <a:lnSpc>
                <a:spcPct val="130000"/>
              </a:lnSpc>
            </a:pPr>
            <a:r>
              <a:rPr lang="zh-CN" altLang="en-US" sz="2000" b="1" dirty="0">
                <a:solidFill>
                  <a:srgbClr val="990099"/>
                </a:solidFill>
                <a:latin typeface="微软雅黑" panose="020B0503020204020204" pitchFamily="34" charset="-122"/>
                <a:ea typeface="微软雅黑" panose="020B0503020204020204" pitchFamily="34" charset="-122"/>
              </a:rPr>
              <a:t>远程</a:t>
            </a:r>
            <a:r>
              <a:rPr lang="zh-CN" altLang="en-US" sz="2000" b="1" dirty="0" smtClean="0">
                <a:solidFill>
                  <a:srgbClr val="990099"/>
                </a:solidFill>
                <a:latin typeface="微软雅黑" panose="020B0503020204020204" pitchFamily="34" charset="-122"/>
                <a:ea typeface="微软雅黑" panose="020B0503020204020204" pitchFamily="34" charset="-122"/>
              </a:rPr>
              <a:t>控制器：</a:t>
            </a:r>
            <a:endParaRPr lang="en-US" altLang="zh-CN" sz="2000" b="1" dirty="0" smtClean="0">
              <a:solidFill>
                <a:srgbClr val="990099"/>
              </a:solidFill>
              <a:latin typeface="微软雅黑" panose="020B0503020204020204" pitchFamily="34" charset="-122"/>
              <a:ea typeface="微软雅黑" panose="020B0503020204020204" pitchFamily="34" charset="-122"/>
            </a:endParaRPr>
          </a:p>
          <a:p>
            <a:pPr>
              <a:lnSpc>
                <a:spcPct val="130000"/>
              </a:lnSpc>
            </a:pPr>
            <a:r>
              <a:rPr lang="zh-CN" altLang="en-US" sz="2000" b="1" dirty="0" smtClean="0">
                <a:solidFill>
                  <a:srgbClr val="000000"/>
                </a:solidFill>
                <a:latin typeface="微软雅黑" panose="020B0503020204020204" pitchFamily="34" charset="-122"/>
                <a:ea typeface="微软雅黑" panose="020B0503020204020204" pitchFamily="34" charset="-122"/>
              </a:rPr>
              <a:t>为每一个分组</a:t>
            </a:r>
            <a:r>
              <a:rPr lang="zh-CN" altLang="en-US" sz="2000" b="1" dirty="0" smtClean="0">
                <a:solidFill>
                  <a:srgbClr val="0000FF"/>
                </a:solidFill>
                <a:latin typeface="微软雅黑" panose="020B0503020204020204" pitchFamily="34" charset="-122"/>
                <a:ea typeface="微软雅黑" panose="020B0503020204020204" pitchFamily="34" charset="-122"/>
              </a:rPr>
              <a:t>计算</a:t>
            </a:r>
            <a:r>
              <a:rPr lang="zh-CN" altLang="en-US" sz="2000" b="1" dirty="0">
                <a:solidFill>
                  <a:srgbClr val="000000"/>
                </a:solidFill>
                <a:latin typeface="微软雅黑" panose="020B0503020204020204" pitchFamily="34" charset="-122"/>
                <a:ea typeface="微软雅黑" panose="020B0503020204020204" pitchFamily="34" charset="-122"/>
              </a:rPr>
              <a:t>出最佳的</a:t>
            </a:r>
            <a:r>
              <a:rPr lang="zh-CN" altLang="en-US" sz="2000" b="1" dirty="0" smtClean="0">
                <a:solidFill>
                  <a:srgbClr val="000000"/>
                </a:solidFill>
                <a:latin typeface="微软雅黑" panose="020B0503020204020204" pitchFamily="34" charset="-122"/>
                <a:ea typeface="微软雅黑" panose="020B0503020204020204" pitchFamily="34" charset="-122"/>
              </a:rPr>
              <a:t>路由，在</a:t>
            </a:r>
            <a:r>
              <a:rPr lang="zh-CN" altLang="en-US" sz="2000" b="1" dirty="0">
                <a:solidFill>
                  <a:srgbClr val="000000"/>
                </a:solidFill>
                <a:latin typeface="微软雅黑" panose="020B0503020204020204" pitchFamily="34" charset="-122"/>
                <a:ea typeface="微软雅黑" panose="020B0503020204020204" pitchFamily="34" charset="-122"/>
              </a:rPr>
              <a:t>每一个路由器中</a:t>
            </a:r>
            <a:r>
              <a:rPr lang="zh-CN" altLang="en-US" sz="2000" b="1" dirty="0" smtClean="0">
                <a:solidFill>
                  <a:srgbClr val="0000FF"/>
                </a:solidFill>
                <a:latin typeface="微软雅黑" panose="020B0503020204020204" pitchFamily="34" charset="-122"/>
                <a:ea typeface="微软雅黑" panose="020B0503020204020204" pitchFamily="34" charset="-122"/>
              </a:rPr>
              <a:t>生成</a:t>
            </a:r>
            <a:r>
              <a:rPr lang="zh-CN" altLang="en-US" sz="2000" b="1" dirty="0" smtClean="0">
                <a:solidFill>
                  <a:srgbClr val="000000"/>
                </a:solidFill>
                <a:latin typeface="微软雅黑" panose="020B0503020204020204" pitchFamily="34" charset="-122"/>
                <a:ea typeface="微软雅黑" panose="020B0503020204020204" pitchFamily="34" charset="-122"/>
              </a:rPr>
              <a:t>正确</a:t>
            </a:r>
            <a:r>
              <a:rPr lang="zh-CN" altLang="en-US" sz="2000" b="1" dirty="0">
                <a:solidFill>
                  <a:srgbClr val="000000"/>
                </a:solidFill>
                <a:latin typeface="微软雅黑" panose="020B0503020204020204" pitchFamily="34" charset="-122"/>
                <a:ea typeface="微软雅黑" panose="020B0503020204020204" pitchFamily="34" charset="-122"/>
              </a:rPr>
              <a:t>的转发表。</a:t>
            </a:r>
          </a:p>
        </p:txBody>
      </p:sp>
      <p:sp>
        <p:nvSpPr>
          <p:cNvPr id="165" name="矩形 164"/>
          <p:cNvSpPr/>
          <p:nvPr/>
        </p:nvSpPr>
        <p:spPr>
          <a:xfrm>
            <a:off x="8976320" y="4839619"/>
            <a:ext cx="1956553" cy="1253677"/>
          </a:xfrm>
          <a:prstGeom prst="rect">
            <a:avLst/>
          </a:prstGeom>
          <a:solidFill>
            <a:srgbClr val="00B050"/>
          </a:solidFill>
        </p:spPr>
        <p:txBody>
          <a:bodyPr wrap="square">
            <a:spAutoFit/>
          </a:bodyPr>
          <a:lstStyle/>
          <a:p>
            <a:pPr>
              <a:lnSpc>
                <a:spcPct val="130000"/>
              </a:lnSpc>
            </a:pPr>
            <a:r>
              <a:rPr lang="zh-CN" altLang="en-US" sz="2000" b="1" dirty="0" smtClean="0">
                <a:solidFill>
                  <a:srgbClr val="FFFF00"/>
                </a:solidFill>
                <a:latin typeface="微软雅黑" panose="020B0503020204020204" pitchFamily="34" charset="-122"/>
                <a:ea typeface="微软雅黑" panose="020B0503020204020204" pitchFamily="34" charset="-122"/>
              </a:rPr>
              <a:t>路由器：</a:t>
            </a:r>
            <a:endParaRPr lang="en-US" altLang="zh-CN" sz="2000" b="1" dirty="0" smtClean="0">
              <a:solidFill>
                <a:srgbClr val="FFFF00"/>
              </a:solidFill>
              <a:latin typeface="微软雅黑" panose="020B0503020204020204" pitchFamily="34" charset="-122"/>
              <a:ea typeface="微软雅黑" panose="020B0503020204020204" pitchFamily="34" charset="-122"/>
            </a:endParaRPr>
          </a:p>
          <a:p>
            <a:pPr>
              <a:lnSpc>
                <a:spcPct val="130000"/>
              </a:lnSpc>
            </a:pPr>
            <a:r>
              <a:rPr lang="zh-CN" altLang="en-US" sz="2000" b="1" dirty="0" smtClean="0">
                <a:solidFill>
                  <a:srgbClr val="0000FF"/>
                </a:solidFill>
                <a:latin typeface="微软雅黑" panose="020B0503020204020204" pitchFamily="34" charset="-122"/>
                <a:ea typeface="微软雅黑" panose="020B0503020204020204" pitchFamily="34" charset="-122"/>
              </a:rPr>
              <a:t>查找</a:t>
            </a:r>
            <a:r>
              <a:rPr lang="zh-CN" altLang="en-US" sz="2000" b="1" dirty="0">
                <a:solidFill>
                  <a:srgbClr val="000000"/>
                </a:solidFill>
                <a:latin typeface="微软雅黑" panose="020B0503020204020204" pitchFamily="34" charset="-122"/>
                <a:ea typeface="微软雅黑" panose="020B0503020204020204" pitchFamily="34" charset="-122"/>
              </a:rPr>
              <a:t>转发表，</a:t>
            </a:r>
            <a:r>
              <a:rPr lang="zh-CN" altLang="en-US" sz="2000" b="1" dirty="0">
                <a:solidFill>
                  <a:srgbClr val="0000FF"/>
                </a:solidFill>
                <a:latin typeface="微软雅黑" panose="020B0503020204020204" pitchFamily="34" charset="-122"/>
                <a:ea typeface="微软雅黑" panose="020B0503020204020204" pitchFamily="34" charset="-122"/>
              </a:rPr>
              <a:t>转发</a:t>
            </a:r>
            <a:r>
              <a:rPr lang="zh-CN" altLang="en-US" sz="2000" b="1" dirty="0">
                <a:solidFill>
                  <a:srgbClr val="000000"/>
                </a:solidFill>
                <a:latin typeface="微软雅黑" panose="020B0503020204020204" pitchFamily="34" charset="-122"/>
                <a:ea typeface="微软雅黑" panose="020B0503020204020204" pitchFamily="34" charset="-122"/>
              </a:rPr>
              <a:t>分组。</a:t>
            </a:r>
          </a:p>
        </p:txBody>
      </p:sp>
    </p:spTree>
    <p:extLst>
      <p:ext uri="{BB962C8B-B14F-4D97-AF65-F5344CB8AC3E}">
        <p14:creationId xmlns:p14="http://schemas.microsoft.com/office/powerpoint/2010/main" val="2489841001"/>
      </p:ext>
    </p:extLst>
  </p:cSld>
  <p:clrMapOvr>
    <a:masterClrMapping/>
  </p:clrMapOvr>
  <p:transition spd="slow"/>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zh-CN" altLang="en-US" smtClean="0"/>
              <a:t>指引</a:t>
            </a:r>
            <a:endParaRPr lang="en-US" altLang="zh-CN" smtClean="0"/>
          </a:p>
        </p:txBody>
      </p:sp>
      <p:grpSp>
        <p:nvGrpSpPr>
          <p:cNvPr id="26" name="Group 24"/>
          <p:cNvGrpSpPr>
            <a:grpSpLocks/>
          </p:cNvGrpSpPr>
          <p:nvPr/>
        </p:nvGrpSpPr>
        <p:grpSpPr bwMode="auto">
          <a:xfrm>
            <a:off x="7967663" y="1773238"/>
            <a:ext cx="2514600" cy="3600450"/>
            <a:chOff x="3379" y="1207"/>
            <a:chExt cx="1584" cy="2268"/>
          </a:xfrm>
        </p:grpSpPr>
        <p:sp>
          <p:nvSpPr>
            <p:cNvPr id="27" name="AutoShape 4">
              <a:extLst>
                <a:ext uri="{FF2B5EF4-FFF2-40B4-BE49-F238E27FC236}"/>
              </a:extLst>
            </p:cNvPr>
            <p:cNvSpPr>
              <a:spLocks noChangeArrowheads="1"/>
            </p:cNvSpPr>
            <p:nvPr/>
          </p:nvSpPr>
          <p:spPr bwMode="auto">
            <a:xfrm>
              <a:off x="3379" y="1207"/>
              <a:ext cx="1584" cy="2268"/>
            </a:xfrm>
            <a:prstGeom prst="cube">
              <a:avLst>
                <a:gd name="adj" fmla="val 12185"/>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nchor="ctr"/>
            <a:lstStyle/>
            <a:p>
              <a:pPr algn="ctr" eaLnBrk="1" hangingPunct="1">
                <a:defRPr/>
              </a:pPr>
              <a:endParaRPr kumimoji="1" lang="zh-CN" altLang="en-US" sz="2400" b="1">
                <a:solidFill>
                  <a:srgbClr val="FF0000"/>
                </a:solidFill>
                <a:effectLst>
                  <a:outerShdw blurRad="38100" dist="38100" dir="2700000" algn="tl">
                    <a:srgbClr val="000000"/>
                  </a:outerShdw>
                </a:effectLst>
              </a:endParaRPr>
            </a:p>
            <a:p>
              <a:pPr algn="ctr" eaLnBrk="1" hangingPunct="1">
                <a:defRPr/>
              </a:pPr>
              <a:endParaRPr kumimoji="1" lang="zh-CN" altLang="en-US" sz="2400" b="1">
                <a:solidFill>
                  <a:srgbClr val="FF0000"/>
                </a:solidFill>
                <a:effectLst>
                  <a:outerShdw blurRad="38100" dist="38100" dir="2700000" algn="tl">
                    <a:srgbClr val="000000"/>
                  </a:outerShdw>
                </a:effectLst>
              </a:endParaRPr>
            </a:p>
            <a:p>
              <a:pPr algn="ctr" eaLnBrk="1" hangingPunct="1">
                <a:defRPr/>
              </a:pPr>
              <a:endParaRPr kumimoji="1" lang="zh-CN" altLang="en-US" sz="2400" b="1">
                <a:solidFill>
                  <a:srgbClr val="FF0000"/>
                </a:solidFill>
                <a:effectLst>
                  <a:outerShdw blurRad="38100" dist="38100" dir="2700000" algn="tl">
                    <a:srgbClr val="000000"/>
                  </a:outerShdw>
                </a:effectLst>
              </a:endParaRPr>
            </a:p>
          </p:txBody>
        </p:sp>
        <p:sp>
          <p:nvSpPr>
            <p:cNvPr id="28" name="Rectangle 6">
              <a:extLst>
                <a:ext uri="{FF2B5EF4-FFF2-40B4-BE49-F238E27FC236}"/>
              </a:extLst>
            </p:cNvPr>
            <p:cNvSpPr>
              <a:spLocks noChangeArrowheads="1"/>
            </p:cNvSpPr>
            <p:nvPr/>
          </p:nvSpPr>
          <p:spPr bwMode="auto">
            <a:xfrm>
              <a:off x="3379" y="1399"/>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rPr>
                <a:t>应用层</a:t>
              </a:r>
            </a:p>
          </p:txBody>
        </p:sp>
        <p:sp>
          <p:nvSpPr>
            <p:cNvPr id="29" name="Line 8">
              <a:extLst>
                <a:ext uri="{FF2B5EF4-FFF2-40B4-BE49-F238E27FC236}"/>
              </a:extLst>
            </p:cNvPr>
            <p:cNvSpPr>
              <a:spLocks noChangeShapeType="1"/>
            </p:cNvSpPr>
            <p:nvPr/>
          </p:nvSpPr>
          <p:spPr bwMode="auto">
            <a:xfrm>
              <a:off x="3379" y="1831"/>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0" name="Line 9">
              <a:extLst>
                <a:ext uri="{FF2B5EF4-FFF2-40B4-BE49-F238E27FC236}"/>
              </a:extLst>
            </p:cNvPr>
            <p:cNvSpPr>
              <a:spLocks noChangeShapeType="1"/>
            </p:cNvSpPr>
            <p:nvPr/>
          </p:nvSpPr>
          <p:spPr bwMode="auto">
            <a:xfrm>
              <a:off x="3379"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1" name="Line 10">
              <a:extLst>
                <a:ext uri="{FF2B5EF4-FFF2-40B4-BE49-F238E27FC236}"/>
              </a:extLst>
            </p:cNvPr>
            <p:cNvSpPr>
              <a:spLocks noChangeShapeType="1"/>
            </p:cNvSpPr>
            <p:nvPr/>
          </p:nvSpPr>
          <p:spPr bwMode="auto">
            <a:xfrm>
              <a:off x="4771"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2" name="Rectangle 21">
              <a:extLst>
                <a:ext uri="{FF2B5EF4-FFF2-40B4-BE49-F238E27FC236}"/>
              </a:extLst>
            </p:cNvPr>
            <p:cNvSpPr>
              <a:spLocks noChangeArrowheads="1"/>
            </p:cNvSpPr>
            <p:nvPr/>
          </p:nvSpPr>
          <p:spPr bwMode="auto">
            <a:xfrm>
              <a:off x="3379" y="1831"/>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rPr>
                <a:t>运输层</a:t>
              </a:r>
              <a:endParaRPr kumimoji="1" lang="zh-CN" altLang="en-US" sz="2400" dirty="0">
                <a:solidFill>
                  <a:srgbClr val="FF0000"/>
                </a:solidFill>
                <a:effectLst>
                  <a:outerShdw blurRad="38100" dist="38100" dir="2700000" algn="tl">
                    <a:srgbClr val="000000"/>
                  </a:outerShdw>
                </a:effectLst>
              </a:endParaRPr>
            </a:p>
          </p:txBody>
        </p:sp>
        <p:sp>
          <p:nvSpPr>
            <p:cNvPr id="33" name="Line 23">
              <a:extLst>
                <a:ext uri="{FF2B5EF4-FFF2-40B4-BE49-F238E27FC236}"/>
              </a:extLst>
            </p:cNvPr>
            <p:cNvSpPr>
              <a:spLocks noChangeShapeType="1"/>
            </p:cNvSpPr>
            <p:nvPr/>
          </p:nvSpPr>
          <p:spPr bwMode="auto">
            <a:xfrm>
              <a:off x="3379" y="2263"/>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4" name="Line 24">
              <a:extLst>
                <a:ext uri="{FF2B5EF4-FFF2-40B4-BE49-F238E27FC236}"/>
              </a:extLst>
            </p:cNvPr>
            <p:cNvSpPr>
              <a:spLocks noChangeShapeType="1"/>
            </p:cNvSpPr>
            <p:nvPr/>
          </p:nvSpPr>
          <p:spPr bwMode="auto">
            <a:xfrm>
              <a:off x="3379"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5" name="Line 25">
              <a:extLst>
                <a:ext uri="{FF2B5EF4-FFF2-40B4-BE49-F238E27FC236}"/>
              </a:extLst>
            </p:cNvPr>
            <p:cNvSpPr>
              <a:spLocks noChangeShapeType="1"/>
            </p:cNvSpPr>
            <p:nvPr/>
          </p:nvSpPr>
          <p:spPr bwMode="auto">
            <a:xfrm>
              <a:off x="4771"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6" name="Line 28">
              <a:extLst>
                <a:ext uri="{FF2B5EF4-FFF2-40B4-BE49-F238E27FC236}"/>
              </a:extLst>
            </p:cNvPr>
            <p:cNvSpPr>
              <a:spLocks noChangeShapeType="1"/>
            </p:cNvSpPr>
            <p:nvPr/>
          </p:nvSpPr>
          <p:spPr bwMode="auto">
            <a:xfrm>
              <a:off x="3379" y="2695"/>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7" name="Line 29">
              <a:extLst>
                <a:ext uri="{FF2B5EF4-FFF2-40B4-BE49-F238E27FC236}"/>
              </a:extLst>
            </p:cNvPr>
            <p:cNvSpPr>
              <a:spLocks noChangeShapeType="1"/>
            </p:cNvSpPr>
            <p:nvPr/>
          </p:nvSpPr>
          <p:spPr bwMode="auto">
            <a:xfrm>
              <a:off x="3379" y="3366"/>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8" name="Line 30">
              <a:extLst>
                <a:ext uri="{FF2B5EF4-FFF2-40B4-BE49-F238E27FC236}"/>
              </a:extLst>
            </p:cNvPr>
            <p:cNvSpPr>
              <a:spLocks noChangeShapeType="1"/>
            </p:cNvSpPr>
            <p:nvPr/>
          </p:nvSpPr>
          <p:spPr bwMode="auto">
            <a:xfrm>
              <a:off x="3379"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9" name="Line 31">
              <a:extLst>
                <a:ext uri="{FF2B5EF4-FFF2-40B4-BE49-F238E27FC236}"/>
              </a:extLst>
            </p:cNvPr>
            <p:cNvSpPr>
              <a:spLocks noChangeShapeType="1"/>
            </p:cNvSpPr>
            <p:nvPr/>
          </p:nvSpPr>
          <p:spPr bwMode="auto">
            <a:xfrm>
              <a:off x="4771"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40" name="Rectangle 33">
              <a:extLst>
                <a:ext uri="{FF2B5EF4-FFF2-40B4-BE49-F238E27FC236}"/>
              </a:extLst>
            </p:cNvPr>
            <p:cNvSpPr>
              <a:spLocks noChangeArrowheads="1"/>
            </p:cNvSpPr>
            <p:nvPr/>
          </p:nvSpPr>
          <p:spPr bwMode="auto">
            <a:xfrm>
              <a:off x="3379" y="2263"/>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spcBef>
                  <a:spcPct val="20000"/>
                </a:spcBef>
                <a:buClr>
                  <a:schemeClr val="tx2"/>
                </a:buClr>
                <a:buSzPct val="90000"/>
                <a:buFont typeface="Symbol" pitchFamily="18" charset="2"/>
                <a:buNone/>
                <a:defRPr/>
              </a:pPr>
              <a:r>
                <a:rPr kumimoji="1" lang="zh-CN" altLang="en-US" sz="2800" dirty="0">
                  <a:solidFill>
                    <a:schemeClr val="tx2">
                      <a:lumMod val="60000"/>
                      <a:lumOff val="40000"/>
                    </a:schemeClr>
                  </a:solidFill>
                  <a:effectLst>
                    <a:outerShdw blurRad="38100" dist="38100" dir="2700000" algn="tl">
                      <a:srgbClr val="000000"/>
                    </a:outerShdw>
                  </a:effectLst>
                  <a:latin typeface="Franklin Gothic Book" pitchFamily="34" charset="0"/>
                </a:rPr>
                <a:t>网络层</a:t>
              </a:r>
              <a:endParaRPr kumimoji="1" lang="zh-CN" altLang="en-US" sz="2400" dirty="0">
                <a:solidFill>
                  <a:schemeClr val="tx2">
                    <a:lumMod val="60000"/>
                    <a:lumOff val="40000"/>
                  </a:schemeClr>
                </a:solidFill>
                <a:effectLst>
                  <a:outerShdw blurRad="38100" dist="38100" dir="2700000" algn="tl">
                    <a:srgbClr val="000000"/>
                  </a:outerShdw>
                </a:effectLst>
                <a:latin typeface="Franklin Gothic Book" pitchFamily="34" charset="0"/>
              </a:endParaRPr>
            </a:p>
          </p:txBody>
        </p:sp>
        <p:sp>
          <p:nvSpPr>
            <p:cNvPr id="41" name="Line 36">
              <a:extLst>
                <a:ext uri="{FF2B5EF4-FFF2-40B4-BE49-F238E27FC236}"/>
              </a:extLst>
            </p:cNvPr>
            <p:cNvSpPr>
              <a:spLocks noChangeShapeType="1"/>
            </p:cNvSpPr>
            <p:nvPr/>
          </p:nvSpPr>
          <p:spPr bwMode="auto">
            <a:xfrm>
              <a:off x="3379" y="2263"/>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42" name="Line 37">
              <a:extLst>
                <a:ext uri="{FF2B5EF4-FFF2-40B4-BE49-F238E27FC236}"/>
              </a:extLst>
            </p:cNvPr>
            <p:cNvSpPr>
              <a:spLocks noChangeShapeType="1"/>
            </p:cNvSpPr>
            <p:nvPr/>
          </p:nvSpPr>
          <p:spPr bwMode="auto">
            <a:xfrm>
              <a:off x="4771" y="2263"/>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44" name="Rectangle 27">
              <a:extLst>
                <a:ext uri="{FF2B5EF4-FFF2-40B4-BE49-F238E27FC236}"/>
              </a:extLst>
            </p:cNvPr>
            <p:cNvSpPr>
              <a:spLocks noChangeArrowheads="1"/>
            </p:cNvSpPr>
            <p:nvPr/>
          </p:nvSpPr>
          <p:spPr bwMode="auto">
            <a:xfrm>
              <a:off x="3379" y="2695"/>
              <a:ext cx="1392" cy="37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latin typeface="Franklin Gothic Book" pitchFamily="34" charset="0"/>
                </a:rPr>
                <a:t>数据链路层</a:t>
              </a:r>
              <a:endParaRPr kumimoji="1" lang="zh-CN" altLang="en-US" sz="2400" dirty="0">
                <a:solidFill>
                  <a:srgbClr val="FF0000"/>
                </a:solidFill>
                <a:effectLst>
                  <a:outerShdw blurRad="38100" dist="38100" dir="2700000" algn="tl">
                    <a:srgbClr val="000000"/>
                  </a:outerShdw>
                </a:effectLst>
                <a:latin typeface="Franklin Gothic Book" pitchFamily="34" charset="0"/>
              </a:endParaRPr>
            </a:p>
          </p:txBody>
        </p:sp>
        <p:sp>
          <p:nvSpPr>
            <p:cNvPr id="43" name="Rectangle 39">
              <a:extLst>
                <a:ext uri="{FF2B5EF4-FFF2-40B4-BE49-F238E27FC236}"/>
              </a:extLst>
            </p:cNvPr>
            <p:cNvSpPr>
              <a:spLocks noChangeArrowheads="1"/>
            </p:cNvSpPr>
            <p:nvPr/>
          </p:nvSpPr>
          <p:spPr bwMode="auto">
            <a:xfrm>
              <a:off x="3379" y="3067"/>
              <a:ext cx="1392" cy="408"/>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latin typeface="Franklin Gothic Book" pitchFamily="34" charset="0"/>
                </a:rPr>
                <a:t>物理层</a:t>
              </a:r>
              <a:endParaRPr kumimoji="1" lang="zh-CN" altLang="en-US" sz="2400" dirty="0">
                <a:solidFill>
                  <a:srgbClr val="FF0000"/>
                </a:solidFill>
                <a:effectLst>
                  <a:outerShdw blurRad="38100" dist="38100" dir="2700000" algn="tl">
                    <a:srgbClr val="000000"/>
                  </a:outerShdw>
                </a:effectLst>
                <a:latin typeface="Franklin Gothic Book" pitchFamily="34" charset="0"/>
              </a:endParaRPr>
            </a:p>
          </p:txBody>
        </p:sp>
      </p:grpSp>
      <p:sp>
        <p:nvSpPr>
          <p:cNvPr id="45" name="Rectangle 3"/>
          <p:cNvSpPr>
            <a:spLocks noGrp="1" noChangeArrowheads="1"/>
          </p:cNvSpPr>
          <p:nvPr>
            <p:ph idx="1"/>
          </p:nvPr>
        </p:nvSpPr>
        <p:spPr>
          <a:xfrm>
            <a:off x="2135188" y="1341438"/>
            <a:ext cx="8281987" cy="5327650"/>
          </a:xfrm>
        </p:spPr>
        <p:txBody>
          <a:bodyPr/>
          <a:lstStyle/>
          <a:p>
            <a:pPr eaLnBrk="1" hangingPunct="1"/>
            <a:r>
              <a:rPr lang="zh-CN" altLang="en-US" sz="2800" b="1" dirty="0" smtClean="0"/>
              <a:t>网络层的几个重要概念</a:t>
            </a:r>
          </a:p>
          <a:p>
            <a:pPr eaLnBrk="1" hangingPunct="1"/>
            <a:r>
              <a:rPr lang="zh-CN" altLang="en-US" sz="2800" b="1" dirty="0" smtClean="0">
                <a:solidFill>
                  <a:srgbClr val="FF0000"/>
                </a:solidFill>
              </a:rPr>
              <a:t>网际协议 </a:t>
            </a:r>
            <a:r>
              <a:rPr lang="en-US" altLang="zh-CN" sz="2800" b="1" dirty="0" smtClean="0">
                <a:solidFill>
                  <a:srgbClr val="FF0000"/>
                </a:solidFill>
              </a:rPr>
              <a:t>IP</a:t>
            </a:r>
          </a:p>
          <a:p>
            <a:pPr eaLnBrk="1" hangingPunct="1"/>
            <a:r>
              <a:rPr lang="en-US" altLang="zh-CN" sz="2800" b="1" dirty="0" smtClean="0"/>
              <a:t>IP </a:t>
            </a:r>
            <a:r>
              <a:rPr lang="zh-CN" altLang="en-US" sz="2800" b="1" dirty="0" smtClean="0"/>
              <a:t>层转发分组的过程</a:t>
            </a:r>
          </a:p>
          <a:p>
            <a:pPr eaLnBrk="1" hangingPunct="1"/>
            <a:r>
              <a:rPr lang="zh-CN" altLang="en-US" sz="2800" b="1" dirty="0" smtClean="0"/>
              <a:t>网际控制报文协议 </a:t>
            </a:r>
            <a:r>
              <a:rPr lang="en-US" altLang="zh-CN" sz="2800" b="1" dirty="0" smtClean="0"/>
              <a:t>ICMP</a:t>
            </a:r>
          </a:p>
          <a:p>
            <a:pPr eaLnBrk="1" hangingPunct="1"/>
            <a:r>
              <a:rPr lang="en-US" altLang="zh-CN" sz="2800" b="1" dirty="0" smtClean="0"/>
              <a:t>IPv6</a:t>
            </a:r>
          </a:p>
          <a:p>
            <a:pPr eaLnBrk="1" hangingPunct="1"/>
            <a:r>
              <a:rPr lang="zh-CN" altLang="en-US" sz="2800" b="1" dirty="0" smtClean="0"/>
              <a:t>互联网</a:t>
            </a:r>
            <a:r>
              <a:rPr lang="zh-CN" altLang="en-US" sz="2800" b="1" dirty="0"/>
              <a:t>的路由选择协议</a:t>
            </a:r>
          </a:p>
          <a:p>
            <a:pPr eaLnBrk="1" hangingPunct="1"/>
            <a:r>
              <a:rPr lang="en-US" altLang="zh-CN" sz="2800" b="1" dirty="0" smtClean="0"/>
              <a:t>IP </a:t>
            </a:r>
            <a:r>
              <a:rPr lang="zh-CN" altLang="en-US" sz="2800" b="1" dirty="0" smtClean="0"/>
              <a:t>多播</a:t>
            </a:r>
          </a:p>
          <a:p>
            <a:pPr eaLnBrk="1" hangingPunct="1"/>
            <a:r>
              <a:rPr lang="zh-CN" altLang="en-US" sz="2800" b="1" dirty="0" smtClean="0"/>
              <a:t>虚拟专用网 </a:t>
            </a:r>
            <a:r>
              <a:rPr lang="en-US" altLang="zh-CN" sz="2800" b="1" dirty="0" smtClean="0"/>
              <a:t>VPN </a:t>
            </a:r>
            <a:r>
              <a:rPr lang="zh-CN" altLang="en-US" sz="2800" b="1" dirty="0" smtClean="0"/>
              <a:t>和网络地址转换 </a:t>
            </a:r>
            <a:r>
              <a:rPr lang="en-US" altLang="zh-CN" sz="2800" b="1" dirty="0" smtClean="0"/>
              <a:t>NAT</a:t>
            </a:r>
          </a:p>
          <a:p>
            <a:pPr eaLnBrk="1" hangingPunct="1">
              <a:buFontTx/>
              <a:buNone/>
            </a:pPr>
            <a:endParaRPr lang="en-US" altLang="zh-CN" sz="1800" b="1" dirty="0" smtClean="0"/>
          </a:p>
          <a:p>
            <a:pPr eaLnBrk="1" hangingPunct="1">
              <a:buFontTx/>
              <a:buNone/>
            </a:pPr>
            <a:endParaRPr lang="en-US" altLang="zh-CN" b="1" dirty="0" smtClean="0"/>
          </a:p>
          <a:p>
            <a:pPr eaLnBrk="1" hangingPunct="1">
              <a:buFont typeface="Wingdings" pitchFamily="2" charset="2"/>
              <a:buNone/>
            </a:pPr>
            <a:endParaRPr lang="zh-CN" altLang="en-US" b="1" dirty="0" smtClean="0"/>
          </a:p>
        </p:txBody>
      </p:sp>
    </p:spTree>
    <p:extLst>
      <p:ext uri="{BB962C8B-B14F-4D97-AF65-F5344CB8AC3E}">
        <p14:creationId xmlns:p14="http://schemas.microsoft.com/office/powerpoint/2010/main" val="2266449547"/>
      </p:ext>
    </p:extLst>
  </p:cSld>
  <p:clrMapOvr>
    <a:masterClrMapping/>
  </p:clrMapOvr>
  <p:transition spd="slow"/>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altLang="zh-CN" dirty="0" smtClean="0"/>
              <a:t>4.2 </a:t>
            </a:r>
            <a:r>
              <a:rPr lang="zh-CN" altLang="en-US" dirty="0" smtClean="0"/>
              <a:t>网际协议 </a:t>
            </a:r>
            <a:r>
              <a:rPr lang="en-US" altLang="zh-CN" dirty="0" smtClean="0"/>
              <a:t>IP</a:t>
            </a:r>
            <a:endParaRPr lang="zh-CN" altLang="en-US" dirty="0" smtClean="0"/>
          </a:p>
        </p:txBody>
      </p:sp>
      <p:sp>
        <p:nvSpPr>
          <p:cNvPr id="29699" name="Rectangle 3"/>
          <p:cNvSpPr>
            <a:spLocks noGrp="1" noChangeArrowheads="1"/>
          </p:cNvSpPr>
          <p:nvPr>
            <p:ph idx="1"/>
          </p:nvPr>
        </p:nvSpPr>
        <p:spPr>
          <a:xfrm>
            <a:off x="443706" y="1267200"/>
            <a:ext cx="11052894" cy="4895850"/>
          </a:xfrm>
        </p:spPr>
        <p:txBody>
          <a:bodyPr/>
          <a:lstStyle/>
          <a:p>
            <a:pPr eaLnBrk="1" hangingPunct="1"/>
            <a:r>
              <a:rPr lang="zh-CN" altLang="en-US" b="1" dirty="0" smtClean="0">
                <a:solidFill>
                  <a:srgbClr val="FF0000"/>
                </a:solidFill>
              </a:rPr>
              <a:t>网际协议 </a:t>
            </a:r>
            <a:r>
              <a:rPr lang="en-US" altLang="zh-CN" b="1" dirty="0" smtClean="0">
                <a:solidFill>
                  <a:srgbClr val="FF0000"/>
                </a:solidFill>
              </a:rPr>
              <a:t>IP</a:t>
            </a:r>
            <a:r>
              <a:rPr lang="en-US" altLang="zh-CN" b="1" dirty="0" smtClean="0"/>
              <a:t> (Internet Protocol) </a:t>
            </a:r>
            <a:r>
              <a:rPr lang="zh-CN" altLang="en-US" b="1" dirty="0" smtClean="0"/>
              <a:t>是 </a:t>
            </a:r>
            <a:r>
              <a:rPr lang="en-US" altLang="zh-CN" b="1" dirty="0" smtClean="0"/>
              <a:t>TCP/IP </a:t>
            </a:r>
            <a:r>
              <a:rPr lang="zh-CN" altLang="en-US" b="1" dirty="0" smtClean="0"/>
              <a:t>体系</a:t>
            </a:r>
            <a:r>
              <a:rPr lang="zh-CN" altLang="en-US" b="1" dirty="0"/>
              <a:t>结构</a:t>
            </a:r>
            <a:r>
              <a:rPr lang="zh-CN" altLang="en-US" b="1" dirty="0" smtClean="0"/>
              <a:t>中两个最主要的协议之一。与 </a:t>
            </a:r>
            <a:r>
              <a:rPr lang="en-US" altLang="zh-CN" b="1" dirty="0" smtClean="0"/>
              <a:t>IP </a:t>
            </a:r>
            <a:r>
              <a:rPr lang="zh-CN" altLang="en-US" b="1" dirty="0" smtClean="0"/>
              <a:t>协议配套使用的还有三个协议：</a:t>
            </a:r>
          </a:p>
          <a:p>
            <a:pPr lvl="1" eaLnBrk="1" hangingPunct="1"/>
            <a:r>
              <a:rPr lang="zh-CN" altLang="en-US" b="1" dirty="0" smtClean="0">
                <a:solidFill>
                  <a:srgbClr val="FF0000"/>
                </a:solidFill>
              </a:rPr>
              <a:t>地址解析协议 </a:t>
            </a:r>
            <a:r>
              <a:rPr lang="en-US" altLang="zh-CN" b="1" dirty="0" smtClean="0">
                <a:solidFill>
                  <a:srgbClr val="FF0000"/>
                </a:solidFill>
              </a:rPr>
              <a:t>ARP </a:t>
            </a:r>
            <a:r>
              <a:rPr lang="en-US" altLang="zh-CN" b="1" dirty="0" smtClean="0"/>
              <a:t>(Address Resolution Protocol)</a:t>
            </a:r>
          </a:p>
          <a:p>
            <a:pPr lvl="1" eaLnBrk="1" hangingPunct="1"/>
            <a:r>
              <a:rPr lang="zh-CN" altLang="en-US" b="1" dirty="0" smtClean="0">
                <a:solidFill>
                  <a:srgbClr val="FF0000"/>
                </a:solidFill>
              </a:rPr>
              <a:t>网际控制报文协议 </a:t>
            </a:r>
            <a:r>
              <a:rPr lang="en-US" altLang="zh-CN" b="1" dirty="0" smtClean="0">
                <a:solidFill>
                  <a:srgbClr val="FF0000"/>
                </a:solidFill>
              </a:rPr>
              <a:t>ICMP </a:t>
            </a:r>
            <a:r>
              <a:rPr lang="en-US" altLang="zh-CN" b="1" dirty="0" smtClean="0"/>
              <a:t>(Internet Control Message Protocol)</a:t>
            </a:r>
          </a:p>
          <a:p>
            <a:pPr lvl="1" eaLnBrk="1" hangingPunct="1"/>
            <a:r>
              <a:rPr lang="zh-CN" altLang="en-US" b="1" dirty="0" smtClean="0">
                <a:solidFill>
                  <a:srgbClr val="FF0000"/>
                </a:solidFill>
              </a:rPr>
              <a:t>网际组管理协议 </a:t>
            </a:r>
            <a:r>
              <a:rPr lang="en-US" altLang="zh-CN" b="1" dirty="0" smtClean="0">
                <a:solidFill>
                  <a:srgbClr val="FF0000"/>
                </a:solidFill>
              </a:rPr>
              <a:t>IGMP </a:t>
            </a:r>
            <a:r>
              <a:rPr lang="en-US" altLang="zh-CN" b="1" dirty="0" smtClean="0"/>
              <a:t>(Internet Group Management Protocol)</a:t>
            </a:r>
          </a:p>
          <a:p>
            <a:pPr eaLnBrk="1" hangingPunct="1">
              <a:buFont typeface="Wingdings" pitchFamily="2" charset="2"/>
              <a:buNone/>
            </a:pPr>
            <a:endParaRPr lang="zh-CN" altLang="en-US" b="1" dirty="0" smtClean="0"/>
          </a:p>
        </p:txBody>
      </p:sp>
    </p:spTree>
    <p:extLst>
      <p:ext uri="{BB962C8B-B14F-4D97-AF65-F5344CB8AC3E}">
        <p14:creationId xmlns:p14="http://schemas.microsoft.com/office/powerpoint/2010/main" val="3994733631"/>
      </p:ext>
    </p:extLst>
  </p:cSld>
  <p:clrMapOvr>
    <a:masterClrMapping/>
  </p:clrMapOvr>
  <p:transition spd="slow"/>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altLang="zh-CN" dirty="0" smtClean="0"/>
              <a:t>4.2 </a:t>
            </a:r>
            <a:r>
              <a:rPr lang="zh-CN" altLang="en-US" dirty="0" smtClean="0"/>
              <a:t>网际协议 </a:t>
            </a:r>
            <a:r>
              <a:rPr lang="en-US" altLang="zh-CN" dirty="0"/>
              <a:t>IP</a:t>
            </a:r>
            <a:endParaRPr lang="en-US" altLang="zh-CN" dirty="0" smtClean="0"/>
          </a:p>
        </p:txBody>
      </p:sp>
      <p:sp>
        <p:nvSpPr>
          <p:cNvPr id="30723" name="Rectangle 4"/>
          <p:cNvSpPr>
            <a:spLocks noChangeArrowheads="1"/>
          </p:cNvSpPr>
          <p:nvPr/>
        </p:nvSpPr>
        <p:spPr bwMode="auto">
          <a:xfrm>
            <a:off x="4727575" y="3309938"/>
            <a:ext cx="4067175" cy="147161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400" b="1">
              <a:latin typeface="Tahoma" pitchFamily="34" charset="0"/>
              <a:ea typeface="黑体" pitchFamily="2" charset="-122"/>
            </a:endParaRPr>
          </a:p>
        </p:txBody>
      </p:sp>
      <p:sp>
        <p:nvSpPr>
          <p:cNvPr id="30724" name="Rectangle 5"/>
          <p:cNvSpPr>
            <a:spLocks noChangeArrowheads="1"/>
          </p:cNvSpPr>
          <p:nvPr/>
        </p:nvSpPr>
        <p:spPr bwMode="auto">
          <a:xfrm>
            <a:off x="4727575" y="1916113"/>
            <a:ext cx="4067175" cy="340836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1" hangingPunct="1"/>
            <a:endParaRPr kumimoji="1" lang="zh-CN" altLang="zh-CN" sz="2400" b="1">
              <a:solidFill>
                <a:schemeClr val="folHlink"/>
              </a:solidFill>
              <a:ea typeface="黑体" pitchFamily="2" charset="-122"/>
            </a:endParaRPr>
          </a:p>
        </p:txBody>
      </p:sp>
      <p:sp>
        <p:nvSpPr>
          <p:cNvPr id="30725" name="Line 6"/>
          <p:cNvSpPr>
            <a:spLocks noChangeShapeType="1"/>
          </p:cNvSpPr>
          <p:nvPr/>
        </p:nvSpPr>
        <p:spPr bwMode="auto">
          <a:xfrm>
            <a:off x="4727575" y="2768600"/>
            <a:ext cx="40671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b="1"/>
          </a:p>
        </p:txBody>
      </p:sp>
      <p:sp>
        <p:nvSpPr>
          <p:cNvPr id="30726" name="Line 7"/>
          <p:cNvSpPr>
            <a:spLocks noChangeShapeType="1"/>
          </p:cNvSpPr>
          <p:nvPr/>
        </p:nvSpPr>
        <p:spPr bwMode="auto">
          <a:xfrm>
            <a:off x="4727575" y="3309938"/>
            <a:ext cx="40671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b="1"/>
          </a:p>
        </p:txBody>
      </p:sp>
      <p:sp>
        <p:nvSpPr>
          <p:cNvPr id="30727" name="Text Box 8"/>
          <p:cNvSpPr txBox="1">
            <a:spLocks noChangeArrowheads="1"/>
          </p:cNvSpPr>
          <p:nvPr/>
        </p:nvSpPr>
        <p:spPr bwMode="auto">
          <a:xfrm>
            <a:off x="5702300" y="1930400"/>
            <a:ext cx="23503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400" b="1" dirty="0">
                <a:latin typeface="Arial" charset="0"/>
                <a:ea typeface="黑体" pitchFamily="2" charset="-122"/>
              </a:rPr>
              <a:t>各种应用层协议</a:t>
            </a:r>
          </a:p>
        </p:txBody>
      </p:sp>
      <p:sp>
        <p:nvSpPr>
          <p:cNvPr id="30728" name="Text Box 9"/>
          <p:cNvSpPr txBox="1">
            <a:spLocks noChangeArrowheads="1"/>
          </p:cNvSpPr>
          <p:nvPr/>
        </p:nvSpPr>
        <p:spPr bwMode="auto">
          <a:xfrm>
            <a:off x="2855640" y="4908550"/>
            <a:ext cx="19014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lnSpc>
                <a:spcPct val="75000"/>
              </a:lnSpc>
            </a:pPr>
            <a:r>
              <a:rPr kumimoji="1" lang="en-US" altLang="zh-CN" sz="2400" b="1" dirty="0">
                <a:latin typeface="Arial" charset="0"/>
                <a:ea typeface="黑体" pitchFamily="2" charset="-122"/>
              </a:rPr>
              <a:t>  </a:t>
            </a:r>
            <a:r>
              <a:rPr kumimoji="1" lang="zh-CN" altLang="en-US" sz="2400" b="1" dirty="0">
                <a:latin typeface="Arial" charset="0"/>
                <a:ea typeface="黑体" pitchFamily="2" charset="-122"/>
              </a:rPr>
              <a:t>网络接口层</a:t>
            </a:r>
          </a:p>
        </p:txBody>
      </p:sp>
      <p:sp>
        <p:nvSpPr>
          <p:cNvPr id="30729" name="Text Box 10"/>
          <p:cNvSpPr txBox="1">
            <a:spLocks noChangeArrowheads="1"/>
          </p:cNvSpPr>
          <p:nvPr/>
        </p:nvSpPr>
        <p:spPr bwMode="auto">
          <a:xfrm>
            <a:off x="5184775" y="2316163"/>
            <a:ext cx="327685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400" b="1" dirty="0">
                <a:latin typeface="Arial" charset="0"/>
                <a:ea typeface="黑体" pitchFamily="2" charset="-122"/>
              </a:rPr>
              <a:t>(HTTP, FTP, SMTP </a:t>
            </a:r>
            <a:r>
              <a:rPr kumimoji="1" lang="zh-CN" altLang="zh-CN" sz="2400" b="1" dirty="0">
                <a:latin typeface="Arial" charset="0"/>
                <a:ea typeface="黑体" pitchFamily="2" charset="-122"/>
              </a:rPr>
              <a:t>等</a:t>
            </a:r>
            <a:r>
              <a:rPr kumimoji="1" lang="en-US" altLang="zh-CN" sz="2400" b="1" dirty="0">
                <a:latin typeface="Arial" charset="0"/>
                <a:ea typeface="黑体" pitchFamily="2" charset="-122"/>
              </a:rPr>
              <a:t>)</a:t>
            </a:r>
          </a:p>
        </p:txBody>
      </p:sp>
      <p:sp>
        <p:nvSpPr>
          <p:cNvPr id="30730" name="Rectangle 11"/>
          <p:cNvSpPr>
            <a:spLocks noChangeArrowheads="1"/>
          </p:cNvSpPr>
          <p:nvPr/>
        </p:nvSpPr>
        <p:spPr bwMode="auto">
          <a:xfrm>
            <a:off x="4722813" y="5402263"/>
            <a:ext cx="4071937" cy="730250"/>
          </a:xfrm>
          <a:prstGeom prst="rect">
            <a:avLst/>
          </a:prstGeom>
          <a:solidFill>
            <a:srgbClr val="FFFFFF">
              <a:alpha val="49019"/>
            </a:srgbClr>
          </a:solidFill>
          <a:ln w="9525">
            <a:solidFill>
              <a:schemeClr val="tx1"/>
            </a:solidFill>
            <a:prstDash val="dash"/>
            <a:miter lim="800000"/>
            <a:headEnd/>
            <a:tailEnd/>
          </a:ln>
        </p:spPr>
        <p:txBody>
          <a:bodyPr wrap="none" anchor="ctr"/>
          <a:lstStyle/>
          <a:p>
            <a:pPr eaLnBrk="1" hangingPunct="1"/>
            <a:endParaRPr lang="zh-CN" altLang="en-US" sz="2400" b="1">
              <a:latin typeface="Tahoma" pitchFamily="34" charset="0"/>
              <a:ea typeface="黑体" pitchFamily="2" charset="-122"/>
            </a:endParaRPr>
          </a:p>
        </p:txBody>
      </p:sp>
      <p:sp>
        <p:nvSpPr>
          <p:cNvPr id="30731" name="Text Box 12"/>
          <p:cNvSpPr txBox="1">
            <a:spLocks noChangeArrowheads="1"/>
          </p:cNvSpPr>
          <p:nvPr/>
        </p:nvSpPr>
        <p:spPr bwMode="auto">
          <a:xfrm>
            <a:off x="6057900" y="5530850"/>
            <a:ext cx="14221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400" b="1" dirty="0">
                <a:latin typeface="Arial" charset="0"/>
                <a:ea typeface="黑体" pitchFamily="2" charset="-122"/>
              </a:rPr>
              <a:t>物理硬件</a:t>
            </a:r>
          </a:p>
        </p:txBody>
      </p:sp>
      <p:sp>
        <p:nvSpPr>
          <p:cNvPr id="30732" name="Text Box 13"/>
          <p:cNvSpPr txBox="1">
            <a:spLocks noChangeArrowheads="1"/>
          </p:cNvSpPr>
          <p:nvPr/>
        </p:nvSpPr>
        <p:spPr bwMode="auto">
          <a:xfrm>
            <a:off x="3417912" y="2843089"/>
            <a:ext cx="111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400" b="1" dirty="0">
                <a:latin typeface="Arial" charset="0"/>
                <a:ea typeface="黑体" pitchFamily="2" charset="-122"/>
              </a:rPr>
              <a:t>运输层</a:t>
            </a:r>
          </a:p>
        </p:txBody>
      </p:sp>
      <p:sp>
        <p:nvSpPr>
          <p:cNvPr id="30733" name="Text Box 14"/>
          <p:cNvSpPr txBox="1">
            <a:spLocks noChangeArrowheads="1"/>
          </p:cNvSpPr>
          <p:nvPr/>
        </p:nvSpPr>
        <p:spPr bwMode="auto">
          <a:xfrm>
            <a:off x="6167438" y="2819400"/>
            <a:ext cx="15812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400" b="1" dirty="0">
                <a:latin typeface="Arial" charset="0"/>
                <a:ea typeface="黑体" pitchFamily="2" charset="-122"/>
              </a:rPr>
              <a:t>TCP, UDP</a:t>
            </a:r>
          </a:p>
        </p:txBody>
      </p:sp>
      <p:sp>
        <p:nvSpPr>
          <p:cNvPr id="30734" name="Text Box 15"/>
          <p:cNvSpPr txBox="1">
            <a:spLocks noChangeArrowheads="1"/>
          </p:cNvSpPr>
          <p:nvPr/>
        </p:nvSpPr>
        <p:spPr bwMode="auto">
          <a:xfrm>
            <a:off x="3431704" y="2123008"/>
            <a:ext cx="111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400" b="1" dirty="0">
                <a:latin typeface="Arial" charset="0"/>
                <a:ea typeface="黑体" pitchFamily="2" charset="-122"/>
              </a:rPr>
              <a:t>应用层</a:t>
            </a:r>
          </a:p>
        </p:txBody>
      </p:sp>
      <p:sp>
        <p:nvSpPr>
          <p:cNvPr id="30735" name="Rectangle 16"/>
          <p:cNvSpPr>
            <a:spLocks noChangeArrowheads="1"/>
          </p:cNvSpPr>
          <p:nvPr/>
        </p:nvSpPr>
        <p:spPr bwMode="auto">
          <a:xfrm>
            <a:off x="4811713" y="3355975"/>
            <a:ext cx="969962" cy="373063"/>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en-US" altLang="zh-CN" sz="2400" b="1" dirty="0">
                <a:solidFill>
                  <a:srgbClr val="4D4D4D"/>
                </a:solidFill>
                <a:ea typeface="黑体" pitchFamily="2" charset="-122"/>
              </a:rPr>
              <a:t>ICMP</a:t>
            </a:r>
          </a:p>
        </p:txBody>
      </p:sp>
      <p:sp>
        <p:nvSpPr>
          <p:cNvPr id="30736" name="Text Box 17"/>
          <p:cNvSpPr txBox="1">
            <a:spLocks noChangeArrowheads="1"/>
          </p:cNvSpPr>
          <p:nvPr/>
        </p:nvSpPr>
        <p:spPr bwMode="auto">
          <a:xfrm>
            <a:off x="6700887" y="3923209"/>
            <a:ext cx="47481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400" b="1" dirty="0">
                <a:latin typeface="Arial" charset="0"/>
                <a:ea typeface="黑体" pitchFamily="2" charset="-122"/>
              </a:rPr>
              <a:t>IP</a:t>
            </a:r>
          </a:p>
        </p:txBody>
      </p:sp>
      <p:sp>
        <p:nvSpPr>
          <p:cNvPr id="30738" name="Rectangle 19"/>
          <p:cNvSpPr>
            <a:spLocks noChangeArrowheads="1"/>
          </p:cNvSpPr>
          <p:nvPr/>
        </p:nvSpPr>
        <p:spPr bwMode="auto">
          <a:xfrm>
            <a:off x="7824788" y="4318000"/>
            <a:ext cx="884237" cy="373063"/>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en-US" altLang="zh-CN" sz="2400" b="1" dirty="0">
                <a:solidFill>
                  <a:srgbClr val="4D4D4D"/>
                </a:solidFill>
                <a:ea typeface="黑体" pitchFamily="2" charset="-122"/>
              </a:rPr>
              <a:t>ARP</a:t>
            </a:r>
          </a:p>
        </p:txBody>
      </p:sp>
      <p:sp>
        <p:nvSpPr>
          <p:cNvPr id="30739" name="Text Box 20"/>
          <p:cNvSpPr txBox="1">
            <a:spLocks noChangeArrowheads="1"/>
          </p:cNvSpPr>
          <p:nvPr/>
        </p:nvSpPr>
        <p:spPr bwMode="auto">
          <a:xfrm>
            <a:off x="5653088" y="4837113"/>
            <a:ext cx="20409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400" b="1" dirty="0" smtClean="0">
                <a:latin typeface="Arial" charset="0"/>
                <a:ea typeface="黑体" pitchFamily="2" charset="-122"/>
              </a:rPr>
              <a:t>各种网络接口</a:t>
            </a:r>
            <a:endParaRPr kumimoji="1" lang="zh-CN" altLang="en-US" sz="2400" b="1" dirty="0">
              <a:latin typeface="Arial" charset="0"/>
              <a:ea typeface="黑体" pitchFamily="2" charset="-122"/>
            </a:endParaRPr>
          </a:p>
        </p:txBody>
      </p:sp>
      <p:sp>
        <p:nvSpPr>
          <p:cNvPr id="30740" name="Line 21"/>
          <p:cNvSpPr>
            <a:spLocks noChangeShapeType="1"/>
          </p:cNvSpPr>
          <p:nvPr/>
        </p:nvSpPr>
        <p:spPr bwMode="auto">
          <a:xfrm>
            <a:off x="4727575" y="4781550"/>
            <a:ext cx="40671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400" b="1"/>
          </a:p>
        </p:txBody>
      </p:sp>
      <p:sp>
        <p:nvSpPr>
          <p:cNvPr id="30741" name="Line 22"/>
          <p:cNvSpPr>
            <a:spLocks noChangeShapeType="1"/>
          </p:cNvSpPr>
          <p:nvPr/>
        </p:nvSpPr>
        <p:spPr bwMode="auto">
          <a:xfrm>
            <a:off x="3087688" y="2768600"/>
            <a:ext cx="15541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b="1"/>
          </a:p>
        </p:txBody>
      </p:sp>
      <p:sp>
        <p:nvSpPr>
          <p:cNvPr id="30742" name="Line 23"/>
          <p:cNvSpPr>
            <a:spLocks noChangeShapeType="1"/>
          </p:cNvSpPr>
          <p:nvPr/>
        </p:nvSpPr>
        <p:spPr bwMode="auto">
          <a:xfrm>
            <a:off x="3087688" y="3309938"/>
            <a:ext cx="15541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b="1"/>
          </a:p>
        </p:txBody>
      </p:sp>
      <p:sp>
        <p:nvSpPr>
          <p:cNvPr id="30743" name="Line 24"/>
          <p:cNvSpPr>
            <a:spLocks noChangeShapeType="1"/>
          </p:cNvSpPr>
          <p:nvPr/>
        </p:nvSpPr>
        <p:spPr bwMode="auto">
          <a:xfrm>
            <a:off x="3114675" y="4778375"/>
            <a:ext cx="1527175"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b="1"/>
          </a:p>
        </p:txBody>
      </p:sp>
      <p:sp>
        <p:nvSpPr>
          <p:cNvPr id="30744" name="Line 25"/>
          <p:cNvSpPr>
            <a:spLocks noChangeShapeType="1"/>
          </p:cNvSpPr>
          <p:nvPr/>
        </p:nvSpPr>
        <p:spPr bwMode="auto">
          <a:xfrm>
            <a:off x="3840163" y="3309938"/>
            <a:ext cx="0" cy="1471612"/>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sz="2400" b="1"/>
          </a:p>
        </p:txBody>
      </p:sp>
      <p:sp>
        <p:nvSpPr>
          <p:cNvPr id="30745" name="Text Box 26"/>
          <p:cNvSpPr txBox="1">
            <a:spLocks noChangeArrowheads="1"/>
          </p:cNvSpPr>
          <p:nvPr/>
        </p:nvSpPr>
        <p:spPr bwMode="auto">
          <a:xfrm>
            <a:off x="2927648" y="3718992"/>
            <a:ext cx="1731564" cy="8309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zh-CN" altLang="en-US" sz="2400" b="1" dirty="0">
                <a:latin typeface="Arial" charset="0"/>
                <a:ea typeface="黑体" pitchFamily="2" charset="-122"/>
              </a:rPr>
              <a:t>网络层</a:t>
            </a:r>
          </a:p>
          <a:p>
            <a:pPr algn="ctr" eaLnBrk="1" hangingPunct="1"/>
            <a:r>
              <a:rPr kumimoji="1" lang="zh-CN" altLang="en-US" sz="2400" b="1" dirty="0">
                <a:latin typeface="Arial" charset="0"/>
                <a:ea typeface="黑体" pitchFamily="2" charset="-122"/>
              </a:rPr>
              <a:t>（网际层）</a:t>
            </a:r>
          </a:p>
        </p:txBody>
      </p:sp>
      <p:sp>
        <p:nvSpPr>
          <p:cNvPr id="30746" name="Rectangle 27"/>
          <p:cNvSpPr>
            <a:spLocks noChangeArrowheads="1"/>
          </p:cNvSpPr>
          <p:nvPr/>
        </p:nvSpPr>
        <p:spPr bwMode="auto">
          <a:xfrm>
            <a:off x="5829300" y="3355975"/>
            <a:ext cx="968375" cy="373063"/>
          </a:xfrm>
          <a:prstGeom prst="rect">
            <a:avLst/>
          </a:prstGeom>
          <a:solidFill>
            <a:srgbClr val="CCECFF"/>
          </a:solidFill>
          <a:ln w="9525">
            <a:solidFill>
              <a:schemeClr val="tx1"/>
            </a:solidFill>
            <a:miter lim="800000"/>
            <a:headEnd/>
            <a:tailEnd/>
          </a:ln>
        </p:spPr>
        <p:txBody>
          <a:bodyPr wrap="none" anchor="ctr"/>
          <a:lstStyle/>
          <a:p>
            <a:pPr algn="ctr" eaLnBrk="1" hangingPunct="1"/>
            <a:r>
              <a:rPr kumimoji="1" lang="en-US" altLang="zh-CN" sz="2400" b="1" dirty="0">
                <a:solidFill>
                  <a:srgbClr val="4D4D4D"/>
                </a:solidFill>
                <a:ea typeface="黑体" pitchFamily="2" charset="-122"/>
              </a:rPr>
              <a:t>IGMP</a:t>
            </a:r>
          </a:p>
        </p:txBody>
      </p:sp>
      <p:sp>
        <p:nvSpPr>
          <p:cNvPr id="30747" name="Line 28"/>
          <p:cNvSpPr>
            <a:spLocks noChangeShapeType="1"/>
          </p:cNvSpPr>
          <p:nvPr/>
        </p:nvSpPr>
        <p:spPr bwMode="auto">
          <a:xfrm flipV="1">
            <a:off x="3100388" y="1916113"/>
            <a:ext cx="15414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b="1"/>
          </a:p>
        </p:txBody>
      </p:sp>
      <p:sp>
        <p:nvSpPr>
          <p:cNvPr id="30748" name="Line 29"/>
          <p:cNvSpPr>
            <a:spLocks noChangeShapeType="1"/>
          </p:cNvSpPr>
          <p:nvPr/>
        </p:nvSpPr>
        <p:spPr bwMode="auto">
          <a:xfrm>
            <a:off x="3073400" y="5324475"/>
            <a:ext cx="15684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400" b="1"/>
          </a:p>
        </p:txBody>
      </p:sp>
    </p:spTree>
    <p:extLst>
      <p:ext uri="{BB962C8B-B14F-4D97-AF65-F5344CB8AC3E}">
        <p14:creationId xmlns:p14="http://schemas.microsoft.com/office/powerpoint/2010/main" val="4160398835"/>
      </p:ext>
    </p:extLst>
  </p:cSld>
  <p:clrMapOvr>
    <a:masterClrMapping/>
  </p:clrMapOvr>
  <p:transition spd="slow"/>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ltLang="zh-CN" dirty="0" smtClean="0"/>
              <a:t>4.2.1 </a:t>
            </a:r>
            <a:r>
              <a:rPr lang="zh-CN" altLang="en-US" dirty="0" smtClean="0"/>
              <a:t>虚拟互连网络</a:t>
            </a:r>
          </a:p>
        </p:txBody>
      </p:sp>
      <p:sp>
        <p:nvSpPr>
          <p:cNvPr id="17411" name="Rectangle 3"/>
          <p:cNvSpPr>
            <a:spLocks noGrp="1" noChangeArrowheads="1"/>
          </p:cNvSpPr>
          <p:nvPr>
            <p:ph idx="1"/>
          </p:nvPr>
        </p:nvSpPr>
        <p:spPr/>
        <p:txBody>
          <a:bodyPr/>
          <a:lstStyle/>
          <a:p>
            <a:pPr eaLnBrk="1" hangingPunct="1"/>
            <a:r>
              <a:rPr lang="zh-CN" altLang="en-US" b="1" dirty="0" smtClean="0"/>
              <a:t>将网络互相连接起来需要使用一些中间设备：</a:t>
            </a:r>
            <a:endParaRPr lang="en-US" altLang="zh-CN" b="1" dirty="0" smtClean="0"/>
          </a:p>
          <a:p>
            <a:pPr lvl="1" eaLnBrk="1" hangingPunct="1"/>
            <a:r>
              <a:rPr lang="zh-CN" altLang="en-US" b="1" dirty="0"/>
              <a:t>在物理层使用</a:t>
            </a:r>
            <a:r>
              <a:rPr lang="zh-CN" altLang="en-US" b="1" dirty="0">
                <a:solidFill>
                  <a:srgbClr val="FF0000"/>
                </a:solidFill>
              </a:rPr>
              <a:t>转发器</a:t>
            </a:r>
            <a:r>
              <a:rPr lang="en-US" altLang="zh-CN" b="1" dirty="0"/>
              <a:t>(repeater)</a:t>
            </a:r>
            <a:r>
              <a:rPr lang="zh-CN" altLang="en-US" b="1" dirty="0"/>
              <a:t>或</a:t>
            </a:r>
            <a:r>
              <a:rPr lang="zh-CN" altLang="en-US" b="1" dirty="0">
                <a:solidFill>
                  <a:srgbClr val="FF0000"/>
                </a:solidFill>
              </a:rPr>
              <a:t>集线器</a:t>
            </a:r>
            <a:r>
              <a:rPr lang="en-US" altLang="zh-CN" b="1" dirty="0"/>
              <a:t>(hub)</a:t>
            </a:r>
            <a:r>
              <a:rPr lang="zh-CN" altLang="en-US" b="1" dirty="0"/>
              <a:t>。</a:t>
            </a:r>
          </a:p>
          <a:p>
            <a:pPr lvl="1" eaLnBrk="1" hangingPunct="1"/>
            <a:r>
              <a:rPr lang="zh-CN" altLang="en-US" b="1" dirty="0"/>
              <a:t>在数据链路层使用</a:t>
            </a:r>
            <a:r>
              <a:rPr lang="zh-CN" altLang="en-US" b="1" dirty="0">
                <a:solidFill>
                  <a:srgbClr val="FF0000"/>
                </a:solidFill>
              </a:rPr>
              <a:t>网桥</a:t>
            </a:r>
            <a:r>
              <a:rPr lang="en-US" altLang="zh-CN" b="1" dirty="0"/>
              <a:t>(bridge)</a:t>
            </a:r>
            <a:r>
              <a:rPr lang="zh-CN" altLang="en-US" b="1" dirty="0"/>
              <a:t>或</a:t>
            </a:r>
            <a:r>
              <a:rPr lang="zh-CN" altLang="en-US" b="1" dirty="0">
                <a:solidFill>
                  <a:srgbClr val="FF0000"/>
                </a:solidFill>
              </a:rPr>
              <a:t>交换机</a:t>
            </a:r>
            <a:r>
              <a:rPr lang="en-US" altLang="zh-CN" b="1" dirty="0"/>
              <a:t>(switch)</a:t>
            </a:r>
            <a:r>
              <a:rPr lang="zh-CN" altLang="en-US" b="1" dirty="0"/>
              <a:t>。</a:t>
            </a:r>
          </a:p>
          <a:p>
            <a:pPr lvl="1" eaLnBrk="1" hangingPunct="1"/>
            <a:r>
              <a:rPr lang="zh-CN" altLang="en-US" b="1" dirty="0"/>
              <a:t>在网络层使用</a:t>
            </a:r>
            <a:r>
              <a:rPr lang="zh-CN" altLang="en-US" b="1" dirty="0">
                <a:solidFill>
                  <a:srgbClr val="FF0000"/>
                </a:solidFill>
              </a:rPr>
              <a:t>路由器</a:t>
            </a:r>
            <a:r>
              <a:rPr lang="en-US" altLang="zh-CN" b="1" dirty="0"/>
              <a:t>(router)</a:t>
            </a:r>
            <a:r>
              <a:rPr lang="zh-CN" altLang="en-US" b="1" dirty="0"/>
              <a:t>。</a:t>
            </a:r>
          </a:p>
          <a:p>
            <a:pPr lvl="1" eaLnBrk="1" hangingPunct="1"/>
            <a:r>
              <a:rPr lang="zh-CN" altLang="en-US" b="1" dirty="0"/>
              <a:t>在网络层以上使用</a:t>
            </a:r>
            <a:r>
              <a:rPr lang="zh-CN" altLang="en-US" b="1" dirty="0">
                <a:solidFill>
                  <a:srgbClr val="FF0000"/>
                </a:solidFill>
              </a:rPr>
              <a:t>网关</a:t>
            </a:r>
            <a:r>
              <a:rPr lang="en-US" altLang="zh-CN" b="1" dirty="0"/>
              <a:t>(gateway)</a:t>
            </a:r>
            <a:r>
              <a:rPr lang="zh-CN" altLang="en-US" b="1" dirty="0"/>
              <a:t>。</a:t>
            </a:r>
            <a:endParaRPr lang="en-US" altLang="zh-CN" b="1" dirty="0"/>
          </a:p>
          <a:p>
            <a:pPr eaLnBrk="1" hangingPunct="1"/>
            <a:r>
              <a:rPr lang="zh-CN" altLang="en-US" b="1" dirty="0" smtClean="0"/>
              <a:t>当</a:t>
            </a:r>
            <a:r>
              <a:rPr lang="zh-CN" altLang="en-US" b="1" dirty="0"/>
              <a:t>中间设备是物理层或数据链路层设备时，一般并不称之为网络互连，因为这仅仅是把一个网络扩大了，在网络层看来仍然是一个网络。 </a:t>
            </a:r>
          </a:p>
        </p:txBody>
      </p:sp>
    </p:spTree>
    <p:extLst>
      <p:ext uri="{BB962C8B-B14F-4D97-AF65-F5344CB8AC3E}">
        <p14:creationId xmlns:p14="http://schemas.microsoft.com/office/powerpoint/2010/main" val="153988756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411">
                                            <p:txEl>
                                              <p:pRg st="5" end="5"/>
                                            </p:txEl>
                                          </p:spTgt>
                                        </p:tgtEl>
                                        <p:attrNameLst>
                                          <p:attrName>style.visibility</p:attrName>
                                        </p:attrNameLst>
                                      </p:cBhvr>
                                      <p:to>
                                        <p:strVal val="visible"/>
                                      </p:to>
                                    </p:set>
                                    <p:anim calcmode="lin" valueType="num">
                                      <p:cBhvr additive="base">
                                        <p:cTn id="7" dur="500" fill="hold"/>
                                        <p:tgtEl>
                                          <p:spTgt spid="17411">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41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ltLang="zh-CN" dirty="0"/>
              <a:t>4.2.1 </a:t>
            </a:r>
            <a:r>
              <a:rPr lang="zh-CN" altLang="en-US" dirty="0"/>
              <a:t>虚拟互连网络</a:t>
            </a:r>
            <a:endParaRPr lang="zh-CN" altLang="en-US" dirty="0" smtClean="0"/>
          </a:p>
        </p:txBody>
      </p:sp>
      <p:sp>
        <p:nvSpPr>
          <p:cNvPr id="19459" name="Rectangle 3"/>
          <p:cNvSpPr>
            <a:spLocks noGrp="1" noChangeArrowheads="1"/>
          </p:cNvSpPr>
          <p:nvPr>
            <p:ph idx="1"/>
          </p:nvPr>
        </p:nvSpPr>
        <p:spPr>
          <a:xfrm>
            <a:off x="442913" y="1266825"/>
            <a:ext cx="10801350" cy="4895850"/>
          </a:xfrm>
        </p:spPr>
        <p:txBody>
          <a:bodyPr/>
          <a:lstStyle/>
          <a:p>
            <a:pPr eaLnBrk="1" hangingPunct="1"/>
            <a:r>
              <a:rPr lang="zh-CN" altLang="en-US" b="1" dirty="0" smtClean="0"/>
              <a:t>网络互连是指用</a:t>
            </a:r>
            <a:r>
              <a:rPr lang="zh-CN" altLang="en-US" b="1" dirty="0" smtClean="0">
                <a:solidFill>
                  <a:srgbClr val="FF0000"/>
                </a:solidFill>
              </a:rPr>
              <a:t>路由器</a:t>
            </a:r>
            <a:r>
              <a:rPr lang="zh-CN" altLang="en-US" b="1" dirty="0" smtClean="0"/>
              <a:t>将不同的网络连接起来。</a:t>
            </a:r>
            <a:endParaRPr lang="en-US" altLang="zh-CN" b="1" dirty="0" smtClean="0"/>
          </a:p>
          <a:p>
            <a:pPr eaLnBrk="1" hangingPunct="1"/>
            <a:r>
              <a:rPr lang="zh-CN" altLang="en-US" b="1" dirty="0" smtClean="0"/>
              <a:t>当参加</a:t>
            </a:r>
            <a:r>
              <a:rPr lang="zh-CN" altLang="en-US" b="1" dirty="0"/>
              <a:t>互连的计算机网络都使用相同的</a:t>
            </a:r>
            <a:r>
              <a:rPr lang="zh-CN" altLang="en-US" b="1" dirty="0" smtClean="0"/>
              <a:t>网际协议 </a:t>
            </a:r>
            <a:r>
              <a:rPr lang="en-US" altLang="zh-CN" b="1" dirty="0" smtClean="0"/>
              <a:t>IP </a:t>
            </a:r>
            <a:r>
              <a:rPr lang="zh-CN" altLang="en-US" b="1" dirty="0" smtClean="0"/>
              <a:t>时</a:t>
            </a:r>
            <a:r>
              <a:rPr lang="en-US" altLang="zh-CN" b="1" dirty="0" smtClean="0"/>
              <a:t>,</a:t>
            </a:r>
            <a:r>
              <a:rPr lang="zh-CN" altLang="en-US" b="1" dirty="0" smtClean="0"/>
              <a:t>可以</a:t>
            </a:r>
            <a:r>
              <a:rPr lang="zh-CN" altLang="en-US" b="1" dirty="0"/>
              <a:t>把互连以后的计算机网络</a:t>
            </a:r>
            <a:r>
              <a:rPr lang="zh-CN" altLang="en-US" b="1" dirty="0" smtClean="0"/>
              <a:t>看成一</a:t>
            </a:r>
            <a:r>
              <a:rPr lang="zh-CN" altLang="en-US" b="1" dirty="0"/>
              <a:t>个</a:t>
            </a:r>
            <a:r>
              <a:rPr lang="zh-CN" altLang="en-US" b="1" dirty="0">
                <a:solidFill>
                  <a:srgbClr val="FF0000"/>
                </a:solidFill>
              </a:rPr>
              <a:t>虚拟</a:t>
            </a:r>
            <a:r>
              <a:rPr lang="zh-CN" altLang="en-US" b="1" dirty="0" smtClean="0">
                <a:solidFill>
                  <a:srgbClr val="FF0000"/>
                </a:solidFill>
              </a:rPr>
              <a:t>互连网络</a:t>
            </a:r>
            <a:r>
              <a:rPr lang="en-US" altLang="zh-CN" b="1" dirty="0" smtClean="0"/>
              <a:t>——</a:t>
            </a:r>
            <a:r>
              <a:rPr lang="zh-CN" altLang="en-US" b="1" dirty="0" smtClean="0"/>
              <a:t>各种物理网络的差异性被屏蔽，在</a:t>
            </a:r>
            <a:r>
              <a:rPr lang="zh-CN" altLang="en-US" b="1" dirty="0"/>
              <a:t>网络层上看起来好像</a:t>
            </a:r>
            <a:r>
              <a:rPr lang="zh-CN" altLang="en-US" b="1" dirty="0" smtClean="0"/>
              <a:t>是一个统</a:t>
            </a:r>
            <a:r>
              <a:rPr lang="zh-CN" altLang="en-US" b="1" dirty="0"/>
              <a:t>一</a:t>
            </a:r>
            <a:r>
              <a:rPr lang="zh-CN" altLang="en-US" b="1" dirty="0" smtClean="0"/>
              <a:t>的网络。</a:t>
            </a:r>
            <a:endParaRPr lang="en-US" altLang="zh-CN" b="1" dirty="0" smtClean="0"/>
          </a:p>
          <a:p>
            <a:pPr eaLnBrk="1" hangingPunct="1"/>
            <a:r>
              <a:rPr lang="zh-CN" altLang="en-US" b="1" dirty="0" smtClean="0"/>
              <a:t>这种使用 </a:t>
            </a:r>
            <a:r>
              <a:rPr lang="en-US" altLang="zh-CN" b="1" dirty="0" smtClean="0"/>
              <a:t>IP </a:t>
            </a:r>
            <a:r>
              <a:rPr lang="zh-CN" altLang="en-US" b="1" dirty="0"/>
              <a:t>协议的虚拟</a:t>
            </a:r>
            <a:r>
              <a:rPr lang="zh-CN" altLang="en-US" b="1" dirty="0" smtClean="0"/>
              <a:t>互连网络又称为虚拟 </a:t>
            </a:r>
            <a:r>
              <a:rPr lang="en-US" altLang="zh-CN" b="1" dirty="0" smtClean="0"/>
              <a:t>IP </a:t>
            </a:r>
            <a:r>
              <a:rPr lang="zh-CN" altLang="en-US" b="1" dirty="0" smtClean="0"/>
              <a:t>网。现在的互联网（</a:t>
            </a:r>
            <a:r>
              <a:rPr lang="en-US" altLang="zh-CN" b="1" dirty="0" smtClean="0"/>
              <a:t>Internet</a:t>
            </a:r>
            <a:r>
              <a:rPr lang="zh-CN" altLang="en-US" b="1" dirty="0" smtClean="0"/>
              <a:t>）就是这种虚拟 </a:t>
            </a:r>
            <a:r>
              <a:rPr lang="en-US" altLang="zh-CN" b="1" dirty="0" smtClean="0"/>
              <a:t>IP </a:t>
            </a:r>
            <a:r>
              <a:rPr lang="zh-CN" altLang="en-US" b="1" dirty="0" smtClean="0"/>
              <a:t>网。</a:t>
            </a:r>
          </a:p>
        </p:txBody>
      </p:sp>
    </p:spTree>
    <p:extLst>
      <p:ext uri="{BB962C8B-B14F-4D97-AF65-F5344CB8AC3E}">
        <p14:creationId xmlns:p14="http://schemas.microsoft.com/office/powerpoint/2010/main" val="4130335866"/>
      </p:ext>
    </p:extLst>
  </p:cSld>
  <p:clrMapOvr>
    <a:masterClrMapping/>
  </p:clrMapOvr>
  <p:transition spd="slow"/>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p:cNvSpPr>
            <a:spLocks noGrp="1" noChangeArrowheads="1"/>
          </p:cNvSpPr>
          <p:nvPr>
            <p:ph type="title"/>
          </p:nvPr>
        </p:nvSpPr>
        <p:spPr/>
        <p:txBody>
          <a:bodyPr anchor="ctr"/>
          <a:lstStyle/>
          <a:p>
            <a:pPr eaLnBrk="1" hangingPunct="1"/>
            <a:r>
              <a:rPr lang="en-US" altLang="zh-CN" dirty="0"/>
              <a:t>4.2.1 </a:t>
            </a:r>
            <a:r>
              <a:rPr lang="zh-CN" altLang="en-US" dirty="0"/>
              <a:t>虚拟互连网络</a:t>
            </a:r>
            <a:endParaRPr lang="zh-CN" altLang="en-US" dirty="0" smtClean="0"/>
          </a:p>
        </p:txBody>
      </p:sp>
      <p:sp>
        <p:nvSpPr>
          <p:cNvPr id="25603" name="Line 5"/>
          <p:cNvSpPr>
            <a:spLocks noChangeShapeType="1"/>
          </p:cNvSpPr>
          <p:nvPr/>
        </p:nvSpPr>
        <p:spPr bwMode="auto">
          <a:xfrm>
            <a:off x="8807450" y="2062163"/>
            <a:ext cx="74613" cy="7381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b="1"/>
          </a:p>
        </p:txBody>
      </p:sp>
      <p:sp>
        <p:nvSpPr>
          <p:cNvPr id="25604" name="Line 6"/>
          <p:cNvSpPr>
            <a:spLocks noChangeShapeType="1"/>
          </p:cNvSpPr>
          <p:nvPr/>
        </p:nvSpPr>
        <p:spPr bwMode="auto">
          <a:xfrm flipH="1" flipV="1">
            <a:off x="7797800" y="4492625"/>
            <a:ext cx="273050" cy="6746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b="1"/>
          </a:p>
        </p:txBody>
      </p:sp>
      <p:sp>
        <p:nvSpPr>
          <p:cNvPr id="25605" name="Line 7"/>
          <p:cNvSpPr>
            <a:spLocks noChangeShapeType="1"/>
          </p:cNvSpPr>
          <p:nvPr/>
        </p:nvSpPr>
        <p:spPr bwMode="auto">
          <a:xfrm>
            <a:off x="7183438" y="2209800"/>
            <a:ext cx="442912" cy="6635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b="1"/>
          </a:p>
        </p:txBody>
      </p:sp>
      <p:sp>
        <p:nvSpPr>
          <p:cNvPr id="25606" name="Line 8"/>
          <p:cNvSpPr>
            <a:spLocks noChangeShapeType="1"/>
          </p:cNvSpPr>
          <p:nvPr/>
        </p:nvSpPr>
        <p:spPr bwMode="auto">
          <a:xfrm flipH="1">
            <a:off x="9474200" y="2284413"/>
            <a:ext cx="588963" cy="6619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b="1"/>
          </a:p>
        </p:txBody>
      </p:sp>
      <p:sp>
        <p:nvSpPr>
          <p:cNvPr id="25607" name="Line 9"/>
          <p:cNvSpPr>
            <a:spLocks noChangeShapeType="1"/>
          </p:cNvSpPr>
          <p:nvPr/>
        </p:nvSpPr>
        <p:spPr bwMode="auto">
          <a:xfrm flipV="1">
            <a:off x="7035800" y="4418013"/>
            <a:ext cx="442913" cy="8112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b="1"/>
          </a:p>
        </p:txBody>
      </p:sp>
      <p:sp>
        <p:nvSpPr>
          <p:cNvPr id="25608" name="Line 10"/>
          <p:cNvSpPr>
            <a:spLocks noChangeShapeType="1"/>
          </p:cNvSpPr>
          <p:nvPr/>
        </p:nvSpPr>
        <p:spPr bwMode="auto">
          <a:xfrm flipH="1" flipV="1">
            <a:off x="8956675" y="4492625"/>
            <a:ext cx="147638" cy="8096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b="1"/>
          </a:p>
        </p:txBody>
      </p:sp>
      <p:sp>
        <p:nvSpPr>
          <p:cNvPr id="25609" name="Line 11"/>
          <p:cNvSpPr>
            <a:spLocks noChangeShapeType="1"/>
          </p:cNvSpPr>
          <p:nvPr/>
        </p:nvSpPr>
        <p:spPr bwMode="auto">
          <a:xfrm flipH="1" flipV="1">
            <a:off x="9694863" y="4418013"/>
            <a:ext cx="368300" cy="7366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b="1"/>
          </a:p>
        </p:txBody>
      </p:sp>
      <p:sp>
        <p:nvSpPr>
          <p:cNvPr id="25610" name="Oval 12"/>
          <p:cNvSpPr>
            <a:spLocks noChangeArrowheads="1"/>
          </p:cNvSpPr>
          <p:nvPr/>
        </p:nvSpPr>
        <p:spPr bwMode="auto">
          <a:xfrm>
            <a:off x="4235450" y="3352800"/>
            <a:ext cx="1347788" cy="1270000"/>
          </a:xfrm>
          <a:prstGeom prst="ellipse">
            <a:avLst/>
          </a:prstGeom>
          <a:solidFill>
            <a:srgbClr val="FFFFFF"/>
          </a:solidFill>
          <a:ln w="9525">
            <a:solidFill>
              <a:srgbClr val="000000"/>
            </a:solidFill>
            <a:prstDash val="dash"/>
            <a:round/>
            <a:headEnd/>
            <a:tailEnd/>
          </a:ln>
        </p:spPr>
        <p:txBody>
          <a:bodyPr/>
          <a:lstStyle/>
          <a:p>
            <a:pPr eaLnBrk="1" hangingPunct="1"/>
            <a:endParaRPr lang="zh-CN" altLang="en-US" sz="3200" b="1">
              <a:latin typeface="Tahoma" pitchFamily="34" charset="0"/>
              <a:ea typeface="黑体" pitchFamily="2" charset="-122"/>
            </a:endParaRPr>
          </a:p>
        </p:txBody>
      </p:sp>
      <p:sp>
        <p:nvSpPr>
          <p:cNvPr id="25611" name="Oval 13"/>
          <p:cNvSpPr>
            <a:spLocks noChangeArrowheads="1"/>
          </p:cNvSpPr>
          <p:nvPr/>
        </p:nvSpPr>
        <p:spPr bwMode="auto">
          <a:xfrm>
            <a:off x="1712913" y="2946400"/>
            <a:ext cx="1322387" cy="1276350"/>
          </a:xfrm>
          <a:prstGeom prst="ellipse">
            <a:avLst/>
          </a:prstGeom>
          <a:solidFill>
            <a:srgbClr val="FFFFFF"/>
          </a:solidFill>
          <a:ln w="9525">
            <a:solidFill>
              <a:srgbClr val="000000"/>
            </a:solidFill>
            <a:prstDash val="dash"/>
            <a:round/>
            <a:headEnd/>
            <a:tailEnd/>
          </a:ln>
        </p:spPr>
        <p:txBody>
          <a:bodyPr/>
          <a:lstStyle/>
          <a:p>
            <a:pPr eaLnBrk="1" hangingPunct="1"/>
            <a:endParaRPr lang="zh-CN" altLang="en-US" sz="3200" b="1">
              <a:latin typeface="Tahoma" pitchFamily="34" charset="0"/>
              <a:ea typeface="黑体" pitchFamily="2" charset="-122"/>
            </a:endParaRPr>
          </a:p>
        </p:txBody>
      </p:sp>
      <p:sp>
        <p:nvSpPr>
          <p:cNvPr id="25612" name="Oval 14"/>
          <p:cNvSpPr>
            <a:spLocks noChangeArrowheads="1"/>
          </p:cNvSpPr>
          <p:nvPr/>
        </p:nvSpPr>
        <p:spPr bwMode="auto">
          <a:xfrm>
            <a:off x="4024313" y="2500313"/>
            <a:ext cx="1346200" cy="1230312"/>
          </a:xfrm>
          <a:prstGeom prst="ellipse">
            <a:avLst/>
          </a:prstGeom>
          <a:solidFill>
            <a:srgbClr val="FFFFFF"/>
          </a:solidFill>
          <a:ln w="9525">
            <a:solidFill>
              <a:srgbClr val="000000"/>
            </a:solidFill>
            <a:prstDash val="dash"/>
            <a:round/>
            <a:headEnd/>
            <a:tailEnd/>
          </a:ln>
        </p:spPr>
        <p:txBody>
          <a:bodyPr/>
          <a:lstStyle/>
          <a:p>
            <a:pPr eaLnBrk="1" hangingPunct="1"/>
            <a:endParaRPr lang="zh-CN" altLang="en-US" sz="3200" b="1">
              <a:latin typeface="Tahoma" pitchFamily="34" charset="0"/>
              <a:ea typeface="黑体" pitchFamily="2" charset="-122"/>
            </a:endParaRPr>
          </a:p>
        </p:txBody>
      </p:sp>
      <p:sp>
        <p:nvSpPr>
          <p:cNvPr id="25613" name="Oval 15"/>
          <p:cNvSpPr>
            <a:spLocks noChangeArrowheads="1"/>
          </p:cNvSpPr>
          <p:nvPr/>
        </p:nvSpPr>
        <p:spPr bwMode="auto">
          <a:xfrm>
            <a:off x="3317875" y="3595688"/>
            <a:ext cx="1346200" cy="1296987"/>
          </a:xfrm>
          <a:prstGeom prst="ellipse">
            <a:avLst/>
          </a:prstGeom>
          <a:solidFill>
            <a:srgbClr val="FFFFFF"/>
          </a:solidFill>
          <a:ln w="9525">
            <a:solidFill>
              <a:srgbClr val="000000"/>
            </a:solidFill>
            <a:prstDash val="dash"/>
            <a:round/>
            <a:headEnd/>
            <a:tailEnd/>
          </a:ln>
        </p:spPr>
        <p:txBody>
          <a:bodyPr/>
          <a:lstStyle/>
          <a:p>
            <a:pPr eaLnBrk="1" hangingPunct="1"/>
            <a:endParaRPr lang="zh-CN" altLang="en-US" sz="3200" b="1">
              <a:latin typeface="Tahoma" pitchFamily="34" charset="0"/>
              <a:ea typeface="黑体" pitchFamily="2" charset="-122"/>
            </a:endParaRPr>
          </a:p>
        </p:txBody>
      </p:sp>
      <p:sp>
        <p:nvSpPr>
          <p:cNvPr id="25614" name="Oval 16"/>
          <p:cNvSpPr>
            <a:spLocks noChangeArrowheads="1"/>
          </p:cNvSpPr>
          <p:nvPr/>
        </p:nvSpPr>
        <p:spPr bwMode="auto">
          <a:xfrm>
            <a:off x="2160588" y="3482975"/>
            <a:ext cx="1344612" cy="1230313"/>
          </a:xfrm>
          <a:prstGeom prst="ellipse">
            <a:avLst/>
          </a:prstGeom>
          <a:solidFill>
            <a:srgbClr val="FFFFFF"/>
          </a:solidFill>
          <a:ln w="9525">
            <a:solidFill>
              <a:srgbClr val="000000"/>
            </a:solidFill>
            <a:prstDash val="dash"/>
            <a:round/>
            <a:headEnd/>
            <a:tailEnd/>
          </a:ln>
        </p:spPr>
        <p:txBody>
          <a:bodyPr/>
          <a:lstStyle/>
          <a:p>
            <a:pPr eaLnBrk="1" hangingPunct="1"/>
            <a:endParaRPr lang="zh-CN" altLang="en-US" sz="3200" b="1">
              <a:latin typeface="Tahoma" pitchFamily="34" charset="0"/>
              <a:ea typeface="黑体" pitchFamily="2" charset="-122"/>
            </a:endParaRPr>
          </a:p>
        </p:txBody>
      </p:sp>
      <p:sp>
        <p:nvSpPr>
          <p:cNvPr id="25615" name="Oval 17"/>
          <p:cNvSpPr>
            <a:spLocks noChangeArrowheads="1"/>
          </p:cNvSpPr>
          <p:nvPr/>
        </p:nvSpPr>
        <p:spPr bwMode="auto">
          <a:xfrm>
            <a:off x="3198813" y="2322513"/>
            <a:ext cx="1322387" cy="1273175"/>
          </a:xfrm>
          <a:prstGeom prst="ellipse">
            <a:avLst/>
          </a:prstGeom>
          <a:solidFill>
            <a:srgbClr val="FFFFFF"/>
          </a:solidFill>
          <a:ln w="9525">
            <a:solidFill>
              <a:srgbClr val="000000"/>
            </a:solidFill>
            <a:prstDash val="dash"/>
            <a:round/>
            <a:headEnd/>
            <a:tailEnd/>
          </a:ln>
        </p:spPr>
        <p:txBody>
          <a:bodyPr/>
          <a:lstStyle/>
          <a:p>
            <a:pPr eaLnBrk="1" hangingPunct="1"/>
            <a:endParaRPr lang="zh-CN" altLang="en-US" sz="3200" b="1">
              <a:latin typeface="Tahoma" pitchFamily="34" charset="0"/>
              <a:ea typeface="黑体" pitchFamily="2" charset="-122"/>
            </a:endParaRPr>
          </a:p>
        </p:txBody>
      </p:sp>
      <p:sp>
        <p:nvSpPr>
          <p:cNvPr id="25616" name="Oval 18"/>
          <p:cNvSpPr>
            <a:spLocks noChangeArrowheads="1"/>
          </p:cNvSpPr>
          <p:nvPr/>
        </p:nvSpPr>
        <p:spPr bwMode="auto">
          <a:xfrm>
            <a:off x="2349500" y="2322513"/>
            <a:ext cx="1322388" cy="1225550"/>
          </a:xfrm>
          <a:prstGeom prst="ellipse">
            <a:avLst/>
          </a:prstGeom>
          <a:solidFill>
            <a:srgbClr val="FFFFFF"/>
          </a:solidFill>
          <a:ln w="9525">
            <a:solidFill>
              <a:srgbClr val="000000"/>
            </a:solidFill>
            <a:prstDash val="dash"/>
            <a:round/>
            <a:headEnd/>
            <a:tailEnd/>
          </a:ln>
        </p:spPr>
        <p:txBody>
          <a:bodyPr/>
          <a:lstStyle/>
          <a:p>
            <a:pPr eaLnBrk="1" hangingPunct="1"/>
            <a:endParaRPr lang="zh-CN" altLang="en-US" sz="3200" b="1">
              <a:latin typeface="Tahoma" pitchFamily="34" charset="0"/>
              <a:ea typeface="黑体" pitchFamily="2" charset="-122"/>
            </a:endParaRPr>
          </a:p>
        </p:txBody>
      </p:sp>
      <p:sp>
        <p:nvSpPr>
          <p:cNvPr id="25617" name="Oval 19"/>
          <p:cNvSpPr>
            <a:spLocks noChangeArrowheads="1"/>
          </p:cNvSpPr>
          <p:nvPr/>
        </p:nvSpPr>
        <p:spPr bwMode="auto">
          <a:xfrm>
            <a:off x="2066925" y="2611438"/>
            <a:ext cx="3208338" cy="1768475"/>
          </a:xfrm>
          <a:prstGeom prst="ellipse">
            <a:avLst/>
          </a:prstGeom>
          <a:solidFill>
            <a:srgbClr val="FFFFFF"/>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a:lstStyle/>
          <a:p>
            <a:pPr eaLnBrk="1" hangingPunct="1"/>
            <a:endParaRPr lang="zh-CN" altLang="en-US" sz="3200" b="1">
              <a:latin typeface="Tahoma" pitchFamily="34" charset="0"/>
              <a:ea typeface="黑体" pitchFamily="2" charset="-122"/>
            </a:endParaRPr>
          </a:p>
        </p:txBody>
      </p:sp>
      <p:sp>
        <p:nvSpPr>
          <p:cNvPr id="25618" name="Line 20"/>
          <p:cNvSpPr>
            <a:spLocks noChangeShapeType="1"/>
          </p:cNvSpPr>
          <p:nvPr/>
        </p:nvSpPr>
        <p:spPr bwMode="auto">
          <a:xfrm>
            <a:off x="3995738" y="1989138"/>
            <a:ext cx="204787" cy="7127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b="1"/>
          </a:p>
        </p:txBody>
      </p:sp>
      <p:sp>
        <p:nvSpPr>
          <p:cNvPr id="25619" name="Line 21"/>
          <p:cNvSpPr>
            <a:spLocks noChangeShapeType="1"/>
          </p:cNvSpPr>
          <p:nvPr/>
        </p:nvSpPr>
        <p:spPr bwMode="auto">
          <a:xfrm>
            <a:off x="3981450" y="3684588"/>
            <a:ext cx="344488" cy="3651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b="1"/>
          </a:p>
        </p:txBody>
      </p:sp>
      <p:sp>
        <p:nvSpPr>
          <p:cNvPr id="25620" name="Line 22"/>
          <p:cNvSpPr>
            <a:spLocks noChangeShapeType="1"/>
          </p:cNvSpPr>
          <p:nvPr/>
        </p:nvSpPr>
        <p:spPr bwMode="auto">
          <a:xfrm flipH="1" flipV="1">
            <a:off x="4943475" y="4565650"/>
            <a:ext cx="293688" cy="58896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b="1"/>
          </a:p>
        </p:txBody>
      </p:sp>
      <p:sp>
        <p:nvSpPr>
          <p:cNvPr id="25621" name="Line 23"/>
          <p:cNvSpPr>
            <a:spLocks noChangeShapeType="1"/>
          </p:cNvSpPr>
          <p:nvPr/>
        </p:nvSpPr>
        <p:spPr bwMode="auto">
          <a:xfrm flipH="1">
            <a:off x="4632325" y="2284413"/>
            <a:ext cx="604838" cy="51593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b="1"/>
          </a:p>
        </p:txBody>
      </p:sp>
      <p:sp>
        <p:nvSpPr>
          <p:cNvPr id="25622" name="Line 24"/>
          <p:cNvSpPr>
            <a:spLocks noChangeShapeType="1"/>
          </p:cNvSpPr>
          <p:nvPr/>
        </p:nvSpPr>
        <p:spPr bwMode="auto">
          <a:xfrm flipH="1" flipV="1">
            <a:off x="3767138" y="3879850"/>
            <a:ext cx="511175" cy="14224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b="1"/>
          </a:p>
        </p:txBody>
      </p:sp>
      <p:sp>
        <p:nvSpPr>
          <p:cNvPr id="25623" name="Line 25"/>
          <p:cNvSpPr>
            <a:spLocks noChangeShapeType="1"/>
          </p:cNvSpPr>
          <p:nvPr/>
        </p:nvSpPr>
        <p:spPr bwMode="auto">
          <a:xfrm flipH="1" flipV="1">
            <a:off x="2973388" y="4479925"/>
            <a:ext cx="271462" cy="6746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b="1"/>
          </a:p>
        </p:txBody>
      </p:sp>
      <p:sp>
        <p:nvSpPr>
          <p:cNvPr id="25624" name="Line 26"/>
          <p:cNvSpPr>
            <a:spLocks noChangeShapeType="1"/>
          </p:cNvSpPr>
          <p:nvPr/>
        </p:nvSpPr>
        <p:spPr bwMode="auto">
          <a:xfrm flipV="1">
            <a:off x="2211388" y="4529138"/>
            <a:ext cx="379412" cy="7000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b="1"/>
          </a:p>
        </p:txBody>
      </p:sp>
      <p:sp>
        <p:nvSpPr>
          <p:cNvPr id="25625" name="Line 27"/>
          <p:cNvSpPr>
            <a:spLocks noChangeShapeType="1"/>
          </p:cNvSpPr>
          <p:nvPr/>
        </p:nvSpPr>
        <p:spPr bwMode="auto">
          <a:xfrm>
            <a:off x="2357438" y="2209800"/>
            <a:ext cx="246062" cy="3571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b="1"/>
          </a:p>
        </p:txBody>
      </p:sp>
      <p:sp>
        <p:nvSpPr>
          <p:cNvPr id="25626" name="Freeform 28"/>
          <p:cNvSpPr>
            <a:spLocks/>
          </p:cNvSpPr>
          <p:nvPr/>
        </p:nvSpPr>
        <p:spPr bwMode="auto">
          <a:xfrm>
            <a:off x="3414713" y="2482850"/>
            <a:ext cx="174625" cy="173038"/>
          </a:xfrm>
          <a:custGeom>
            <a:avLst/>
            <a:gdLst>
              <a:gd name="T0" fmla="*/ 0 w 112"/>
              <a:gd name="T1" fmla="*/ 2147483646 h 113"/>
              <a:gd name="T2" fmla="*/ 2147483646 w 112"/>
              <a:gd name="T3" fmla="*/ 2147483646 h 113"/>
              <a:gd name="T4" fmla="*/ 2147483646 w 112"/>
              <a:gd name="T5" fmla="*/ 2147483646 h 113"/>
              <a:gd name="T6" fmla="*/ 2147483646 w 112"/>
              <a:gd name="T7" fmla="*/ 2147483646 h 113"/>
              <a:gd name="T8" fmla="*/ 2147483646 w 112"/>
              <a:gd name="T9" fmla="*/ 2147483646 h 113"/>
              <a:gd name="T10" fmla="*/ 2147483646 w 112"/>
              <a:gd name="T11" fmla="*/ 2147483646 h 113"/>
              <a:gd name="T12" fmla="*/ 2147483646 w 112"/>
              <a:gd name="T13" fmla="*/ 2147483646 h 113"/>
              <a:gd name="T14" fmla="*/ 2147483646 w 112"/>
              <a:gd name="T15" fmla="*/ 2147483646 h 113"/>
              <a:gd name="T16" fmla="*/ 0 w 112"/>
              <a:gd name="T17" fmla="*/ 2147483646 h 1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2"/>
              <a:gd name="T28" fmla="*/ 0 h 113"/>
              <a:gd name="T29" fmla="*/ 112 w 112"/>
              <a:gd name="T30" fmla="*/ 113 h 1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2" h="113">
                <a:moveTo>
                  <a:pt x="0" y="6"/>
                </a:moveTo>
                <a:cubicBezTo>
                  <a:pt x="16" y="11"/>
                  <a:pt x="62" y="31"/>
                  <a:pt x="48" y="22"/>
                </a:cubicBezTo>
                <a:cubicBezTo>
                  <a:pt x="40" y="17"/>
                  <a:pt x="15" y="10"/>
                  <a:pt x="24" y="6"/>
                </a:cubicBezTo>
                <a:cubicBezTo>
                  <a:pt x="36" y="0"/>
                  <a:pt x="51" y="11"/>
                  <a:pt x="64" y="14"/>
                </a:cubicBezTo>
                <a:cubicBezTo>
                  <a:pt x="92" y="33"/>
                  <a:pt x="101" y="46"/>
                  <a:pt x="112" y="78"/>
                </a:cubicBezTo>
                <a:cubicBezTo>
                  <a:pt x="109" y="86"/>
                  <a:pt x="112" y="98"/>
                  <a:pt x="104" y="102"/>
                </a:cubicBezTo>
                <a:cubicBezTo>
                  <a:pt x="83" y="113"/>
                  <a:pt x="71" y="76"/>
                  <a:pt x="64" y="70"/>
                </a:cubicBezTo>
                <a:cubicBezTo>
                  <a:pt x="50" y="57"/>
                  <a:pt x="16" y="38"/>
                  <a:pt x="16" y="38"/>
                </a:cubicBezTo>
                <a:cubicBezTo>
                  <a:pt x="7" y="10"/>
                  <a:pt x="14" y="20"/>
                  <a:pt x="0" y="6"/>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sz="2000" b="1"/>
          </a:p>
        </p:txBody>
      </p:sp>
      <p:sp>
        <p:nvSpPr>
          <p:cNvPr id="25627" name="Freeform 29"/>
          <p:cNvSpPr>
            <a:spLocks/>
          </p:cNvSpPr>
          <p:nvPr/>
        </p:nvSpPr>
        <p:spPr bwMode="auto">
          <a:xfrm>
            <a:off x="2081213" y="3806825"/>
            <a:ext cx="192087" cy="341313"/>
          </a:xfrm>
          <a:custGeom>
            <a:avLst/>
            <a:gdLst>
              <a:gd name="T0" fmla="*/ 2147483646 w 126"/>
              <a:gd name="T1" fmla="*/ 0 h 224"/>
              <a:gd name="T2" fmla="*/ 2147483646 w 126"/>
              <a:gd name="T3" fmla="*/ 2147483646 h 224"/>
              <a:gd name="T4" fmla="*/ 2147483646 w 126"/>
              <a:gd name="T5" fmla="*/ 2147483646 h 224"/>
              <a:gd name="T6" fmla="*/ 2147483646 w 126"/>
              <a:gd name="T7" fmla="*/ 2147483646 h 224"/>
              <a:gd name="T8" fmla="*/ 2147483646 w 126"/>
              <a:gd name="T9" fmla="*/ 2147483646 h 224"/>
              <a:gd name="T10" fmla="*/ 2147483646 w 126"/>
              <a:gd name="T11" fmla="*/ 2147483646 h 224"/>
              <a:gd name="T12" fmla="*/ 2147483646 w 126"/>
              <a:gd name="T13" fmla="*/ 0 h 224"/>
              <a:gd name="T14" fmla="*/ 0 60000 65536"/>
              <a:gd name="T15" fmla="*/ 0 60000 65536"/>
              <a:gd name="T16" fmla="*/ 0 60000 65536"/>
              <a:gd name="T17" fmla="*/ 0 60000 65536"/>
              <a:gd name="T18" fmla="*/ 0 60000 65536"/>
              <a:gd name="T19" fmla="*/ 0 60000 65536"/>
              <a:gd name="T20" fmla="*/ 0 60000 65536"/>
              <a:gd name="T21" fmla="*/ 0 w 126"/>
              <a:gd name="T22" fmla="*/ 0 h 224"/>
              <a:gd name="T23" fmla="*/ 126 w 126"/>
              <a:gd name="T24" fmla="*/ 224 h 2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6" h="224">
                <a:moveTo>
                  <a:pt x="68" y="0"/>
                </a:moveTo>
                <a:cubicBezTo>
                  <a:pt x="76" y="8"/>
                  <a:pt x="83" y="17"/>
                  <a:pt x="92" y="24"/>
                </a:cubicBezTo>
                <a:cubicBezTo>
                  <a:pt x="99" y="30"/>
                  <a:pt x="114" y="31"/>
                  <a:pt x="116" y="40"/>
                </a:cubicBezTo>
                <a:cubicBezTo>
                  <a:pt x="126" y="99"/>
                  <a:pt x="94" y="162"/>
                  <a:pt x="76" y="216"/>
                </a:cubicBezTo>
                <a:cubicBezTo>
                  <a:pt x="73" y="224"/>
                  <a:pt x="60" y="221"/>
                  <a:pt x="52" y="224"/>
                </a:cubicBezTo>
                <a:cubicBezTo>
                  <a:pt x="0" y="207"/>
                  <a:pt x="22" y="170"/>
                  <a:pt x="36" y="128"/>
                </a:cubicBezTo>
                <a:cubicBezTo>
                  <a:pt x="41" y="74"/>
                  <a:pt x="32" y="36"/>
                  <a:pt x="68"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sz="2000" b="1"/>
          </a:p>
        </p:txBody>
      </p:sp>
      <p:sp>
        <p:nvSpPr>
          <p:cNvPr id="25628" name="Line 30"/>
          <p:cNvSpPr>
            <a:spLocks noChangeShapeType="1"/>
          </p:cNvSpPr>
          <p:nvPr/>
        </p:nvSpPr>
        <p:spPr bwMode="auto">
          <a:xfrm>
            <a:off x="2198688" y="3462338"/>
            <a:ext cx="295275" cy="51593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b="1"/>
          </a:p>
        </p:txBody>
      </p:sp>
      <p:sp>
        <p:nvSpPr>
          <p:cNvPr id="25629" name="Line 31"/>
          <p:cNvSpPr>
            <a:spLocks noChangeShapeType="1"/>
          </p:cNvSpPr>
          <p:nvPr/>
        </p:nvSpPr>
        <p:spPr bwMode="auto">
          <a:xfrm flipV="1">
            <a:off x="2271713" y="2946400"/>
            <a:ext cx="293687" cy="3683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b="1"/>
          </a:p>
        </p:txBody>
      </p:sp>
      <p:sp>
        <p:nvSpPr>
          <p:cNvPr id="25630" name="Line 32"/>
          <p:cNvSpPr>
            <a:spLocks noChangeShapeType="1"/>
          </p:cNvSpPr>
          <p:nvPr/>
        </p:nvSpPr>
        <p:spPr bwMode="auto">
          <a:xfrm>
            <a:off x="3232150" y="2946400"/>
            <a:ext cx="269875" cy="492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b="1"/>
          </a:p>
        </p:txBody>
      </p:sp>
      <p:sp>
        <p:nvSpPr>
          <p:cNvPr id="25631" name="Line 33"/>
          <p:cNvSpPr>
            <a:spLocks noChangeShapeType="1"/>
          </p:cNvSpPr>
          <p:nvPr/>
        </p:nvSpPr>
        <p:spPr bwMode="auto">
          <a:xfrm flipV="1">
            <a:off x="3711575" y="2922588"/>
            <a:ext cx="357188" cy="6191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b="1"/>
          </a:p>
        </p:txBody>
      </p:sp>
      <p:sp>
        <p:nvSpPr>
          <p:cNvPr id="25632" name="Line 34"/>
          <p:cNvSpPr>
            <a:spLocks noChangeShapeType="1"/>
          </p:cNvSpPr>
          <p:nvPr/>
        </p:nvSpPr>
        <p:spPr bwMode="auto">
          <a:xfrm>
            <a:off x="4745038" y="3081338"/>
            <a:ext cx="222250" cy="24606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b="1"/>
          </a:p>
        </p:txBody>
      </p:sp>
      <p:sp>
        <p:nvSpPr>
          <p:cNvPr id="25633" name="Line 35"/>
          <p:cNvSpPr>
            <a:spLocks noChangeShapeType="1"/>
          </p:cNvSpPr>
          <p:nvPr/>
        </p:nvSpPr>
        <p:spPr bwMode="auto">
          <a:xfrm flipH="1">
            <a:off x="4881563" y="3524250"/>
            <a:ext cx="146050" cy="49053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b="1"/>
          </a:p>
        </p:txBody>
      </p:sp>
      <p:sp>
        <p:nvSpPr>
          <p:cNvPr id="25634" name="Line 36"/>
          <p:cNvSpPr>
            <a:spLocks noChangeShapeType="1"/>
          </p:cNvSpPr>
          <p:nvPr/>
        </p:nvSpPr>
        <p:spPr bwMode="auto">
          <a:xfrm>
            <a:off x="4473575" y="3806825"/>
            <a:ext cx="209550" cy="19685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b="1"/>
          </a:p>
        </p:txBody>
      </p:sp>
      <p:sp>
        <p:nvSpPr>
          <p:cNvPr id="25635" name="Line 37"/>
          <p:cNvSpPr>
            <a:spLocks noChangeShapeType="1"/>
          </p:cNvSpPr>
          <p:nvPr/>
        </p:nvSpPr>
        <p:spPr bwMode="auto">
          <a:xfrm>
            <a:off x="3009900" y="4197350"/>
            <a:ext cx="369888" cy="14763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b="1"/>
          </a:p>
        </p:txBody>
      </p:sp>
      <p:sp>
        <p:nvSpPr>
          <p:cNvPr id="25636" name="Line 38"/>
          <p:cNvSpPr>
            <a:spLocks noChangeShapeType="1"/>
          </p:cNvSpPr>
          <p:nvPr/>
        </p:nvSpPr>
        <p:spPr bwMode="auto">
          <a:xfrm flipV="1">
            <a:off x="3527425" y="4014788"/>
            <a:ext cx="184150" cy="2571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b="1"/>
          </a:p>
        </p:txBody>
      </p:sp>
      <p:sp>
        <p:nvSpPr>
          <p:cNvPr id="25637" name="Line 39"/>
          <p:cNvSpPr>
            <a:spLocks noChangeShapeType="1"/>
          </p:cNvSpPr>
          <p:nvPr/>
        </p:nvSpPr>
        <p:spPr bwMode="auto">
          <a:xfrm>
            <a:off x="4413250" y="3168650"/>
            <a:ext cx="25400" cy="4540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b="1"/>
          </a:p>
        </p:txBody>
      </p:sp>
      <p:sp>
        <p:nvSpPr>
          <p:cNvPr id="25638" name="Line 40"/>
          <p:cNvSpPr>
            <a:spLocks noChangeShapeType="1"/>
          </p:cNvSpPr>
          <p:nvPr/>
        </p:nvSpPr>
        <p:spPr bwMode="auto">
          <a:xfrm flipH="1">
            <a:off x="2825750" y="3021013"/>
            <a:ext cx="774700" cy="9937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b="1"/>
          </a:p>
        </p:txBody>
      </p:sp>
      <p:grpSp>
        <p:nvGrpSpPr>
          <p:cNvPr id="25639" name="Group 41"/>
          <p:cNvGrpSpPr>
            <a:grpSpLocks/>
          </p:cNvGrpSpPr>
          <p:nvPr/>
        </p:nvGrpSpPr>
        <p:grpSpPr bwMode="auto">
          <a:xfrm>
            <a:off x="3981450" y="2578100"/>
            <a:ext cx="887413" cy="663575"/>
            <a:chOff x="2949" y="196"/>
            <a:chExt cx="941" cy="598"/>
          </a:xfrm>
        </p:grpSpPr>
        <p:sp>
          <p:nvSpPr>
            <p:cNvPr id="25736" name="Oval 42"/>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1" hangingPunct="1"/>
              <a:endParaRPr lang="zh-CN" altLang="en-US" sz="3200" b="1">
                <a:latin typeface="Tahoma" pitchFamily="34" charset="0"/>
                <a:ea typeface="黑体" pitchFamily="2" charset="-122"/>
              </a:endParaRPr>
            </a:p>
          </p:txBody>
        </p:sp>
        <p:sp>
          <p:nvSpPr>
            <p:cNvPr id="25737" name="Oval 43"/>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1" hangingPunct="1"/>
              <a:endParaRPr lang="zh-CN" altLang="en-US" sz="3200" b="1">
                <a:latin typeface="Tahoma" pitchFamily="34" charset="0"/>
                <a:ea typeface="黑体" pitchFamily="2" charset="-122"/>
              </a:endParaRPr>
            </a:p>
          </p:txBody>
        </p:sp>
        <p:sp>
          <p:nvSpPr>
            <p:cNvPr id="25738" name="Oval 44"/>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1" hangingPunct="1"/>
              <a:endParaRPr lang="zh-CN" altLang="en-US" sz="3200" b="1">
                <a:latin typeface="Tahoma" pitchFamily="34" charset="0"/>
                <a:ea typeface="黑体" pitchFamily="2" charset="-122"/>
              </a:endParaRPr>
            </a:p>
          </p:txBody>
        </p:sp>
        <p:sp>
          <p:nvSpPr>
            <p:cNvPr id="25739" name="Oval 45"/>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1" hangingPunct="1"/>
              <a:endParaRPr lang="zh-CN" altLang="en-US" sz="3200" b="1">
                <a:latin typeface="Tahoma" pitchFamily="34" charset="0"/>
                <a:ea typeface="黑体" pitchFamily="2" charset="-122"/>
              </a:endParaRPr>
            </a:p>
          </p:txBody>
        </p:sp>
        <p:sp>
          <p:nvSpPr>
            <p:cNvPr id="25740" name="Oval 46"/>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1" hangingPunct="1"/>
              <a:endParaRPr lang="zh-CN" altLang="en-US" sz="3200" b="1">
                <a:latin typeface="Tahoma" pitchFamily="34" charset="0"/>
                <a:ea typeface="黑体" pitchFamily="2" charset="-122"/>
              </a:endParaRPr>
            </a:p>
          </p:txBody>
        </p:sp>
        <p:sp>
          <p:nvSpPr>
            <p:cNvPr id="25741" name="Oval 47"/>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1" hangingPunct="1"/>
              <a:endParaRPr lang="zh-CN" altLang="en-US" sz="3200" b="1">
                <a:latin typeface="Tahoma" pitchFamily="34" charset="0"/>
                <a:ea typeface="黑体" pitchFamily="2" charset="-122"/>
              </a:endParaRPr>
            </a:p>
          </p:txBody>
        </p:sp>
        <p:sp>
          <p:nvSpPr>
            <p:cNvPr id="25742" name="Oval 48"/>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1" hangingPunct="1"/>
              <a:endParaRPr lang="zh-CN" altLang="en-US" sz="3200" b="1">
                <a:latin typeface="Tahoma" pitchFamily="34" charset="0"/>
                <a:ea typeface="黑体" pitchFamily="2" charset="-122"/>
              </a:endParaRPr>
            </a:p>
          </p:txBody>
        </p:sp>
        <p:sp>
          <p:nvSpPr>
            <p:cNvPr id="25743" name="Oval 49"/>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1" hangingPunct="1"/>
              <a:endParaRPr lang="zh-CN" altLang="en-US" sz="3200" b="1">
                <a:latin typeface="Tahoma" pitchFamily="34" charset="0"/>
                <a:ea typeface="黑体" pitchFamily="2" charset="-122"/>
              </a:endParaRPr>
            </a:p>
          </p:txBody>
        </p:sp>
        <p:sp>
          <p:nvSpPr>
            <p:cNvPr id="25744" name="Freeform 50"/>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sz="2000" b="1"/>
            </a:p>
          </p:txBody>
        </p:sp>
        <p:sp>
          <p:nvSpPr>
            <p:cNvPr id="25745" name="Freeform 51"/>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sz="2000" b="1"/>
            </a:p>
          </p:txBody>
        </p:sp>
        <p:sp>
          <p:nvSpPr>
            <p:cNvPr id="25746" name="Freeform 52"/>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sz="2000" b="1"/>
            </a:p>
          </p:txBody>
        </p:sp>
      </p:grpSp>
      <p:grpSp>
        <p:nvGrpSpPr>
          <p:cNvPr id="25640" name="Group 53"/>
          <p:cNvGrpSpPr>
            <a:grpSpLocks/>
          </p:cNvGrpSpPr>
          <p:nvPr/>
        </p:nvGrpSpPr>
        <p:grpSpPr bwMode="auto">
          <a:xfrm>
            <a:off x="4425950" y="3905250"/>
            <a:ext cx="885825" cy="660400"/>
            <a:chOff x="2949" y="196"/>
            <a:chExt cx="941" cy="598"/>
          </a:xfrm>
        </p:grpSpPr>
        <p:sp>
          <p:nvSpPr>
            <p:cNvPr id="25725" name="Oval 54"/>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1" hangingPunct="1"/>
              <a:endParaRPr lang="zh-CN" altLang="en-US" sz="3200" b="1">
                <a:latin typeface="Tahoma" pitchFamily="34" charset="0"/>
                <a:ea typeface="黑体" pitchFamily="2" charset="-122"/>
              </a:endParaRPr>
            </a:p>
          </p:txBody>
        </p:sp>
        <p:sp>
          <p:nvSpPr>
            <p:cNvPr id="25726" name="Oval 55"/>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1" hangingPunct="1"/>
              <a:endParaRPr lang="zh-CN" altLang="en-US" sz="3200" b="1">
                <a:latin typeface="Tahoma" pitchFamily="34" charset="0"/>
                <a:ea typeface="黑体" pitchFamily="2" charset="-122"/>
              </a:endParaRPr>
            </a:p>
          </p:txBody>
        </p:sp>
        <p:sp>
          <p:nvSpPr>
            <p:cNvPr id="25727" name="Oval 56"/>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1" hangingPunct="1"/>
              <a:endParaRPr lang="zh-CN" altLang="en-US" sz="3200" b="1">
                <a:latin typeface="Tahoma" pitchFamily="34" charset="0"/>
                <a:ea typeface="黑体" pitchFamily="2" charset="-122"/>
              </a:endParaRPr>
            </a:p>
          </p:txBody>
        </p:sp>
        <p:sp>
          <p:nvSpPr>
            <p:cNvPr id="25728" name="Oval 57"/>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1" hangingPunct="1"/>
              <a:endParaRPr lang="zh-CN" altLang="en-US" sz="3200" b="1">
                <a:latin typeface="Tahoma" pitchFamily="34" charset="0"/>
                <a:ea typeface="黑体" pitchFamily="2" charset="-122"/>
              </a:endParaRPr>
            </a:p>
          </p:txBody>
        </p:sp>
        <p:sp>
          <p:nvSpPr>
            <p:cNvPr id="25729" name="Oval 58"/>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1" hangingPunct="1"/>
              <a:endParaRPr lang="zh-CN" altLang="en-US" sz="3200" b="1">
                <a:latin typeface="Tahoma" pitchFamily="34" charset="0"/>
                <a:ea typeface="黑体" pitchFamily="2" charset="-122"/>
              </a:endParaRPr>
            </a:p>
          </p:txBody>
        </p:sp>
        <p:sp>
          <p:nvSpPr>
            <p:cNvPr id="25730" name="Oval 59"/>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1" hangingPunct="1"/>
              <a:endParaRPr lang="zh-CN" altLang="en-US" sz="3200" b="1">
                <a:latin typeface="Tahoma" pitchFamily="34" charset="0"/>
                <a:ea typeface="黑体" pitchFamily="2" charset="-122"/>
              </a:endParaRPr>
            </a:p>
          </p:txBody>
        </p:sp>
        <p:sp>
          <p:nvSpPr>
            <p:cNvPr id="25731" name="Oval 60"/>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1" hangingPunct="1"/>
              <a:endParaRPr lang="zh-CN" altLang="en-US" sz="3200" b="1">
                <a:latin typeface="Tahoma" pitchFamily="34" charset="0"/>
                <a:ea typeface="黑体" pitchFamily="2" charset="-122"/>
              </a:endParaRPr>
            </a:p>
          </p:txBody>
        </p:sp>
        <p:sp>
          <p:nvSpPr>
            <p:cNvPr id="25732" name="Oval 61"/>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1" hangingPunct="1"/>
              <a:endParaRPr lang="zh-CN" altLang="en-US" sz="3200" b="1">
                <a:latin typeface="Tahoma" pitchFamily="34" charset="0"/>
                <a:ea typeface="黑体" pitchFamily="2" charset="-122"/>
              </a:endParaRPr>
            </a:p>
          </p:txBody>
        </p:sp>
        <p:sp>
          <p:nvSpPr>
            <p:cNvPr id="25733" name="Freeform 62"/>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sz="2000" b="1"/>
            </a:p>
          </p:txBody>
        </p:sp>
        <p:sp>
          <p:nvSpPr>
            <p:cNvPr id="25734" name="Freeform 63"/>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sz="2000" b="1"/>
            </a:p>
          </p:txBody>
        </p:sp>
        <p:sp>
          <p:nvSpPr>
            <p:cNvPr id="25735" name="Freeform 64"/>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sz="2000" b="1"/>
            </a:p>
          </p:txBody>
        </p:sp>
      </p:grpSp>
      <p:grpSp>
        <p:nvGrpSpPr>
          <p:cNvPr id="25641" name="Group 65"/>
          <p:cNvGrpSpPr>
            <a:grpSpLocks/>
          </p:cNvGrpSpPr>
          <p:nvPr/>
        </p:nvGrpSpPr>
        <p:grpSpPr bwMode="auto">
          <a:xfrm>
            <a:off x="3170238" y="3389313"/>
            <a:ext cx="885825" cy="663575"/>
            <a:chOff x="2949" y="196"/>
            <a:chExt cx="941" cy="598"/>
          </a:xfrm>
        </p:grpSpPr>
        <p:sp>
          <p:nvSpPr>
            <p:cNvPr id="25714" name="Oval 66"/>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1" hangingPunct="1"/>
              <a:endParaRPr lang="zh-CN" altLang="en-US" sz="3200" b="1">
                <a:latin typeface="Tahoma" pitchFamily="34" charset="0"/>
                <a:ea typeface="黑体" pitchFamily="2" charset="-122"/>
              </a:endParaRPr>
            </a:p>
          </p:txBody>
        </p:sp>
        <p:sp>
          <p:nvSpPr>
            <p:cNvPr id="25715" name="Oval 67"/>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1" hangingPunct="1"/>
              <a:endParaRPr lang="zh-CN" altLang="en-US" sz="3200" b="1">
                <a:latin typeface="Tahoma" pitchFamily="34" charset="0"/>
                <a:ea typeface="黑体" pitchFamily="2" charset="-122"/>
              </a:endParaRPr>
            </a:p>
          </p:txBody>
        </p:sp>
        <p:sp>
          <p:nvSpPr>
            <p:cNvPr id="25716" name="Oval 68"/>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1" hangingPunct="1"/>
              <a:endParaRPr lang="zh-CN" altLang="en-US" sz="3200" b="1">
                <a:latin typeface="Tahoma" pitchFamily="34" charset="0"/>
                <a:ea typeface="黑体" pitchFamily="2" charset="-122"/>
              </a:endParaRPr>
            </a:p>
          </p:txBody>
        </p:sp>
        <p:sp>
          <p:nvSpPr>
            <p:cNvPr id="25717" name="Oval 69"/>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1" hangingPunct="1"/>
              <a:endParaRPr lang="zh-CN" altLang="en-US" sz="3200" b="1">
                <a:latin typeface="Tahoma" pitchFamily="34" charset="0"/>
                <a:ea typeface="黑体" pitchFamily="2" charset="-122"/>
              </a:endParaRPr>
            </a:p>
          </p:txBody>
        </p:sp>
        <p:sp>
          <p:nvSpPr>
            <p:cNvPr id="25718" name="Oval 70"/>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1" hangingPunct="1"/>
              <a:endParaRPr lang="zh-CN" altLang="en-US" sz="3200" b="1">
                <a:latin typeface="Tahoma" pitchFamily="34" charset="0"/>
                <a:ea typeface="黑体" pitchFamily="2" charset="-122"/>
              </a:endParaRPr>
            </a:p>
          </p:txBody>
        </p:sp>
        <p:sp>
          <p:nvSpPr>
            <p:cNvPr id="25719" name="Oval 71"/>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1" hangingPunct="1"/>
              <a:endParaRPr lang="zh-CN" altLang="en-US" sz="3200" b="1">
                <a:latin typeface="Tahoma" pitchFamily="34" charset="0"/>
                <a:ea typeface="黑体" pitchFamily="2" charset="-122"/>
              </a:endParaRPr>
            </a:p>
          </p:txBody>
        </p:sp>
        <p:sp>
          <p:nvSpPr>
            <p:cNvPr id="25720" name="Oval 72"/>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1" hangingPunct="1"/>
              <a:endParaRPr lang="zh-CN" altLang="en-US" sz="3200" b="1">
                <a:latin typeface="Tahoma" pitchFamily="34" charset="0"/>
                <a:ea typeface="黑体" pitchFamily="2" charset="-122"/>
              </a:endParaRPr>
            </a:p>
          </p:txBody>
        </p:sp>
        <p:sp>
          <p:nvSpPr>
            <p:cNvPr id="25721" name="Oval 73"/>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1" hangingPunct="1"/>
              <a:endParaRPr lang="zh-CN" altLang="en-US" sz="3200" b="1">
                <a:latin typeface="Tahoma" pitchFamily="34" charset="0"/>
                <a:ea typeface="黑体" pitchFamily="2" charset="-122"/>
              </a:endParaRPr>
            </a:p>
          </p:txBody>
        </p:sp>
        <p:sp>
          <p:nvSpPr>
            <p:cNvPr id="25722" name="Freeform 74"/>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sz="2000" b="1"/>
            </a:p>
          </p:txBody>
        </p:sp>
        <p:sp>
          <p:nvSpPr>
            <p:cNvPr id="25723" name="Freeform 75"/>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sz="2000" b="1"/>
            </a:p>
          </p:txBody>
        </p:sp>
        <p:sp>
          <p:nvSpPr>
            <p:cNvPr id="25724" name="Freeform 76"/>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sz="2000" b="1"/>
            </a:p>
          </p:txBody>
        </p:sp>
      </p:grpSp>
      <p:grpSp>
        <p:nvGrpSpPr>
          <p:cNvPr id="25642" name="Group 77"/>
          <p:cNvGrpSpPr>
            <a:grpSpLocks/>
          </p:cNvGrpSpPr>
          <p:nvPr/>
        </p:nvGrpSpPr>
        <p:grpSpPr bwMode="auto">
          <a:xfrm>
            <a:off x="2211388" y="3905250"/>
            <a:ext cx="884237" cy="660400"/>
            <a:chOff x="2949" y="196"/>
            <a:chExt cx="941" cy="598"/>
          </a:xfrm>
        </p:grpSpPr>
        <p:sp>
          <p:nvSpPr>
            <p:cNvPr id="25703" name="Oval 78"/>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1" hangingPunct="1"/>
              <a:endParaRPr lang="zh-CN" altLang="en-US" sz="3200" b="1">
                <a:latin typeface="Tahoma" pitchFamily="34" charset="0"/>
                <a:ea typeface="黑体" pitchFamily="2" charset="-122"/>
              </a:endParaRPr>
            </a:p>
          </p:txBody>
        </p:sp>
        <p:sp>
          <p:nvSpPr>
            <p:cNvPr id="25704" name="Oval 79"/>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1" hangingPunct="1"/>
              <a:endParaRPr lang="zh-CN" altLang="en-US" sz="3200" b="1">
                <a:latin typeface="Tahoma" pitchFamily="34" charset="0"/>
                <a:ea typeface="黑体" pitchFamily="2" charset="-122"/>
              </a:endParaRPr>
            </a:p>
          </p:txBody>
        </p:sp>
        <p:sp>
          <p:nvSpPr>
            <p:cNvPr id="25705" name="Oval 80"/>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1" hangingPunct="1"/>
              <a:endParaRPr lang="zh-CN" altLang="en-US" sz="3200" b="1">
                <a:latin typeface="Tahoma" pitchFamily="34" charset="0"/>
                <a:ea typeface="黑体" pitchFamily="2" charset="-122"/>
              </a:endParaRPr>
            </a:p>
          </p:txBody>
        </p:sp>
        <p:sp>
          <p:nvSpPr>
            <p:cNvPr id="25706" name="Oval 81"/>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1" hangingPunct="1"/>
              <a:endParaRPr lang="zh-CN" altLang="en-US" sz="3200" b="1">
                <a:latin typeface="Tahoma" pitchFamily="34" charset="0"/>
                <a:ea typeface="黑体" pitchFamily="2" charset="-122"/>
              </a:endParaRPr>
            </a:p>
          </p:txBody>
        </p:sp>
        <p:sp>
          <p:nvSpPr>
            <p:cNvPr id="25707" name="Oval 82"/>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1" hangingPunct="1"/>
              <a:endParaRPr lang="zh-CN" altLang="en-US" sz="3200" b="1">
                <a:latin typeface="Tahoma" pitchFamily="34" charset="0"/>
                <a:ea typeface="黑体" pitchFamily="2" charset="-122"/>
              </a:endParaRPr>
            </a:p>
          </p:txBody>
        </p:sp>
        <p:sp>
          <p:nvSpPr>
            <p:cNvPr id="25708" name="Oval 83"/>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1" hangingPunct="1"/>
              <a:endParaRPr lang="zh-CN" altLang="en-US" sz="3200" b="1">
                <a:latin typeface="Tahoma" pitchFamily="34" charset="0"/>
                <a:ea typeface="黑体" pitchFamily="2" charset="-122"/>
              </a:endParaRPr>
            </a:p>
          </p:txBody>
        </p:sp>
        <p:sp>
          <p:nvSpPr>
            <p:cNvPr id="25709" name="Oval 84"/>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1" hangingPunct="1"/>
              <a:endParaRPr lang="zh-CN" altLang="en-US" sz="3200" b="1">
                <a:latin typeface="Tahoma" pitchFamily="34" charset="0"/>
                <a:ea typeface="黑体" pitchFamily="2" charset="-122"/>
              </a:endParaRPr>
            </a:p>
          </p:txBody>
        </p:sp>
        <p:sp>
          <p:nvSpPr>
            <p:cNvPr id="25710" name="Oval 85"/>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1" hangingPunct="1"/>
              <a:endParaRPr lang="zh-CN" altLang="en-US" sz="3200" b="1">
                <a:latin typeface="Tahoma" pitchFamily="34" charset="0"/>
                <a:ea typeface="黑体" pitchFamily="2" charset="-122"/>
              </a:endParaRPr>
            </a:p>
          </p:txBody>
        </p:sp>
        <p:sp>
          <p:nvSpPr>
            <p:cNvPr id="25711" name="Freeform 86"/>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sz="2000" b="1"/>
            </a:p>
          </p:txBody>
        </p:sp>
        <p:sp>
          <p:nvSpPr>
            <p:cNvPr id="25712" name="Freeform 87"/>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sz="2000" b="1"/>
            </a:p>
          </p:txBody>
        </p:sp>
        <p:sp>
          <p:nvSpPr>
            <p:cNvPr id="25713" name="Freeform 88"/>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sz="2000" b="1"/>
            </a:p>
          </p:txBody>
        </p:sp>
      </p:grpSp>
      <p:grpSp>
        <p:nvGrpSpPr>
          <p:cNvPr id="25643" name="Group 89"/>
          <p:cNvGrpSpPr>
            <a:grpSpLocks/>
          </p:cNvGrpSpPr>
          <p:nvPr/>
        </p:nvGrpSpPr>
        <p:grpSpPr bwMode="auto">
          <a:xfrm>
            <a:off x="2430463" y="2432050"/>
            <a:ext cx="887412" cy="661988"/>
            <a:chOff x="2949" y="196"/>
            <a:chExt cx="941" cy="598"/>
          </a:xfrm>
        </p:grpSpPr>
        <p:sp>
          <p:nvSpPr>
            <p:cNvPr id="25692" name="Oval 90"/>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1" hangingPunct="1"/>
              <a:endParaRPr lang="zh-CN" altLang="en-US" sz="3200" b="1">
                <a:latin typeface="Tahoma" pitchFamily="34" charset="0"/>
                <a:ea typeface="黑体" pitchFamily="2" charset="-122"/>
              </a:endParaRPr>
            </a:p>
          </p:txBody>
        </p:sp>
        <p:sp>
          <p:nvSpPr>
            <p:cNvPr id="25693" name="Oval 91"/>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1" hangingPunct="1"/>
              <a:endParaRPr lang="zh-CN" altLang="en-US" sz="3200" b="1">
                <a:latin typeface="Tahoma" pitchFamily="34" charset="0"/>
                <a:ea typeface="黑体" pitchFamily="2" charset="-122"/>
              </a:endParaRPr>
            </a:p>
          </p:txBody>
        </p:sp>
        <p:sp>
          <p:nvSpPr>
            <p:cNvPr id="25694" name="Oval 92"/>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1" hangingPunct="1"/>
              <a:endParaRPr lang="zh-CN" altLang="en-US" sz="3200" b="1">
                <a:latin typeface="Tahoma" pitchFamily="34" charset="0"/>
                <a:ea typeface="黑体" pitchFamily="2" charset="-122"/>
              </a:endParaRPr>
            </a:p>
          </p:txBody>
        </p:sp>
        <p:sp>
          <p:nvSpPr>
            <p:cNvPr id="25695" name="Oval 93"/>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1" hangingPunct="1"/>
              <a:endParaRPr lang="zh-CN" altLang="en-US" sz="3200" b="1">
                <a:latin typeface="Tahoma" pitchFamily="34" charset="0"/>
                <a:ea typeface="黑体" pitchFamily="2" charset="-122"/>
              </a:endParaRPr>
            </a:p>
          </p:txBody>
        </p:sp>
        <p:sp>
          <p:nvSpPr>
            <p:cNvPr id="25696" name="Oval 94"/>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1" hangingPunct="1"/>
              <a:endParaRPr lang="zh-CN" altLang="en-US" sz="3200" b="1">
                <a:latin typeface="Tahoma" pitchFamily="34" charset="0"/>
                <a:ea typeface="黑体" pitchFamily="2" charset="-122"/>
              </a:endParaRPr>
            </a:p>
          </p:txBody>
        </p:sp>
        <p:sp>
          <p:nvSpPr>
            <p:cNvPr id="25697" name="Oval 95"/>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1" hangingPunct="1"/>
              <a:endParaRPr lang="zh-CN" altLang="en-US" sz="3200" b="1">
                <a:latin typeface="Tahoma" pitchFamily="34" charset="0"/>
                <a:ea typeface="黑体" pitchFamily="2" charset="-122"/>
              </a:endParaRPr>
            </a:p>
          </p:txBody>
        </p:sp>
        <p:sp>
          <p:nvSpPr>
            <p:cNvPr id="25698" name="Oval 96"/>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1" hangingPunct="1"/>
              <a:endParaRPr lang="zh-CN" altLang="en-US" sz="3200" b="1">
                <a:latin typeface="Tahoma" pitchFamily="34" charset="0"/>
                <a:ea typeface="黑体" pitchFamily="2" charset="-122"/>
              </a:endParaRPr>
            </a:p>
          </p:txBody>
        </p:sp>
        <p:sp>
          <p:nvSpPr>
            <p:cNvPr id="25699" name="Oval 97"/>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1" hangingPunct="1"/>
              <a:endParaRPr lang="zh-CN" altLang="en-US" sz="3200" b="1">
                <a:latin typeface="Tahoma" pitchFamily="34" charset="0"/>
                <a:ea typeface="黑体" pitchFamily="2" charset="-122"/>
              </a:endParaRPr>
            </a:p>
          </p:txBody>
        </p:sp>
        <p:sp>
          <p:nvSpPr>
            <p:cNvPr id="25700" name="Freeform 98"/>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sz="2000" b="1"/>
            </a:p>
          </p:txBody>
        </p:sp>
        <p:sp>
          <p:nvSpPr>
            <p:cNvPr id="25701" name="Freeform 99"/>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sz="2000" b="1"/>
            </a:p>
          </p:txBody>
        </p:sp>
        <p:sp>
          <p:nvSpPr>
            <p:cNvPr id="25702" name="Freeform 100"/>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sz="2000" b="1"/>
            </a:p>
          </p:txBody>
        </p:sp>
      </p:grpSp>
      <p:sp>
        <p:nvSpPr>
          <p:cNvPr id="25644" name="Text Box 101"/>
          <p:cNvSpPr txBox="1">
            <a:spLocks noChangeArrowheads="1"/>
          </p:cNvSpPr>
          <p:nvPr/>
        </p:nvSpPr>
        <p:spPr bwMode="auto">
          <a:xfrm>
            <a:off x="4511675" y="4021138"/>
            <a:ext cx="8034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400" b="1">
                <a:solidFill>
                  <a:srgbClr val="333399"/>
                </a:solidFill>
                <a:latin typeface="Arial" charset="0"/>
                <a:ea typeface="黑体" pitchFamily="2" charset="-122"/>
              </a:rPr>
              <a:t>网络</a:t>
            </a:r>
          </a:p>
        </p:txBody>
      </p:sp>
      <p:sp>
        <p:nvSpPr>
          <p:cNvPr id="25645" name="Text Box 102"/>
          <p:cNvSpPr txBox="1">
            <a:spLocks noChangeArrowheads="1"/>
          </p:cNvSpPr>
          <p:nvPr/>
        </p:nvSpPr>
        <p:spPr bwMode="auto">
          <a:xfrm>
            <a:off x="3227388" y="3532188"/>
            <a:ext cx="8034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400" b="1">
                <a:solidFill>
                  <a:srgbClr val="333399"/>
                </a:solidFill>
                <a:latin typeface="Arial" charset="0"/>
                <a:ea typeface="黑体" pitchFamily="2" charset="-122"/>
              </a:rPr>
              <a:t>网络</a:t>
            </a:r>
          </a:p>
        </p:txBody>
      </p:sp>
      <p:sp>
        <p:nvSpPr>
          <p:cNvPr id="25646" name="Text Box 103"/>
          <p:cNvSpPr txBox="1">
            <a:spLocks noChangeArrowheads="1"/>
          </p:cNvSpPr>
          <p:nvPr/>
        </p:nvSpPr>
        <p:spPr bwMode="auto">
          <a:xfrm>
            <a:off x="2295525" y="4035425"/>
            <a:ext cx="8034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400" b="1">
                <a:solidFill>
                  <a:srgbClr val="333399"/>
                </a:solidFill>
                <a:latin typeface="Arial" charset="0"/>
                <a:ea typeface="黑体" pitchFamily="2" charset="-122"/>
              </a:rPr>
              <a:t>网络</a:t>
            </a:r>
          </a:p>
        </p:txBody>
      </p:sp>
      <p:sp>
        <p:nvSpPr>
          <p:cNvPr id="25647" name="Text Box 104"/>
          <p:cNvSpPr txBox="1">
            <a:spLocks noChangeArrowheads="1"/>
          </p:cNvSpPr>
          <p:nvPr/>
        </p:nvSpPr>
        <p:spPr bwMode="auto">
          <a:xfrm>
            <a:off x="4052888" y="2711450"/>
            <a:ext cx="8034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400" b="1">
                <a:solidFill>
                  <a:srgbClr val="333399"/>
                </a:solidFill>
                <a:latin typeface="Arial" charset="0"/>
                <a:ea typeface="黑体" pitchFamily="2" charset="-122"/>
              </a:rPr>
              <a:t>网络</a:t>
            </a:r>
          </a:p>
        </p:txBody>
      </p:sp>
      <p:sp>
        <p:nvSpPr>
          <p:cNvPr id="25648" name="Text Box 105"/>
          <p:cNvSpPr txBox="1">
            <a:spLocks noChangeArrowheads="1"/>
          </p:cNvSpPr>
          <p:nvPr/>
        </p:nvSpPr>
        <p:spPr bwMode="auto">
          <a:xfrm>
            <a:off x="2495550" y="2532063"/>
            <a:ext cx="8034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400" b="1">
                <a:solidFill>
                  <a:srgbClr val="333399"/>
                </a:solidFill>
                <a:latin typeface="Arial" charset="0"/>
                <a:ea typeface="黑体" pitchFamily="2" charset="-122"/>
              </a:rPr>
              <a:t>网络</a:t>
            </a:r>
          </a:p>
        </p:txBody>
      </p:sp>
      <p:sp>
        <p:nvSpPr>
          <p:cNvPr id="25649" name="Text Box 106"/>
          <p:cNvSpPr txBox="1">
            <a:spLocks noChangeArrowheads="1"/>
          </p:cNvSpPr>
          <p:nvPr/>
        </p:nvSpPr>
        <p:spPr bwMode="auto">
          <a:xfrm>
            <a:off x="2943225" y="5802313"/>
            <a:ext cx="28119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400" b="1" dirty="0">
                <a:solidFill>
                  <a:srgbClr val="333399"/>
                </a:solidFill>
                <a:latin typeface="Arial" charset="0"/>
                <a:ea typeface="黑体" pitchFamily="2" charset="-122"/>
              </a:rPr>
              <a:t>(a) </a:t>
            </a:r>
            <a:r>
              <a:rPr kumimoji="1" lang="zh-CN" altLang="en-US" sz="2400" b="1" dirty="0" smtClean="0">
                <a:solidFill>
                  <a:srgbClr val="333399"/>
                </a:solidFill>
                <a:latin typeface="Arial" charset="0"/>
                <a:ea typeface="黑体" pitchFamily="2" charset="-122"/>
              </a:rPr>
              <a:t>实际的互连网络</a:t>
            </a:r>
            <a:endParaRPr kumimoji="1" lang="zh-CN" altLang="en-US" sz="2400" b="1" dirty="0">
              <a:solidFill>
                <a:srgbClr val="333399"/>
              </a:solidFill>
              <a:latin typeface="Arial" charset="0"/>
              <a:ea typeface="黑体" pitchFamily="2" charset="-122"/>
            </a:endParaRPr>
          </a:p>
        </p:txBody>
      </p:sp>
      <p:sp>
        <p:nvSpPr>
          <p:cNvPr id="25650" name="Text Box 107"/>
          <p:cNvSpPr txBox="1">
            <a:spLocks noChangeArrowheads="1"/>
          </p:cNvSpPr>
          <p:nvPr/>
        </p:nvSpPr>
        <p:spPr bwMode="auto">
          <a:xfrm>
            <a:off x="7624763" y="5802313"/>
            <a:ext cx="21900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400" b="1" dirty="0">
                <a:solidFill>
                  <a:srgbClr val="333399"/>
                </a:solidFill>
                <a:latin typeface="Arial" charset="0"/>
                <a:ea typeface="黑体" pitchFamily="2" charset="-122"/>
              </a:rPr>
              <a:t>(b) </a:t>
            </a:r>
            <a:r>
              <a:rPr kumimoji="1" lang="zh-CN" altLang="en-US" sz="2400" b="1" dirty="0" smtClean="0">
                <a:solidFill>
                  <a:srgbClr val="333399"/>
                </a:solidFill>
                <a:latin typeface="Arial" charset="0"/>
                <a:ea typeface="黑体" pitchFamily="2" charset="-122"/>
              </a:rPr>
              <a:t>虚拟的</a:t>
            </a:r>
            <a:r>
              <a:rPr kumimoji="1" lang="en-US" altLang="zh-CN" sz="2400" b="1" dirty="0" smtClean="0">
                <a:solidFill>
                  <a:srgbClr val="333399"/>
                </a:solidFill>
                <a:latin typeface="Arial" charset="0"/>
                <a:ea typeface="黑体" pitchFamily="2" charset="-122"/>
              </a:rPr>
              <a:t>IP</a:t>
            </a:r>
            <a:r>
              <a:rPr kumimoji="1" lang="zh-CN" altLang="en-US" sz="2400" b="1" dirty="0" smtClean="0">
                <a:solidFill>
                  <a:srgbClr val="333399"/>
                </a:solidFill>
                <a:latin typeface="Arial" charset="0"/>
                <a:ea typeface="黑体" pitchFamily="2" charset="-122"/>
              </a:rPr>
              <a:t>网</a:t>
            </a:r>
            <a:endParaRPr kumimoji="1" lang="zh-CN" altLang="en-US" sz="2400" b="1" dirty="0">
              <a:solidFill>
                <a:srgbClr val="333399"/>
              </a:solidFill>
              <a:latin typeface="Arial" charset="0"/>
              <a:ea typeface="黑体" pitchFamily="2" charset="-122"/>
            </a:endParaRPr>
          </a:p>
        </p:txBody>
      </p:sp>
      <p:pic>
        <p:nvPicPr>
          <p:cNvPr id="25651" name="Picture 10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89138" y="1841500"/>
            <a:ext cx="509587"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52" name="Picture 10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92488" y="2800350"/>
            <a:ext cx="5048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25653" name="Picture 11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82063" y="5229225"/>
            <a:ext cx="509587"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54" name="Picture 11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840913" y="1916113"/>
            <a:ext cx="512762"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55" name="Picture 11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73988" y="5081588"/>
            <a:ext cx="511175"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56" name="Picture 11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40525" y="5081588"/>
            <a:ext cx="511175"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57" name="Picture 11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86575" y="1841500"/>
            <a:ext cx="512763"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58" name="Picture 11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56063" y="5154613"/>
            <a:ext cx="511175"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59" name="Picture 11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22600" y="5081588"/>
            <a:ext cx="509588"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60" name="Picture 11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89138" y="5081588"/>
            <a:ext cx="509587"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61" name="Picture 11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59200" y="1620838"/>
            <a:ext cx="512763"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62" name="Picture 1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840913" y="5008563"/>
            <a:ext cx="512762"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63" name="Picture 12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16500" y="5008563"/>
            <a:ext cx="511175"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64" name="Picture 12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43475" y="1916113"/>
            <a:ext cx="509588"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65" name="Picture 12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16400" y="3536950"/>
            <a:ext cx="5048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25666" name="Picture 12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68863" y="3241675"/>
            <a:ext cx="5048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25667" name="Picture 12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44850" y="4125913"/>
            <a:ext cx="50482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25668" name="Picture 12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14525" y="3241675"/>
            <a:ext cx="5048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25669" name="Text Box 126"/>
          <p:cNvSpPr txBox="1">
            <a:spLocks noChangeArrowheads="1"/>
          </p:cNvSpPr>
          <p:nvPr/>
        </p:nvSpPr>
        <p:spPr bwMode="auto">
          <a:xfrm>
            <a:off x="2743200" y="1684338"/>
            <a:ext cx="111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400" b="1" dirty="0">
                <a:solidFill>
                  <a:srgbClr val="333399"/>
                </a:solidFill>
                <a:latin typeface="Arial" charset="0"/>
                <a:ea typeface="黑体" pitchFamily="2" charset="-122"/>
              </a:rPr>
              <a:t>路由器</a:t>
            </a:r>
          </a:p>
        </p:txBody>
      </p:sp>
      <p:sp>
        <p:nvSpPr>
          <p:cNvPr id="25670" name="Line 127"/>
          <p:cNvSpPr>
            <a:spLocks noChangeShapeType="1"/>
          </p:cNvSpPr>
          <p:nvPr/>
        </p:nvSpPr>
        <p:spPr bwMode="auto">
          <a:xfrm>
            <a:off x="3244850" y="2136775"/>
            <a:ext cx="368300" cy="663575"/>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sz="2000" b="1"/>
          </a:p>
        </p:txBody>
      </p:sp>
      <p:pic>
        <p:nvPicPr>
          <p:cNvPr id="25671" name="Picture 12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86788" y="1620838"/>
            <a:ext cx="511175"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672" name="Group 129"/>
          <p:cNvGrpSpPr>
            <a:grpSpLocks/>
          </p:cNvGrpSpPr>
          <p:nvPr/>
        </p:nvGrpSpPr>
        <p:grpSpPr bwMode="auto">
          <a:xfrm>
            <a:off x="6761163" y="2552700"/>
            <a:ext cx="3671887" cy="2381250"/>
            <a:chOff x="3134" y="1375"/>
            <a:chExt cx="2386" cy="1553"/>
          </a:xfrm>
        </p:grpSpPr>
        <p:sp>
          <p:nvSpPr>
            <p:cNvPr id="25683" name="Oval 130"/>
            <p:cNvSpPr>
              <a:spLocks noChangeArrowheads="1"/>
            </p:cNvSpPr>
            <p:nvPr/>
          </p:nvSpPr>
          <p:spPr bwMode="auto">
            <a:xfrm>
              <a:off x="3959" y="1375"/>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3200" b="1">
                <a:latin typeface="Tahoma" pitchFamily="34" charset="0"/>
                <a:ea typeface="黑体" pitchFamily="2" charset="-122"/>
              </a:endParaRPr>
            </a:p>
          </p:txBody>
        </p:sp>
        <p:sp>
          <p:nvSpPr>
            <p:cNvPr id="25684" name="Oval 131"/>
            <p:cNvSpPr>
              <a:spLocks noChangeArrowheads="1"/>
            </p:cNvSpPr>
            <p:nvPr/>
          </p:nvSpPr>
          <p:spPr bwMode="auto">
            <a:xfrm>
              <a:off x="3380" y="1548"/>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3200" b="1">
                <a:latin typeface="Tahoma" pitchFamily="34" charset="0"/>
                <a:ea typeface="黑体" pitchFamily="2" charset="-122"/>
              </a:endParaRPr>
            </a:p>
          </p:txBody>
        </p:sp>
        <p:sp>
          <p:nvSpPr>
            <p:cNvPr id="25685" name="Oval 132"/>
            <p:cNvSpPr>
              <a:spLocks noChangeArrowheads="1"/>
            </p:cNvSpPr>
            <p:nvPr/>
          </p:nvSpPr>
          <p:spPr bwMode="auto">
            <a:xfrm>
              <a:off x="3134" y="1940"/>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3200" b="1">
                <a:latin typeface="Tahoma" pitchFamily="34" charset="0"/>
                <a:ea typeface="黑体" pitchFamily="2" charset="-122"/>
              </a:endParaRPr>
            </a:p>
          </p:txBody>
        </p:sp>
        <p:sp>
          <p:nvSpPr>
            <p:cNvPr id="25686" name="Oval 133"/>
            <p:cNvSpPr>
              <a:spLocks noChangeArrowheads="1"/>
            </p:cNvSpPr>
            <p:nvPr/>
          </p:nvSpPr>
          <p:spPr bwMode="auto">
            <a:xfrm>
              <a:off x="3293" y="2175"/>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3200" b="1">
                <a:latin typeface="Tahoma" pitchFamily="34" charset="0"/>
                <a:ea typeface="黑体" pitchFamily="2" charset="-122"/>
              </a:endParaRPr>
            </a:p>
          </p:txBody>
        </p:sp>
        <p:sp>
          <p:nvSpPr>
            <p:cNvPr id="25687" name="Oval 134"/>
            <p:cNvSpPr>
              <a:spLocks noChangeArrowheads="1"/>
            </p:cNvSpPr>
            <p:nvPr/>
          </p:nvSpPr>
          <p:spPr bwMode="auto">
            <a:xfrm>
              <a:off x="3872" y="2269"/>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3200" b="1">
                <a:latin typeface="Tahoma" pitchFamily="34" charset="0"/>
                <a:ea typeface="黑体" pitchFamily="2" charset="-122"/>
              </a:endParaRPr>
            </a:p>
          </p:txBody>
        </p:sp>
        <p:sp>
          <p:nvSpPr>
            <p:cNvPr id="25688" name="Oval 135"/>
            <p:cNvSpPr>
              <a:spLocks noChangeArrowheads="1"/>
            </p:cNvSpPr>
            <p:nvPr/>
          </p:nvSpPr>
          <p:spPr bwMode="auto">
            <a:xfrm>
              <a:off x="4653" y="1564"/>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3200" b="1">
                <a:latin typeface="Tahoma" pitchFamily="34" charset="0"/>
                <a:ea typeface="黑体" pitchFamily="2" charset="-122"/>
              </a:endParaRPr>
            </a:p>
          </p:txBody>
        </p:sp>
        <p:sp>
          <p:nvSpPr>
            <p:cNvPr id="25689" name="Oval 136"/>
            <p:cNvSpPr>
              <a:spLocks noChangeArrowheads="1"/>
            </p:cNvSpPr>
            <p:nvPr/>
          </p:nvSpPr>
          <p:spPr bwMode="auto">
            <a:xfrm>
              <a:off x="4768" y="1893"/>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3200" b="1">
                <a:latin typeface="Tahoma" pitchFamily="34" charset="0"/>
                <a:ea typeface="黑体" pitchFamily="2" charset="-122"/>
              </a:endParaRPr>
            </a:p>
          </p:txBody>
        </p:sp>
        <p:sp>
          <p:nvSpPr>
            <p:cNvPr id="25690" name="Oval 137"/>
            <p:cNvSpPr>
              <a:spLocks noChangeArrowheads="1"/>
            </p:cNvSpPr>
            <p:nvPr/>
          </p:nvSpPr>
          <p:spPr bwMode="auto">
            <a:xfrm>
              <a:off x="4696" y="2003"/>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3200" b="1">
                <a:latin typeface="Tahoma" pitchFamily="34" charset="0"/>
                <a:ea typeface="黑体" pitchFamily="2" charset="-122"/>
              </a:endParaRPr>
            </a:p>
          </p:txBody>
        </p:sp>
        <p:sp>
          <p:nvSpPr>
            <p:cNvPr id="25691" name="Oval 138"/>
            <p:cNvSpPr>
              <a:spLocks noChangeArrowheads="1"/>
            </p:cNvSpPr>
            <p:nvPr/>
          </p:nvSpPr>
          <p:spPr bwMode="auto">
            <a:xfrm>
              <a:off x="3568" y="1752"/>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3200" b="1">
                <a:latin typeface="Tahoma" pitchFamily="34" charset="0"/>
                <a:ea typeface="黑体" pitchFamily="2" charset="-122"/>
              </a:endParaRPr>
            </a:p>
          </p:txBody>
        </p:sp>
      </p:grpSp>
      <p:sp>
        <p:nvSpPr>
          <p:cNvPr id="25673" name="Oval 139"/>
          <p:cNvSpPr>
            <a:spLocks noChangeArrowheads="1"/>
          </p:cNvSpPr>
          <p:nvPr/>
        </p:nvSpPr>
        <p:spPr bwMode="auto">
          <a:xfrm>
            <a:off x="8008938" y="2505075"/>
            <a:ext cx="1579562" cy="962025"/>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3200" b="1">
              <a:latin typeface="Tahoma" pitchFamily="34" charset="0"/>
              <a:ea typeface="黑体" pitchFamily="2" charset="-122"/>
            </a:endParaRPr>
          </a:p>
        </p:txBody>
      </p:sp>
      <p:sp>
        <p:nvSpPr>
          <p:cNvPr id="25674" name="Oval 140"/>
          <p:cNvSpPr>
            <a:spLocks noChangeArrowheads="1"/>
          </p:cNvSpPr>
          <p:nvPr/>
        </p:nvSpPr>
        <p:spPr bwMode="auto">
          <a:xfrm>
            <a:off x="7118350" y="2771775"/>
            <a:ext cx="1203325" cy="960438"/>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3200" b="1">
              <a:latin typeface="Tahoma" pitchFamily="34" charset="0"/>
              <a:ea typeface="黑体" pitchFamily="2" charset="-122"/>
            </a:endParaRPr>
          </a:p>
        </p:txBody>
      </p:sp>
      <p:sp>
        <p:nvSpPr>
          <p:cNvPr id="25675" name="Oval 141"/>
          <p:cNvSpPr>
            <a:spLocks noChangeArrowheads="1"/>
          </p:cNvSpPr>
          <p:nvPr/>
        </p:nvSpPr>
        <p:spPr bwMode="auto">
          <a:xfrm>
            <a:off x="6740525" y="3370263"/>
            <a:ext cx="800100" cy="769937"/>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3200" b="1">
              <a:latin typeface="Tahoma" pitchFamily="34" charset="0"/>
              <a:ea typeface="黑体" pitchFamily="2" charset="-122"/>
            </a:endParaRPr>
          </a:p>
        </p:txBody>
      </p:sp>
      <p:sp>
        <p:nvSpPr>
          <p:cNvPr id="25676" name="Oval 142"/>
          <p:cNvSpPr>
            <a:spLocks noChangeArrowheads="1"/>
          </p:cNvSpPr>
          <p:nvPr/>
        </p:nvSpPr>
        <p:spPr bwMode="auto">
          <a:xfrm>
            <a:off x="6985000" y="3732213"/>
            <a:ext cx="1222375" cy="841375"/>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3200" b="1">
              <a:latin typeface="Tahoma" pitchFamily="34" charset="0"/>
              <a:ea typeface="黑体" pitchFamily="2" charset="-122"/>
            </a:endParaRPr>
          </a:p>
        </p:txBody>
      </p:sp>
      <p:sp>
        <p:nvSpPr>
          <p:cNvPr id="25677" name="Oval 143"/>
          <p:cNvSpPr>
            <a:spLocks noChangeArrowheads="1"/>
          </p:cNvSpPr>
          <p:nvPr/>
        </p:nvSpPr>
        <p:spPr bwMode="auto">
          <a:xfrm>
            <a:off x="7874000" y="3876675"/>
            <a:ext cx="1846263" cy="1011238"/>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3200" b="1">
              <a:latin typeface="Tahoma" pitchFamily="34" charset="0"/>
              <a:ea typeface="黑体" pitchFamily="2" charset="-122"/>
            </a:endParaRPr>
          </a:p>
        </p:txBody>
      </p:sp>
      <p:sp>
        <p:nvSpPr>
          <p:cNvPr id="25678" name="Oval 144"/>
          <p:cNvSpPr>
            <a:spLocks noChangeArrowheads="1"/>
          </p:cNvSpPr>
          <p:nvPr/>
        </p:nvSpPr>
        <p:spPr bwMode="auto">
          <a:xfrm>
            <a:off x="9077325" y="2794000"/>
            <a:ext cx="1155700" cy="744538"/>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3200" b="1">
              <a:latin typeface="Tahoma" pitchFamily="34" charset="0"/>
              <a:ea typeface="黑体" pitchFamily="2" charset="-122"/>
            </a:endParaRPr>
          </a:p>
        </p:txBody>
      </p:sp>
      <p:sp>
        <p:nvSpPr>
          <p:cNvPr id="25679" name="Oval 145"/>
          <p:cNvSpPr>
            <a:spLocks noChangeArrowheads="1"/>
          </p:cNvSpPr>
          <p:nvPr/>
        </p:nvSpPr>
        <p:spPr bwMode="auto">
          <a:xfrm>
            <a:off x="9255125" y="3298825"/>
            <a:ext cx="1155700" cy="747713"/>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3200" b="1">
              <a:latin typeface="Tahoma" pitchFamily="34" charset="0"/>
              <a:ea typeface="黑体" pitchFamily="2" charset="-122"/>
            </a:endParaRPr>
          </a:p>
        </p:txBody>
      </p:sp>
      <p:sp>
        <p:nvSpPr>
          <p:cNvPr id="25680" name="Oval 146"/>
          <p:cNvSpPr>
            <a:spLocks noChangeArrowheads="1"/>
          </p:cNvSpPr>
          <p:nvPr/>
        </p:nvSpPr>
        <p:spPr bwMode="auto">
          <a:xfrm>
            <a:off x="9142413" y="3467100"/>
            <a:ext cx="1157287" cy="1252538"/>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3200" b="1">
              <a:latin typeface="Tahoma" pitchFamily="34" charset="0"/>
              <a:ea typeface="黑体" pitchFamily="2" charset="-122"/>
            </a:endParaRPr>
          </a:p>
        </p:txBody>
      </p:sp>
      <p:sp>
        <p:nvSpPr>
          <p:cNvPr id="25681" name="Oval 147"/>
          <p:cNvSpPr>
            <a:spLocks noChangeArrowheads="1"/>
          </p:cNvSpPr>
          <p:nvPr/>
        </p:nvSpPr>
        <p:spPr bwMode="auto">
          <a:xfrm>
            <a:off x="7408863" y="3081338"/>
            <a:ext cx="2379662" cy="1250950"/>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3200" b="1">
              <a:latin typeface="Tahoma" pitchFamily="34" charset="0"/>
              <a:ea typeface="黑体" pitchFamily="2" charset="-122"/>
            </a:endParaRPr>
          </a:p>
        </p:txBody>
      </p:sp>
      <p:sp>
        <p:nvSpPr>
          <p:cNvPr id="25682" name="Text Box 148"/>
          <p:cNvSpPr txBox="1">
            <a:spLocks noChangeArrowheads="1"/>
          </p:cNvSpPr>
          <p:nvPr/>
        </p:nvSpPr>
        <p:spPr bwMode="auto">
          <a:xfrm>
            <a:off x="7613122" y="3309938"/>
            <a:ext cx="188224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en-US" altLang="zh-CN" sz="2400" b="1" dirty="0">
                <a:solidFill>
                  <a:srgbClr val="333399"/>
                </a:solidFill>
                <a:latin typeface="Arial" charset="0"/>
                <a:ea typeface="黑体" pitchFamily="2" charset="-122"/>
              </a:rPr>
              <a:t>  </a:t>
            </a:r>
            <a:r>
              <a:rPr kumimoji="1" lang="zh-CN" altLang="en-US" sz="2400" b="1" dirty="0" smtClean="0">
                <a:solidFill>
                  <a:srgbClr val="333399"/>
                </a:solidFill>
                <a:latin typeface="Arial" charset="0"/>
                <a:ea typeface="黑体" pitchFamily="2" charset="-122"/>
              </a:rPr>
              <a:t>虚拟的</a:t>
            </a:r>
            <a:r>
              <a:rPr kumimoji="1" lang="en-US" altLang="zh-CN" sz="2400" b="1" dirty="0" smtClean="0">
                <a:solidFill>
                  <a:srgbClr val="333399"/>
                </a:solidFill>
                <a:latin typeface="Arial" charset="0"/>
                <a:ea typeface="黑体" pitchFamily="2" charset="-122"/>
              </a:rPr>
              <a:t>IP</a:t>
            </a:r>
            <a:r>
              <a:rPr kumimoji="1" lang="zh-CN" altLang="en-US" sz="2400" b="1" dirty="0" smtClean="0">
                <a:solidFill>
                  <a:srgbClr val="333399"/>
                </a:solidFill>
                <a:latin typeface="Arial" charset="0"/>
                <a:ea typeface="黑体" pitchFamily="2" charset="-122"/>
              </a:rPr>
              <a:t>网</a:t>
            </a:r>
            <a:endParaRPr kumimoji="1" lang="en-US" altLang="zh-CN" sz="2400" b="1" dirty="0" smtClean="0">
              <a:solidFill>
                <a:srgbClr val="333399"/>
              </a:solidFill>
              <a:latin typeface="Arial" charset="0"/>
              <a:ea typeface="黑体" pitchFamily="2" charset="-122"/>
            </a:endParaRPr>
          </a:p>
          <a:p>
            <a:pPr algn="ctr" eaLnBrk="1" hangingPunct="1"/>
            <a:r>
              <a:rPr kumimoji="1" lang="zh-CN" altLang="en-US" sz="2400" b="1" dirty="0" smtClean="0">
                <a:solidFill>
                  <a:srgbClr val="333399"/>
                </a:solidFill>
                <a:latin typeface="Arial" charset="0"/>
                <a:ea typeface="黑体" pitchFamily="2" charset="-122"/>
              </a:rPr>
              <a:t>（</a:t>
            </a:r>
            <a:r>
              <a:rPr kumimoji="1" lang="zh-CN" altLang="en-US" sz="2400" b="1" dirty="0">
                <a:solidFill>
                  <a:srgbClr val="333399"/>
                </a:solidFill>
                <a:latin typeface="Arial" charset="0"/>
                <a:ea typeface="黑体" pitchFamily="2" charset="-122"/>
              </a:rPr>
              <a:t>互联网）</a:t>
            </a:r>
          </a:p>
        </p:txBody>
      </p:sp>
    </p:spTree>
    <p:extLst>
      <p:ext uri="{BB962C8B-B14F-4D97-AF65-F5344CB8AC3E}">
        <p14:creationId xmlns:p14="http://schemas.microsoft.com/office/powerpoint/2010/main" val="2953400149"/>
      </p:ext>
    </p:extLst>
  </p:cSld>
  <p:clrMapOvr>
    <a:masterClrMapping/>
  </p:clrMapOvr>
  <p:transition spd="slow"/>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21"/>
          <p:cNvSpPr>
            <a:spLocks noChangeArrowheads="1"/>
          </p:cNvSpPr>
          <p:nvPr/>
        </p:nvSpPr>
        <p:spPr bwMode="auto">
          <a:xfrm>
            <a:off x="2071688" y="677863"/>
            <a:ext cx="639762" cy="12144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21507" name="Rectangle 219"/>
          <p:cNvSpPr>
            <a:spLocks noChangeArrowheads="1"/>
          </p:cNvSpPr>
          <p:nvPr/>
        </p:nvSpPr>
        <p:spPr bwMode="auto">
          <a:xfrm>
            <a:off x="2081213" y="1168400"/>
            <a:ext cx="623887" cy="25717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21508" name="Text Box 220"/>
          <p:cNvSpPr txBox="1">
            <a:spLocks noChangeArrowheads="1"/>
          </p:cNvSpPr>
          <p:nvPr/>
        </p:nvSpPr>
        <p:spPr bwMode="auto">
          <a:xfrm>
            <a:off x="2251075" y="635000"/>
            <a:ext cx="296863"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lang="en-US" altLang="zh-CN" sz="1600" b="1">
                <a:latin typeface="Arial" charset="0"/>
                <a:ea typeface="黑体" pitchFamily="2" charset="-122"/>
              </a:rPr>
              <a:t>5</a:t>
            </a:r>
          </a:p>
          <a:p>
            <a:pPr algn="ctr" eaLnBrk="1" hangingPunct="1"/>
            <a:r>
              <a:rPr lang="en-US" altLang="zh-CN" sz="1600" b="1">
                <a:latin typeface="Arial" charset="0"/>
                <a:ea typeface="黑体" pitchFamily="2" charset="-122"/>
              </a:rPr>
              <a:t>4</a:t>
            </a:r>
          </a:p>
          <a:p>
            <a:pPr algn="ctr" eaLnBrk="1" hangingPunct="1"/>
            <a:r>
              <a:rPr lang="en-US" altLang="zh-CN" sz="1600" b="1">
                <a:latin typeface="Arial" charset="0"/>
                <a:ea typeface="黑体" pitchFamily="2" charset="-122"/>
              </a:rPr>
              <a:t>3</a:t>
            </a:r>
          </a:p>
          <a:p>
            <a:pPr algn="ctr" eaLnBrk="1" hangingPunct="1"/>
            <a:r>
              <a:rPr lang="en-US" altLang="zh-CN" sz="1600" b="1">
                <a:latin typeface="Arial" charset="0"/>
                <a:ea typeface="黑体" pitchFamily="2" charset="-122"/>
              </a:rPr>
              <a:t>2</a:t>
            </a:r>
          </a:p>
          <a:p>
            <a:pPr algn="ctr" eaLnBrk="1" hangingPunct="1"/>
            <a:r>
              <a:rPr lang="en-US" altLang="zh-CN" sz="1600" b="1">
                <a:latin typeface="Arial" charset="0"/>
                <a:ea typeface="黑体" pitchFamily="2" charset="-122"/>
              </a:rPr>
              <a:t>1</a:t>
            </a:r>
          </a:p>
        </p:txBody>
      </p:sp>
      <p:sp>
        <p:nvSpPr>
          <p:cNvPr id="21509" name="Line 222"/>
          <p:cNvSpPr>
            <a:spLocks noChangeShapeType="1"/>
          </p:cNvSpPr>
          <p:nvPr/>
        </p:nvSpPr>
        <p:spPr bwMode="auto">
          <a:xfrm>
            <a:off x="2071688" y="936625"/>
            <a:ext cx="6397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510" name="Line 223"/>
          <p:cNvSpPr>
            <a:spLocks noChangeShapeType="1"/>
          </p:cNvSpPr>
          <p:nvPr/>
        </p:nvSpPr>
        <p:spPr bwMode="auto">
          <a:xfrm>
            <a:off x="2071688" y="1176338"/>
            <a:ext cx="6397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511" name="Line 224"/>
          <p:cNvSpPr>
            <a:spLocks noChangeShapeType="1"/>
          </p:cNvSpPr>
          <p:nvPr/>
        </p:nvSpPr>
        <p:spPr bwMode="auto">
          <a:xfrm>
            <a:off x="2071688" y="1416050"/>
            <a:ext cx="6397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512" name="Line 225"/>
          <p:cNvSpPr>
            <a:spLocks noChangeShapeType="1"/>
          </p:cNvSpPr>
          <p:nvPr/>
        </p:nvSpPr>
        <p:spPr bwMode="auto">
          <a:xfrm>
            <a:off x="2071688" y="1657350"/>
            <a:ext cx="6397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513" name="Freeform 4"/>
          <p:cNvSpPr>
            <a:spLocks/>
          </p:cNvSpPr>
          <p:nvPr/>
        </p:nvSpPr>
        <p:spPr bwMode="auto">
          <a:xfrm>
            <a:off x="9321800" y="2424113"/>
            <a:ext cx="312738" cy="1800225"/>
          </a:xfrm>
          <a:custGeom>
            <a:avLst/>
            <a:gdLst>
              <a:gd name="T0" fmla="*/ 2147483646 w 197"/>
              <a:gd name="T1" fmla="*/ 0 h 1134"/>
              <a:gd name="T2" fmla="*/ 0 w 197"/>
              <a:gd name="T3" fmla="*/ 2147483646 h 1134"/>
              <a:gd name="T4" fmla="*/ 2147483646 w 197"/>
              <a:gd name="T5" fmla="*/ 2147483646 h 1134"/>
              <a:gd name="T6" fmla="*/ 0 60000 65536"/>
              <a:gd name="T7" fmla="*/ 0 60000 65536"/>
              <a:gd name="T8" fmla="*/ 0 60000 65536"/>
              <a:gd name="T9" fmla="*/ 0 w 197"/>
              <a:gd name="T10" fmla="*/ 0 h 1134"/>
              <a:gd name="T11" fmla="*/ 197 w 197"/>
              <a:gd name="T12" fmla="*/ 1134 h 1134"/>
            </a:gdLst>
            <a:ahLst/>
            <a:cxnLst>
              <a:cxn ang="T6">
                <a:pos x="T0" y="T1"/>
              </a:cxn>
              <a:cxn ang="T7">
                <a:pos x="T2" y="T3"/>
              </a:cxn>
              <a:cxn ang="T8">
                <a:pos x="T4" y="T5"/>
              </a:cxn>
            </a:cxnLst>
            <a:rect l="T9" t="T10" r="T11" b="T12"/>
            <a:pathLst>
              <a:path w="197" h="1134">
                <a:moveTo>
                  <a:pt x="197" y="0"/>
                </a:moveTo>
                <a:lnTo>
                  <a:pt x="0" y="507"/>
                </a:lnTo>
                <a:lnTo>
                  <a:pt x="16" y="1134"/>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grpSp>
        <p:nvGrpSpPr>
          <p:cNvPr id="21514" name="Group 5"/>
          <p:cNvGrpSpPr>
            <a:grpSpLocks/>
          </p:cNvGrpSpPr>
          <p:nvPr/>
        </p:nvGrpSpPr>
        <p:grpSpPr bwMode="auto">
          <a:xfrm>
            <a:off x="4016375" y="5140325"/>
            <a:ext cx="639763" cy="1314450"/>
            <a:chOff x="617" y="262"/>
            <a:chExt cx="403" cy="828"/>
          </a:xfrm>
        </p:grpSpPr>
        <p:sp>
          <p:nvSpPr>
            <p:cNvPr id="21785" name="Rectangle 6"/>
            <p:cNvSpPr>
              <a:spLocks noChangeArrowheads="1"/>
            </p:cNvSpPr>
            <p:nvPr/>
          </p:nvSpPr>
          <p:spPr bwMode="auto">
            <a:xfrm>
              <a:off x="623" y="598"/>
              <a:ext cx="393" cy="162"/>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21786" name="Text Box 7"/>
            <p:cNvSpPr txBox="1">
              <a:spLocks noChangeArrowheads="1"/>
            </p:cNvSpPr>
            <p:nvPr/>
          </p:nvSpPr>
          <p:spPr bwMode="auto">
            <a:xfrm>
              <a:off x="730" y="262"/>
              <a:ext cx="187" cy="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lang="en-US" altLang="zh-CN" sz="1600" b="1">
                  <a:latin typeface="Arial" charset="0"/>
                  <a:ea typeface="黑体" pitchFamily="2" charset="-122"/>
                </a:rPr>
                <a:t>5</a:t>
              </a:r>
            </a:p>
            <a:p>
              <a:pPr algn="ctr" eaLnBrk="1" hangingPunct="1"/>
              <a:r>
                <a:rPr lang="en-US" altLang="zh-CN" sz="1600" b="1">
                  <a:latin typeface="Arial" charset="0"/>
                  <a:ea typeface="黑体" pitchFamily="2" charset="-122"/>
                </a:rPr>
                <a:t>4</a:t>
              </a:r>
            </a:p>
            <a:p>
              <a:pPr algn="ctr" eaLnBrk="1" hangingPunct="1"/>
              <a:r>
                <a:rPr lang="en-US" altLang="zh-CN" sz="1600" b="1">
                  <a:latin typeface="Arial" charset="0"/>
                  <a:ea typeface="黑体" pitchFamily="2" charset="-122"/>
                </a:rPr>
                <a:t>3</a:t>
              </a:r>
            </a:p>
            <a:p>
              <a:pPr algn="ctr" eaLnBrk="1" hangingPunct="1"/>
              <a:r>
                <a:rPr lang="en-US" altLang="zh-CN" sz="1600" b="1">
                  <a:latin typeface="Arial" charset="0"/>
                  <a:ea typeface="黑体" pitchFamily="2" charset="-122"/>
                </a:rPr>
                <a:t>2</a:t>
              </a:r>
            </a:p>
            <a:p>
              <a:pPr algn="ctr" eaLnBrk="1" hangingPunct="1"/>
              <a:r>
                <a:rPr lang="en-US" altLang="zh-CN" sz="1600" b="1">
                  <a:latin typeface="Arial" charset="0"/>
                  <a:ea typeface="黑体" pitchFamily="2" charset="-122"/>
                </a:rPr>
                <a:t>1</a:t>
              </a:r>
            </a:p>
          </p:txBody>
        </p:sp>
        <p:sp>
          <p:nvSpPr>
            <p:cNvPr id="21787" name="Rectangle 8"/>
            <p:cNvSpPr>
              <a:spLocks noChangeArrowheads="1"/>
            </p:cNvSpPr>
            <p:nvPr/>
          </p:nvSpPr>
          <p:spPr bwMode="auto">
            <a:xfrm>
              <a:off x="617" y="289"/>
              <a:ext cx="403" cy="7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21788" name="Line 9"/>
            <p:cNvSpPr>
              <a:spLocks noChangeShapeType="1"/>
            </p:cNvSpPr>
            <p:nvPr/>
          </p:nvSpPr>
          <p:spPr bwMode="auto">
            <a:xfrm>
              <a:off x="617" y="452"/>
              <a:ext cx="40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789" name="Line 10"/>
            <p:cNvSpPr>
              <a:spLocks noChangeShapeType="1"/>
            </p:cNvSpPr>
            <p:nvPr/>
          </p:nvSpPr>
          <p:spPr bwMode="auto">
            <a:xfrm>
              <a:off x="617" y="603"/>
              <a:ext cx="40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790" name="Line 11"/>
            <p:cNvSpPr>
              <a:spLocks noChangeShapeType="1"/>
            </p:cNvSpPr>
            <p:nvPr/>
          </p:nvSpPr>
          <p:spPr bwMode="auto">
            <a:xfrm>
              <a:off x="617" y="754"/>
              <a:ext cx="40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791" name="Line 12"/>
            <p:cNvSpPr>
              <a:spLocks noChangeShapeType="1"/>
            </p:cNvSpPr>
            <p:nvPr/>
          </p:nvSpPr>
          <p:spPr bwMode="auto">
            <a:xfrm>
              <a:off x="617" y="906"/>
              <a:ext cx="40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21515" name="Line 13"/>
          <p:cNvSpPr>
            <a:spLocks noChangeShapeType="1"/>
          </p:cNvSpPr>
          <p:nvPr/>
        </p:nvSpPr>
        <p:spPr bwMode="auto">
          <a:xfrm flipV="1">
            <a:off x="4448175" y="2352675"/>
            <a:ext cx="50403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516" name="Line 14"/>
          <p:cNvSpPr>
            <a:spLocks noChangeShapeType="1"/>
          </p:cNvSpPr>
          <p:nvPr/>
        </p:nvSpPr>
        <p:spPr bwMode="auto">
          <a:xfrm flipV="1">
            <a:off x="5095875" y="4224338"/>
            <a:ext cx="865188"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517" name="Line 15"/>
          <p:cNvSpPr>
            <a:spLocks noChangeShapeType="1"/>
          </p:cNvSpPr>
          <p:nvPr/>
        </p:nvSpPr>
        <p:spPr bwMode="auto">
          <a:xfrm>
            <a:off x="2216150" y="2352675"/>
            <a:ext cx="0" cy="360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pic>
        <p:nvPicPr>
          <p:cNvPr id="21518" name="Picture 1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16600" y="4081463"/>
            <a:ext cx="52070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nvGrpSpPr>
          <p:cNvPr id="21519" name="Group 17"/>
          <p:cNvGrpSpPr>
            <a:grpSpLocks/>
          </p:cNvGrpSpPr>
          <p:nvPr/>
        </p:nvGrpSpPr>
        <p:grpSpPr bwMode="auto">
          <a:xfrm>
            <a:off x="4953000" y="1992313"/>
            <a:ext cx="1439863" cy="863600"/>
            <a:chOff x="385" y="2795"/>
            <a:chExt cx="1769" cy="816"/>
          </a:xfrm>
        </p:grpSpPr>
        <p:sp>
          <p:nvSpPr>
            <p:cNvPr id="21768" name="Oval 18"/>
            <p:cNvSpPr>
              <a:spLocks noChangeArrowheads="1"/>
            </p:cNvSpPr>
            <p:nvPr/>
          </p:nvSpPr>
          <p:spPr bwMode="auto">
            <a:xfrm>
              <a:off x="1588" y="3060"/>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769" name="Oval 19"/>
            <p:cNvSpPr>
              <a:spLocks noChangeArrowheads="1"/>
            </p:cNvSpPr>
            <p:nvPr/>
          </p:nvSpPr>
          <p:spPr bwMode="auto">
            <a:xfrm>
              <a:off x="927" y="3273"/>
              <a:ext cx="885" cy="338"/>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770" name="Oval 20"/>
            <p:cNvSpPr>
              <a:spLocks noChangeArrowheads="1"/>
            </p:cNvSpPr>
            <p:nvPr/>
          </p:nvSpPr>
          <p:spPr bwMode="auto">
            <a:xfrm>
              <a:off x="502" y="3204"/>
              <a:ext cx="585"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771" name="Oval 21"/>
            <p:cNvSpPr>
              <a:spLocks noChangeArrowheads="1"/>
            </p:cNvSpPr>
            <p:nvPr/>
          </p:nvSpPr>
          <p:spPr bwMode="auto">
            <a:xfrm>
              <a:off x="385" y="3084"/>
              <a:ext cx="384" cy="255"/>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772" name="Oval 22"/>
            <p:cNvSpPr>
              <a:spLocks noChangeArrowheads="1"/>
            </p:cNvSpPr>
            <p:nvPr/>
          </p:nvSpPr>
          <p:spPr bwMode="auto">
            <a:xfrm>
              <a:off x="566" y="2883"/>
              <a:ext cx="575"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773" name="Oval 23"/>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774" name="Oval 24"/>
            <p:cNvSpPr>
              <a:spLocks noChangeArrowheads="1"/>
            </p:cNvSpPr>
            <p:nvPr/>
          </p:nvSpPr>
          <p:spPr bwMode="auto">
            <a:xfrm>
              <a:off x="1505" y="2891"/>
              <a:ext cx="554" cy="24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775" name="Oval 25"/>
            <p:cNvSpPr>
              <a:spLocks noChangeArrowheads="1"/>
            </p:cNvSpPr>
            <p:nvPr/>
          </p:nvSpPr>
          <p:spPr bwMode="auto">
            <a:xfrm>
              <a:off x="705" y="2987"/>
              <a:ext cx="1141" cy="41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776" name="Oval 26"/>
            <p:cNvSpPr>
              <a:spLocks noChangeArrowheads="1"/>
            </p:cNvSpPr>
            <p:nvPr/>
          </p:nvSpPr>
          <p:spPr bwMode="auto">
            <a:xfrm rot="1336630">
              <a:off x="1473" y="3066"/>
              <a:ext cx="556" cy="417"/>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777" name="Oval 27"/>
            <p:cNvSpPr>
              <a:spLocks noChangeArrowheads="1"/>
            </p:cNvSpPr>
            <p:nvPr/>
          </p:nvSpPr>
          <p:spPr bwMode="auto">
            <a:xfrm>
              <a:off x="1003" y="2811"/>
              <a:ext cx="757"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778" name="Oval 28"/>
            <p:cNvSpPr>
              <a:spLocks noChangeArrowheads="1"/>
            </p:cNvSpPr>
            <p:nvPr/>
          </p:nvSpPr>
          <p:spPr bwMode="auto">
            <a:xfrm>
              <a:off x="576" y="2898"/>
              <a:ext cx="575"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779" name="Oval 29"/>
            <p:cNvSpPr>
              <a:spLocks noChangeArrowheads="1"/>
            </p:cNvSpPr>
            <p:nvPr/>
          </p:nvSpPr>
          <p:spPr bwMode="auto">
            <a:xfrm>
              <a:off x="397" y="3099"/>
              <a:ext cx="382" cy="257"/>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780" name="Oval 30"/>
            <p:cNvSpPr>
              <a:spLocks noChangeArrowheads="1"/>
            </p:cNvSpPr>
            <p:nvPr/>
          </p:nvSpPr>
          <p:spPr bwMode="auto">
            <a:xfrm>
              <a:off x="1514" y="2907"/>
              <a:ext cx="554" cy="249"/>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781" name="Oval 31"/>
            <p:cNvSpPr>
              <a:spLocks noChangeArrowheads="1"/>
            </p:cNvSpPr>
            <p:nvPr/>
          </p:nvSpPr>
          <p:spPr bwMode="auto">
            <a:xfrm>
              <a:off x="1598" y="3075"/>
              <a:ext cx="556" cy="249"/>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782" name="Oval 32"/>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783" name="Oval 33"/>
            <p:cNvSpPr>
              <a:spLocks noChangeArrowheads="1"/>
            </p:cNvSpPr>
            <p:nvPr/>
          </p:nvSpPr>
          <p:spPr bwMode="auto">
            <a:xfrm>
              <a:off x="514" y="3219"/>
              <a:ext cx="585" cy="282"/>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784" name="Freeform 34"/>
            <p:cNvSpPr>
              <a:spLocks/>
            </p:cNvSpPr>
            <p:nvPr/>
          </p:nvSpPr>
          <p:spPr bwMode="auto">
            <a:xfrm>
              <a:off x="567" y="2924"/>
              <a:ext cx="1451" cy="597"/>
            </a:xfrm>
            <a:custGeom>
              <a:avLst/>
              <a:gdLst>
                <a:gd name="T0" fmla="*/ 0 w 1447"/>
                <a:gd name="T1" fmla="*/ 1 h 1128"/>
                <a:gd name="T2" fmla="*/ 80 w 1447"/>
                <a:gd name="T3" fmla="*/ 1 h 1128"/>
                <a:gd name="T4" fmla="*/ 56 w 1447"/>
                <a:gd name="T5" fmla="*/ 1 h 1128"/>
                <a:gd name="T6" fmla="*/ 24 w 1447"/>
                <a:gd name="T7" fmla="*/ 1 h 1128"/>
                <a:gd name="T8" fmla="*/ 40 w 1447"/>
                <a:gd name="T9" fmla="*/ 1 h 1128"/>
                <a:gd name="T10" fmla="*/ 64 w 1447"/>
                <a:gd name="T11" fmla="*/ 1 h 1128"/>
                <a:gd name="T12" fmla="*/ 96 w 1447"/>
                <a:gd name="T13" fmla="*/ 1 h 1128"/>
                <a:gd name="T14" fmla="*/ 104 w 1447"/>
                <a:gd name="T15" fmla="*/ 1 h 1128"/>
                <a:gd name="T16" fmla="*/ 152 w 1447"/>
                <a:gd name="T17" fmla="*/ 1 h 1128"/>
                <a:gd name="T18" fmla="*/ 168 w 1447"/>
                <a:gd name="T19" fmla="*/ 1 h 1128"/>
                <a:gd name="T20" fmla="*/ 224 w 1447"/>
                <a:gd name="T21" fmla="*/ 1 h 1128"/>
                <a:gd name="T22" fmla="*/ 312 w 1447"/>
                <a:gd name="T23" fmla="*/ 1 h 1128"/>
                <a:gd name="T24" fmla="*/ 352 w 1447"/>
                <a:gd name="T25" fmla="*/ 1 h 1128"/>
                <a:gd name="T26" fmla="*/ 376 w 1447"/>
                <a:gd name="T27" fmla="*/ 1 h 1128"/>
                <a:gd name="T28" fmla="*/ 448 w 1447"/>
                <a:gd name="T29" fmla="*/ 1 h 1128"/>
                <a:gd name="T30" fmla="*/ 528 w 1447"/>
                <a:gd name="T31" fmla="*/ 0 h 1128"/>
                <a:gd name="T32" fmla="*/ 856 w 1447"/>
                <a:gd name="T33" fmla="*/ 1 h 1128"/>
                <a:gd name="T34" fmla="*/ 1128 w 1447"/>
                <a:gd name="T35" fmla="*/ 1 h 1128"/>
                <a:gd name="T36" fmla="*/ 1152 w 1447"/>
                <a:gd name="T37" fmla="*/ 1 h 1128"/>
                <a:gd name="T38" fmla="*/ 1176 w 1447"/>
                <a:gd name="T39" fmla="*/ 1 h 1128"/>
                <a:gd name="T40" fmla="*/ 1305 w 1447"/>
                <a:gd name="T41" fmla="*/ 1 h 1128"/>
                <a:gd name="T42" fmla="*/ 1392 w 1447"/>
                <a:gd name="T43" fmla="*/ 1 h 1128"/>
                <a:gd name="T44" fmla="*/ 1440 w 1447"/>
                <a:gd name="T45" fmla="*/ 1 h 1128"/>
                <a:gd name="T46" fmla="*/ 1456 w 1447"/>
                <a:gd name="T47" fmla="*/ 1 h 1128"/>
                <a:gd name="T48" fmla="*/ 1488 w 1447"/>
                <a:gd name="T49" fmla="*/ 1 h 1128"/>
                <a:gd name="T50" fmla="*/ 1512 w 1447"/>
                <a:gd name="T51" fmla="*/ 1 h 1128"/>
                <a:gd name="T52" fmla="*/ 1528 w 1447"/>
                <a:gd name="T53" fmla="*/ 1 h 1128"/>
                <a:gd name="T54" fmla="*/ 1528 w 1447"/>
                <a:gd name="T55" fmla="*/ 1 h 1128"/>
                <a:gd name="T56" fmla="*/ 1512 w 1447"/>
                <a:gd name="T57" fmla="*/ 1 h 1128"/>
                <a:gd name="T58" fmla="*/ 1464 w 1447"/>
                <a:gd name="T59" fmla="*/ 1 h 1128"/>
                <a:gd name="T60" fmla="*/ 1448 w 1447"/>
                <a:gd name="T61" fmla="*/ 1 h 1128"/>
                <a:gd name="T62" fmla="*/ 1400 w 1447"/>
                <a:gd name="T63" fmla="*/ 1 h 1128"/>
                <a:gd name="T64" fmla="*/ 1295 w 1447"/>
                <a:gd name="T65" fmla="*/ 1 h 1128"/>
                <a:gd name="T66" fmla="*/ 1240 w 1447"/>
                <a:gd name="T67" fmla="*/ 1 h 1128"/>
                <a:gd name="T68" fmla="*/ 1184 w 1447"/>
                <a:gd name="T69" fmla="*/ 1 h 1128"/>
                <a:gd name="T70" fmla="*/ 464 w 1447"/>
                <a:gd name="T71" fmla="*/ 1 h 1128"/>
                <a:gd name="T72" fmla="*/ 384 w 1447"/>
                <a:gd name="T73" fmla="*/ 1 h 1128"/>
                <a:gd name="T74" fmla="*/ 328 w 1447"/>
                <a:gd name="T75" fmla="*/ 1 h 1128"/>
                <a:gd name="T76" fmla="*/ 264 w 1447"/>
                <a:gd name="T77" fmla="*/ 1 h 1128"/>
                <a:gd name="T78" fmla="*/ 224 w 1447"/>
                <a:gd name="T79" fmla="*/ 1 h 1128"/>
                <a:gd name="T80" fmla="*/ 120 w 1447"/>
                <a:gd name="T81" fmla="*/ 1 h 1128"/>
                <a:gd name="T82" fmla="*/ 56 w 1447"/>
                <a:gd name="T83" fmla="*/ 1 h 1128"/>
                <a:gd name="T84" fmla="*/ 16 w 1447"/>
                <a:gd name="T85" fmla="*/ 1 h 1128"/>
                <a:gd name="T86" fmla="*/ 8 w 1447"/>
                <a:gd name="T87" fmla="*/ 1 h 1128"/>
                <a:gd name="T88" fmla="*/ 0 w 1447"/>
                <a:gd name="T89" fmla="*/ 1 h 112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447"/>
                <a:gd name="T136" fmla="*/ 0 h 1128"/>
                <a:gd name="T137" fmla="*/ 1447 w 1447"/>
                <a:gd name="T138" fmla="*/ 1128 h 1128"/>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b="1"/>
            </a:p>
          </p:txBody>
        </p:sp>
      </p:grpSp>
      <p:sp>
        <p:nvSpPr>
          <p:cNvPr id="21520" name="Text Box 35"/>
          <p:cNvSpPr txBox="1">
            <a:spLocks noChangeArrowheads="1"/>
          </p:cNvSpPr>
          <p:nvPr/>
        </p:nvSpPr>
        <p:spPr bwMode="auto">
          <a:xfrm>
            <a:off x="1491579" y="1987550"/>
            <a:ext cx="59824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lang="zh-CN" altLang="en-US" sz="1600" b="1" dirty="0">
                <a:latin typeface="Arial" charset="0"/>
                <a:ea typeface="黑体" pitchFamily="2" charset="-122"/>
              </a:rPr>
              <a:t>主机</a:t>
            </a:r>
          </a:p>
          <a:p>
            <a:pPr algn="ctr" eaLnBrk="1" hangingPunct="1"/>
            <a:r>
              <a:rPr lang="en-US" altLang="zh-CN" sz="1600" b="1" dirty="0">
                <a:latin typeface="Arial" charset="0"/>
                <a:ea typeface="黑体" pitchFamily="2" charset="-122"/>
              </a:rPr>
              <a:t>H</a:t>
            </a:r>
            <a:r>
              <a:rPr lang="en-US" altLang="zh-CN" sz="1600" b="1" baseline="-25000" dirty="0">
                <a:latin typeface="Arial" charset="0"/>
                <a:ea typeface="黑体" pitchFamily="2" charset="-122"/>
              </a:rPr>
              <a:t>1</a:t>
            </a:r>
          </a:p>
        </p:txBody>
      </p:sp>
      <p:pic>
        <p:nvPicPr>
          <p:cNvPr id="21521" name="Picture 3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99588" y="2208213"/>
            <a:ext cx="52070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nvGrpSpPr>
          <p:cNvPr id="21522" name="Group 37"/>
          <p:cNvGrpSpPr>
            <a:grpSpLocks/>
          </p:cNvGrpSpPr>
          <p:nvPr/>
        </p:nvGrpSpPr>
        <p:grpSpPr bwMode="auto">
          <a:xfrm>
            <a:off x="7472363" y="1992313"/>
            <a:ext cx="1439862" cy="863600"/>
            <a:chOff x="385" y="2795"/>
            <a:chExt cx="1769" cy="816"/>
          </a:xfrm>
        </p:grpSpPr>
        <p:sp>
          <p:nvSpPr>
            <p:cNvPr id="21751" name="Oval 38"/>
            <p:cNvSpPr>
              <a:spLocks noChangeArrowheads="1"/>
            </p:cNvSpPr>
            <p:nvPr/>
          </p:nvSpPr>
          <p:spPr bwMode="auto">
            <a:xfrm>
              <a:off x="1588" y="3060"/>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752" name="Oval 39"/>
            <p:cNvSpPr>
              <a:spLocks noChangeArrowheads="1"/>
            </p:cNvSpPr>
            <p:nvPr/>
          </p:nvSpPr>
          <p:spPr bwMode="auto">
            <a:xfrm>
              <a:off x="927" y="3273"/>
              <a:ext cx="885" cy="338"/>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753" name="Oval 40"/>
            <p:cNvSpPr>
              <a:spLocks noChangeArrowheads="1"/>
            </p:cNvSpPr>
            <p:nvPr/>
          </p:nvSpPr>
          <p:spPr bwMode="auto">
            <a:xfrm>
              <a:off x="502" y="3204"/>
              <a:ext cx="585"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754" name="Oval 41"/>
            <p:cNvSpPr>
              <a:spLocks noChangeArrowheads="1"/>
            </p:cNvSpPr>
            <p:nvPr/>
          </p:nvSpPr>
          <p:spPr bwMode="auto">
            <a:xfrm>
              <a:off x="385" y="3084"/>
              <a:ext cx="384" cy="255"/>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755" name="Oval 42"/>
            <p:cNvSpPr>
              <a:spLocks noChangeArrowheads="1"/>
            </p:cNvSpPr>
            <p:nvPr/>
          </p:nvSpPr>
          <p:spPr bwMode="auto">
            <a:xfrm>
              <a:off x="566" y="2883"/>
              <a:ext cx="575"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756" name="Oval 43"/>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757" name="Oval 44"/>
            <p:cNvSpPr>
              <a:spLocks noChangeArrowheads="1"/>
            </p:cNvSpPr>
            <p:nvPr/>
          </p:nvSpPr>
          <p:spPr bwMode="auto">
            <a:xfrm>
              <a:off x="1505" y="2891"/>
              <a:ext cx="554" cy="24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758" name="Oval 45"/>
            <p:cNvSpPr>
              <a:spLocks noChangeArrowheads="1"/>
            </p:cNvSpPr>
            <p:nvPr/>
          </p:nvSpPr>
          <p:spPr bwMode="auto">
            <a:xfrm>
              <a:off x="705" y="2987"/>
              <a:ext cx="1141" cy="41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759" name="Oval 46"/>
            <p:cNvSpPr>
              <a:spLocks noChangeArrowheads="1"/>
            </p:cNvSpPr>
            <p:nvPr/>
          </p:nvSpPr>
          <p:spPr bwMode="auto">
            <a:xfrm rot="1336630">
              <a:off x="1473" y="3066"/>
              <a:ext cx="556" cy="417"/>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760" name="Oval 47"/>
            <p:cNvSpPr>
              <a:spLocks noChangeArrowheads="1"/>
            </p:cNvSpPr>
            <p:nvPr/>
          </p:nvSpPr>
          <p:spPr bwMode="auto">
            <a:xfrm>
              <a:off x="1003" y="2811"/>
              <a:ext cx="757"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761" name="Oval 48"/>
            <p:cNvSpPr>
              <a:spLocks noChangeArrowheads="1"/>
            </p:cNvSpPr>
            <p:nvPr/>
          </p:nvSpPr>
          <p:spPr bwMode="auto">
            <a:xfrm>
              <a:off x="576" y="2898"/>
              <a:ext cx="575"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762" name="Oval 49"/>
            <p:cNvSpPr>
              <a:spLocks noChangeArrowheads="1"/>
            </p:cNvSpPr>
            <p:nvPr/>
          </p:nvSpPr>
          <p:spPr bwMode="auto">
            <a:xfrm>
              <a:off x="397" y="3099"/>
              <a:ext cx="382" cy="257"/>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763" name="Oval 50"/>
            <p:cNvSpPr>
              <a:spLocks noChangeArrowheads="1"/>
            </p:cNvSpPr>
            <p:nvPr/>
          </p:nvSpPr>
          <p:spPr bwMode="auto">
            <a:xfrm>
              <a:off x="1514" y="2907"/>
              <a:ext cx="554" cy="249"/>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764" name="Oval 51"/>
            <p:cNvSpPr>
              <a:spLocks noChangeArrowheads="1"/>
            </p:cNvSpPr>
            <p:nvPr/>
          </p:nvSpPr>
          <p:spPr bwMode="auto">
            <a:xfrm>
              <a:off x="1598" y="3075"/>
              <a:ext cx="556" cy="249"/>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765" name="Oval 52"/>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766" name="Oval 53"/>
            <p:cNvSpPr>
              <a:spLocks noChangeArrowheads="1"/>
            </p:cNvSpPr>
            <p:nvPr/>
          </p:nvSpPr>
          <p:spPr bwMode="auto">
            <a:xfrm>
              <a:off x="514" y="3219"/>
              <a:ext cx="585" cy="282"/>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767" name="Freeform 54"/>
            <p:cNvSpPr>
              <a:spLocks/>
            </p:cNvSpPr>
            <p:nvPr/>
          </p:nvSpPr>
          <p:spPr bwMode="auto">
            <a:xfrm>
              <a:off x="567" y="2924"/>
              <a:ext cx="1451" cy="597"/>
            </a:xfrm>
            <a:custGeom>
              <a:avLst/>
              <a:gdLst>
                <a:gd name="T0" fmla="*/ 0 w 1447"/>
                <a:gd name="T1" fmla="*/ 1 h 1128"/>
                <a:gd name="T2" fmla="*/ 80 w 1447"/>
                <a:gd name="T3" fmla="*/ 1 h 1128"/>
                <a:gd name="T4" fmla="*/ 56 w 1447"/>
                <a:gd name="T5" fmla="*/ 1 h 1128"/>
                <a:gd name="T6" fmla="*/ 24 w 1447"/>
                <a:gd name="T7" fmla="*/ 1 h 1128"/>
                <a:gd name="T8" fmla="*/ 40 w 1447"/>
                <a:gd name="T9" fmla="*/ 1 h 1128"/>
                <a:gd name="T10" fmla="*/ 64 w 1447"/>
                <a:gd name="T11" fmla="*/ 1 h 1128"/>
                <a:gd name="T12" fmla="*/ 96 w 1447"/>
                <a:gd name="T13" fmla="*/ 1 h 1128"/>
                <a:gd name="T14" fmla="*/ 104 w 1447"/>
                <a:gd name="T15" fmla="*/ 1 h 1128"/>
                <a:gd name="T16" fmla="*/ 152 w 1447"/>
                <a:gd name="T17" fmla="*/ 1 h 1128"/>
                <a:gd name="T18" fmla="*/ 168 w 1447"/>
                <a:gd name="T19" fmla="*/ 1 h 1128"/>
                <a:gd name="T20" fmla="*/ 224 w 1447"/>
                <a:gd name="T21" fmla="*/ 1 h 1128"/>
                <a:gd name="T22" fmla="*/ 312 w 1447"/>
                <a:gd name="T23" fmla="*/ 1 h 1128"/>
                <a:gd name="T24" fmla="*/ 352 w 1447"/>
                <a:gd name="T25" fmla="*/ 1 h 1128"/>
                <a:gd name="T26" fmla="*/ 376 w 1447"/>
                <a:gd name="T27" fmla="*/ 1 h 1128"/>
                <a:gd name="T28" fmla="*/ 448 w 1447"/>
                <a:gd name="T29" fmla="*/ 1 h 1128"/>
                <a:gd name="T30" fmla="*/ 528 w 1447"/>
                <a:gd name="T31" fmla="*/ 0 h 1128"/>
                <a:gd name="T32" fmla="*/ 856 w 1447"/>
                <a:gd name="T33" fmla="*/ 1 h 1128"/>
                <a:gd name="T34" fmla="*/ 1128 w 1447"/>
                <a:gd name="T35" fmla="*/ 1 h 1128"/>
                <a:gd name="T36" fmla="*/ 1152 w 1447"/>
                <a:gd name="T37" fmla="*/ 1 h 1128"/>
                <a:gd name="T38" fmla="*/ 1176 w 1447"/>
                <a:gd name="T39" fmla="*/ 1 h 1128"/>
                <a:gd name="T40" fmla="*/ 1305 w 1447"/>
                <a:gd name="T41" fmla="*/ 1 h 1128"/>
                <a:gd name="T42" fmla="*/ 1392 w 1447"/>
                <a:gd name="T43" fmla="*/ 1 h 1128"/>
                <a:gd name="T44" fmla="*/ 1440 w 1447"/>
                <a:gd name="T45" fmla="*/ 1 h 1128"/>
                <a:gd name="T46" fmla="*/ 1456 w 1447"/>
                <a:gd name="T47" fmla="*/ 1 h 1128"/>
                <a:gd name="T48" fmla="*/ 1488 w 1447"/>
                <a:gd name="T49" fmla="*/ 1 h 1128"/>
                <a:gd name="T50" fmla="*/ 1512 w 1447"/>
                <a:gd name="T51" fmla="*/ 1 h 1128"/>
                <a:gd name="T52" fmla="*/ 1528 w 1447"/>
                <a:gd name="T53" fmla="*/ 1 h 1128"/>
                <a:gd name="T54" fmla="*/ 1528 w 1447"/>
                <a:gd name="T55" fmla="*/ 1 h 1128"/>
                <a:gd name="T56" fmla="*/ 1512 w 1447"/>
                <a:gd name="T57" fmla="*/ 1 h 1128"/>
                <a:gd name="T58" fmla="*/ 1464 w 1447"/>
                <a:gd name="T59" fmla="*/ 1 h 1128"/>
                <a:gd name="T60" fmla="*/ 1448 w 1447"/>
                <a:gd name="T61" fmla="*/ 1 h 1128"/>
                <a:gd name="T62" fmla="*/ 1400 w 1447"/>
                <a:gd name="T63" fmla="*/ 1 h 1128"/>
                <a:gd name="T64" fmla="*/ 1295 w 1447"/>
                <a:gd name="T65" fmla="*/ 1 h 1128"/>
                <a:gd name="T66" fmla="*/ 1240 w 1447"/>
                <a:gd name="T67" fmla="*/ 1 h 1128"/>
                <a:gd name="T68" fmla="*/ 1184 w 1447"/>
                <a:gd name="T69" fmla="*/ 1 h 1128"/>
                <a:gd name="T70" fmla="*/ 464 w 1447"/>
                <a:gd name="T71" fmla="*/ 1 h 1128"/>
                <a:gd name="T72" fmla="*/ 384 w 1447"/>
                <a:gd name="T73" fmla="*/ 1 h 1128"/>
                <a:gd name="T74" fmla="*/ 328 w 1447"/>
                <a:gd name="T75" fmla="*/ 1 h 1128"/>
                <a:gd name="T76" fmla="*/ 264 w 1447"/>
                <a:gd name="T77" fmla="*/ 1 h 1128"/>
                <a:gd name="T78" fmla="*/ 224 w 1447"/>
                <a:gd name="T79" fmla="*/ 1 h 1128"/>
                <a:gd name="T80" fmla="*/ 120 w 1447"/>
                <a:gd name="T81" fmla="*/ 1 h 1128"/>
                <a:gd name="T82" fmla="*/ 56 w 1447"/>
                <a:gd name="T83" fmla="*/ 1 h 1128"/>
                <a:gd name="T84" fmla="*/ 16 w 1447"/>
                <a:gd name="T85" fmla="*/ 1 h 1128"/>
                <a:gd name="T86" fmla="*/ 8 w 1447"/>
                <a:gd name="T87" fmla="*/ 1 h 1128"/>
                <a:gd name="T88" fmla="*/ 0 w 1447"/>
                <a:gd name="T89" fmla="*/ 1 h 112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447"/>
                <a:gd name="T136" fmla="*/ 0 h 1128"/>
                <a:gd name="T137" fmla="*/ 1447 w 1447"/>
                <a:gd name="T138" fmla="*/ 1128 h 1128"/>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b="1"/>
            </a:p>
          </p:txBody>
        </p:sp>
      </p:grpSp>
      <p:grpSp>
        <p:nvGrpSpPr>
          <p:cNvPr id="21523" name="Group 55"/>
          <p:cNvGrpSpPr>
            <a:grpSpLocks/>
          </p:cNvGrpSpPr>
          <p:nvPr/>
        </p:nvGrpSpPr>
        <p:grpSpPr bwMode="auto">
          <a:xfrm>
            <a:off x="5888038" y="3648075"/>
            <a:ext cx="415925" cy="504825"/>
            <a:chOff x="4416" y="2717"/>
            <a:chExt cx="404" cy="577"/>
          </a:xfrm>
        </p:grpSpPr>
        <p:sp>
          <p:nvSpPr>
            <p:cNvPr id="21703" name="AutoShape 56"/>
            <p:cNvSpPr>
              <a:spLocks noChangeAspect="1" noChangeArrowheads="1" noTextEdit="1"/>
            </p:cNvSpPr>
            <p:nvPr/>
          </p:nvSpPr>
          <p:spPr bwMode="auto">
            <a:xfrm>
              <a:off x="4416" y="2717"/>
              <a:ext cx="404"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p>
          </p:txBody>
        </p:sp>
        <p:grpSp>
          <p:nvGrpSpPr>
            <p:cNvPr id="21704" name="Group 57"/>
            <p:cNvGrpSpPr>
              <a:grpSpLocks/>
            </p:cNvGrpSpPr>
            <p:nvPr/>
          </p:nvGrpSpPr>
          <p:grpSpPr bwMode="auto">
            <a:xfrm>
              <a:off x="4562" y="3066"/>
              <a:ext cx="13" cy="70"/>
              <a:chOff x="4562" y="3066"/>
              <a:chExt cx="13" cy="70"/>
            </a:xfrm>
          </p:grpSpPr>
          <p:sp>
            <p:nvSpPr>
              <p:cNvPr id="21749" name="Rectangle 58"/>
              <p:cNvSpPr>
                <a:spLocks noChangeArrowheads="1"/>
              </p:cNvSpPr>
              <p:nvPr/>
            </p:nvSpPr>
            <p:spPr bwMode="auto">
              <a:xfrm>
                <a:off x="4562" y="3067"/>
                <a:ext cx="13" cy="69"/>
              </a:xfrm>
              <a:prstGeom prst="rect">
                <a:avLst/>
              </a:prstGeom>
              <a:solidFill>
                <a:srgbClr val="C0C0C0"/>
              </a:solidFill>
              <a:ln w="3175">
                <a:solidFill>
                  <a:srgbClr val="000000"/>
                </a:solidFill>
                <a:miter lim="800000"/>
                <a:headEnd/>
                <a:tailEnd/>
              </a:ln>
            </p:spPr>
            <p:txBody>
              <a:bodyPr/>
              <a:lstStyle/>
              <a:p>
                <a:pPr eaLnBrk="1" hangingPunct="1"/>
                <a:endParaRPr lang="zh-CN" altLang="en-US" sz="2800" b="1">
                  <a:latin typeface="Tahoma" pitchFamily="34" charset="0"/>
                  <a:ea typeface="黑体" pitchFamily="2" charset="-122"/>
                </a:endParaRPr>
              </a:p>
            </p:txBody>
          </p:sp>
          <p:sp>
            <p:nvSpPr>
              <p:cNvPr id="21750" name="Line 59"/>
              <p:cNvSpPr>
                <a:spLocks noChangeShapeType="1"/>
              </p:cNvSpPr>
              <p:nvPr/>
            </p:nvSpPr>
            <p:spPr bwMode="auto">
              <a:xfrm>
                <a:off x="4568" y="3066"/>
                <a:ext cx="1" cy="6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21705" name="Rectangle 60"/>
            <p:cNvSpPr>
              <a:spLocks noChangeArrowheads="1"/>
            </p:cNvSpPr>
            <p:nvPr/>
          </p:nvSpPr>
          <p:spPr bwMode="auto">
            <a:xfrm>
              <a:off x="4503" y="3022"/>
              <a:ext cx="43" cy="112"/>
            </a:xfrm>
            <a:prstGeom prst="rect">
              <a:avLst/>
            </a:prstGeom>
            <a:solidFill>
              <a:srgbClr val="C0C0C0"/>
            </a:solidFill>
            <a:ln w="3175">
              <a:solidFill>
                <a:srgbClr val="000000"/>
              </a:solidFill>
              <a:miter lim="800000"/>
              <a:headEnd/>
              <a:tailEnd/>
            </a:ln>
          </p:spPr>
          <p:txBody>
            <a:bodyPr/>
            <a:lstStyle/>
            <a:p>
              <a:pPr eaLnBrk="1" hangingPunct="1"/>
              <a:endParaRPr lang="zh-CN" altLang="en-US" sz="2800" b="1">
                <a:latin typeface="Tahoma" pitchFamily="34" charset="0"/>
                <a:ea typeface="黑体" pitchFamily="2" charset="-122"/>
              </a:endParaRPr>
            </a:p>
          </p:txBody>
        </p:sp>
        <p:sp>
          <p:nvSpPr>
            <p:cNvPr id="21706" name="Freeform 61"/>
            <p:cNvSpPr>
              <a:spLocks/>
            </p:cNvSpPr>
            <p:nvPr/>
          </p:nvSpPr>
          <p:spPr bwMode="auto">
            <a:xfrm>
              <a:off x="4663" y="3044"/>
              <a:ext cx="28" cy="24"/>
            </a:xfrm>
            <a:custGeom>
              <a:avLst/>
              <a:gdLst>
                <a:gd name="T0" fmla="*/ 0 w 113"/>
                <a:gd name="T1" fmla="*/ 0 h 95"/>
                <a:gd name="T2" fmla="*/ 0 w 113"/>
                <a:gd name="T3" fmla="*/ 0 h 95"/>
                <a:gd name="T4" fmla="*/ 0 w 113"/>
                <a:gd name="T5" fmla="*/ 0 h 95"/>
                <a:gd name="T6" fmla="*/ 0 w 113"/>
                <a:gd name="T7" fmla="*/ 0 h 95"/>
                <a:gd name="T8" fmla="*/ 0 w 113"/>
                <a:gd name="T9" fmla="*/ 0 h 95"/>
                <a:gd name="T10" fmla="*/ 0 60000 65536"/>
                <a:gd name="T11" fmla="*/ 0 60000 65536"/>
                <a:gd name="T12" fmla="*/ 0 60000 65536"/>
                <a:gd name="T13" fmla="*/ 0 60000 65536"/>
                <a:gd name="T14" fmla="*/ 0 60000 65536"/>
                <a:gd name="T15" fmla="*/ 0 w 113"/>
                <a:gd name="T16" fmla="*/ 0 h 95"/>
                <a:gd name="T17" fmla="*/ 113 w 113"/>
                <a:gd name="T18" fmla="*/ 95 h 95"/>
              </a:gdLst>
              <a:ahLst/>
              <a:cxnLst>
                <a:cxn ang="T10">
                  <a:pos x="T0" y="T1"/>
                </a:cxn>
                <a:cxn ang="T11">
                  <a:pos x="T2" y="T3"/>
                </a:cxn>
                <a:cxn ang="T12">
                  <a:pos x="T4" y="T5"/>
                </a:cxn>
                <a:cxn ang="T13">
                  <a:pos x="T6" y="T7"/>
                </a:cxn>
                <a:cxn ang="T14">
                  <a:pos x="T8" y="T9"/>
                </a:cxn>
              </a:cxnLst>
              <a:rect l="T15" t="T16" r="T17" b="T18"/>
              <a:pathLst>
                <a:path w="113" h="95">
                  <a:moveTo>
                    <a:pt x="0" y="0"/>
                  </a:moveTo>
                  <a:lnTo>
                    <a:pt x="0" y="95"/>
                  </a:lnTo>
                  <a:lnTo>
                    <a:pt x="113" y="95"/>
                  </a:lnTo>
                  <a:lnTo>
                    <a:pt x="113" y="19"/>
                  </a:lnTo>
                  <a:lnTo>
                    <a:pt x="0" y="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21707" name="Freeform 62"/>
            <p:cNvSpPr>
              <a:spLocks/>
            </p:cNvSpPr>
            <p:nvPr/>
          </p:nvSpPr>
          <p:spPr bwMode="auto">
            <a:xfrm>
              <a:off x="4604" y="3001"/>
              <a:ext cx="19" cy="21"/>
            </a:xfrm>
            <a:custGeom>
              <a:avLst/>
              <a:gdLst>
                <a:gd name="T0" fmla="*/ 0 w 78"/>
                <a:gd name="T1" fmla="*/ 0 h 86"/>
                <a:gd name="T2" fmla="*/ 0 w 78"/>
                <a:gd name="T3" fmla="*/ 0 h 86"/>
                <a:gd name="T4" fmla="*/ 0 w 78"/>
                <a:gd name="T5" fmla="*/ 0 h 86"/>
                <a:gd name="T6" fmla="*/ 0 w 78"/>
                <a:gd name="T7" fmla="*/ 0 h 86"/>
                <a:gd name="T8" fmla="*/ 0 w 78"/>
                <a:gd name="T9" fmla="*/ 0 h 86"/>
                <a:gd name="T10" fmla="*/ 0 60000 65536"/>
                <a:gd name="T11" fmla="*/ 0 60000 65536"/>
                <a:gd name="T12" fmla="*/ 0 60000 65536"/>
                <a:gd name="T13" fmla="*/ 0 60000 65536"/>
                <a:gd name="T14" fmla="*/ 0 60000 65536"/>
                <a:gd name="T15" fmla="*/ 0 w 78"/>
                <a:gd name="T16" fmla="*/ 0 h 86"/>
                <a:gd name="T17" fmla="*/ 78 w 78"/>
                <a:gd name="T18" fmla="*/ 86 h 86"/>
              </a:gdLst>
              <a:ahLst/>
              <a:cxnLst>
                <a:cxn ang="T10">
                  <a:pos x="T0" y="T1"/>
                </a:cxn>
                <a:cxn ang="T11">
                  <a:pos x="T2" y="T3"/>
                </a:cxn>
                <a:cxn ang="T12">
                  <a:pos x="T4" y="T5"/>
                </a:cxn>
                <a:cxn ang="T13">
                  <a:pos x="T6" y="T7"/>
                </a:cxn>
                <a:cxn ang="T14">
                  <a:pos x="T8" y="T9"/>
                </a:cxn>
              </a:cxnLst>
              <a:rect l="T15" t="T16" r="T17" b="T18"/>
              <a:pathLst>
                <a:path w="78" h="86">
                  <a:moveTo>
                    <a:pt x="43" y="0"/>
                  </a:moveTo>
                  <a:lnTo>
                    <a:pt x="0" y="86"/>
                  </a:lnTo>
                  <a:lnTo>
                    <a:pt x="57" y="79"/>
                  </a:lnTo>
                  <a:lnTo>
                    <a:pt x="78" y="22"/>
                  </a:lnTo>
                  <a:lnTo>
                    <a:pt x="43" y="0"/>
                  </a:lnTo>
                  <a:close/>
                </a:path>
              </a:pathLst>
            </a:custGeom>
            <a:solidFill>
              <a:srgbClr val="C0C0C0"/>
            </a:solidFill>
            <a:ln w="3175">
              <a:solidFill>
                <a:srgbClr val="000000"/>
              </a:solidFill>
              <a:round/>
              <a:headEnd/>
              <a:tailEnd/>
            </a:ln>
          </p:spPr>
          <p:txBody>
            <a:bodyPr/>
            <a:lstStyle/>
            <a:p>
              <a:endParaRPr lang="zh-CN" altLang="en-US" b="1"/>
            </a:p>
          </p:txBody>
        </p:sp>
        <p:sp>
          <p:nvSpPr>
            <p:cNvPr id="21708" name="Freeform 63"/>
            <p:cNvSpPr>
              <a:spLocks/>
            </p:cNvSpPr>
            <p:nvPr/>
          </p:nvSpPr>
          <p:spPr bwMode="auto">
            <a:xfrm>
              <a:off x="4570" y="3144"/>
              <a:ext cx="90" cy="7"/>
            </a:xfrm>
            <a:custGeom>
              <a:avLst/>
              <a:gdLst>
                <a:gd name="T0" fmla="*/ 0 w 360"/>
                <a:gd name="T1" fmla="*/ 0 h 30"/>
                <a:gd name="T2" fmla="*/ 0 w 360"/>
                <a:gd name="T3" fmla="*/ 0 h 30"/>
                <a:gd name="T4" fmla="*/ 0 w 360"/>
                <a:gd name="T5" fmla="*/ 0 h 30"/>
                <a:gd name="T6" fmla="*/ 0 w 360"/>
                <a:gd name="T7" fmla="*/ 0 h 30"/>
                <a:gd name="T8" fmla="*/ 0 w 360"/>
                <a:gd name="T9" fmla="*/ 0 h 30"/>
                <a:gd name="T10" fmla="*/ 0 60000 65536"/>
                <a:gd name="T11" fmla="*/ 0 60000 65536"/>
                <a:gd name="T12" fmla="*/ 0 60000 65536"/>
                <a:gd name="T13" fmla="*/ 0 60000 65536"/>
                <a:gd name="T14" fmla="*/ 0 60000 65536"/>
                <a:gd name="T15" fmla="*/ 0 w 360"/>
                <a:gd name="T16" fmla="*/ 0 h 30"/>
                <a:gd name="T17" fmla="*/ 360 w 360"/>
                <a:gd name="T18" fmla="*/ 30 h 30"/>
              </a:gdLst>
              <a:ahLst/>
              <a:cxnLst>
                <a:cxn ang="T10">
                  <a:pos x="T0" y="T1"/>
                </a:cxn>
                <a:cxn ang="T11">
                  <a:pos x="T2" y="T3"/>
                </a:cxn>
                <a:cxn ang="T12">
                  <a:pos x="T4" y="T5"/>
                </a:cxn>
                <a:cxn ang="T13">
                  <a:pos x="T6" y="T7"/>
                </a:cxn>
                <a:cxn ang="T14">
                  <a:pos x="T8" y="T9"/>
                </a:cxn>
              </a:cxnLst>
              <a:rect l="T15" t="T16" r="T17" b="T18"/>
              <a:pathLst>
                <a:path w="360" h="30">
                  <a:moveTo>
                    <a:pt x="0" y="0"/>
                  </a:moveTo>
                  <a:lnTo>
                    <a:pt x="360" y="0"/>
                  </a:lnTo>
                  <a:lnTo>
                    <a:pt x="360" y="30"/>
                  </a:lnTo>
                  <a:lnTo>
                    <a:pt x="4" y="30"/>
                  </a:lnTo>
                  <a:lnTo>
                    <a:pt x="0" y="0"/>
                  </a:lnTo>
                  <a:close/>
                </a:path>
              </a:pathLst>
            </a:custGeom>
            <a:solidFill>
              <a:srgbClr val="808080"/>
            </a:solidFill>
            <a:ln w="3175">
              <a:solidFill>
                <a:srgbClr val="000000"/>
              </a:solidFill>
              <a:round/>
              <a:headEnd/>
              <a:tailEnd/>
            </a:ln>
          </p:spPr>
          <p:txBody>
            <a:bodyPr/>
            <a:lstStyle/>
            <a:p>
              <a:endParaRPr lang="zh-CN" altLang="en-US" b="1"/>
            </a:p>
          </p:txBody>
        </p:sp>
        <p:sp>
          <p:nvSpPr>
            <p:cNvPr id="21709" name="Freeform 64"/>
            <p:cNvSpPr>
              <a:spLocks/>
            </p:cNvSpPr>
            <p:nvPr/>
          </p:nvSpPr>
          <p:spPr bwMode="auto">
            <a:xfrm>
              <a:off x="4502" y="2862"/>
              <a:ext cx="37" cy="46"/>
            </a:xfrm>
            <a:custGeom>
              <a:avLst/>
              <a:gdLst>
                <a:gd name="T0" fmla="*/ 0 w 150"/>
                <a:gd name="T1" fmla="*/ 0 h 184"/>
                <a:gd name="T2" fmla="*/ 0 w 150"/>
                <a:gd name="T3" fmla="*/ 0 h 184"/>
                <a:gd name="T4" fmla="*/ 0 w 150"/>
                <a:gd name="T5" fmla="*/ 0 h 184"/>
                <a:gd name="T6" fmla="*/ 0 w 150"/>
                <a:gd name="T7" fmla="*/ 0 h 184"/>
                <a:gd name="T8" fmla="*/ 0 w 150"/>
                <a:gd name="T9" fmla="*/ 0 h 184"/>
                <a:gd name="T10" fmla="*/ 0 60000 65536"/>
                <a:gd name="T11" fmla="*/ 0 60000 65536"/>
                <a:gd name="T12" fmla="*/ 0 60000 65536"/>
                <a:gd name="T13" fmla="*/ 0 60000 65536"/>
                <a:gd name="T14" fmla="*/ 0 60000 65536"/>
                <a:gd name="T15" fmla="*/ 0 w 150"/>
                <a:gd name="T16" fmla="*/ 0 h 184"/>
                <a:gd name="T17" fmla="*/ 150 w 150"/>
                <a:gd name="T18" fmla="*/ 184 h 184"/>
              </a:gdLst>
              <a:ahLst/>
              <a:cxnLst>
                <a:cxn ang="T10">
                  <a:pos x="T0" y="T1"/>
                </a:cxn>
                <a:cxn ang="T11">
                  <a:pos x="T2" y="T3"/>
                </a:cxn>
                <a:cxn ang="T12">
                  <a:pos x="T4" y="T5"/>
                </a:cxn>
                <a:cxn ang="T13">
                  <a:pos x="T6" y="T7"/>
                </a:cxn>
                <a:cxn ang="T14">
                  <a:pos x="T8" y="T9"/>
                </a:cxn>
              </a:cxnLst>
              <a:rect l="T15" t="T16" r="T17" b="T18"/>
              <a:pathLst>
                <a:path w="150" h="184">
                  <a:moveTo>
                    <a:pt x="141" y="0"/>
                  </a:moveTo>
                  <a:lnTo>
                    <a:pt x="1" y="131"/>
                  </a:lnTo>
                  <a:lnTo>
                    <a:pt x="0" y="184"/>
                  </a:lnTo>
                  <a:lnTo>
                    <a:pt x="150" y="60"/>
                  </a:lnTo>
                  <a:lnTo>
                    <a:pt x="141" y="0"/>
                  </a:lnTo>
                  <a:close/>
                </a:path>
              </a:pathLst>
            </a:custGeom>
            <a:solidFill>
              <a:srgbClr val="C0C0C0"/>
            </a:solidFill>
            <a:ln w="3175">
              <a:solidFill>
                <a:srgbClr val="000000"/>
              </a:solidFill>
              <a:round/>
              <a:headEnd/>
              <a:tailEnd/>
            </a:ln>
          </p:spPr>
          <p:txBody>
            <a:bodyPr/>
            <a:lstStyle/>
            <a:p>
              <a:endParaRPr lang="zh-CN" altLang="en-US" b="1"/>
            </a:p>
          </p:txBody>
        </p:sp>
        <p:sp>
          <p:nvSpPr>
            <p:cNvPr id="21710" name="Freeform 65"/>
            <p:cNvSpPr>
              <a:spLocks/>
            </p:cNvSpPr>
            <p:nvPr/>
          </p:nvSpPr>
          <p:spPr bwMode="auto">
            <a:xfrm>
              <a:off x="4492" y="2741"/>
              <a:ext cx="57" cy="394"/>
            </a:xfrm>
            <a:custGeom>
              <a:avLst/>
              <a:gdLst>
                <a:gd name="T0" fmla="*/ 0 w 228"/>
                <a:gd name="T1" fmla="*/ 0 h 1575"/>
                <a:gd name="T2" fmla="*/ 0 w 228"/>
                <a:gd name="T3" fmla="*/ 0 h 1575"/>
                <a:gd name="T4" fmla="*/ 0 w 228"/>
                <a:gd name="T5" fmla="*/ 0 h 1575"/>
                <a:gd name="T6" fmla="*/ 0 w 228"/>
                <a:gd name="T7" fmla="*/ 0 h 1575"/>
                <a:gd name="T8" fmla="*/ 0 w 228"/>
                <a:gd name="T9" fmla="*/ 0 h 1575"/>
                <a:gd name="T10" fmla="*/ 0 w 228"/>
                <a:gd name="T11" fmla="*/ 0 h 1575"/>
                <a:gd name="T12" fmla="*/ 0 w 228"/>
                <a:gd name="T13" fmla="*/ 0 h 1575"/>
                <a:gd name="T14" fmla="*/ 0 60000 65536"/>
                <a:gd name="T15" fmla="*/ 0 60000 65536"/>
                <a:gd name="T16" fmla="*/ 0 60000 65536"/>
                <a:gd name="T17" fmla="*/ 0 60000 65536"/>
                <a:gd name="T18" fmla="*/ 0 60000 65536"/>
                <a:gd name="T19" fmla="*/ 0 60000 65536"/>
                <a:gd name="T20" fmla="*/ 0 60000 65536"/>
                <a:gd name="T21" fmla="*/ 0 w 228"/>
                <a:gd name="T22" fmla="*/ 0 h 1575"/>
                <a:gd name="T23" fmla="*/ 228 w 228"/>
                <a:gd name="T24" fmla="*/ 1575 h 157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8" h="1575">
                  <a:moveTo>
                    <a:pt x="228" y="0"/>
                  </a:moveTo>
                  <a:lnTo>
                    <a:pt x="0" y="93"/>
                  </a:lnTo>
                  <a:lnTo>
                    <a:pt x="0" y="1575"/>
                  </a:lnTo>
                  <a:lnTo>
                    <a:pt x="42" y="1575"/>
                  </a:lnTo>
                  <a:lnTo>
                    <a:pt x="42" y="228"/>
                  </a:lnTo>
                  <a:lnTo>
                    <a:pt x="228" y="150"/>
                  </a:lnTo>
                  <a:lnTo>
                    <a:pt x="228" y="0"/>
                  </a:lnTo>
                  <a:close/>
                </a:path>
              </a:pathLst>
            </a:custGeom>
            <a:solidFill>
              <a:srgbClr val="9F9F9F"/>
            </a:solidFill>
            <a:ln w="3175">
              <a:solidFill>
                <a:srgbClr val="000000"/>
              </a:solidFill>
              <a:round/>
              <a:headEnd/>
              <a:tailEnd/>
            </a:ln>
          </p:spPr>
          <p:txBody>
            <a:bodyPr/>
            <a:lstStyle/>
            <a:p>
              <a:endParaRPr lang="zh-CN" altLang="en-US" b="1"/>
            </a:p>
          </p:txBody>
        </p:sp>
        <p:sp>
          <p:nvSpPr>
            <p:cNvPr id="21711" name="Freeform 66"/>
            <p:cNvSpPr>
              <a:spLocks/>
            </p:cNvSpPr>
            <p:nvPr/>
          </p:nvSpPr>
          <p:spPr bwMode="auto">
            <a:xfrm>
              <a:off x="4490" y="3135"/>
              <a:ext cx="327" cy="85"/>
            </a:xfrm>
            <a:custGeom>
              <a:avLst/>
              <a:gdLst>
                <a:gd name="T0" fmla="*/ 0 w 1306"/>
                <a:gd name="T1" fmla="*/ 0 h 344"/>
                <a:gd name="T2" fmla="*/ 0 w 1306"/>
                <a:gd name="T3" fmla="*/ 0 h 344"/>
                <a:gd name="T4" fmla="*/ 0 w 1306"/>
                <a:gd name="T5" fmla="*/ 0 h 344"/>
                <a:gd name="T6" fmla="*/ 0 w 1306"/>
                <a:gd name="T7" fmla="*/ 0 h 344"/>
                <a:gd name="T8" fmla="*/ 0 w 1306"/>
                <a:gd name="T9" fmla="*/ 0 h 344"/>
                <a:gd name="T10" fmla="*/ 0 w 1306"/>
                <a:gd name="T11" fmla="*/ 0 h 344"/>
                <a:gd name="T12" fmla="*/ 0 w 1306"/>
                <a:gd name="T13" fmla="*/ 0 h 344"/>
                <a:gd name="T14" fmla="*/ 0 w 1306"/>
                <a:gd name="T15" fmla="*/ 0 h 344"/>
                <a:gd name="T16" fmla="*/ 0 w 1306"/>
                <a:gd name="T17" fmla="*/ 0 h 344"/>
                <a:gd name="T18" fmla="*/ 0 w 1306"/>
                <a:gd name="T19" fmla="*/ 0 h 344"/>
                <a:gd name="T20" fmla="*/ 0 w 1306"/>
                <a:gd name="T21" fmla="*/ 0 h 3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06"/>
                <a:gd name="T34" fmla="*/ 0 h 344"/>
                <a:gd name="T35" fmla="*/ 1306 w 1306"/>
                <a:gd name="T36" fmla="*/ 344 h 34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06" h="344">
                  <a:moveTo>
                    <a:pt x="0" y="344"/>
                  </a:moveTo>
                  <a:lnTo>
                    <a:pt x="0" y="0"/>
                  </a:lnTo>
                  <a:lnTo>
                    <a:pt x="284" y="0"/>
                  </a:lnTo>
                  <a:lnTo>
                    <a:pt x="341" y="57"/>
                  </a:lnTo>
                  <a:lnTo>
                    <a:pt x="511" y="57"/>
                  </a:lnTo>
                  <a:lnTo>
                    <a:pt x="568" y="116"/>
                  </a:lnTo>
                  <a:lnTo>
                    <a:pt x="1136" y="116"/>
                  </a:lnTo>
                  <a:lnTo>
                    <a:pt x="1136" y="230"/>
                  </a:lnTo>
                  <a:lnTo>
                    <a:pt x="1306" y="230"/>
                  </a:lnTo>
                  <a:lnTo>
                    <a:pt x="1306" y="344"/>
                  </a:lnTo>
                  <a:lnTo>
                    <a:pt x="0" y="344"/>
                  </a:lnTo>
                  <a:close/>
                </a:path>
              </a:pathLst>
            </a:custGeom>
            <a:solidFill>
              <a:srgbClr val="C0C0C0"/>
            </a:solidFill>
            <a:ln w="3175">
              <a:solidFill>
                <a:srgbClr val="000000"/>
              </a:solidFill>
              <a:round/>
              <a:headEnd/>
              <a:tailEnd/>
            </a:ln>
          </p:spPr>
          <p:txBody>
            <a:bodyPr/>
            <a:lstStyle/>
            <a:p>
              <a:endParaRPr lang="zh-CN" altLang="en-US" b="1"/>
            </a:p>
          </p:txBody>
        </p:sp>
        <p:sp>
          <p:nvSpPr>
            <p:cNvPr id="21712" name="Rectangle 67"/>
            <p:cNvSpPr>
              <a:spLocks noChangeArrowheads="1"/>
            </p:cNvSpPr>
            <p:nvPr/>
          </p:nvSpPr>
          <p:spPr bwMode="auto">
            <a:xfrm>
              <a:off x="4491" y="3193"/>
              <a:ext cx="240" cy="26"/>
            </a:xfrm>
            <a:prstGeom prst="rect">
              <a:avLst/>
            </a:prstGeom>
            <a:solidFill>
              <a:srgbClr val="C0C0C0"/>
            </a:solidFill>
            <a:ln w="3175">
              <a:solidFill>
                <a:srgbClr val="000000"/>
              </a:solidFill>
              <a:miter lim="800000"/>
              <a:headEnd/>
              <a:tailEnd/>
            </a:ln>
          </p:spPr>
          <p:txBody>
            <a:bodyPr/>
            <a:lstStyle/>
            <a:p>
              <a:pPr eaLnBrk="1" hangingPunct="1"/>
              <a:endParaRPr lang="zh-CN" altLang="en-US" sz="2800" b="1">
                <a:latin typeface="Tahoma" pitchFamily="34" charset="0"/>
                <a:ea typeface="黑体" pitchFamily="2" charset="-122"/>
              </a:endParaRPr>
            </a:p>
          </p:txBody>
        </p:sp>
        <p:sp>
          <p:nvSpPr>
            <p:cNvPr id="21713" name="Line 68"/>
            <p:cNvSpPr>
              <a:spLocks noChangeShapeType="1"/>
            </p:cNvSpPr>
            <p:nvPr/>
          </p:nvSpPr>
          <p:spPr bwMode="auto">
            <a:xfrm>
              <a:off x="4479" y="3015"/>
              <a:ext cx="1" cy="5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714" name="Freeform 69"/>
            <p:cNvSpPr>
              <a:spLocks/>
            </p:cNvSpPr>
            <p:nvPr/>
          </p:nvSpPr>
          <p:spPr bwMode="auto">
            <a:xfrm>
              <a:off x="4471" y="3065"/>
              <a:ext cx="21" cy="25"/>
            </a:xfrm>
            <a:custGeom>
              <a:avLst/>
              <a:gdLst>
                <a:gd name="T0" fmla="*/ 0 w 85"/>
                <a:gd name="T1" fmla="*/ 0 h 99"/>
                <a:gd name="T2" fmla="*/ 0 w 85"/>
                <a:gd name="T3" fmla="*/ 0 h 99"/>
                <a:gd name="T4" fmla="*/ 0 w 85"/>
                <a:gd name="T5" fmla="*/ 0 h 99"/>
                <a:gd name="T6" fmla="*/ 0 w 85"/>
                <a:gd name="T7" fmla="*/ 0 h 99"/>
                <a:gd name="T8" fmla="*/ 0 w 85"/>
                <a:gd name="T9" fmla="*/ 0 h 99"/>
                <a:gd name="T10" fmla="*/ 0 w 85"/>
                <a:gd name="T11" fmla="*/ 0 h 99"/>
                <a:gd name="T12" fmla="*/ 0 w 85"/>
                <a:gd name="T13" fmla="*/ 0 h 99"/>
                <a:gd name="T14" fmla="*/ 0 60000 65536"/>
                <a:gd name="T15" fmla="*/ 0 60000 65536"/>
                <a:gd name="T16" fmla="*/ 0 60000 65536"/>
                <a:gd name="T17" fmla="*/ 0 60000 65536"/>
                <a:gd name="T18" fmla="*/ 0 60000 65536"/>
                <a:gd name="T19" fmla="*/ 0 60000 65536"/>
                <a:gd name="T20" fmla="*/ 0 60000 65536"/>
                <a:gd name="T21" fmla="*/ 0 w 85"/>
                <a:gd name="T22" fmla="*/ 0 h 99"/>
                <a:gd name="T23" fmla="*/ 85 w 85"/>
                <a:gd name="T24" fmla="*/ 99 h 9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 h="99">
                  <a:moveTo>
                    <a:pt x="0" y="99"/>
                  </a:moveTo>
                  <a:lnTo>
                    <a:pt x="0" y="0"/>
                  </a:lnTo>
                  <a:lnTo>
                    <a:pt x="85" y="0"/>
                  </a:lnTo>
                  <a:lnTo>
                    <a:pt x="85" y="35"/>
                  </a:lnTo>
                  <a:lnTo>
                    <a:pt x="28" y="35"/>
                  </a:lnTo>
                  <a:lnTo>
                    <a:pt x="28" y="99"/>
                  </a:lnTo>
                  <a:lnTo>
                    <a:pt x="0" y="99"/>
                  </a:lnTo>
                  <a:close/>
                </a:path>
              </a:pathLst>
            </a:custGeom>
            <a:solidFill>
              <a:srgbClr val="C0C0C0"/>
            </a:solidFill>
            <a:ln w="3175">
              <a:solidFill>
                <a:srgbClr val="000000"/>
              </a:solidFill>
              <a:round/>
              <a:headEnd/>
              <a:tailEnd/>
            </a:ln>
          </p:spPr>
          <p:txBody>
            <a:bodyPr/>
            <a:lstStyle/>
            <a:p>
              <a:endParaRPr lang="zh-CN" altLang="en-US" b="1"/>
            </a:p>
          </p:txBody>
        </p:sp>
        <p:sp>
          <p:nvSpPr>
            <p:cNvPr id="21715" name="Freeform 70"/>
            <p:cNvSpPr>
              <a:spLocks/>
            </p:cNvSpPr>
            <p:nvPr/>
          </p:nvSpPr>
          <p:spPr bwMode="auto">
            <a:xfrm>
              <a:off x="4590" y="3047"/>
              <a:ext cx="72" cy="104"/>
            </a:xfrm>
            <a:custGeom>
              <a:avLst/>
              <a:gdLst>
                <a:gd name="T0" fmla="*/ 0 w 290"/>
                <a:gd name="T1" fmla="*/ 0 h 415"/>
                <a:gd name="T2" fmla="*/ 0 w 290"/>
                <a:gd name="T3" fmla="*/ 0 h 415"/>
                <a:gd name="T4" fmla="*/ 0 w 290"/>
                <a:gd name="T5" fmla="*/ 0 h 415"/>
                <a:gd name="T6" fmla="*/ 0 w 290"/>
                <a:gd name="T7" fmla="*/ 0 h 415"/>
                <a:gd name="T8" fmla="*/ 0 w 290"/>
                <a:gd name="T9" fmla="*/ 0 h 415"/>
                <a:gd name="T10" fmla="*/ 0 60000 65536"/>
                <a:gd name="T11" fmla="*/ 0 60000 65536"/>
                <a:gd name="T12" fmla="*/ 0 60000 65536"/>
                <a:gd name="T13" fmla="*/ 0 60000 65536"/>
                <a:gd name="T14" fmla="*/ 0 60000 65536"/>
                <a:gd name="T15" fmla="*/ 0 w 290"/>
                <a:gd name="T16" fmla="*/ 0 h 415"/>
                <a:gd name="T17" fmla="*/ 290 w 290"/>
                <a:gd name="T18" fmla="*/ 415 h 415"/>
              </a:gdLst>
              <a:ahLst/>
              <a:cxnLst>
                <a:cxn ang="T10">
                  <a:pos x="T0" y="T1"/>
                </a:cxn>
                <a:cxn ang="T11">
                  <a:pos x="T2" y="T3"/>
                </a:cxn>
                <a:cxn ang="T12">
                  <a:pos x="T4" y="T5"/>
                </a:cxn>
                <a:cxn ang="T13">
                  <a:pos x="T6" y="T7"/>
                </a:cxn>
                <a:cxn ang="T14">
                  <a:pos x="T8" y="T9"/>
                </a:cxn>
              </a:cxnLst>
              <a:rect l="T15" t="T16" r="T17" b="T18"/>
              <a:pathLst>
                <a:path w="290" h="415">
                  <a:moveTo>
                    <a:pt x="0" y="0"/>
                  </a:moveTo>
                  <a:lnTo>
                    <a:pt x="290" y="415"/>
                  </a:lnTo>
                  <a:lnTo>
                    <a:pt x="248" y="406"/>
                  </a:lnTo>
                  <a:lnTo>
                    <a:pt x="0" y="57"/>
                  </a:lnTo>
                  <a:lnTo>
                    <a:pt x="0" y="0"/>
                  </a:lnTo>
                  <a:close/>
                </a:path>
              </a:pathLst>
            </a:custGeom>
            <a:solidFill>
              <a:srgbClr val="9F9F9F"/>
            </a:solidFill>
            <a:ln w="3175">
              <a:solidFill>
                <a:srgbClr val="000000"/>
              </a:solidFill>
              <a:round/>
              <a:headEnd/>
              <a:tailEnd/>
            </a:ln>
          </p:spPr>
          <p:txBody>
            <a:bodyPr/>
            <a:lstStyle/>
            <a:p>
              <a:endParaRPr lang="zh-CN" altLang="en-US" b="1"/>
            </a:p>
          </p:txBody>
        </p:sp>
        <p:sp>
          <p:nvSpPr>
            <p:cNvPr id="21716" name="Freeform 71"/>
            <p:cNvSpPr>
              <a:spLocks/>
            </p:cNvSpPr>
            <p:nvPr/>
          </p:nvSpPr>
          <p:spPr bwMode="auto">
            <a:xfrm>
              <a:off x="4433" y="3106"/>
              <a:ext cx="57" cy="114"/>
            </a:xfrm>
            <a:custGeom>
              <a:avLst/>
              <a:gdLst>
                <a:gd name="T0" fmla="*/ 0 w 227"/>
                <a:gd name="T1" fmla="*/ 0 h 458"/>
                <a:gd name="T2" fmla="*/ 0 w 227"/>
                <a:gd name="T3" fmla="*/ 0 h 458"/>
                <a:gd name="T4" fmla="*/ 0 w 227"/>
                <a:gd name="T5" fmla="*/ 0 h 458"/>
                <a:gd name="T6" fmla="*/ 0 w 227"/>
                <a:gd name="T7" fmla="*/ 0 h 458"/>
                <a:gd name="T8" fmla="*/ 0 w 227"/>
                <a:gd name="T9" fmla="*/ 0 h 458"/>
                <a:gd name="T10" fmla="*/ 0 w 227"/>
                <a:gd name="T11" fmla="*/ 0 h 458"/>
                <a:gd name="T12" fmla="*/ 0 60000 65536"/>
                <a:gd name="T13" fmla="*/ 0 60000 65536"/>
                <a:gd name="T14" fmla="*/ 0 60000 65536"/>
                <a:gd name="T15" fmla="*/ 0 60000 65536"/>
                <a:gd name="T16" fmla="*/ 0 60000 65536"/>
                <a:gd name="T17" fmla="*/ 0 60000 65536"/>
                <a:gd name="T18" fmla="*/ 0 w 227"/>
                <a:gd name="T19" fmla="*/ 0 h 458"/>
                <a:gd name="T20" fmla="*/ 227 w 227"/>
                <a:gd name="T21" fmla="*/ 458 h 458"/>
              </a:gdLst>
              <a:ahLst/>
              <a:cxnLst>
                <a:cxn ang="T12">
                  <a:pos x="T0" y="T1"/>
                </a:cxn>
                <a:cxn ang="T13">
                  <a:pos x="T2" y="T3"/>
                </a:cxn>
                <a:cxn ang="T14">
                  <a:pos x="T4" y="T5"/>
                </a:cxn>
                <a:cxn ang="T15">
                  <a:pos x="T6" y="T7"/>
                </a:cxn>
                <a:cxn ang="T16">
                  <a:pos x="T8" y="T9"/>
                </a:cxn>
                <a:cxn ang="T17">
                  <a:pos x="T10" y="T11"/>
                </a:cxn>
              </a:cxnLst>
              <a:rect l="T18" t="T19" r="T20" b="T21"/>
              <a:pathLst>
                <a:path w="227" h="458">
                  <a:moveTo>
                    <a:pt x="170" y="0"/>
                  </a:moveTo>
                  <a:lnTo>
                    <a:pt x="0" y="171"/>
                  </a:lnTo>
                  <a:lnTo>
                    <a:pt x="0" y="458"/>
                  </a:lnTo>
                  <a:lnTo>
                    <a:pt x="227" y="458"/>
                  </a:lnTo>
                  <a:lnTo>
                    <a:pt x="227" y="114"/>
                  </a:lnTo>
                  <a:lnTo>
                    <a:pt x="170" y="0"/>
                  </a:lnTo>
                  <a:close/>
                </a:path>
              </a:pathLst>
            </a:custGeom>
            <a:solidFill>
              <a:srgbClr val="C0C0C0"/>
            </a:solidFill>
            <a:ln w="3175">
              <a:solidFill>
                <a:srgbClr val="000000"/>
              </a:solidFill>
              <a:round/>
              <a:headEnd/>
              <a:tailEnd/>
            </a:ln>
          </p:spPr>
          <p:txBody>
            <a:bodyPr/>
            <a:lstStyle/>
            <a:p>
              <a:endParaRPr lang="zh-CN" altLang="en-US" b="1"/>
            </a:p>
          </p:txBody>
        </p:sp>
        <p:sp>
          <p:nvSpPr>
            <p:cNvPr id="21717" name="Rectangle 72"/>
            <p:cNvSpPr>
              <a:spLocks noChangeArrowheads="1"/>
            </p:cNvSpPr>
            <p:nvPr/>
          </p:nvSpPr>
          <p:spPr bwMode="auto">
            <a:xfrm>
              <a:off x="4420" y="3276"/>
              <a:ext cx="395" cy="14"/>
            </a:xfrm>
            <a:prstGeom prst="rect">
              <a:avLst/>
            </a:prstGeom>
            <a:solidFill>
              <a:srgbClr val="9F9F9F"/>
            </a:solidFill>
            <a:ln w="3175">
              <a:solidFill>
                <a:srgbClr val="000000"/>
              </a:solidFill>
              <a:miter lim="800000"/>
              <a:headEnd/>
              <a:tailEnd/>
            </a:ln>
          </p:spPr>
          <p:txBody>
            <a:bodyPr/>
            <a:lstStyle/>
            <a:p>
              <a:pPr eaLnBrk="1" hangingPunct="1"/>
              <a:endParaRPr lang="zh-CN" altLang="en-US" sz="2800" b="1">
                <a:latin typeface="Tahoma" pitchFamily="34" charset="0"/>
                <a:ea typeface="黑体" pitchFamily="2" charset="-122"/>
              </a:endParaRPr>
            </a:p>
          </p:txBody>
        </p:sp>
        <p:sp>
          <p:nvSpPr>
            <p:cNvPr id="21718" name="Rectangle 73"/>
            <p:cNvSpPr>
              <a:spLocks noChangeArrowheads="1"/>
            </p:cNvSpPr>
            <p:nvPr/>
          </p:nvSpPr>
          <p:spPr bwMode="auto">
            <a:xfrm>
              <a:off x="4420" y="3250"/>
              <a:ext cx="395" cy="24"/>
            </a:xfrm>
            <a:prstGeom prst="rect">
              <a:avLst/>
            </a:prstGeom>
            <a:solidFill>
              <a:srgbClr val="9F9F9F"/>
            </a:solidFill>
            <a:ln w="3175">
              <a:solidFill>
                <a:srgbClr val="000000"/>
              </a:solidFill>
              <a:miter lim="800000"/>
              <a:headEnd/>
              <a:tailEnd/>
            </a:ln>
          </p:spPr>
          <p:txBody>
            <a:bodyPr/>
            <a:lstStyle/>
            <a:p>
              <a:pPr eaLnBrk="1" hangingPunct="1"/>
              <a:endParaRPr lang="zh-CN" altLang="en-US" sz="2800" b="1">
                <a:latin typeface="Tahoma" pitchFamily="34" charset="0"/>
                <a:ea typeface="黑体" pitchFamily="2" charset="-122"/>
              </a:endParaRPr>
            </a:p>
          </p:txBody>
        </p:sp>
        <p:sp>
          <p:nvSpPr>
            <p:cNvPr id="21719" name="Rectangle 74"/>
            <p:cNvSpPr>
              <a:spLocks noChangeArrowheads="1"/>
            </p:cNvSpPr>
            <p:nvPr/>
          </p:nvSpPr>
          <p:spPr bwMode="auto">
            <a:xfrm>
              <a:off x="4420" y="3221"/>
              <a:ext cx="395" cy="27"/>
            </a:xfrm>
            <a:prstGeom prst="rect">
              <a:avLst/>
            </a:prstGeom>
            <a:solidFill>
              <a:srgbClr val="9F9F9F"/>
            </a:solidFill>
            <a:ln w="3175">
              <a:solidFill>
                <a:srgbClr val="000000"/>
              </a:solidFill>
              <a:miter lim="800000"/>
              <a:headEnd/>
              <a:tailEnd/>
            </a:ln>
          </p:spPr>
          <p:txBody>
            <a:bodyPr/>
            <a:lstStyle/>
            <a:p>
              <a:pPr eaLnBrk="1" hangingPunct="1"/>
              <a:endParaRPr lang="zh-CN" altLang="en-US" sz="2800" b="1">
                <a:latin typeface="Tahoma" pitchFamily="34" charset="0"/>
                <a:ea typeface="黑体" pitchFamily="2" charset="-122"/>
              </a:endParaRPr>
            </a:p>
          </p:txBody>
        </p:sp>
        <p:sp>
          <p:nvSpPr>
            <p:cNvPr id="21720" name="Rectangle 75"/>
            <p:cNvSpPr>
              <a:spLocks noChangeArrowheads="1"/>
            </p:cNvSpPr>
            <p:nvPr/>
          </p:nvSpPr>
          <p:spPr bwMode="auto">
            <a:xfrm>
              <a:off x="4763" y="3200"/>
              <a:ext cx="41" cy="12"/>
            </a:xfrm>
            <a:prstGeom prst="rect">
              <a:avLst/>
            </a:prstGeom>
            <a:solidFill>
              <a:srgbClr val="9F9F9F"/>
            </a:solidFill>
            <a:ln w="3175">
              <a:solidFill>
                <a:srgbClr val="000000"/>
              </a:solidFill>
              <a:miter lim="800000"/>
              <a:headEnd/>
              <a:tailEnd/>
            </a:ln>
          </p:spPr>
          <p:txBody>
            <a:bodyPr/>
            <a:lstStyle/>
            <a:p>
              <a:pPr eaLnBrk="1" hangingPunct="1"/>
              <a:endParaRPr lang="zh-CN" altLang="en-US" sz="2800" b="1">
                <a:latin typeface="Tahoma" pitchFamily="34" charset="0"/>
                <a:ea typeface="黑体" pitchFamily="2" charset="-122"/>
              </a:endParaRPr>
            </a:p>
          </p:txBody>
        </p:sp>
        <p:sp>
          <p:nvSpPr>
            <p:cNvPr id="21721" name="Oval 76"/>
            <p:cNvSpPr>
              <a:spLocks noChangeArrowheads="1"/>
            </p:cNvSpPr>
            <p:nvPr/>
          </p:nvSpPr>
          <p:spPr bwMode="auto">
            <a:xfrm>
              <a:off x="4462" y="3092"/>
              <a:ext cx="28" cy="29"/>
            </a:xfrm>
            <a:prstGeom prst="ellipse">
              <a:avLst/>
            </a:prstGeom>
            <a:solidFill>
              <a:srgbClr val="9F9F9F"/>
            </a:solidFill>
            <a:ln w="3175">
              <a:solidFill>
                <a:srgbClr val="000000"/>
              </a:solidFill>
              <a:round/>
              <a:headEnd/>
              <a:tailEnd/>
            </a:ln>
          </p:spPr>
          <p:txBody>
            <a:bodyPr/>
            <a:lstStyle/>
            <a:p>
              <a:pPr eaLnBrk="1" hangingPunct="1"/>
              <a:endParaRPr lang="zh-CN" altLang="en-US" sz="2800" b="1">
                <a:latin typeface="Tahoma" pitchFamily="34" charset="0"/>
                <a:ea typeface="黑体" pitchFamily="2" charset="-122"/>
              </a:endParaRPr>
            </a:p>
          </p:txBody>
        </p:sp>
        <p:sp>
          <p:nvSpPr>
            <p:cNvPr id="21722" name="Rectangle 77"/>
            <p:cNvSpPr>
              <a:spLocks noChangeArrowheads="1"/>
            </p:cNvSpPr>
            <p:nvPr/>
          </p:nvSpPr>
          <p:spPr bwMode="auto">
            <a:xfrm>
              <a:off x="4562" y="3036"/>
              <a:ext cx="27" cy="26"/>
            </a:xfrm>
            <a:prstGeom prst="rect">
              <a:avLst/>
            </a:prstGeom>
            <a:solidFill>
              <a:srgbClr val="808080"/>
            </a:solidFill>
            <a:ln w="3175">
              <a:solidFill>
                <a:srgbClr val="000000"/>
              </a:solidFill>
              <a:miter lim="800000"/>
              <a:headEnd/>
              <a:tailEnd/>
            </a:ln>
          </p:spPr>
          <p:txBody>
            <a:bodyPr/>
            <a:lstStyle/>
            <a:p>
              <a:pPr eaLnBrk="1" hangingPunct="1"/>
              <a:endParaRPr lang="zh-CN" altLang="en-US" sz="2800" b="1">
                <a:latin typeface="Tahoma" pitchFamily="34" charset="0"/>
                <a:ea typeface="黑体" pitchFamily="2" charset="-122"/>
              </a:endParaRPr>
            </a:p>
          </p:txBody>
        </p:sp>
        <p:sp>
          <p:nvSpPr>
            <p:cNvPr id="21723" name="Freeform 78"/>
            <p:cNvSpPr>
              <a:spLocks/>
            </p:cNvSpPr>
            <p:nvPr/>
          </p:nvSpPr>
          <p:spPr bwMode="auto">
            <a:xfrm>
              <a:off x="4547" y="3021"/>
              <a:ext cx="114" cy="114"/>
            </a:xfrm>
            <a:custGeom>
              <a:avLst/>
              <a:gdLst>
                <a:gd name="T0" fmla="*/ 0 w 454"/>
                <a:gd name="T1" fmla="*/ 0 h 455"/>
                <a:gd name="T2" fmla="*/ 0 w 454"/>
                <a:gd name="T3" fmla="*/ 0 h 455"/>
                <a:gd name="T4" fmla="*/ 0 w 454"/>
                <a:gd name="T5" fmla="*/ 0 h 455"/>
                <a:gd name="T6" fmla="*/ 0 w 454"/>
                <a:gd name="T7" fmla="*/ 0 h 455"/>
                <a:gd name="T8" fmla="*/ 0 w 454"/>
                <a:gd name="T9" fmla="*/ 0 h 455"/>
                <a:gd name="T10" fmla="*/ 0 w 454"/>
                <a:gd name="T11" fmla="*/ 0 h 455"/>
                <a:gd name="T12" fmla="*/ 0 w 454"/>
                <a:gd name="T13" fmla="*/ 0 h 455"/>
                <a:gd name="T14" fmla="*/ 0 60000 65536"/>
                <a:gd name="T15" fmla="*/ 0 60000 65536"/>
                <a:gd name="T16" fmla="*/ 0 60000 65536"/>
                <a:gd name="T17" fmla="*/ 0 60000 65536"/>
                <a:gd name="T18" fmla="*/ 0 60000 65536"/>
                <a:gd name="T19" fmla="*/ 0 60000 65536"/>
                <a:gd name="T20" fmla="*/ 0 60000 65536"/>
                <a:gd name="T21" fmla="*/ 0 w 454"/>
                <a:gd name="T22" fmla="*/ 0 h 455"/>
                <a:gd name="T23" fmla="*/ 454 w 454"/>
                <a:gd name="T24" fmla="*/ 455 h 45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4" h="455">
                  <a:moveTo>
                    <a:pt x="57" y="455"/>
                  </a:moveTo>
                  <a:lnTo>
                    <a:pt x="57" y="57"/>
                  </a:lnTo>
                  <a:lnTo>
                    <a:pt x="454" y="57"/>
                  </a:lnTo>
                  <a:lnTo>
                    <a:pt x="454" y="0"/>
                  </a:lnTo>
                  <a:lnTo>
                    <a:pt x="0" y="0"/>
                  </a:lnTo>
                  <a:lnTo>
                    <a:pt x="0" y="455"/>
                  </a:lnTo>
                  <a:lnTo>
                    <a:pt x="57" y="455"/>
                  </a:lnTo>
                  <a:close/>
                </a:path>
              </a:pathLst>
            </a:custGeom>
            <a:solidFill>
              <a:srgbClr val="C0C0C0"/>
            </a:solidFill>
            <a:ln w="3175">
              <a:solidFill>
                <a:srgbClr val="000000"/>
              </a:solidFill>
              <a:round/>
              <a:headEnd/>
              <a:tailEnd/>
            </a:ln>
          </p:spPr>
          <p:txBody>
            <a:bodyPr/>
            <a:lstStyle/>
            <a:p>
              <a:endParaRPr lang="zh-CN" altLang="en-US" b="1"/>
            </a:p>
          </p:txBody>
        </p:sp>
        <p:grpSp>
          <p:nvGrpSpPr>
            <p:cNvPr id="21724" name="Group 79"/>
            <p:cNvGrpSpPr>
              <a:grpSpLocks/>
            </p:cNvGrpSpPr>
            <p:nvPr/>
          </p:nvGrpSpPr>
          <p:grpSpPr bwMode="auto">
            <a:xfrm>
              <a:off x="4455" y="2913"/>
              <a:ext cx="126" cy="116"/>
              <a:chOff x="4455" y="2913"/>
              <a:chExt cx="126" cy="116"/>
            </a:xfrm>
          </p:grpSpPr>
          <p:sp>
            <p:nvSpPr>
              <p:cNvPr id="21747" name="Oval 80"/>
              <p:cNvSpPr>
                <a:spLocks noChangeArrowheads="1"/>
              </p:cNvSpPr>
              <p:nvPr/>
            </p:nvSpPr>
            <p:spPr bwMode="auto">
              <a:xfrm>
                <a:off x="4465" y="2913"/>
                <a:ext cx="116" cy="116"/>
              </a:xfrm>
              <a:prstGeom prst="ellipse">
                <a:avLst/>
              </a:prstGeom>
              <a:solidFill>
                <a:srgbClr val="808080"/>
              </a:solidFill>
              <a:ln w="3175">
                <a:solidFill>
                  <a:srgbClr val="000000"/>
                </a:solidFill>
                <a:round/>
                <a:headEnd/>
                <a:tailEnd/>
              </a:ln>
            </p:spPr>
            <p:txBody>
              <a:bodyPr/>
              <a:lstStyle/>
              <a:p>
                <a:pPr eaLnBrk="1" hangingPunct="1"/>
                <a:endParaRPr lang="zh-CN" altLang="en-US" sz="2800" b="1">
                  <a:latin typeface="Tahoma" pitchFamily="34" charset="0"/>
                  <a:ea typeface="黑体" pitchFamily="2" charset="-122"/>
                </a:endParaRPr>
              </a:p>
            </p:txBody>
          </p:sp>
          <p:sp>
            <p:nvSpPr>
              <p:cNvPr id="21748" name="Oval 81"/>
              <p:cNvSpPr>
                <a:spLocks noChangeArrowheads="1"/>
              </p:cNvSpPr>
              <p:nvPr/>
            </p:nvSpPr>
            <p:spPr bwMode="auto">
              <a:xfrm>
                <a:off x="4455" y="2913"/>
                <a:ext cx="115" cy="116"/>
              </a:xfrm>
              <a:prstGeom prst="ellipse">
                <a:avLst/>
              </a:prstGeom>
              <a:solidFill>
                <a:srgbClr val="C0C0C0"/>
              </a:solidFill>
              <a:ln w="3175">
                <a:solidFill>
                  <a:srgbClr val="000000"/>
                </a:solidFill>
                <a:round/>
                <a:headEnd/>
                <a:tailEnd/>
              </a:ln>
            </p:spPr>
            <p:txBody>
              <a:bodyPr/>
              <a:lstStyle/>
              <a:p>
                <a:pPr eaLnBrk="1" hangingPunct="1"/>
                <a:endParaRPr lang="zh-CN" altLang="en-US" sz="2800" b="1">
                  <a:latin typeface="Tahoma" pitchFamily="34" charset="0"/>
                  <a:ea typeface="黑体" pitchFamily="2" charset="-122"/>
                </a:endParaRPr>
              </a:p>
            </p:txBody>
          </p:sp>
        </p:grpSp>
        <p:grpSp>
          <p:nvGrpSpPr>
            <p:cNvPr id="21725" name="Group 82"/>
            <p:cNvGrpSpPr>
              <a:grpSpLocks/>
            </p:cNvGrpSpPr>
            <p:nvPr/>
          </p:nvGrpSpPr>
          <p:grpSpPr bwMode="auto">
            <a:xfrm>
              <a:off x="4504" y="3136"/>
              <a:ext cx="43" cy="112"/>
              <a:chOff x="4504" y="3136"/>
              <a:chExt cx="43" cy="112"/>
            </a:xfrm>
          </p:grpSpPr>
          <p:sp>
            <p:nvSpPr>
              <p:cNvPr id="21738" name="Rectangle 83"/>
              <p:cNvSpPr>
                <a:spLocks noChangeArrowheads="1"/>
              </p:cNvSpPr>
              <p:nvPr/>
            </p:nvSpPr>
            <p:spPr bwMode="auto">
              <a:xfrm>
                <a:off x="4505" y="3136"/>
                <a:ext cx="41" cy="112"/>
              </a:xfrm>
              <a:prstGeom prst="rect">
                <a:avLst/>
              </a:prstGeom>
              <a:solidFill>
                <a:srgbClr val="C0C0C0"/>
              </a:solidFill>
              <a:ln w="3175">
                <a:solidFill>
                  <a:srgbClr val="000000"/>
                </a:solidFill>
                <a:miter lim="800000"/>
                <a:headEnd/>
                <a:tailEnd/>
              </a:ln>
            </p:spPr>
            <p:txBody>
              <a:bodyPr/>
              <a:lstStyle/>
              <a:p>
                <a:pPr eaLnBrk="1" hangingPunct="1"/>
                <a:endParaRPr lang="zh-CN" altLang="en-US" sz="2800" b="1">
                  <a:latin typeface="Tahoma" pitchFamily="34" charset="0"/>
                  <a:ea typeface="黑体" pitchFamily="2" charset="-122"/>
                </a:endParaRPr>
              </a:p>
            </p:txBody>
          </p:sp>
          <p:grpSp>
            <p:nvGrpSpPr>
              <p:cNvPr id="21739" name="Group 84"/>
              <p:cNvGrpSpPr>
                <a:grpSpLocks/>
              </p:cNvGrpSpPr>
              <p:nvPr/>
            </p:nvGrpSpPr>
            <p:grpSpPr bwMode="auto">
              <a:xfrm>
                <a:off x="4504" y="3149"/>
                <a:ext cx="43" cy="87"/>
                <a:chOff x="4504" y="3149"/>
                <a:chExt cx="43" cy="87"/>
              </a:xfrm>
            </p:grpSpPr>
            <p:sp>
              <p:nvSpPr>
                <p:cNvPr id="21740" name="Line 85"/>
                <p:cNvSpPr>
                  <a:spLocks noChangeShapeType="1"/>
                </p:cNvSpPr>
                <p:nvPr/>
              </p:nvSpPr>
              <p:spPr bwMode="auto">
                <a:xfrm>
                  <a:off x="4504" y="3163"/>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741" name="Line 86"/>
                <p:cNvSpPr>
                  <a:spLocks noChangeShapeType="1"/>
                </p:cNvSpPr>
                <p:nvPr/>
              </p:nvSpPr>
              <p:spPr bwMode="auto">
                <a:xfrm>
                  <a:off x="4504" y="3206"/>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742" name="Line 87"/>
                <p:cNvSpPr>
                  <a:spLocks noChangeShapeType="1"/>
                </p:cNvSpPr>
                <p:nvPr/>
              </p:nvSpPr>
              <p:spPr bwMode="auto">
                <a:xfrm>
                  <a:off x="4504" y="3192"/>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743" name="Line 88"/>
                <p:cNvSpPr>
                  <a:spLocks noChangeShapeType="1"/>
                </p:cNvSpPr>
                <p:nvPr/>
              </p:nvSpPr>
              <p:spPr bwMode="auto">
                <a:xfrm>
                  <a:off x="4504" y="3178"/>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744" name="Line 89"/>
                <p:cNvSpPr>
                  <a:spLocks noChangeShapeType="1"/>
                </p:cNvSpPr>
                <p:nvPr/>
              </p:nvSpPr>
              <p:spPr bwMode="auto">
                <a:xfrm>
                  <a:off x="4504" y="3149"/>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745" name="Line 90"/>
                <p:cNvSpPr>
                  <a:spLocks noChangeShapeType="1"/>
                </p:cNvSpPr>
                <p:nvPr/>
              </p:nvSpPr>
              <p:spPr bwMode="auto">
                <a:xfrm>
                  <a:off x="4504" y="3220"/>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746" name="Line 91"/>
                <p:cNvSpPr>
                  <a:spLocks noChangeShapeType="1"/>
                </p:cNvSpPr>
                <p:nvPr/>
              </p:nvSpPr>
              <p:spPr bwMode="auto">
                <a:xfrm>
                  <a:off x="4504" y="3235"/>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sp>
          <p:nvSpPr>
            <p:cNvPr id="21726" name="Rectangle 92"/>
            <p:cNvSpPr>
              <a:spLocks noChangeArrowheads="1"/>
            </p:cNvSpPr>
            <p:nvPr/>
          </p:nvSpPr>
          <p:spPr bwMode="auto">
            <a:xfrm>
              <a:off x="4775" y="3164"/>
              <a:ext cx="12" cy="27"/>
            </a:xfrm>
            <a:prstGeom prst="rect">
              <a:avLst/>
            </a:prstGeom>
            <a:solidFill>
              <a:srgbClr val="C0C0C0"/>
            </a:solidFill>
            <a:ln w="3175">
              <a:solidFill>
                <a:srgbClr val="000000"/>
              </a:solidFill>
              <a:miter lim="800000"/>
              <a:headEnd/>
              <a:tailEnd/>
            </a:ln>
          </p:spPr>
          <p:txBody>
            <a:bodyPr/>
            <a:lstStyle/>
            <a:p>
              <a:pPr eaLnBrk="1" hangingPunct="1"/>
              <a:endParaRPr lang="zh-CN" altLang="en-US" sz="2800" b="1">
                <a:latin typeface="Tahoma" pitchFamily="34" charset="0"/>
                <a:ea typeface="黑体" pitchFamily="2" charset="-122"/>
              </a:endParaRPr>
            </a:p>
          </p:txBody>
        </p:sp>
        <p:sp>
          <p:nvSpPr>
            <p:cNvPr id="21727" name="Freeform 93"/>
            <p:cNvSpPr>
              <a:spLocks/>
            </p:cNvSpPr>
            <p:nvPr/>
          </p:nvSpPr>
          <p:spPr bwMode="auto">
            <a:xfrm>
              <a:off x="4696" y="2871"/>
              <a:ext cx="32" cy="55"/>
            </a:xfrm>
            <a:custGeom>
              <a:avLst/>
              <a:gdLst>
                <a:gd name="T0" fmla="*/ 0 w 129"/>
                <a:gd name="T1" fmla="*/ 0 h 221"/>
                <a:gd name="T2" fmla="*/ 0 w 129"/>
                <a:gd name="T3" fmla="*/ 0 h 221"/>
                <a:gd name="T4" fmla="*/ 0 w 129"/>
                <a:gd name="T5" fmla="*/ 0 h 221"/>
                <a:gd name="T6" fmla="*/ 0 w 129"/>
                <a:gd name="T7" fmla="*/ 0 h 221"/>
                <a:gd name="T8" fmla="*/ 0 w 129"/>
                <a:gd name="T9" fmla="*/ 0 h 221"/>
                <a:gd name="T10" fmla="*/ 0 60000 65536"/>
                <a:gd name="T11" fmla="*/ 0 60000 65536"/>
                <a:gd name="T12" fmla="*/ 0 60000 65536"/>
                <a:gd name="T13" fmla="*/ 0 60000 65536"/>
                <a:gd name="T14" fmla="*/ 0 60000 65536"/>
                <a:gd name="T15" fmla="*/ 0 w 129"/>
                <a:gd name="T16" fmla="*/ 0 h 221"/>
                <a:gd name="T17" fmla="*/ 129 w 129"/>
                <a:gd name="T18" fmla="*/ 221 h 221"/>
              </a:gdLst>
              <a:ahLst/>
              <a:cxnLst>
                <a:cxn ang="T10">
                  <a:pos x="T0" y="T1"/>
                </a:cxn>
                <a:cxn ang="T11">
                  <a:pos x="T2" y="T3"/>
                </a:cxn>
                <a:cxn ang="T12">
                  <a:pos x="T4" y="T5"/>
                </a:cxn>
                <a:cxn ang="T13">
                  <a:pos x="T6" y="T7"/>
                </a:cxn>
                <a:cxn ang="T14">
                  <a:pos x="T8" y="T9"/>
                </a:cxn>
              </a:cxnLst>
              <a:rect l="T15" t="T16" r="T17" b="T18"/>
              <a:pathLst>
                <a:path w="129" h="221">
                  <a:moveTo>
                    <a:pt x="107" y="0"/>
                  </a:moveTo>
                  <a:lnTo>
                    <a:pt x="0" y="185"/>
                  </a:lnTo>
                  <a:lnTo>
                    <a:pt x="21" y="221"/>
                  </a:lnTo>
                  <a:lnTo>
                    <a:pt x="129" y="7"/>
                  </a:lnTo>
                  <a:lnTo>
                    <a:pt x="107" y="0"/>
                  </a:lnTo>
                  <a:close/>
                </a:path>
              </a:pathLst>
            </a:custGeom>
            <a:solidFill>
              <a:srgbClr val="BFBFDF"/>
            </a:solidFill>
            <a:ln w="3175">
              <a:solidFill>
                <a:srgbClr val="000000"/>
              </a:solidFill>
              <a:round/>
              <a:headEnd/>
              <a:tailEnd/>
            </a:ln>
          </p:spPr>
          <p:txBody>
            <a:bodyPr/>
            <a:lstStyle/>
            <a:p>
              <a:endParaRPr lang="zh-CN" altLang="en-US" b="1"/>
            </a:p>
          </p:txBody>
        </p:sp>
        <p:sp>
          <p:nvSpPr>
            <p:cNvPr id="21728" name="Freeform 94"/>
            <p:cNvSpPr>
              <a:spLocks/>
            </p:cNvSpPr>
            <p:nvPr/>
          </p:nvSpPr>
          <p:spPr bwMode="auto">
            <a:xfrm>
              <a:off x="4657" y="2848"/>
              <a:ext cx="62" cy="16"/>
            </a:xfrm>
            <a:custGeom>
              <a:avLst/>
              <a:gdLst>
                <a:gd name="T0" fmla="*/ 0 w 249"/>
                <a:gd name="T1" fmla="*/ 0 h 66"/>
                <a:gd name="T2" fmla="*/ 0 w 249"/>
                <a:gd name="T3" fmla="*/ 0 h 66"/>
                <a:gd name="T4" fmla="*/ 0 w 249"/>
                <a:gd name="T5" fmla="*/ 0 h 66"/>
                <a:gd name="T6" fmla="*/ 0 w 249"/>
                <a:gd name="T7" fmla="*/ 0 h 66"/>
                <a:gd name="T8" fmla="*/ 0 w 249"/>
                <a:gd name="T9" fmla="*/ 0 h 66"/>
                <a:gd name="T10" fmla="*/ 0 60000 65536"/>
                <a:gd name="T11" fmla="*/ 0 60000 65536"/>
                <a:gd name="T12" fmla="*/ 0 60000 65536"/>
                <a:gd name="T13" fmla="*/ 0 60000 65536"/>
                <a:gd name="T14" fmla="*/ 0 60000 65536"/>
                <a:gd name="T15" fmla="*/ 0 w 249"/>
                <a:gd name="T16" fmla="*/ 0 h 66"/>
                <a:gd name="T17" fmla="*/ 249 w 249"/>
                <a:gd name="T18" fmla="*/ 66 h 66"/>
              </a:gdLst>
              <a:ahLst/>
              <a:cxnLst>
                <a:cxn ang="T10">
                  <a:pos x="T0" y="T1"/>
                </a:cxn>
                <a:cxn ang="T11">
                  <a:pos x="T2" y="T3"/>
                </a:cxn>
                <a:cxn ang="T12">
                  <a:pos x="T4" y="T5"/>
                </a:cxn>
                <a:cxn ang="T13">
                  <a:pos x="T6" y="T7"/>
                </a:cxn>
                <a:cxn ang="T14">
                  <a:pos x="T8" y="T9"/>
                </a:cxn>
              </a:cxnLst>
              <a:rect l="T15" t="T16" r="T17" b="T18"/>
              <a:pathLst>
                <a:path w="249" h="66">
                  <a:moveTo>
                    <a:pt x="241" y="0"/>
                  </a:moveTo>
                  <a:lnTo>
                    <a:pt x="0" y="36"/>
                  </a:lnTo>
                  <a:lnTo>
                    <a:pt x="35" y="66"/>
                  </a:lnTo>
                  <a:lnTo>
                    <a:pt x="249" y="22"/>
                  </a:lnTo>
                  <a:lnTo>
                    <a:pt x="241" y="0"/>
                  </a:lnTo>
                  <a:close/>
                </a:path>
              </a:pathLst>
            </a:custGeom>
            <a:solidFill>
              <a:srgbClr val="BFBFDF"/>
            </a:solidFill>
            <a:ln w="3175">
              <a:solidFill>
                <a:srgbClr val="000000"/>
              </a:solidFill>
              <a:round/>
              <a:headEnd/>
              <a:tailEnd/>
            </a:ln>
          </p:spPr>
          <p:txBody>
            <a:bodyPr/>
            <a:lstStyle/>
            <a:p>
              <a:endParaRPr lang="zh-CN" altLang="en-US" b="1"/>
            </a:p>
          </p:txBody>
        </p:sp>
        <p:sp>
          <p:nvSpPr>
            <p:cNvPr id="21729" name="Freeform 95"/>
            <p:cNvSpPr>
              <a:spLocks/>
            </p:cNvSpPr>
            <p:nvPr/>
          </p:nvSpPr>
          <p:spPr bwMode="auto">
            <a:xfrm>
              <a:off x="4516" y="2720"/>
              <a:ext cx="233" cy="367"/>
            </a:xfrm>
            <a:custGeom>
              <a:avLst/>
              <a:gdLst>
                <a:gd name="T0" fmla="*/ 0 w 931"/>
                <a:gd name="T1" fmla="*/ 0 h 1469"/>
                <a:gd name="T2" fmla="*/ 0 w 931"/>
                <a:gd name="T3" fmla="*/ 0 h 1469"/>
                <a:gd name="T4" fmla="*/ 0 w 931"/>
                <a:gd name="T5" fmla="*/ 0 h 1469"/>
                <a:gd name="T6" fmla="*/ 0 w 931"/>
                <a:gd name="T7" fmla="*/ 0 h 1469"/>
                <a:gd name="T8" fmla="*/ 0 w 931"/>
                <a:gd name="T9" fmla="*/ 0 h 1469"/>
                <a:gd name="T10" fmla="*/ 0 w 931"/>
                <a:gd name="T11" fmla="*/ 0 h 1469"/>
                <a:gd name="T12" fmla="*/ 0 w 931"/>
                <a:gd name="T13" fmla="*/ 0 h 1469"/>
                <a:gd name="T14" fmla="*/ 0 w 931"/>
                <a:gd name="T15" fmla="*/ 0 h 1469"/>
                <a:gd name="T16" fmla="*/ 0 w 931"/>
                <a:gd name="T17" fmla="*/ 0 h 1469"/>
                <a:gd name="T18" fmla="*/ 0 w 931"/>
                <a:gd name="T19" fmla="*/ 0 h 1469"/>
                <a:gd name="T20" fmla="*/ 0 w 931"/>
                <a:gd name="T21" fmla="*/ 0 h 1469"/>
                <a:gd name="T22" fmla="*/ 0 w 931"/>
                <a:gd name="T23" fmla="*/ 0 h 1469"/>
                <a:gd name="T24" fmla="*/ 0 w 931"/>
                <a:gd name="T25" fmla="*/ 0 h 1469"/>
                <a:gd name="T26" fmla="*/ 0 w 931"/>
                <a:gd name="T27" fmla="*/ 0 h 1469"/>
                <a:gd name="T28" fmla="*/ 0 w 931"/>
                <a:gd name="T29" fmla="*/ 0 h 1469"/>
                <a:gd name="T30" fmla="*/ 0 w 931"/>
                <a:gd name="T31" fmla="*/ 0 h 1469"/>
                <a:gd name="T32" fmla="*/ 0 w 931"/>
                <a:gd name="T33" fmla="*/ 0 h 1469"/>
                <a:gd name="T34" fmla="*/ 0 w 931"/>
                <a:gd name="T35" fmla="*/ 0 h 1469"/>
                <a:gd name="T36" fmla="*/ 0 w 931"/>
                <a:gd name="T37" fmla="*/ 0 h 1469"/>
                <a:gd name="T38" fmla="*/ 0 w 931"/>
                <a:gd name="T39" fmla="*/ 0 h 1469"/>
                <a:gd name="T40" fmla="*/ 0 w 931"/>
                <a:gd name="T41" fmla="*/ 0 h 1469"/>
                <a:gd name="T42" fmla="*/ 0 w 931"/>
                <a:gd name="T43" fmla="*/ 0 h 1469"/>
                <a:gd name="T44" fmla="*/ 0 w 931"/>
                <a:gd name="T45" fmla="*/ 0 h 146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31"/>
                <a:gd name="T70" fmla="*/ 0 h 1469"/>
                <a:gd name="T71" fmla="*/ 931 w 931"/>
                <a:gd name="T72" fmla="*/ 1469 h 146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31" h="1469">
                  <a:moveTo>
                    <a:pt x="30" y="53"/>
                  </a:moveTo>
                  <a:lnTo>
                    <a:pt x="16" y="96"/>
                  </a:lnTo>
                  <a:lnTo>
                    <a:pt x="4" y="150"/>
                  </a:lnTo>
                  <a:lnTo>
                    <a:pt x="0" y="207"/>
                  </a:lnTo>
                  <a:lnTo>
                    <a:pt x="0" y="264"/>
                  </a:lnTo>
                  <a:lnTo>
                    <a:pt x="12" y="338"/>
                  </a:lnTo>
                  <a:lnTo>
                    <a:pt x="23" y="431"/>
                  </a:lnTo>
                  <a:lnTo>
                    <a:pt x="44" y="534"/>
                  </a:lnTo>
                  <a:lnTo>
                    <a:pt x="79" y="653"/>
                  </a:lnTo>
                  <a:lnTo>
                    <a:pt x="133" y="767"/>
                  </a:lnTo>
                  <a:lnTo>
                    <a:pt x="218" y="902"/>
                  </a:lnTo>
                  <a:lnTo>
                    <a:pt x="303" y="1031"/>
                  </a:lnTo>
                  <a:lnTo>
                    <a:pt x="374" y="1116"/>
                  </a:lnTo>
                  <a:lnTo>
                    <a:pt x="473" y="1219"/>
                  </a:lnTo>
                  <a:lnTo>
                    <a:pt x="576" y="1305"/>
                  </a:lnTo>
                  <a:lnTo>
                    <a:pt x="668" y="1373"/>
                  </a:lnTo>
                  <a:lnTo>
                    <a:pt x="735" y="1415"/>
                  </a:lnTo>
                  <a:lnTo>
                    <a:pt x="802" y="1447"/>
                  </a:lnTo>
                  <a:lnTo>
                    <a:pt x="857" y="1469"/>
                  </a:lnTo>
                  <a:lnTo>
                    <a:pt x="899" y="1469"/>
                  </a:lnTo>
                  <a:lnTo>
                    <a:pt x="931" y="1451"/>
                  </a:lnTo>
                  <a:lnTo>
                    <a:pt x="62" y="0"/>
                  </a:lnTo>
                  <a:lnTo>
                    <a:pt x="30" y="53"/>
                  </a:lnTo>
                  <a:close/>
                </a:path>
              </a:pathLst>
            </a:custGeom>
            <a:solidFill>
              <a:srgbClr val="808080"/>
            </a:solidFill>
            <a:ln w="3175">
              <a:solidFill>
                <a:srgbClr val="000000"/>
              </a:solidFill>
              <a:round/>
              <a:headEnd/>
              <a:tailEnd/>
            </a:ln>
          </p:spPr>
          <p:txBody>
            <a:bodyPr/>
            <a:lstStyle/>
            <a:p>
              <a:endParaRPr lang="zh-CN" altLang="en-US" b="1"/>
            </a:p>
          </p:txBody>
        </p:sp>
        <p:sp>
          <p:nvSpPr>
            <p:cNvPr id="21730" name="Freeform 96"/>
            <p:cNvSpPr>
              <a:spLocks/>
            </p:cNvSpPr>
            <p:nvPr/>
          </p:nvSpPr>
          <p:spPr bwMode="auto">
            <a:xfrm>
              <a:off x="4529" y="2719"/>
              <a:ext cx="220" cy="364"/>
            </a:xfrm>
            <a:custGeom>
              <a:avLst/>
              <a:gdLst>
                <a:gd name="T0" fmla="*/ 0 w 876"/>
                <a:gd name="T1" fmla="*/ 0 h 1455"/>
                <a:gd name="T2" fmla="*/ 0 w 876"/>
                <a:gd name="T3" fmla="*/ 0 h 1455"/>
                <a:gd name="T4" fmla="*/ 0 w 876"/>
                <a:gd name="T5" fmla="*/ 0 h 1455"/>
                <a:gd name="T6" fmla="*/ 0 w 876"/>
                <a:gd name="T7" fmla="*/ 0 h 1455"/>
                <a:gd name="T8" fmla="*/ 0 w 876"/>
                <a:gd name="T9" fmla="*/ 0 h 1455"/>
                <a:gd name="T10" fmla="*/ 0 w 876"/>
                <a:gd name="T11" fmla="*/ 0 h 1455"/>
                <a:gd name="T12" fmla="*/ 0 w 876"/>
                <a:gd name="T13" fmla="*/ 0 h 1455"/>
                <a:gd name="T14" fmla="*/ 0 w 876"/>
                <a:gd name="T15" fmla="*/ 0 h 1455"/>
                <a:gd name="T16" fmla="*/ 0 w 876"/>
                <a:gd name="T17" fmla="*/ 0 h 1455"/>
                <a:gd name="T18" fmla="*/ 0 w 876"/>
                <a:gd name="T19" fmla="*/ 0 h 1455"/>
                <a:gd name="T20" fmla="*/ 0 w 876"/>
                <a:gd name="T21" fmla="*/ 0 h 1455"/>
                <a:gd name="T22" fmla="*/ 0 w 876"/>
                <a:gd name="T23" fmla="*/ 0 h 1455"/>
                <a:gd name="T24" fmla="*/ 0 w 876"/>
                <a:gd name="T25" fmla="*/ 0 h 1455"/>
                <a:gd name="T26" fmla="*/ 0 w 876"/>
                <a:gd name="T27" fmla="*/ 0 h 1455"/>
                <a:gd name="T28" fmla="*/ 0 w 876"/>
                <a:gd name="T29" fmla="*/ 0 h 1455"/>
                <a:gd name="T30" fmla="*/ 0 w 876"/>
                <a:gd name="T31" fmla="*/ 0 h 1455"/>
                <a:gd name="T32" fmla="*/ 0 w 876"/>
                <a:gd name="T33" fmla="*/ 0 h 1455"/>
                <a:gd name="T34" fmla="*/ 0 w 876"/>
                <a:gd name="T35" fmla="*/ 0 h 1455"/>
                <a:gd name="T36" fmla="*/ 0 w 876"/>
                <a:gd name="T37" fmla="*/ 0 h 1455"/>
                <a:gd name="T38" fmla="*/ 0 w 876"/>
                <a:gd name="T39" fmla="*/ 0 h 1455"/>
                <a:gd name="T40" fmla="*/ 0 w 876"/>
                <a:gd name="T41" fmla="*/ 0 h 1455"/>
                <a:gd name="T42" fmla="*/ 0 w 876"/>
                <a:gd name="T43" fmla="*/ 0 h 1455"/>
                <a:gd name="T44" fmla="*/ 0 w 876"/>
                <a:gd name="T45" fmla="*/ 0 h 1455"/>
                <a:gd name="T46" fmla="*/ 0 w 876"/>
                <a:gd name="T47" fmla="*/ 0 h 1455"/>
                <a:gd name="T48" fmla="*/ 0 w 876"/>
                <a:gd name="T49" fmla="*/ 0 h 1455"/>
                <a:gd name="T50" fmla="*/ 0 w 876"/>
                <a:gd name="T51" fmla="*/ 0 h 1455"/>
                <a:gd name="T52" fmla="*/ 0 w 876"/>
                <a:gd name="T53" fmla="*/ 0 h 1455"/>
                <a:gd name="T54" fmla="*/ 0 w 876"/>
                <a:gd name="T55" fmla="*/ 0 h 1455"/>
                <a:gd name="T56" fmla="*/ 0 w 876"/>
                <a:gd name="T57" fmla="*/ 0 h 1455"/>
                <a:gd name="T58" fmla="*/ 0 w 876"/>
                <a:gd name="T59" fmla="*/ 0 h 1455"/>
                <a:gd name="T60" fmla="*/ 0 w 876"/>
                <a:gd name="T61" fmla="*/ 0 h 1455"/>
                <a:gd name="T62" fmla="*/ 0 w 876"/>
                <a:gd name="T63" fmla="*/ 0 h 1455"/>
                <a:gd name="T64" fmla="*/ 0 w 876"/>
                <a:gd name="T65" fmla="*/ 0 h 1455"/>
                <a:gd name="T66" fmla="*/ 0 w 876"/>
                <a:gd name="T67" fmla="*/ 0 h 1455"/>
                <a:gd name="T68" fmla="*/ 0 w 876"/>
                <a:gd name="T69" fmla="*/ 0 h 1455"/>
                <a:gd name="T70" fmla="*/ 0 w 876"/>
                <a:gd name="T71" fmla="*/ 0 h 1455"/>
                <a:gd name="T72" fmla="*/ 0 w 876"/>
                <a:gd name="T73" fmla="*/ 0 h 1455"/>
                <a:gd name="T74" fmla="*/ 0 w 876"/>
                <a:gd name="T75" fmla="*/ 0 h 1455"/>
                <a:gd name="T76" fmla="*/ 0 w 876"/>
                <a:gd name="T77" fmla="*/ 0 h 1455"/>
                <a:gd name="T78" fmla="*/ 0 w 876"/>
                <a:gd name="T79" fmla="*/ 0 h 1455"/>
                <a:gd name="T80" fmla="*/ 0 w 876"/>
                <a:gd name="T81" fmla="*/ 0 h 1455"/>
                <a:gd name="T82" fmla="*/ 0 w 876"/>
                <a:gd name="T83" fmla="*/ 0 h 1455"/>
                <a:gd name="T84" fmla="*/ 0 w 876"/>
                <a:gd name="T85" fmla="*/ 0 h 1455"/>
                <a:gd name="T86" fmla="*/ 0 w 876"/>
                <a:gd name="T87" fmla="*/ 0 h 1455"/>
                <a:gd name="T88" fmla="*/ 0 w 876"/>
                <a:gd name="T89" fmla="*/ 0 h 1455"/>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876"/>
                <a:gd name="T136" fmla="*/ 0 h 1455"/>
                <a:gd name="T137" fmla="*/ 876 w 876"/>
                <a:gd name="T138" fmla="*/ 1455 h 1455"/>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876" h="1455">
                  <a:moveTo>
                    <a:pt x="7" y="0"/>
                  </a:moveTo>
                  <a:lnTo>
                    <a:pt x="0" y="29"/>
                  </a:lnTo>
                  <a:lnTo>
                    <a:pt x="0" y="93"/>
                  </a:lnTo>
                  <a:lnTo>
                    <a:pt x="3" y="168"/>
                  </a:lnTo>
                  <a:lnTo>
                    <a:pt x="10" y="228"/>
                  </a:lnTo>
                  <a:lnTo>
                    <a:pt x="21" y="307"/>
                  </a:lnTo>
                  <a:lnTo>
                    <a:pt x="35" y="399"/>
                  </a:lnTo>
                  <a:lnTo>
                    <a:pt x="56" y="496"/>
                  </a:lnTo>
                  <a:lnTo>
                    <a:pt x="99" y="618"/>
                  </a:lnTo>
                  <a:lnTo>
                    <a:pt x="163" y="757"/>
                  </a:lnTo>
                  <a:lnTo>
                    <a:pt x="234" y="871"/>
                  </a:lnTo>
                  <a:lnTo>
                    <a:pt x="319" y="992"/>
                  </a:lnTo>
                  <a:lnTo>
                    <a:pt x="397" y="1084"/>
                  </a:lnTo>
                  <a:lnTo>
                    <a:pt x="457" y="1147"/>
                  </a:lnTo>
                  <a:lnTo>
                    <a:pt x="513" y="1206"/>
                  </a:lnTo>
                  <a:lnTo>
                    <a:pt x="574" y="1263"/>
                  </a:lnTo>
                  <a:lnTo>
                    <a:pt x="641" y="1318"/>
                  </a:lnTo>
                  <a:lnTo>
                    <a:pt x="687" y="1355"/>
                  </a:lnTo>
                  <a:lnTo>
                    <a:pt x="737" y="1387"/>
                  </a:lnTo>
                  <a:lnTo>
                    <a:pt x="791" y="1418"/>
                  </a:lnTo>
                  <a:lnTo>
                    <a:pt x="837" y="1448"/>
                  </a:lnTo>
                  <a:lnTo>
                    <a:pt x="865" y="1455"/>
                  </a:lnTo>
                  <a:lnTo>
                    <a:pt x="876" y="1434"/>
                  </a:lnTo>
                  <a:lnTo>
                    <a:pt x="874" y="1404"/>
                  </a:lnTo>
                  <a:lnTo>
                    <a:pt x="867" y="1369"/>
                  </a:lnTo>
                  <a:lnTo>
                    <a:pt x="855" y="1309"/>
                  </a:lnTo>
                  <a:lnTo>
                    <a:pt x="841" y="1229"/>
                  </a:lnTo>
                  <a:lnTo>
                    <a:pt x="823" y="1156"/>
                  </a:lnTo>
                  <a:lnTo>
                    <a:pt x="802" y="1069"/>
                  </a:lnTo>
                  <a:lnTo>
                    <a:pt x="773" y="978"/>
                  </a:lnTo>
                  <a:lnTo>
                    <a:pt x="741" y="905"/>
                  </a:lnTo>
                  <a:lnTo>
                    <a:pt x="715" y="842"/>
                  </a:lnTo>
                  <a:lnTo>
                    <a:pt x="674" y="759"/>
                  </a:lnTo>
                  <a:lnTo>
                    <a:pt x="634" y="686"/>
                  </a:lnTo>
                  <a:lnTo>
                    <a:pt x="586" y="606"/>
                  </a:lnTo>
                  <a:lnTo>
                    <a:pt x="510" y="506"/>
                  </a:lnTo>
                  <a:lnTo>
                    <a:pt x="457" y="435"/>
                  </a:lnTo>
                  <a:lnTo>
                    <a:pt x="380" y="338"/>
                  </a:lnTo>
                  <a:lnTo>
                    <a:pt x="308" y="268"/>
                  </a:lnTo>
                  <a:lnTo>
                    <a:pt x="237" y="195"/>
                  </a:lnTo>
                  <a:lnTo>
                    <a:pt x="184" y="143"/>
                  </a:lnTo>
                  <a:lnTo>
                    <a:pt x="127" y="88"/>
                  </a:lnTo>
                  <a:lnTo>
                    <a:pt x="85" y="50"/>
                  </a:lnTo>
                  <a:lnTo>
                    <a:pt x="42" y="15"/>
                  </a:lnTo>
                  <a:lnTo>
                    <a:pt x="7" y="0"/>
                  </a:lnTo>
                  <a:close/>
                </a:path>
              </a:pathLst>
            </a:custGeom>
            <a:solidFill>
              <a:srgbClr val="C0C0C0"/>
            </a:solidFill>
            <a:ln w="3175">
              <a:solidFill>
                <a:srgbClr val="000000"/>
              </a:solidFill>
              <a:round/>
              <a:headEnd/>
              <a:tailEnd/>
            </a:ln>
          </p:spPr>
          <p:txBody>
            <a:bodyPr/>
            <a:lstStyle/>
            <a:p>
              <a:endParaRPr lang="zh-CN" altLang="en-US" b="1"/>
            </a:p>
          </p:txBody>
        </p:sp>
        <p:sp>
          <p:nvSpPr>
            <p:cNvPr id="21731" name="Freeform 97"/>
            <p:cNvSpPr>
              <a:spLocks/>
            </p:cNvSpPr>
            <p:nvPr/>
          </p:nvSpPr>
          <p:spPr bwMode="auto">
            <a:xfrm>
              <a:off x="4537" y="2812"/>
              <a:ext cx="216" cy="16"/>
            </a:xfrm>
            <a:custGeom>
              <a:avLst/>
              <a:gdLst>
                <a:gd name="T0" fmla="*/ 0 w 862"/>
                <a:gd name="T1" fmla="*/ 0 h 64"/>
                <a:gd name="T2" fmla="*/ 0 w 862"/>
                <a:gd name="T3" fmla="*/ 0 h 64"/>
                <a:gd name="T4" fmla="*/ 0 w 862"/>
                <a:gd name="T5" fmla="*/ 0 h 64"/>
                <a:gd name="T6" fmla="*/ 0 w 862"/>
                <a:gd name="T7" fmla="*/ 0 h 64"/>
                <a:gd name="T8" fmla="*/ 0 w 862"/>
                <a:gd name="T9" fmla="*/ 0 h 64"/>
                <a:gd name="T10" fmla="*/ 0 60000 65536"/>
                <a:gd name="T11" fmla="*/ 0 60000 65536"/>
                <a:gd name="T12" fmla="*/ 0 60000 65536"/>
                <a:gd name="T13" fmla="*/ 0 60000 65536"/>
                <a:gd name="T14" fmla="*/ 0 60000 65536"/>
                <a:gd name="T15" fmla="*/ 0 w 862"/>
                <a:gd name="T16" fmla="*/ 0 h 64"/>
                <a:gd name="T17" fmla="*/ 862 w 862"/>
                <a:gd name="T18" fmla="*/ 64 h 64"/>
              </a:gdLst>
              <a:ahLst/>
              <a:cxnLst>
                <a:cxn ang="T10">
                  <a:pos x="T0" y="T1"/>
                </a:cxn>
                <a:cxn ang="T11">
                  <a:pos x="T2" y="T3"/>
                </a:cxn>
                <a:cxn ang="T12">
                  <a:pos x="T4" y="T5"/>
                </a:cxn>
                <a:cxn ang="T13">
                  <a:pos x="T6" y="T7"/>
                </a:cxn>
                <a:cxn ang="T14">
                  <a:pos x="T8" y="T9"/>
                </a:cxn>
              </a:cxnLst>
              <a:rect l="T15" t="T16" r="T17" b="T18"/>
              <a:pathLst>
                <a:path w="862" h="64">
                  <a:moveTo>
                    <a:pt x="0" y="0"/>
                  </a:moveTo>
                  <a:lnTo>
                    <a:pt x="862" y="36"/>
                  </a:lnTo>
                  <a:lnTo>
                    <a:pt x="855" y="64"/>
                  </a:lnTo>
                  <a:lnTo>
                    <a:pt x="3" y="28"/>
                  </a:lnTo>
                  <a:lnTo>
                    <a:pt x="0" y="0"/>
                  </a:lnTo>
                  <a:close/>
                </a:path>
              </a:pathLst>
            </a:custGeom>
            <a:solidFill>
              <a:srgbClr val="DFDFFF"/>
            </a:solidFill>
            <a:ln w="3175">
              <a:solidFill>
                <a:srgbClr val="000000"/>
              </a:solidFill>
              <a:round/>
              <a:headEnd/>
              <a:tailEnd/>
            </a:ln>
          </p:spPr>
          <p:txBody>
            <a:bodyPr/>
            <a:lstStyle/>
            <a:p>
              <a:endParaRPr lang="zh-CN" altLang="en-US" b="1"/>
            </a:p>
          </p:txBody>
        </p:sp>
        <p:sp>
          <p:nvSpPr>
            <p:cNvPr id="21732" name="Freeform 98"/>
            <p:cNvSpPr>
              <a:spLocks/>
            </p:cNvSpPr>
            <p:nvPr/>
          </p:nvSpPr>
          <p:spPr bwMode="auto">
            <a:xfrm>
              <a:off x="4685" y="2860"/>
              <a:ext cx="77" cy="190"/>
            </a:xfrm>
            <a:custGeom>
              <a:avLst/>
              <a:gdLst>
                <a:gd name="T0" fmla="*/ 0 w 306"/>
                <a:gd name="T1" fmla="*/ 0 h 760"/>
                <a:gd name="T2" fmla="*/ 0 w 306"/>
                <a:gd name="T3" fmla="*/ 0 h 760"/>
                <a:gd name="T4" fmla="*/ 0 w 306"/>
                <a:gd name="T5" fmla="*/ 0 h 760"/>
                <a:gd name="T6" fmla="*/ 0 w 306"/>
                <a:gd name="T7" fmla="*/ 0 h 760"/>
                <a:gd name="T8" fmla="*/ 0 w 306"/>
                <a:gd name="T9" fmla="*/ 0 h 760"/>
                <a:gd name="T10" fmla="*/ 0 60000 65536"/>
                <a:gd name="T11" fmla="*/ 0 60000 65536"/>
                <a:gd name="T12" fmla="*/ 0 60000 65536"/>
                <a:gd name="T13" fmla="*/ 0 60000 65536"/>
                <a:gd name="T14" fmla="*/ 0 60000 65536"/>
                <a:gd name="T15" fmla="*/ 0 w 306"/>
                <a:gd name="T16" fmla="*/ 0 h 760"/>
                <a:gd name="T17" fmla="*/ 306 w 306"/>
                <a:gd name="T18" fmla="*/ 760 h 760"/>
              </a:gdLst>
              <a:ahLst/>
              <a:cxnLst>
                <a:cxn ang="T10">
                  <a:pos x="T0" y="T1"/>
                </a:cxn>
                <a:cxn ang="T11">
                  <a:pos x="T2" y="T3"/>
                </a:cxn>
                <a:cxn ang="T12">
                  <a:pos x="T4" y="T5"/>
                </a:cxn>
                <a:cxn ang="T13">
                  <a:pos x="T6" y="T7"/>
                </a:cxn>
                <a:cxn ang="T14">
                  <a:pos x="T8" y="T9"/>
                </a:cxn>
              </a:cxnLst>
              <a:rect l="T15" t="T16" r="T17" b="T18"/>
              <a:pathLst>
                <a:path w="306" h="760">
                  <a:moveTo>
                    <a:pt x="271" y="16"/>
                  </a:moveTo>
                  <a:lnTo>
                    <a:pt x="0" y="742"/>
                  </a:lnTo>
                  <a:lnTo>
                    <a:pt x="25" y="760"/>
                  </a:lnTo>
                  <a:lnTo>
                    <a:pt x="306" y="0"/>
                  </a:lnTo>
                  <a:lnTo>
                    <a:pt x="271" y="16"/>
                  </a:lnTo>
                  <a:close/>
                </a:path>
              </a:pathLst>
            </a:custGeom>
            <a:solidFill>
              <a:srgbClr val="DFDFFF"/>
            </a:solidFill>
            <a:ln w="3175">
              <a:solidFill>
                <a:srgbClr val="000000"/>
              </a:solidFill>
              <a:round/>
              <a:headEnd/>
              <a:tailEnd/>
            </a:ln>
          </p:spPr>
          <p:txBody>
            <a:bodyPr/>
            <a:lstStyle/>
            <a:p>
              <a:endParaRPr lang="zh-CN" altLang="en-US" b="1"/>
            </a:p>
          </p:txBody>
        </p:sp>
        <p:sp>
          <p:nvSpPr>
            <p:cNvPr id="21733" name="Freeform 99"/>
            <p:cNvSpPr>
              <a:spLocks/>
            </p:cNvSpPr>
            <p:nvPr/>
          </p:nvSpPr>
          <p:spPr bwMode="auto">
            <a:xfrm>
              <a:off x="4712" y="2823"/>
              <a:ext cx="63" cy="52"/>
            </a:xfrm>
            <a:custGeom>
              <a:avLst/>
              <a:gdLst>
                <a:gd name="T0" fmla="*/ 0 w 252"/>
                <a:gd name="T1" fmla="*/ 0 h 208"/>
                <a:gd name="T2" fmla="*/ 0 w 252"/>
                <a:gd name="T3" fmla="*/ 0 h 208"/>
                <a:gd name="T4" fmla="*/ 0 w 252"/>
                <a:gd name="T5" fmla="*/ 0 h 208"/>
                <a:gd name="T6" fmla="*/ 0 w 252"/>
                <a:gd name="T7" fmla="*/ 0 h 208"/>
                <a:gd name="T8" fmla="*/ 0 w 252"/>
                <a:gd name="T9" fmla="*/ 0 h 208"/>
                <a:gd name="T10" fmla="*/ 0 w 252"/>
                <a:gd name="T11" fmla="*/ 0 h 208"/>
                <a:gd name="T12" fmla="*/ 0 w 252"/>
                <a:gd name="T13" fmla="*/ 0 h 208"/>
                <a:gd name="T14" fmla="*/ 0 w 252"/>
                <a:gd name="T15" fmla="*/ 0 h 208"/>
                <a:gd name="T16" fmla="*/ 0 w 252"/>
                <a:gd name="T17" fmla="*/ 0 h 208"/>
                <a:gd name="T18" fmla="*/ 0 w 252"/>
                <a:gd name="T19" fmla="*/ 0 h 208"/>
                <a:gd name="T20" fmla="*/ 0 w 252"/>
                <a:gd name="T21" fmla="*/ 0 h 208"/>
                <a:gd name="T22" fmla="*/ 0 w 252"/>
                <a:gd name="T23" fmla="*/ 0 h 208"/>
                <a:gd name="T24" fmla="*/ 0 w 252"/>
                <a:gd name="T25" fmla="*/ 0 h 208"/>
                <a:gd name="T26" fmla="*/ 0 w 252"/>
                <a:gd name="T27" fmla="*/ 0 h 208"/>
                <a:gd name="T28" fmla="*/ 0 w 252"/>
                <a:gd name="T29" fmla="*/ 0 h 20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52"/>
                <a:gd name="T46" fmla="*/ 0 h 208"/>
                <a:gd name="T47" fmla="*/ 252 w 252"/>
                <a:gd name="T48" fmla="*/ 208 h 20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52" h="208">
                  <a:moveTo>
                    <a:pt x="189" y="0"/>
                  </a:moveTo>
                  <a:lnTo>
                    <a:pt x="10" y="64"/>
                  </a:lnTo>
                  <a:lnTo>
                    <a:pt x="3" y="75"/>
                  </a:lnTo>
                  <a:lnTo>
                    <a:pt x="0" y="96"/>
                  </a:lnTo>
                  <a:lnTo>
                    <a:pt x="2" y="126"/>
                  </a:lnTo>
                  <a:lnTo>
                    <a:pt x="4" y="144"/>
                  </a:lnTo>
                  <a:lnTo>
                    <a:pt x="15" y="170"/>
                  </a:lnTo>
                  <a:lnTo>
                    <a:pt x="33" y="190"/>
                  </a:lnTo>
                  <a:lnTo>
                    <a:pt x="58" y="204"/>
                  </a:lnTo>
                  <a:lnTo>
                    <a:pt x="72" y="208"/>
                  </a:lnTo>
                  <a:lnTo>
                    <a:pt x="86" y="208"/>
                  </a:lnTo>
                  <a:lnTo>
                    <a:pt x="252" y="128"/>
                  </a:lnTo>
                  <a:lnTo>
                    <a:pt x="221" y="103"/>
                  </a:lnTo>
                  <a:lnTo>
                    <a:pt x="203" y="78"/>
                  </a:lnTo>
                  <a:lnTo>
                    <a:pt x="189" y="0"/>
                  </a:lnTo>
                  <a:close/>
                </a:path>
              </a:pathLst>
            </a:custGeom>
            <a:solidFill>
              <a:srgbClr val="BFBFDF"/>
            </a:solidFill>
            <a:ln w="3175">
              <a:solidFill>
                <a:srgbClr val="000000"/>
              </a:solidFill>
              <a:round/>
              <a:headEnd/>
              <a:tailEnd/>
            </a:ln>
          </p:spPr>
          <p:txBody>
            <a:bodyPr/>
            <a:lstStyle/>
            <a:p>
              <a:endParaRPr lang="zh-CN" altLang="en-US" b="1"/>
            </a:p>
          </p:txBody>
        </p:sp>
        <p:sp>
          <p:nvSpPr>
            <p:cNvPr id="21734" name="Freeform 100"/>
            <p:cNvSpPr>
              <a:spLocks/>
            </p:cNvSpPr>
            <p:nvPr/>
          </p:nvSpPr>
          <p:spPr bwMode="auto">
            <a:xfrm>
              <a:off x="4749" y="2816"/>
              <a:ext cx="35" cy="49"/>
            </a:xfrm>
            <a:custGeom>
              <a:avLst/>
              <a:gdLst>
                <a:gd name="T0" fmla="*/ 0 w 141"/>
                <a:gd name="T1" fmla="*/ 0 h 194"/>
                <a:gd name="T2" fmla="*/ 0 w 141"/>
                <a:gd name="T3" fmla="*/ 0 h 194"/>
                <a:gd name="T4" fmla="*/ 0 w 141"/>
                <a:gd name="T5" fmla="*/ 0 h 194"/>
                <a:gd name="T6" fmla="*/ 0 w 141"/>
                <a:gd name="T7" fmla="*/ 0 h 194"/>
                <a:gd name="T8" fmla="*/ 0 w 141"/>
                <a:gd name="T9" fmla="*/ 0 h 194"/>
                <a:gd name="T10" fmla="*/ 0 w 141"/>
                <a:gd name="T11" fmla="*/ 0 h 194"/>
                <a:gd name="T12" fmla="*/ 0 w 141"/>
                <a:gd name="T13" fmla="*/ 0 h 194"/>
                <a:gd name="T14" fmla="*/ 0 w 141"/>
                <a:gd name="T15" fmla="*/ 0 h 194"/>
                <a:gd name="T16" fmla="*/ 0 w 141"/>
                <a:gd name="T17" fmla="*/ 0 h 194"/>
                <a:gd name="T18" fmla="*/ 0 w 141"/>
                <a:gd name="T19" fmla="*/ 0 h 194"/>
                <a:gd name="T20" fmla="*/ 0 w 141"/>
                <a:gd name="T21" fmla="*/ 0 h 194"/>
                <a:gd name="T22" fmla="*/ 0 w 141"/>
                <a:gd name="T23" fmla="*/ 0 h 194"/>
                <a:gd name="T24" fmla="*/ 0 w 141"/>
                <a:gd name="T25" fmla="*/ 0 h 194"/>
                <a:gd name="T26" fmla="*/ 0 w 141"/>
                <a:gd name="T27" fmla="*/ 0 h 194"/>
                <a:gd name="T28" fmla="*/ 0 w 141"/>
                <a:gd name="T29" fmla="*/ 0 h 194"/>
                <a:gd name="T30" fmla="*/ 0 w 141"/>
                <a:gd name="T31" fmla="*/ 0 h 194"/>
                <a:gd name="T32" fmla="*/ 0 w 141"/>
                <a:gd name="T33" fmla="*/ 0 h 194"/>
                <a:gd name="T34" fmla="*/ 0 w 141"/>
                <a:gd name="T35" fmla="*/ 0 h 194"/>
                <a:gd name="T36" fmla="*/ 0 w 141"/>
                <a:gd name="T37" fmla="*/ 0 h 194"/>
                <a:gd name="T38" fmla="*/ 0 w 141"/>
                <a:gd name="T39" fmla="*/ 0 h 194"/>
                <a:gd name="T40" fmla="*/ 0 w 141"/>
                <a:gd name="T41" fmla="*/ 0 h 194"/>
                <a:gd name="T42" fmla="*/ 0 w 141"/>
                <a:gd name="T43" fmla="*/ 0 h 194"/>
                <a:gd name="T44" fmla="*/ 0 w 141"/>
                <a:gd name="T45" fmla="*/ 0 h 194"/>
                <a:gd name="T46" fmla="*/ 0 w 141"/>
                <a:gd name="T47" fmla="*/ 0 h 194"/>
                <a:gd name="T48" fmla="*/ 0 w 141"/>
                <a:gd name="T49" fmla="*/ 0 h 19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1"/>
                <a:gd name="T76" fmla="*/ 0 h 194"/>
                <a:gd name="T77" fmla="*/ 141 w 141"/>
                <a:gd name="T78" fmla="*/ 194 h 19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1" h="194">
                  <a:moveTo>
                    <a:pt x="83" y="28"/>
                  </a:moveTo>
                  <a:lnTo>
                    <a:pt x="76" y="16"/>
                  </a:lnTo>
                  <a:lnTo>
                    <a:pt x="62" y="6"/>
                  </a:lnTo>
                  <a:lnTo>
                    <a:pt x="37" y="0"/>
                  </a:lnTo>
                  <a:lnTo>
                    <a:pt x="23" y="2"/>
                  </a:lnTo>
                  <a:lnTo>
                    <a:pt x="13" y="13"/>
                  </a:lnTo>
                  <a:lnTo>
                    <a:pt x="5" y="28"/>
                  </a:lnTo>
                  <a:lnTo>
                    <a:pt x="0" y="52"/>
                  </a:lnTo>
                  <a:lnTo>
                    <a:pt x="1" y="65"/>
                  </a:lnTo>
                  <a:lnTo>
                    <a:pt x="4" y="83"/>
                  </a:lnTo>
                  <a:lnTo>
                    <a:pt x="10" y="109"/>
                  </a:lnTo>
                  <a:lnTo>
                    <a:pt x="20" y="130"/>
                  </a:lnTo>
                  <a:lnTo>
                    <a:pt x="32" y="149"/>
                  </a:lnTo>
                  <a:lnTo>
                    <a:pt x="45" y="166"/>
                  </a:lnTo>
                  <a:lnTo>
                    <a:pt x="59" y="180"/>
                  </a:lnTo>
                  <a:lnTo>
                    <a:pt x="77" y="188"/>
                  </a:lnTo>
                  <a:lnTo>
                    <a:pt x="98" y="194"/>
                  </a:lnTo>
                  <a:lnTo>
                    <a:pt x="116" y="194"/>
                  </a:lnTo>
                  <a:lnTo>
                    <a:pt x="132" y="185"/>
                  </a:lnTo>
                  <a:lnTo>
                    <a:pt x="140" y="170"/>
                  </a:lnTo>
                  <a:lnTo>
                    <a:pt x="141" y="148"/>
                  </a:lnTo>
                  <a:lnTo>
                    <a:pt x="136" y="124"/>
                  </a:lnTo>
                  <a:lnTo>
                    <a:pt x="125" y="92"/>
                  </a:lnTo>
                  <a:lnTo>
                    <a:pt x="101" y="52"/>
                  </a:lnTo>
                  <a:lnTo>
                    <a:pt x="83" y="28"/>
                  </a:lnTo>
                  <a:close/>
                </a:path>
              </a:pathLst>
            </a:custGeom>
            <a:solidFill>
              <a:srgbClr val="C0C0C0"/>
            </a:solidFill>
            <a:ln w="3175">
              <a:solidFill>
                <a:srgbClr val="000000"/>
              </a:solidFill>
              <a:round/>
              <a:headEnd/>
              <a:tailEnd/>
            </a:ln>
          </p:spPr>
          <p:txBody>
            <a:bodyPr/>
            <a:lstStyle/>
            <a:p>
              <a:endParaRPr lang="zh-CN" altLang="en-US" b="1"/>
            </a:p>
          </p:txBody>
        </p:sp>
        <p:sp>
          <p:nvSpPr>
            <p:cNvPr id="21735" name="Freeform 101"/>
            <p:cNvSpPr>
              <a:spLocks/>
            </p:cNvSpPr>
            <p:nvPr/>
          </p:nvSpPr>
          <p:spPr bwMode="auto">
            <a:xfrm>
              <a:off x="4758" y="2819"/>
              <a:ext cx="43" cy="35"/>
            </a:xfrm>
            <a:custGeom>
              <a:avLst/>
              <a:gdLst>
                <a:gd name="T0" fmla="*/ 0 w 173"/>
                <a:gd name="T1" fmla="*/ 0 h 139"/>
                <a:gd name="T2" fmla="*/ 0 w 173"/>
                <a:gd name="T3" fmla="*/ 0 h 139"/>
                <a:gd name="T4" fmla="*/ 0 w 173"/>
                <a:gd name="T5" fmla="*/ 0 h 139"/>
                <a:gd name="T6" fmla="*/ 0 w 173"/>
                <a:gd name="T7" fmla="*/ 0 h 139"/>
                <a:gd name="T8" fmla="*/ 0 w 173"/>
                <a:gd name="T9" fmla="*/ 0 h 139"/>
                <a:gd name="T10" fmla="*/ 0 w 173"/>
                <a:gd name="T11" fmla="*/ 0 h 139"/>
                <a:gd name="T12" fmla="*/ 0 w 173"/>
                <a:gd name="T13" fmla="*/ 0 h 139"/>
                <a:gd name="T14" fmla="*/ 0 w 173"/>
                <a:gd name="T15" fmla="*/ 0 h 139"/>
                <a:gd name="T16" fmla="*/ 0 w 173"/>
                <a:gd name="T17" fmla="*/ 0 h 139"/>
                <a:gd name="T18" fmla="*/ 0 w 173"/>
                <a:gd name="T19" fmla="*/ 0 h 139"/>
                <a:gd name="T20" fmla="*/ 0 w 173"/>
                <a:gd name="T21" fmla="*/ 0 h 139"/>
                <a:gd name="T22" fmla="*/ 0 w 173"/>
                <a:gd name="T23" fmla="*/ 0 h 139"/>
                <a:gd name="T24" fmla="*/ 0 w 173"/>
                <a:gd name="T25" fmla="*/ 0 h 139"/>
                <a:gd name="T26" fmla="*/ 0 w 173"/>
                <a:gd name="T27" fmla="*/ 0 h 139"/>
                <a:gd name="T28" fmla="*/ 0 w 173"/>
                <a:gd name="T29" fmla="*/ 0 h 139"/>
                <a:gd name="T30" fmla="*/ 0 w 173"/>
                <a:gd name="T31" fmla="*/ 0 h 13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3"/>
                <a:gd name="T49" fmla="*/ 0 h 139"/>
                <a:gd name="T50" fmla="*/ 173 w 173"/>
                <a:gd name="T51" fmla="*/ 139 h 13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3" h="139">
                  <a:moveTo>
                    <a:pt x="13" y="31"/>
                  </a:moveTo>
                  <a:lnTo>
                    <a:pt x="122" y="4"/>
                  </a:lnTo>
                  <a:lnTo>
                    <a:pt x="148" y="0"/>
                  </a:lnTo>
                  <a:lnTo>
                    <a:pt x="165" y="4"/>
                  </a:lnTo>
                  <a:lnTo>
                    <a:pt x="171" y="11"/>
                  </a:lnTo>
                  <a:lnTo>
                    <a:pt x="173" y="25"/>
                  </a:lnTo>
                  <a:lnTo>
                    <a:pt x="165" y="47"/>
                  </a:lnTo>
                  <a:lnTo>
                    <a:pt x="65" y="139"/>
                  </a:lnTo>
                  <a:lnTo>
                    <a:pt x="51" y="138"/>
                  </a:lnTo>
                  <a:lnTo>
                    <a:pt x="34" y="132"/>
                  </a:lnTo>
                  <a:lnTo>
                    <a:pt x="23" y="120"/>
                  </a:lnTo>
                  <a:lnTo>
                    <a:pt x="8" y="103"/>
                  </a:lnTo>
                  <a:lnTo>
                    <a:pt x="1" y="85"/>
                  </a:lnTo>
                  <a:lnTo>
                    <a:pt x="0" y="65"/>
                  </a:lnTo>
                  <a:lnTo>
                    <a:pt x="5" y="46"/>
                  </a:lnTo>
                  <a:lnTo>
                    <a:pt x="13" y="31"/>
                  </a:lnTo>
                  <a:close/>
                </a:path>
              </a:pathLst>
            </a:custGeom>
            <a:solidFill>
              <a:srgbClr val="9F9FBF"/>
            </a:solidFill>
            <a:ln w="3175">
              <a:solidFill>
                <a:srgbClr val="000000"/>
              </a:solidFill>
              <a:round/>
              <a:headEnd/>
              <a:tailEnd/>
            </a:ln>
          </p:spPr>
          <p:txBody>
            <a:bodyPr/>
            <a:lstStyle/>
            <a:p>
              <a:endParaRPr lang="zh-CN" altLang="en-US" b="1"/>
            </a:p>
          </p:txBody>
        </p:sp>
        <p:sp>
          <p:nvSpPr>
            <p:cNvPr id="21736" name="Freeform 102"/>
            <p:cNvSpPr>
              <a:spLocks/>
            </p:cNvSpPr>
            <p:nvPr/>
          </p:nvSpPr>
          <p:spPr bwMode="auto">
            <a:xfrm>
              <a:off x="4725" y="2836"/>
              <a:ext cx="19" cy="35"/>
            </a:xfrm>
            <a:custGeom>
              <a:avLst/>
              <a:gdLst>
                <a:gd name="T0" fmla="*/ 0 w 74"/>
                <a:gd name="T1" fmla="*/ 0 h 140"/>
                <a:gd name="T2" fmla="*/ 0 w 74"/>
                <a:gd name="T3" fmla="*/ 0 h 140"/>
                <a:gd name="T4" fmla="*/ 0 w 74"/>
                <a:gd name="T5" fmla="*/ 0 h 140"/>
                <a:gd name="T6" fmla="*/ 0 w 74"/>
                <a:gd name="T7" fmla="*/ 0 h 140"/>
                <a:gd name="T8" fmla="*/ 0 w 74"/>
                <a:gd name="T9" fmla="*/ 0 h 140"/>
                <a:gd name="T10" fmla="*/ 0 w 74"/>
                <a:gd name="T11" fmla="*/ 0 h 140"/>
                <a:gd name="T12" fmla="*/ 0 w 74"/>
                <a:gd name="T13" fmla="*/ 0 h 140"/>
                <a:gd name="T14" fmla="*/ 0 w 74"/>
                <a:gd name="T15" fmla="*/ 0 h 140"/>
                <a:gd name="T16" fmla="*/ 0 w 74"/>
                <a:gd name="T17" fmla="*/ 0 h 140"/>
                <a:gd name="T18" fmla="*/ 0 w 74"/>
                <a:gd name="T19" fmla="*/ 0 h 1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4"/>
                <a:gd name="T31" fmla="*/ 0 h 140"/>
                <a:gd name="T32" fmla="*/ 74 w 74"/>
                <a:gd name="T33" fmla="*/ 140 h 1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4" h="140">
                  <a:moveTo>
                    <a:pt x="5" y="0"/>
                  </a:moveTo>
                  <a:lnTo>
                    <a:pt x="0" y="23"/>
                  </a:lnTo>
                  <a:lnTo>
                    <a:pt x="0" y="43"/>
                  </a:lnTo>
                  <a:lnTo>
                    <a:pt x="6" y="68"/>
                  </a:lnTo>
                  <a:lnTo>
                    <a:pt x="12" y="89"/>
                  </a:lnTo>
                  <a:lnTo>
                    <a:pt x="27" y="109"/>
                  </a:lnTo>
                  <a:lnTo>
                    <a:pt x="41" y="122"/>
                  </a:lnTo>
                  <a:lnTo>
                    <a:pt x="52" y="129"/>
                  </a:lnTo>
                  <a:lnTo>
                    <a:pt x="62" y="134"/>
                  </a:lnTo>
                  <a:lnTo>
                    <a:pt x="74" y="14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21737" name="Freeform 103"/>
            <p:cNvSpPr>
              <a:spLocks/>
            </p:cNvSpPr>
            <p:nvPr/>
          </p:nvSpPr>
          <p:spPr bwMode="auto">
            <a:xfrm>
              <a:off x="4737" y="2831"/>
              <a:ext cx="18" cy="35"/>
            </a:xfrm>
            <a:custGeom>
              <a:avLst/>
              <a:gdLst>
                <a:gd name="T0" fmla="*/ 0 w 74"/>
                <a:gd name="T1" fmla="*/ 0 h 140"/>
                <a:gd name="T2" fmla="*/ 0 w 74"/>
                <a:gd name="T3" fmla="*/ 0 h 140"/>
                <a:gd name="T4" fmla="*/ 0 w 74"/>
                <a:gd name="T5" fmla="*/ 0 h 140"/>
                <a:gd name="T6" fmla="*/ 0 w 74"/>
                <a:gd name="T7" fmla="*/ 0 h 140"/>
                <a:gd name="T8" fmla="*/ 0 w 74"/>
                <a:gd name="T9" fmla="*/ 0 h 140"/>
                <a:gd name="T10" fmla="*/ 0 w 74"/>
                <a:gd name="T11" fmla="*/ 0 h 140"/>
                <a:gd name="T12" fmla="*/ 0 w 74"/>
                <a:gd name="T13" fmla="*/ 0 h 140"/>
                <a:gd name="T14" fmla="*/ 0 w 74"/>
                <a:gd name="T15" fmla="*/ 0 h 140"/>
                <a:gd name="T16" fmla="*/ 0 w 74"/>
                <a:gd name="T17" fmla="*/ 0 h 140"/>
                <a:gd name="T18" fmla="*/ 0 w 74"/>
                <a:gd name="T19" fmla="*/ 0 h 1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4"/>
                <a:gd name="T31" fmla="*/ 0 h 140"/>
                <a:gd name="T32" fmla="*/ 74 w 74"/>
                <a:gd name="T33" fmla="*/ 140 h 1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4" h="140">
                  <a:moveTo>
                    <a:pt x="5" y="0"/>
                  </a:moveTo>
                  <a:lnTo>
                    <a:pt x="0" y="23"/>
                  </a:lnTo>
                  <a:lnTo>
                    <a:pt x="0" y="43"/>
                  </a:lnTo>
                  <a:lnTo>
                    <a:pt x="6" y="68"/>
                  </a:lnTo>
                  <a:lnTo>
                    <a:pt x="12" y="89"/>
                  </a:lnTo>
                  <a:lnTo>
                    <a:pt x="27" y="108"/>
                  </a:lnTo>
                  <a:lnTo>
                    <a:pt x="41" y="122"/>
                  </a:lnTo>
                  <a:lnTo>
                    <a:pt x="52" y="129"/>
                  </a:lnTo>
                  <a:lnTo>
                    <a:pt x="62" y="134"/>
                  </a:lnTo>
                  <a:lnTo>
                    <a:pt x="74" y="14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grpSp>
      <p:pic>
        <p:nvPicPr>
          <p:cNvPr id="21524" name="Picture 10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40563" y="3071813"/>
            <a:ext cx="989012"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21525" name="Picture 10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45588" y="4079875"/>
            <a:ext cx="5207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21526" name="Picture 10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07200" y="2208213"/>
            <a:ext cx="52070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nvGrpSpPr>
          <p:cNvPr id="21527" name="Group 107"/>
          <p:cNvGrpSpPr>
            <a:grpSpLocks/>
          </p:cNvGrpSpPr>
          <p:nvPr/>
        </p:nvGrpSpPr>
        <p:grpSpPr bwMode="auto">
          <a:xfrm flipH="1">
            <a:off x="9432925" y="3721100"/>
            <a:ext cx="415925" cy="504825"/>
            <a:chOff x="4416" y="2717"/>
            <a:chExt cx="404" cy="577"/>
          </a:xfrm>
        </p:grpSpPr>
        <p:sp>
          <p:nvSpPr>
            <p:cNvPr id="21655" name="AutoShape 108"/>
            <p:cNvSpPr>
              <a:spLocks noChangeAspect="1" noChangeArrowheads="1" noTextEdit="1"/>
            </p:cNvSpPr>
            <p:nvPr/>
          </p:nvSpPr>
          <p:spPr bwMode="auto">
            <a:xfrm>
              <a:off x="4416" y="2717"/>
              <a:ext cx="404"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p>
          </p:txBody>
        </p:sp>
        <p:grpSp>
          <p:nvGrpSpPr>
            <p:cNvPr id="21656" name="Group 109"/>
            <p:cNvGrpSpPr>
              <a:grpSpLocks/>
            </p:cNvGrpSpPr>
            <p:nvPr/>
          </p:nvGrpSpPr>
          <p:grpSpPr bwMode="auto">
            <a:xfrm>
              <a:off x="4562" y="3066"/>
              <a:ext cx="13" cy="70"/>
              <a:chOff x="4562" y="3066"/>
              <a:chExt cx="13" cy="70"/>
            </a:xfrm>
          </p:grpSpPr>
          <p:sp>
            <p:nvSpPr>
              <p:cNvPr id="21701" name="Rectangle 110"/>
              <p:cNvSpPr>
                <a:spLocks noChangeArrowheads="1"/>
              </p:cNvSpPr>
              <p:nvPr/>
            </p:nvSpPr>
            <p:spPr bwMode="auto">
              <a:xfrm>
                <a:off x="4562" y="3067"/>
                <a:ext cx="13" cy="69"/>
              </a:xfrm>
              <a:prstGeom prst="rect">
                <a:avLst/>
              </a:prstGeom>
              <a:solidFill>
                <a:srgbClr val="C0C0C0"/>
              </a:solidFill>
              <a:ln w="3175">
                <a:solidFill>
                  <a:srgbClr val="000000"/>
                </a:solidFill>
                <a:miter lim="800000"/>
                <a:headEnd/>
                <a:tailEnd/>
              </a:ln>
            </p:spPr>
            <p:txBody>
              <a:bodyPr/>
              <a:lstStyle/>
              <a:p>
                <a:pPr eaLnBrk="1" hangingPunct="1"/>
                <a:endParaRPr lang="zh-CN" altLang="en-US" sz="2800" b="1">
                  <a:latin typeface="Tahoma" pitchFamily="34" charset="0"/>
                  <a:ea typeface="黑体" pitchFamily="2" charset="-122"/>
                </a:endParaRPr>
              </a:p>
            </p:txBody>
          </p:sp>
          <p:sp>
            <p:nvSpPr>
              <p:cNvPr id="21702" name="Line 111"/>
              <p:cNvSpPr>
                <a:spLocks noChangeShapeType="1"/>
              </p:cNvSpPr>
              <p:nvPr/>
            </p:nvSpPr>
            <p:spPr bwMode="auto">
              <a:xfrm>
                <a:off x="4568" y="3066"/>
                <a:ext cx="1" cy="6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21657" name="Rectangle 112"/>
            <p:cNvSpPr>
              <a:spLocks noChangeArrowheads="1"/>
            </p:cNvSpPr>
            <p:nvPr/>
          </p:nvSpPr>
          <p:spPr bwMode="auto">
            <a:xfrm>
              <a:off x="4503" y="3022"/>
              <a:ext cx="43" cy="112"/>
            </a:xfrm>
            <a:prstGeom prst="rect">
              <a:avLst/>
            </a:prstGeom>
            <a:solidFill>
              <a:srgbClr val="C0C0C0"/>
            </a:solidFill>
            <a:ln w="3175">
              <a:solidFill>
                <a:srgbClr val="000000"/>
              </a:solidFill>
              <a:miter lim="800000"/>
              <a:headEnd/>
              <a:tailEnd/>
            </a:ln>
          </p:spPr>
          <p:txBody>
            <a:bodyPr/>
            <a:lstStyle/>
            <a:p>
              <a:pPr eaLnBrk="1" hangingPunct="1"/>
              <a:endParaRPr lang="zh-CN" altLang="en-US" sz="2800" b="1">
                <a:latin typeface="Tahoma" pitchFamily="34" charset="0"/>
                <a:ea typeface="黑体" pitchFamily="2" charset="-122"/>
              </a:endParaRPr>
            </a:p>
          </p:txBody>
        </p:sp>
        <p:sp>
          <p:nvSpPr>
            <p:cNvPr id="21658" name="Freeform 113"/>
            <p:cNvSpPr>
              <a:spLocks/>
            </p:cNvSpPr>
            <p:nvPr/>
          </p:nvSpPr>
          <p:spPr bwMode="auto">
            <a:xfrm>
              <a:off x="4663" y="3044"/>
              <a:ext cx="28" cy="24"/>
            </a:xfrm>
            <a:custGeom>
              <a:avLst/>
              <a:gdLst>
                <a:gd name="T0" fmla="*/ 0 w 113"/>
                <a:gd name="T1" fmla="*/ 0 h 95"/>
                <a:gd name="T2" fmla="*/ 0 w 113"/>
                <a:gd name="T3" fmla="*/ 0 h 95"/>
                <a:gd name="T4" fmla="*/ 0 w 113"/>
                <a:gd name="T5" fmla="*/ 0 h 95"/>
                <a:gd name="T6" fmla="*/ 0 w 113"/>
                <a:gd name="T7" fmla="*/ 0 h 95"/>
                <a:gd name="T8" fmla="*/ 0 w 113"/>
                <a:gd name="T9" fmla="*/ 0 h 95"/>
                <a:gd name="T10" fmla="*/ 0 60000 65536"/>
                <a:gd name="T11" fmla="*/ 0 60000 65536"/>
                <a:gd name="T12" fmla="*/ 0 60000 65536"/>
                <a:gd name="T13" fmla="*/ 0 60000 65536"/>
                <a:gd name="T14" fmla="*/ 0 60000 65536"/>
                <a:gd name="T15" fmla="*/ 0 w 113"/>
                <a:gd name="T16" fmla="*/ 0 h 95"/>
                <a:gd name="T17" fmla="*/ 113 w 113"/>
                <a:gd name="T18" fmla="*/ 95 h 95"/>
              </a:gdLst>
              <a:ahLst/>
              <a:cxnLst>
                <a:cxn ang="T10">
                  <a:pos x="T0" y="T1"/>
                </a:cxn>
                <a:cxn ang="T11">
                  <a:pos x="T2" y="T3"/>
                </a:cxn>
                <a:cxn ang="T12">
                  <a:pos x="T4" y="T5"/>
                </a:cxn>
                <a:cxn ang="T13">
                  <a:pos x="T6" y="T7"/>
                </a:cxn>
                <a:cxn ang="T14">
                  <a:pos x="T8" y="T9"/>
                </a:cxn>
              </a:cxnLst>
              <a:rect l="T15" t="T16" r="T17" b="T18"/>
              <a:pathLst>
                <a:path w="113" h="95">
                  <a:moveTo>
                    <a:pt x="0" y="0"/>
                  </a:moveTo>
                  <a:lnTo>
                    <a:pt x="0" y="95"/>
                  </a:lnTo>
                  <a:lnTo>
                    <a:pt x="113" y="95"/>
                  </a:lnTo>
                  <a:lnTo>
                    <a:pt x="113" y="19"/>
                  </a:lnTo>
                  <a:lnTo>
                    <a:pt x="0" y="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21659" name="Freeform 114"/>
            <p:cNvSpPr>
              <a:spLocks/>
            </p:cNvSpPr>
            <p:nvPr/>
          </p:nvSpPr>
          <p:spPr bwMode="auto">
            <a:xfrm>
              <a:off x="4604" y="3001"/>
              <a:ext cx="19" cy="21"/>
            </a:xfrm>
            <a:custGeom>
              <a:avLst/>
              <a:gdLst>
                <a:gd name="T0" fmla="*/ 0 w 78"/>
                <a:gd name="T1" fmla="*/ 0 h 86"/>
                <a:gd name="T2" fmla="*/ 0 w 78"/>
                <a:gd name="T3" fmla="*/ 0 h 86"/>
                <a:gd name="T4" fmla="*/ 0 w 78"/>
                <a:gd name="T5" fmla="*/ 0 h 86"/>
                <a:gd name="T6" fmla="*/ 0 w 78"/>
                <a:gd name="T7" fmla="*/ 0 h 86"/>
                <a:gd name="T8" fmla="*/ 0 w 78"/>
                <a:gd name="T9" fmla="*/ 0 h 86"/>
                <a:gd name="T10" fmla="*/ 0 60000 65536"/>
                <a:gd name="T11" fmla="*/ 0 60000 65536"/>
                <a:gd name="T12" fmla="*/ 0 60000 65536"/>
                <a:gd name="T13" fmla="*/ 0 60000 65536"/>
                <a:gd name="T14" fmla="*/ 0 60000 65536"/>
                <a:gd name="T15" fmla="*/ 0 w 78"/>
                <a:gd name="T16" fmla="*/ 0 h 86"/>
                <a:gd name="T17" fmla="*/ 78 w 78"/>
                <a:gd name="T18" fmla="*/ 86 h 86"/>
              </a:gdLst>
              <a:ahLst/>
              <a:cxnLst>
                <a:cxn ang="T10">
                  <a:pos x="T0" y="T1"/>
                </a:cxn>
                <a:cxn ang="T11">
                  <a:pos x="T2" y="T3"/>
                </a:cxn>
                <a:cxn ang="T12">
                  <a:pos x="T4" y="T5"/>
                </a:cxn>
                <a:cxn ang="T13">
                  <a:pos x="T6" y="T7"/>
                </a:cxn>
                <a:cxn ang="T14">
                  <a:pos x="T8" y="T9"/>
                </a:cxn>
              </a:cxnLst>
              <a:rect l="T15" t="T16" r="T17" b="T18"/>
              <a:pathLst>
                <a:path w="78" h="86">
                  <a:moveTo>
                    <a:pt x="43" y="0"/>
                  </a:moveTo>
                  <a:lnTo>
                    <a:pt x="0" y="86"/>
                  </a:lnTo>
                  <a:lnTo>
                    <a:pt x="57" y="79"/>
                  </a:lnTo>
                  <a:lnTo>
                    <a:pt x="78" y="22"/>
                  </a:lnTo>
                  <a:lnTo>
                    <a:pt x="43" y="0"/>
                  </a:lnTo>
                  <a:close/>
                </a:path>
              </a:pathLst>
            </a:custGeom>
            <a:solidFill>
              <a:srgbClr val="C0C0C0"/>
            </a:solidFill>
            <a:ln w="3175">
              <a:solidFill>
                <a:srgbClr val="000000"/>
              </a:solidFill>
              <a:round/>
              <a:headEnd/>
              <a:tailEnd/>
            </a:ln>
          </p:spPr>
          <p:txBody>
            <a:bodyPr/>
            <a:lstStyle/>
            <a:p>
              <a:endParaRPr lang="zh-CN" altLang="en-US" b="1"/>
            </a:p>
          </p:txBody>
        </p:sp>
        <p:sp>
          <p:nvSpPr>
            <p:cNvPr id="21660" name="Freeform 115"/>
            <p:cNvSpPr>
              <a:spLocks/>
            </p:cNvSpPr>
            <p:nvPr/>
          </p:nvSpPr>
          <p:spPr bwMode="auto">
            <a:xfrm>
              <a:off x="4570" y="3144"/>
              <a:ext cx="90" cy="7"/>
            </a:xfrm>
            <a:custGeom>
              <a:avLst/>
              <a:gdLst>
                <a:gd name="T0" fmla="*/ 0 w 360"/>
                <a:gd name="T1" fmla="*/ 0 h 30"/>
                <a:gd name="T2" fmla="*/ 0 w 360"/>
                <a:gd name="T3" fmla="*/ 0 h 30"/>
                <a:gd name="T4" fmla="*/ 0 w 360"/>
                <a:gd name="T5" fmla="*/ 0 h 30"/>
                <a:gd name="T6" fmla="*/ 0 w 360"/>
                <a:gd name="T7" fmla="*/ 0 h 30"/>
                <a:gd name="T8" fmla="*/ 0 w 360"/>
                <a:gd name="T9" fmla="*/ 0 h 30"/>
                <a:gd name="T10" fmla="*/ 0 60000 65536"/>
                <a:gd name="T11" fmla="*/ 0 60000 65536"/>
                <a:gd name="T12" fmla="*/ 0 60000 65536"/>
                <a:gd name="T13" fmla="*/ 0 60000 65536"/>
                <a:gd name="T14" fmla="*/ 0 60000 65536"/>
                <a:gd name="T15" fmla="*/ 0 w 360"/>
                <a:gd name="T16" fmla="*/ 0 h 30"/>
                <a:gd name="T17" fmla="*/ 360 w 360"/>
                <a:gd name="T18" fmla="*/ 30 h 30"/>
              </a:gdLst>
              <a:ahLst/>
              <a:cxnLst>
                <a:cxn ang="T10">
                  <a:pos x="T0" y="T1"/>
                </a:cxn>
                <a:cxn ang="T11">
                  <a:pos x="T2" y="T3"/>
                </a:cxn>
                <a:cxn ang="T12">
                  <a:pos x="T4" y="T5"/>
                </a:cxn>
                <a:cxn ang="T13">
                  <a:pos x="T6" y="T7"/>
                </a:cxn>
                <a:cxn ang="T14">
                  <a:pos x="T8" y="T9"/>
                </a:cxn>
              </a:cxnLst>
              <a:rect l="T15" t="T16" r="T17" b="T18"/>
              <a:pathLst>
                <a:path w="360" h="30">
                  <a:moveTo>
                    <a:pt x="0" y="0"/>
                  </a:moveTo>
                  <a:lnTo>
                    <a:pt x="360" y="0"/>
                  </a:lnTo>
                  <a:lnTo>
                    <a:pt x="360" y="30"/>
                  </a:lnTo>
                  <a:lnTo>
                    <a:pt x="4" y="30"/>
                  </a:lnTo>
                  <a:lnTo>
                    <a:pt x="0" y="0"/>
                  </a:lnTo>
                  <a:close/>
                </a:path>
              </a:pathLst>
            </a:custGeom>
            <a:solidFill>
              <a:srgbClr val="808080"/>
            </a:solidFill>
            <a:ln w="3175">
              <a:solidFill>
                <a:srgbClr val="000000"/>
              </a:solidFill>
              <a:round/>
              <a:headEnd/>
              <a:tailEnd/>
            </a:ln>
          </p:spPr>
          <p:txBody>
            <a:bodyPr/>
            <a:lstStyle/>
            <a:p>
              <a:endParaRPr lang="zh-CN" altLang="en-US" b="1"/>
            </a:p>
          </p:txBody>
        </p:sp>
        <p:sp>
          <p:nvSpPr>
            <p:cNvPr id="21661" name="Freeform 116"/>
            <p:cNvSpPr>
              <a:spLocks/>
            </p:cNvSpPr>
            <p:nvPr/>
          </p:nvSpPr>
          <p:spPr bwMode="auto">
            <a:xfrm>
              <a:off x="4502" y="2862"/>
              <a:ext cx="37" cy="46"/>
            </a:xfrm>
            <a:custGeom>
              <a:avLst/>
              <a:gdLst>
                <a:gd name="T0" fmla="*/ 0 w 150"/>
                <a:gd name="T1" fmla="*/ 0 h 184"/>
                <a:gd name="T2" fmla="*/ 0 w 150"/>
                <a:gd name="T3" fmla="*/ 0 h 184"/>
                <a:gd name="T4" fmla="*/ 0 w 150"/>
                <a:gd name="T5" fmla="*/ 0 h 184"/>
                <a:gd name="T6" fmla="*/ 0 w 150"/>
                <a:gd name="T7" fmla="*/ 0 h 184"/>
                <a:gd name="T8" fmla="*/ 0 w 150"/>
                <a:gd name="T9" fmla="*/ 0 h 184"/>
                <a:gd name="T10" fmla="*/ 0 60000 65536"/>
                <a:gd name="T11" fmla="*/ 0 60000 65536"/>
                <a:gd name="T12" fmla="*/ 0 60000 65536"/>
                <a:gd name="T13" fmla="*/ 0 60000 65536"/>
                <a:gd name="T14" fmla="*/ 0 60000 65536"/>
                <a:gd name="T15" fmla="*/ 0 w 150"/>
                <a:gd name="T16" fmla="*/ 0 h 184"/>
                <a:gd name="T17" fmla="*/ 150 w 150"/>
                <a:gd name="T18" fmla="*/ 184 h 184"/>
              </a:gdLst>
              <a:ahLst/>
              <a:cxnLst>
                <a:cxn ang="T10">
                  <a:pos x="T0" y="T1"/>
                </a:cxn>
                <a:cxn ang="T11">
                  <a:pos x="T2" y="T3"/>
                </a:cxn>
                <a:cxn ang="T12">
                  <a:pos x="T4" y="T5"/>
                </a:cxn>
                <a:cxn ang="T13">
                  <a:pos x="T6" y="T7"/>
                </a:cxn>
                <a:cxn ang="T14">
                  <a:pos x="T8" y="T9"/>
                </a:cxn>
              </a:cxnLst>
              <a:rect l="T15" t="T16" r="T17" b="T18"/>
              <a:pathLst>
                <a:path w="150" h="184">
                  <a:moveTo>
                    <a:pt x="141" y="0"/>
                  </a:moveTo>
                  <a:lnTo>
                    <a:pt x="1" y="131"/>
                  </a:lnTo>
                  <a:lnTo>
                    <a:pt x="0" y="184"/>
                  </a:lnTo>
                  <a:lnTo>
                    <a:pt x="150" y="60"/>
                  </a:lnTo>
                  <a:lnTo>
                    <a:pt x="141" y="0"/>
                  </a:lnTo>
                  <a:close/>
                </a:path>
              </a:pathLst>
            </a:custGeom>
            <a:solidFill>
              <a:srgbClr val="C0C0C0"/>
            </a:solidFill>
            <a:ln w="3175">
              <a:solidFill>
                <a:srgbClr val="000000"/>
              </a:solidFill>
              <a:round/>
              <a:headEnd/>
              <a:tailEnd/>
            </a:ln>
          </p:spPr>
          <p:txBody>
            <a:bodyPr/>
            <a:lstStyle/>
            <a:p>
              <a:endParaRPr lang="zh-CN" altLang="en-US" b="1"/>
            </a:p>
          </p:txBody>
        </p:sp>
        <p:sp>
          <p:nvSpPr>
            <p:cNvPr id="21662" name="Freeform 117"/>
            <p:cNvSpPr>
              <a:spLocks/>
            </p:cNvSpPr>
            <p:nvPr/>
          </p:nvSpPr>
          <p:spPr bwMode="auto">
            <a:xfrm>
              <a:off x="4492" y="2741"/>
              <a:ext cx="57" cy="394"/>
            </a:xfrm>
            <a:custGeom>
              <a:avLst/>
              <a:gdLst>
                <a:gd name="T0" fmla="*/ 0 w 228"/>
                <a:gd name="T1" fmla="*/ 0 h 1575"/>
                <a:gd name="T2" fmla="*/ 0 w 228"/>
                <a:gd name="T3" fmla="*/ 0 h 1575"/>
                <a:gd name="T4" fmla="*/ 0 w 228"/>
                <a:gd name="T5" fmla="*/ 0 h 1575"/>
                <a:gd name="T6" fmla="*/ 0 w 228"/>
                <a:gd name="T7" fmla="*/ 0 h 1575"/>
                <a:gd name="T8" fmla="*/ 0 w 228"/>
                <a:gd name="T9" fmla="*/ 0 h 1575"/>
                <a:gd name="T10" fmla="*/ 0 w 228"/>
                <a:gd name="T11" fmla="*/ 0 h 1575"/>
                <a:gd name="T12" fmla="*/ 0 w 228"/>
                <a:gd name="T13" fmla="*/ 0 h 1575"/>
                <a:gd name="T14" fmla="*/ 0 60000 65536"/>
                <a:gd name="T15" fmla="*/ 0 60000 65536"/>
                <a:gd name="T16" fmla="*/ 0 60000 65536"/>
                <a:gd name="T17" fmla="*/ 0 60000 65536"/>
                <a:gd name="T18" fmla="*/ 0 60000 65536"/>
                <a:gd name="T19" fmla="*/ 0 60000 65536"/>
                <a:gd name="T20" fmla="*/ 0 60000 65536"/>
                <a:gd name="T21" fmla="*/ 0 w 228"/>
                <a:gd name="T22" fmla="*/ 0 h 1575"/>
                <a:gd name="T23" fmla="*/ 228 w 228"/>
                <a:gd name="T24" fmla="*/ 1575 h 157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8" h="1575">
                  <a:moveTo>
                    <a:pt x="228" y="0"/>
                  </a:moveTo>
                  <a:lnTo>
                    <a:pt x="0" y="93"/>
                  </a:lnTo>
                  <a:lnTo>
                    <a:pt x="0" y="1575"/>
                  </a:lnTo>
                  <a:lnTo>
                    <a:pt x="42" y="1575"/>
                  </a:lnTo>
                  <a:lnTo>
                    <a:pt x="42" y="228"/>
                  </a:lnTo>
                  <a:lnTo>
                    <a:pt x="228" y="150"/>
                  </a:lnTo>
                  <a:lnTo>
                    <a:pt x="228" y="0"/>
                  </a:lnTo>
                  <a:close/>
                </a:path>
              </a:pathLst>
            </a:custGeom>
            <a:solidFill>
              <a:srgbClr val="9F9F9F"/>
            </a:solidFill>
            <a:ln w="3175">
              <a:solidFill>
                <a:srgbClr val="000000"/>
              </a:solidFill>
              <a:round/>
              <a:headEnd/>
              <a:tailEnd/>
            </a:ln>
          </p:spPr>
          <p:txBody>
            <a:bodyPr/>
            <a:lstStyle/>
            <a:p>
              <a:endParaRPr lang="zh-CN" altLang="en-US" b="1"/>
            </a:p>
          </p:txBody>
        </p:sp>
        <p:sp>
          <p:nvSpPr>
            <p:cNvPr id="21663" name="Freeform 118"/>
            <p:cNvSpPr>
              <a:spLocks/>
            </p:cNvSpPr>
            <p:nvPr/>
          </p:nvSpPr>
          <p:spPr bwMode="auto">
            <a:xfrm>
              <a:off x="4490" y="3135"/>
              <a:ext cx="327" cy="85"/>
            </a:xfrm>
            <a:custGeom>
              <a:avLst/>
              <a:gdLst>
                <a:gd name="T0" fmla="*/ 0 w 1306"/>
                <a:gd name="T1" fmla="*/ 0 h 344"/>
                <a:gd name="T2" fmla="*/ 0 w 1306"/>
                <a:gd name="T3" fmla="*/ 0 h 344"/>
                <a:gd name="T4" fmla="*/ 0 w 1306"/>
                <a:gd name="T5" fmla="*/ 0 h 344"/>
                <a:gd name="T6" fmla="*/ 0 w 1306"/>
                <a:gd name="T7" fmla="*/ 0 h 344"/>
                <a:gd name="T8" fmla="*/ 0 w 1306"/>
                <a:gd name="T9" fmla="*/ 0 h 344"/>
                <a:gd name="T10" fmla="*/ 0 w 1306"/>
                <a:gd name="T11" fmla="*/ 0 h 344"/>
                <a:gd name="T12" fmla="*/ 0 w 1306"/>
                <a:gd name="T13" fmla="*/ 0 h 344"/>
                <a:gd name="T14" fmla="*/ 0 w 1306"/>
                <a:gd name="T15" fmla="*/ 0 h 344"/>
                <a:gd name="T16" fmla="*/ 0 w 1306"/>
                <a:gd name="T17" fmla="*/ 0 h 344"/>
                <a:gd name="T18" fmla="*/ 0 w 1306"/>
                <a:gd name="T19" fmla="*/ 0 h 344"/>
                <a:gd name="T20" fmla="*/ 0 w 1306"/>
                <a:gd name="T21" fmla="*/ 0 h 3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06"/>
                <a:gd name="T34" fmla="*/ 0 h 344"/>
                <a:gd name="T35" fmla="*/ 1306 w 1306"/>
                <a:gd name="T36" fmla="*/ 344 h 34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06" h="344">
                  <a:moveTo>
                    <a:pt x="0" y="344"/>
                  </a:moveTo>
                  <a:lnTo>
                    <a:pt x="0" y="0"/>
                  </a:lnTo>
                  <a:lnTo>
                    <a:pt x="284" y="0"/>
                  </a:lnTo>
                  <a:lnTo>
                    <a:pt x="341" y="57"/>
                  </a:lnTo>
                  <a:lnTo>
                    <a:pt x="511" y="57"/>
                  </a:lnTo>
                  <a:lnTo>
                    <a:pt x="568" y="116"/>
                  </a:lnTo>
                  <a:lnTo>
                    <a:pt x="1136" y="116"/>
                  </a:lnTo>
                  <a:lnTo>
                    <a:pt x="1136" y="230"/>
                  </a:lnTo>
                  <a:lnTo>
                    <a:pt x="1306" y="230"/>
                  </a:lnTo>
                  <a:lnTo>
                    <a:pt x="1306" y="344"/>
                  </a:lnTo>
                  <a:lnTo>
                    <a:pt x="0" y="344"/>
                  </a:lnTo>
                  <a:close/>
                </a:path>
              </a:pathLst>
            </a:custGeom>
            <a:solidFill>
              <a:srgbClr val="C0C0C0"/>
            </a:solidFill>
            <a:ln w="3175">
              <a:solidFill>
                <a:srgbClr val="000000"/>
              </a:solidFill>
              <a:round/>
              <a:headEnd/>
              <a:tailEnd/>
            </a:ln>
          </p:spPr>
          <p:txBody>
            <a:bodyPr/>
            <a:lstStyle/>
            <a:p>
              <a:endParaRPr lang="zh-CN" altLang="en-US" b="1"/>
            </a:p>
          </p:txBody>
        </p:sp>
        <p:sp>
          <p:nvSpPr>
            <p:cNvPr id="21664" name="Rectangle 119"/>
            <p:cNvSpPr>
              <a:spLocks noChangeArrowheads="1"/>
            </p:cNvSpPr>
            <p:nvPr/>
          </p:nvSpPr>
          <p:spPr bwMode="auto">
            <a:xfrm>
              <a:off x="4491" y="3193"/>
              <a:ext cx="240" cy="26"/>
            </a:xfrm>
            <a:prstGeom prst="rect">
              <a:avLst/>
            </a:prstGeom>
            <a:solidFill>
              <a:srgbClr val="C0C0C0"/>
            </a:solidFill>
            <a:ln w="3175">
              <a:solidFill>
                <a:srgbClr val="000000"/>
              </a:solidFill>
              <a:miter lim="800000"/>
              <a:headEnd/>
              <a:tailEnd/>
            </a:ln>
          </p:spPr>
          <p:txBody>
            <a:bodyPr/>
            <a:lstStyle/>
            <a:p>
              <a:pPr eaLnBrk="1" hangingPunct="1"/>
              <a:endParaRPr lang="zh-CN" altLang="en-US" sz="2800" b="1">
                <a:latin typeface="Tahoma" pitchFamily="34" charset="0"/>
                <a:ea typeface="黑体" pitchFamily="2" charset="-122"/>
              </a:endParaRPr>
            </a:p>
          </p:txBody>
        </p:sp>
        <p:sp>
          <p:nvSpPr>
            <p:cNvPr id="21665" name="Line 120"/>
            <p:cNvSpPr>
              <a:spLocks noChangeShapeType="1"/>
            </p:cNvSpPr>
            <p:nvPr/>
          </p:nvSpPr>
          <p:spPr bwMode="auto">
            <a:xfrm>
              <a:off x="4479" y="3015"/>
              <a:ext cx="1" cy="5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666" name="Freeform 121"/>
            <p:cNvSpPr>
              <a:spLocks/>
            </p:cNvSpPr>
            <p:nvPr/>
          </p:nvSpPr>
          <p:spPr bwMode="auto">
            <a:xfrm>
              <a:off x="4471" y="3065"/>
              <a:ext cx="21" cy="25"/>
            </a:xfrm>
            <a:custGeom>
              <a:avLst/>
              <a:gdLst>
                <a:gd name="T0" fmla="*/ 0 w 85"/>
                <a:gd name="T1" fmla="*/ 0 h 99"/>
                <a:gd name="T2" fmla="*/ 0 w 85"/>
                <a:gd name="T3" fmla="*/ 0 h 99"/>
                <a:gd name="T4" fmla="*/ 0 w 85"/>
                <a:gd name="T5" fmla="*/ 0 h 99"/>
                <a:gd name="T6" fmla="*/ 0 w 85"/>
                <a:gd name="T7" fmla="*/ 0 h 99"/>
                <a:gd name="T8" fmla="*/ 0 w 85"/>
                <a:gd name="T9" fmla="*/ 0 h 99"/>
                <a:gd name="T10" fmla="*/ 0 w 85"/>
                <a:gd name="T11" fmla="*/ 0 h 99"/>
                <a:gd name="T12" fmla="*/ 0 w 85"/>
                <a:gd name="T13" fmla="*/ 0 h 99"/>
                <a:gd name="T14" fmla="*/ 0 60000 65536"/>
                <a:gd name="T15" fmla="*/ 0 60000 65536"/>
                <a:gd name="T16" fmla="*/ 0 60000 65536"/>
                <a:gd name="T17" fmla="*/ 0 60000 65536"/>
                <a:gd name="T18" fmla="*/ 0 60000 65536"/>
                <a:gd name="T19" fmla="*/ 0 60000 65536"/>
                <a:gd name="T20" fmla="*/ 0 60000 65536"/>
                <a:gd name="T21" fmla="*/ 0 w 85"/>
                <a:gd name="T22" fmla="*/ 0 h 99"/>
                <a:gd name="T23" fmla="*/ 85 w 85"/>
                <a:gd name="T24" fmla="*/ 99 h 9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5" h="99">
                  <a:moveTo>
                    <a:pt x="0" y="99"/>
                  </a:moveTo>
                  <a:lnTo>
                    <a:pt x="0" y="0"/>
                  </a:lnTo>
                  <a:lnTo>
                    <a:pt x="85" y="0"/>
                  </a:lnTo>
                  <a:lnTo>
                    <a:pt x="85" y="35"/>
                  </a:lnTo>
                  <a:lnTo>
                    <a:pt x="28" y="35"/>
                  </a:lnTo>
                  <a:lnTo>
                    <a:pt x="28" y="99"/>
                  </a:lnTo>
                  <a:lnTo>
                    <a:pt x="0" y="99"/>
                  </a:lnTo>
                  <a:close/>
                </a:path>
              </a:pathLst>
            </a:custGeom>
            <a:solidFill>
              <a:srgbClr val="C0C0C0"/>
            </a:solidFill>
            <a:ln w="3175">
              <a:solidFill>
                <a:srgbClr val="000000"/>
              </a:solidFill>
              <a:round/>
              <a:headEnd/>
              <a:tailEnd/>
            </a:ln>
          </p:spPr>
          <p:txBody>
            <a:bodyPr/>
            <a:lstStyle/>
            <a:p>
              <a:endParaRPr lang="zh-CN" altLang="en-US" b="1"/>
            </a:p>
          </p:txBody>
        </p:sp>
        <p:sp>
          <p:nvSpPr>
            <p:cNvPr id="21667" name="Freeform 122"/>
            <p:cNvSpPr>
              <a:spLocks/>
            </p:cNvSpPr>
            <p:nvPr/>
          </p:nvSpPr>
          <p:spPr bwMode="auto">
            <a:xfrm>
              <a:off x="4590" y="3047"/>
              <a:ext cx="72" cy="104"/>
            </a:xfrm>
            <a:custGeom>
              <a:avLst/>
              <a:gdLst>
                <a:gd name="T0" fmla="*/ 0 w 290"/>
                <a:gd name="T1" fmla="*/ 0 h 415"/>
                <a:gd name="T2" fmla="*/ 0 w 290"/>
                <a:gd name="T3" fmla="*/ 0 h 415"/>
                <a:gd name="T4" fmla="*/ 0 w 290"/>
                <a:gd name="T5" fmla="*/ 0 h 415"/>
                <a:gd name="T6" fmla="*/ 0 w 290"/>
                <a:gd name="T7" fmla="*/ 0 h 415"/>
                <a:gd name="T8" fmla="*/ 0 w 290"/>
                <a:gd name="T9" fmla="*/ 0 h 415"/>
                <a:gd name="T10" fmla="*/ 0 60000 65536"/>
                <a:gd name="T11" fmla="*/ 0 60000 65536"/>
                <a:gd name="T12" fmla="*/ 0 60000 65536"/>
                <a:gd name="T13" fmla="*/ 0 60000 65536"/>
                <a:gd name="T14" fmla="*/ 0 60000 65536"/>
                <a:gd name="T15" fmla="*/ 0 w 290"/>
                <a:gd name="T16" fmla="*/ 0 h 415"/>
                <a:gd name="T17" fmla="*/ 290 w 290"/>
                <a:gd name="T18" fmla="*/ 415 h 415"/>
              </a:gdLst>
              <a:ahLst/>
              <a:cxnLst>
                <a:cxn ang="T10">
                  <a:pos x="T0" y="T1"/>
                </a:cxn>
                <a:cxn ang="T11">
                  <a:pos x="T2" y="T3"/>
                </a:cxn>
                <a:cxn ang="T12">
                  <a:pos x="T4" y="T5"/>
                </a:cxn>
                <a:cxn ang="T13">
                  <a:pos x="T6" y="T7"/>
                </a:cxn>
                <a:cxn ang="T14">
                  <a:pos x="T8" y="T9"/>
                </a:cxn>
              </a:cxnLst>
              <a:rect l="T15" t="T16" r="T17" b="T18"/>
              <a:pathLst>
                <a:path w="290" h="415">
                  <a:moveTo>
                    <a:pt x="0" y="0"/>
                  </a:moveTo>
                  <a:lnTo>
                    <a:pt x="290" y="415"/>
                  </a:lnTo>
                  <a:lnTo>
                    <a:pt x="248" y="406"/>
                  </a:lnTo>
                  <a:lnTo>
                    <a:pt x="0" y="57"/>
                  </a:lnTo>
                  <a:lnTo>
                    <a:pt x="0" y="0"/>
                  </a:lnTo>
                  <a:close/>
                </a:path>
              </a:pathLst>
            </a:custGeom>
            <a:solidFill>
              <a:srgbClr val="9F9F9F"/>
            </a:solidFill>
            <a:ln w="3175">
              <a:solidFill>
                <a:srgbClr val="000000"/>
              </a:solidFill>
              <a:round/>
              <a:headEnd/>
              <a:tailEnd/>
            </a:ln>
          </p:spPr>
          <p:txBody>
            <a:bodyPr/>
            <a:lstStyle/>
            <a:p>
              <a:endParaRPr lang="zh-CN" altLang="en-US" b="1"/>
            </a:p>
          </p:txBody>
        </p:sp>
        <p:sp>
          <p:nvSpPr>
            <p:cNvPr id="21668" name="Freeform 123"/>
            <p:cNvSpPr>
              <a:spLocks/>
            </p:cNvSpPr>
            <p:nvPr/>
          </p:nvSpPr>
          <p:spPr bwMode="auto">
            <a:xfrm>
              <a:off x="4433" y="3106"/>
              <a:ext cx="57" cy="114"/>
            </a:xfrm>
            <a:custGeom>
              <a:avLst/>
              <a:gdLst>
                <a:gd name="T0" fmla="*/ 0 w 227"/>
                <a:gd name="T1" fmla="*/ 0 h 458"/>
                <a:gd name="T2" fmla="*/ 0 w 227"/>
                <a:gd name="T3" fmla="*/ 0 h 458"/>
                <a:gd name="T4" fmla="*/ 0 w 227"/>
                <a:gd name="T5" fmla="*/ 0 h 458"/>
                <a:gd name="T6" fmla="*/ 0 w 227"/>
                <a:gd name="T7" fmla="*/ 0 h 458"/>
                <a:gd name="T8" fmla="*/ 0 w 227"/>
                <a:gd name="T9" fmla="*/ 0 h 458"/>
                <a:gd name="T10" fmla="*/ 0 w 227"/>
                <a:gd name="T11" fmla="*/ 0 h 458"/>
                <a:gd name="T12" fmla="*/ 0 60000 65536"/>
                <a:gd name="T13" fmla="*/ 0 60000 65536"/>
                <a:gd name="T14" fmla="*/ 0 60000 65536"/>
                <a:gd name="T15" fmla="*/ 0 60000 65536"/>
                <a:gd name="T16" fmla="*/ 0 60000 65536"/>
                <a:gd name="T17" fmla="*/ 0 60000 65536"/>
                <a:gd name="T18" fmla="*/ 0 w 227"/>
                <a:gd name="T19" fmla="*/ 0 h 458"/>
                <a:gd name="T20" fmla="*/ 227 w 227"/>
                <a:gd name="T21" fmla="*/ 458 h 458"/>
              </a:gdLst>
              <a:ahLst/>
              <a:cxnLst>
                <a:cxn ang="T12">
                  <a:pos x="T0" y="T1"/>
                </a:cxn>
                <a:cxn ang="T13">
                  <a:pos x="T2" y="T3"/>
                </a:cxn>
                <a:cxn ang="T14">
                  <a:pos x="T4" y="T5"/>
                </a:cxn>
                <a:cxn ang="T15">
                  <a:pos x="T6" y="T7"/>
                </a:cxn>
                <a:cxn ang="T16">
                  <a:pos x="T8" y="T9"/>
                </a:cxn>
                <a:cxn ang="T17">
                  <a:pos x="T10" y="T11"/>
                </a:cxn>
              </a:cxnLst>
              <a:rect l="T18" t="T19" r="T20" b="T21"/>
              <a:pathLst>
                <a:path w="227" h="458">
                  <a:moveTo>
                    <a:pt x="170" y="0"/>
                  </a:moveTo>
                  <a:lnTo>
                    <a:pt x="0" y="171"/>
                  </a:lnTo>
                  <a:lnTo>
                    <a:pt x="0" y="458"/>
                  </a:lnTo>
                  <a:lnTo>
                    <a:pt x="227" y="458"/>
                  </a:lnTo>
                  <a:lnTo>
                    <a:pt x="227" y="114"/>
                  </a:lnTo>
                  <a:lnTo>
                    <a:pt x="170" y="0"/>
                  </a:lnTo>
                  <a:close/>
                </a:path>
              </a:pathLst>
            </a:custGeom>
            <a:solidFill>
              <a:srgbClr val="C0C0C0"/>
            </a:solidFill>
            <a:ln w="3175">
              <a:solidFill>
                <a:srgbClr val="000000"/>
              </a:solidFill>
              <a:round/>
              <a:headEnd/>
              <a:tailEnd/>
            </a:ln>
          </p:spPr>
          <p:txBody>
            <a:bodyPr/>
            <a:lstStyle/>
            <a:p>
              <a:endParaRPr lang="zh-CN" altLang="en-US" b="1"/>
            </a:p>
          </p:txBody>
        </p:sp>
        <p:sp>
          <p:nvSpPr>
            <p:cNvPr id="21669" name="Rectangle 124"/>
            <p:cNvSpPr>
              <a:spLocks noChangeArrowheads="1"/>
            </p:cNvSpPr>
            <p:nvPr/>
          </p:nvSpPr>
          <p:spPr bwMode="auto">
            <a:xfrm>
              <a:off x="4420" y="3276"/>
              <a:ext cx="395" cy="14"/>
            </a:xfrm>
            <a:prstGeom prst="rect">
              <a:avLst/>
            </a:prstGeom>
            <a:solidFill>
              <a:srgbClr val="9F9F9F"/>
            </a:solidFill>
            <a:ln w="3175">
              <a:solidFill>
                <a:srgbClr val="000000"/>
              </a:solidFill>
              <a:miter lim="800000"/>
              <a:headEnd/>
              <a:tailEnd/>
            </a:ln>
          </p:spPr>
          <p:txBody>
            <a:bodyPr/>
            <a:lstStyle/>
            <a:p>
              <a:pPr eaLnBrk="1" hangingPunct="1"/>
              <a:endParaRPr lang="zh-CN" altLang="en-US" sz="2800" b="1">
                <a:latin typeface="Tahoma" pitchFamily="34" charset="0"/>
                <a:ea typeface="黑体" pitchFamily="2" charset="-122"/>
              </a:endParaRPr>
            </a:p>
          </p:txBody>
        </p:sp>
        <p:sp>
          <p:nvSpPr>
            <p:cNvPr id="21670" name="Rectangle 125"/>
            <p:cNvSpPr>
              <a:spLocks noChangeArrowheads="1"/>
            </p:cNvSpPr>
            <p:nvPr/>
          </p:nvSpPr>
          <p:spPr bwMode="auto">
            <a:xfrm>
              <a:off x="4420" y="3250"/>
              <a:ext cx="395" cy="24"/>
            </a:xfrm>
            <a:prstGeom prst="rect">
              <a:avLst/>
            </a:prstGeom>
            <a:solidFill>
              <a:srgbClr val="9F9F9F"/>
            </a:solidFill>
            <a:ln w="3175">
              <a:solidFill>
                <a:srgbClr val="000000"/>
              </a:solidFill>
              <a:miter lim="800000"/>
              <a:headEnd/>
              <a:tailEnd/>
            </a:ln>
          </p:spPr>
          <p:txBody>
            <a:bodyPr/>
            <a:lstStyle/>
            <a:p>
              <a:pPr eaLnBrk="1" hangingPunct="1"/>
              <a:endParaRPr lang="zh-CN" altLang="en-US" sz="2800" b="1">
                <a:latin typeface="Tahoma" pitchFamily="34" charset="0"/>
                <a:ea typeface="黑体" pitchFamily="2" charset="-122"/>
              </a:endParaRPr>
            </a:p>
          </p:txBody>
        </p:sp>
        <p:sp>
          <p:nvSpPr>
            <p:cNvPr id="21671" name="Rectangle 126"/>
            <p:cNvSpPr>
              <a:spLocks noChangeArrowheads="1"/>
            </p:cNvSpPr>
            <p:nvPr/>
          </p:nvSpPr>
          <p:spPr bwMode="auto">
            <a:xfrm>
              <a:off x="4420" y="3221"/>
              <a:ext cx="395" cy="27"/>
            </a:xfrm>
            <a:prstGeom prst="rect">
              <a:avLst/>
            </a:prstGeom>
            <a:solidFill>
              <a:srgbClr val="9F9F9F"/>
            </a:solidFill>
            <a:ln w="3175">
              <a:solidFill>
                <a:srgbClr val="000000"/>
              </a:solidFill>
              <a:miter lim="800000"/>
              <a:headEnd/>
              <a:tailEnd/>
            </a:ln>
          </p:spPr>
          <p:txBody>
            <a:bodyPr/>
            <a:lstStyle/>
            <a:p>
              <a:pPr eaLnBrk="1" hangingPunct="1"/>
              <a:endParaRPr lang="zh-CN" altLang="en-US" sz="2800" b="1">
                <a:latin typeface="Tahoma" pitchFamily="34" charset="0"/>
                <a:ea typeface="黑体" pitchFamily="2" charset="-122"/>
              </a:endParaRPr>
            </a:p>
          </p:txBody>
        </p:sp>
        <p:sp>
          <p:nvSpPr>
            <p:cNvPr id="21672" name="Rectangle 127"/>
            <p:cNvSpPr>
              <a:spLocks noChangeArrowheads="1"/>
            </p:cNvSpPr>
            <p:nvPr/>
          </p:nvSpPr>
          <p:spPr bwMode="auto">
            <a:xfrm>
              <a:off x="4763" y="3200"/>
              <a:ext cx="41" cy="12"/>
            </a:xfrm>
            <a:prstGeom prst="rect">
              <a:avLst/>
            </a:prstGeom>
            <a:solidFill>
              <a:srgbClr val="9F9F9F"/>
            </a:solidFill>
            <a:ln w="3175">
              <a:solidFill>
                <a:srgbClr val="000000"/>
              </a:solidFill>
              <a:miter lim="800000"/>
              <a:headEnd/>
              <a:tailEnd/>
            </a:ln>
          </p:spPr>
          <p:txBody>
            <a:bodyPr/>
            <a:lstStyle/>
            <a:p>
              <a:pPr eaLnBrk="1" hangingPunct="1"/>
              <a:endParaRPr lang="zh-CN" altLang="en-US" sz="2800" b="1">
                <a:latin typeface="Tahoma" pitchFamily="34" charset="0"/>
                <a:ea typeface="黑体" pitchFamily="2" charset="-122"/>
              </a:endParaRPr>
            </a:p>
          </p:txBody>
        </p:sp>
        <p:sp>
          <p:nvSpPr>
            <p:cNvPr id="21673" name="Oval 128"/>
            <p:cNvSpPr>
              <a:spLocks noChangeArrowheads="1"/>
            </p:cNvSpPr>
            <p:nvPr/>
          </p:nvSpPr>
          <p:spPr bwMode="auto">
            <a:xfrm>
              <a:off x="4462" y="3092"/>
              <a:ext cx="28" cy="29"/>
            </a:xfrm>
            <a:prstGeom prst="ellipse">
              <a:avLst/>
            </a:prstGeom>
            <a:solidFill>
              <a:srgbClr val="9F9F9F"/>
            </a:solidFill>
            <a:ln w="3175">
              <a:solidFill>
                <a:srgbClr val="000000"/>
              </a:solidFill>
              <a:round/>
              <a:headEnd/>
              <a:tailEnd/>
            </a:ln>
          </p:spPr>
          <p:txBody>
            <a:bodyPr/>
            <a:lstStyle/>
            <a:p>
              <a:pPr eaLnBrk="1" hangingPunct="1"/>
              <a:endParaRPr lang="zh-CN" altLang="en-US" sz="2800" b="1">
                <a:latin typeface="Tahoma" pitchFamily="34" charset="0"/>
                <a:ea typeface="黑体" pitchFamily="2" charset="-122"/>
              </a:endParaRPr>
            </a:p>
          </p:txBody>
        </p:sp>
        <p:sp>
          <p:nvSpPr>
            <p:cNvPr id="21674" name="Rectangle 129"/>
            <p:cNvSpPr>
              <a:spLocks noChangeArrowheads="1"/>
            </p:cNvSpPr>
            <p:nvPr/>
          </p:nvSpPr>
          <p:spPr bwMode="auto">
            <a:xfrm>
              <a:off x="4562" y="3036"/>
              <a:ext cx="27" cy="26"/>
            </a:xfrm>
            <a:prstGeom prst="rect">
              <a:avLst/>
            </a:prstGeom>
            <a:solidFill>
              <a:srgbClr val="808080"/>
            </a:solidFill>
            <a:ln w="3175">
              <a:solidFill>
                <a:srgbClr val="000000"/>
              </a:solidFill>
              <a:miter lim="800000"/>
              <a:headEnd/>
              <a:tailEnd/>
            </a:ln>
          </p:spPr>
          <p:txBody>
            <a:bodyPr/>
            <a:lstStyle/>
            <a:p>
              <a:pPr eaLnBrk="1" hangingPunct="1"/>
              <a:endParaRPr lang="zh-CN" altLang="en-US" sz="2800" b="1">
                <a:latin typeface="Tahoma" pitchFamily="34" charset="0"/>
                <a:ea typeface="黑体" pitchFamily="2" charset="-122"/>
              </a:endParaRPr>
            </a:p>
          </p:txBody>
        </p:sp>
        <p:sp>
          <p:nvSpPr>
            <p:cNvPr id="21675" name="Freeform 130"/>
            <p:cNvSpPr>
              <a:spLocks/>
            </p:cNvSpPr>
            <p:nvPr/>
          </p:nvSpPr>
          <p:spPr bwMode="auto">
            <a:xfrm>
              <a:off x="4547" y="3021"/>
              <a:ext cx="114" cy="114"/>
            </a:xfrm>
            <a:custGeom>
              <a:avLst/>
              <a:gdLst>
                <a:gd name="T0" fmla="*/ 0 w 454"/>
                <a:gd name="T1" fmla="*/ 0 h 455"/>
                <a:gd name="T2" fmla="*/ 0 w 454"/>
                <a:gd name="T3" fmla="*/ 0 h 455"/>
                <a:gd name="T4" fmla="*/ 0 w 454"/>
                <a:gd name="T5" fmla="*/ 0 h 455"/>
                <a:gd name="T6" fmla="*/ 0 w 454"/>
                <a:gd name="T7" fmla="*/ 0 h 455"/>
                <a:gd name="T8" fmla="*/ 0 w 454"/>
                <a:gd name="T9" fmla="*/ 0 h 455"/>
                <a:gd name="T10" fmla="*/ 0 w 454"/>
                <a:gd name="T11" fmla="*/ 0 h 455"/>
                <a:gd name="T12" fmla="*/ 0 w 454"/>
                <a:gd name="T13" fmla="*/ 0 h 455"/>
                <a:gd name="T14" fmla="*/ 0 60000 65536"/>
                <a:gd name="T15" fmla="*/ 0 60000 65536"/>
                <a:gd name="T16" fmla="*/ 0 60000 65536"/>
                <a:gd name="T17" fmla="*/ 0 60000 65536"/>
                <a:gd name="T18" fmla="*/ 0 60000 65536"/>
                <a:gd name="T19" fmla="*/ 0 60000 65536"/>
                <a:gd name="T20" fmla="*/ 0 60000 65536"/>
                <a:gd name="T21" fmla="*/ 0 w 454"/>
                <a:gd name="T22" fmla="*/ 0 h 455"/>
                <a:gd name="T23" fmla="*/ 454 w 454"/>
                <a:gd name="T24" fmla="*/ 455 h 45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4" h="455">
                  <a:moveTo>
                    <a:pt x="57" y="455"/>
                  </a:moveTo>
                  <a:lnTo>
                    <a:pt x="57" y="57"/>
                  </a:lnTo>
                  <a:lnTo>
                    <a:pt x="454" y="57"/>
                  </a:lnTo>
                  <a:lnTo>
                    <a:pt x="454" y="0"/>
                  </a:lnTo>
                  <a:lnTo>
                    <a:pt x="0" y="0"/>
                  </a:lnTo>
                  <a:lnTo>
                    <a:pt x="0" y="455"/>
                  </a:lnTo>
                  <a:lnTo>
                    <a:pt x="57" y="455"/>
                  </a:lnTo>
                  <a:close/>
                </a:path>
              </a:pathLst>
            </a:custGeom>
            <a:solidFill>
              <a:srgbClr val="C0C0C0"/>
            </a:solidFill>
            <a:ln w="3175">
              <a:solidFill>
                <a:srgbClr val="000000"/>
              </a:solidFill>
              <a:round/>
              <a:headEnd/>
              <a:tailEnd/>
            </a:ln>
          </p:spPr>
          <p:txBody>
            <a:bodyPr/>
            <a:lstStyle/>
            <a:p>
              <a:endParaRPr lang="zh-CN" altLang="en-US" b="1"/>
            </a:p>
          </p:txBody>
        </p:sp>
        <p:grpSp>
          <p:nvGrpSpPr>
            <p:cNvPr id="21676" name="Group 131"/>
            <p:cNvGrpSpPr>
              <a:grpSpLocks/>
            </p:cNvGrpSpPr>
            <p:nvPr/>
          </p:nvGrpSpPr>
          <p:grpSpPr bwMode="auto">
            <a:xfrm>
              <a:off x="4455" y="2913"/>
              <a:ext cx="126" cy="116"/>
              <a:chOff x="4455" y="2913"/>
              <a:chExt cx="126" cy="116"/>
            </a:xfrm>
          </p:grpSpPr>
          <p:sp>
            <p:nvSpPr>
              <p:cNvPr id="21699" name="Oval 132"/>
              <p:cNvSpPr>
                <a:spLocks noChangeArrowheads="1"/>
              </p:cNvSpPr>
              <p:nvPr/>
            </p:nvSpPr>
            <p:spPr bwMode="auto">
              <a:xfrm>
                <a:off x="4465" y="2913"/>
                <a:ext cx="116" cy="116"/>
              </a:xfrm>
              <a:prstGeom prst="ellipse">
                <a:avLst/>
              </a:prstGeom>
              <a:solidFill>
                <a:srgbClr val="808080"/>
              </a:solidFill>
              <a:ln w="3175">
                <a:solidFill>
                  <a:srgbClr val="000000"/>
                </a:solidFill>
                <a:round/>
                <a:headEnd/>
                <a:tailEnd/>
              </a:ln>
            </p:spPr>
            <p:txBody>
              <a:bodyPr/>
              <a:lstStyle/>
              <a:p>
                <a:pPr eaLnBrk="1" hangingPunct="1"/>
                <a:endParaRPr lang="zh-CN" altLang="en-US" sz="2800" b="1">
                  <a:latin typeface="Tahoma" pitchFamily="34" charset="0"/>
                  <a:ea typeface="黑体" pitchFamily="2" charset="-122"/>
                </a:endParaRPr>
              </a:p>
            </p:txBody>
          </p:sp>
          <p:sp>
            <p:nvSpPr>
              <p:cNvPr id="21700" name="Oval 133"/>
              <p:cNvSpPr>
                <a:spLocks noChangeArrowheads="1"/>
              </p:cNvSpPr>
              <p:nvPr/>
            </p:nvSpPr>
            <p:spPr bwMode="auto">
              <a:xfrm>
                <a:off x="4455" y="2913"/>
                <a:ext cx="115" cy="116"/>
              </a:xfrm>
              <a:prstGeom prst="ellipse">
                <a:avLst/>
              </a:prstGeom>
              <a:solidFill>
                <a:srgbClr val="C0C0C0"/>
              </a:solidFill>
              <a:ln w="3175">
                <a:solidFill>
                  <a:srgbClr val="000000"/>
                </a:solidFill>
                <a:round/>
                <a:headEnd/>
                <a:tailEnd/>
              </a:ln>
            </p:spPr>
            <p:txBody>
              <a:bodyPr/>
              <a:lstStyle/>
              <a:p>
                <a:pPr eaLnBrk="1" hangingPunct="1"/>
                <a:endParaRPr lang="zh-CN" altLang="en-US" sz="2800" b="1">
                  <a:latin typeface="Tahoma" pitchFamily="34" charset="0"/>
                  <a:ea typeface="黑体" pitchFamily="2" charset="-122"/>
                </a:endParaRPr>
              </a:p>
            </p:txBody>
          </p:sp>
        </p:grpSp>
        <p:grpSp>
          <p:nvGrpSpPr>
            <p:cNvPr id="21677" name="Group 134"/>
            <p:cNvGrpSpPr>
              <a:grpSpLocks/>
            </p:cNvGrpSpPr>
            <p:nvPr/>
          </p:nvGrpSpPr>
          <p:grpSpPr bwMode="auto">
            <a:xfrm>
              <a:off x="4504" y="3136"/>
              <a:ext cx="43" cy="112"/>
              <a:chOff x="4504" y="3136"/>
              <a:chExt cx="43" cy="112"/>
            </a:xfrm>
          </p:grpSpPr>
          <p:sp>
            <p:nvSpPr>
              <p:cNvPr id="21690" name="Rectangle 135"/>
              <p:cNvSpPr>
                <a:spLocks noChangeArrowheads="1"/>
              </p:cNvSpPr>
              <p:nvPr/>
            </p:nvSpPr>
            <p:spPr bwMode="auto">
              <a:xfrm>
                <a:off x="4505" y="3136"/>
                <a:ext cx="41" cy="112"/>
              </a:xfrm>
              <a:prstGeom prst="rect">
                <a:avLst/>
              </a:prstGeom>
              <a:solidFill>
                <a:srgbClr val="C0C0C0"/>
              </a:solidFill>
              <a:ln w="3175">
                <a:solidFill>
                  <a:srgbClr val="000000"/>
                </a:solidFill>
                <a:miter lim="800000"/>
                <a:headEnd/>
                <a:tailEnd/>
              </a:ln>
            </p:spPr>
            <p:txBody>
              <a:bodyPr/>
              <a:lstStyle/>
              <a:p>
                <a:pPr eaLnBrk="1" hangingPunct="1"/>
                <a:endParaRPr lang="zh-CN" altLang="en-US" sz="2800" b="1">
                  <a:latin typeface="Tahoma" pitchFamily="34" charset="0"/>
                  <a:ea typeface="黑体" pitchFamily="2" charset="-122"/>
                </a:endParaRPr>
              </a:p>
            </p:txBody>
          </p:sp>
          <p:grpSp>
            <p:nvGrpSpPr>
              <p:cNvPr id="21691" name="Group 136"/>
              <p:cNvGrpSpPr>
                <a:grpSpLocks/>
              </p:cNvGrpSpPr>
              <p:nvPr/>
            </p:nvGrpSpPr>
            <p:grpSpPr bwMode="auto">
              <a:xfrm>
                <a:off x="4504" y="3149"/>
                <a:ext cx="43" cy="87"/>
                <a:chOff x="4504" y="3149"/>
                <a:chExt cx="43" cy="87"/>
              </a:xfrm>
            </p:grpSpPr>
            <p:sp>
              <p:nvSpPr>
                <p:cNvPr id="21692" name="Line 137"/>
                <p:cNvSpPr>
                  <a:spLocks noChangeShapeType="1"/>
                </p:cNvSpPr>
                <p:nvPr/>
              </p:nvSpPr>
              <p:spPr bwMode="auto">
                <a:xfrm>
                  <a:off x="4504" y="3163"/>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693" name="Line 138"/>
                <p:cNvSpPr>
                  <a:spLocks noChangeShapeType="1"/>
                </p:cNvSpPr>
                <p:nvPr/>
              </p:nvSpPr>
              <p:spPr bwMode="auto">
                <a:xfrm>
                  <a:off x="4504" y="3206"/>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694" name="Line 139"/>
                <p:cNvSpPr>
                  <a:spLocks noChangeShapeType="1"/>
                </p:cNvSpPr>
                <p:nvPr/>
              </p:nvSpPr>
              <p:spPr bwMode="auto">
                <a:xfrm>
                  <a:off x="4504" y="3192"/>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695" name="Line 140"/>
                <p:cNvSpPr>
                  <a:spLocks noChangeShapeType="1"/>
                </p:cNvSpPr>
                <p:nvPr/>
              </p:nvSpPr>
              <p:spPr bwMode="auto">
                <a:xfrm>
                  <a:off x="4504" y="3178"/>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696" name="Line 141"/>
                <p:cNvSpPr>
                  <a:spLocks noChangeShapeType="1"/>
                </p:cNvSpPr>
                <p:nvPr/>
              </p:nvSpPr>
              <p:spPr bwMode="auto">
                <a:xfrm>
                  <a:off x="4504" y="3149"/>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697" name="Line 142"/>
                <p:cNvSpPr>
                  <a:spLocks noChangeShapeType="1"/>
                </p:cNvSpPr>
                <p:nvPr/>
              </p:nvSpPr>
              <p:spPr bwMode="auto">
                <a:xfrm>
                  <a:off x="4504" y="3220"/>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698" name="Line 143"/>
                <p:cNvSpPr>
                  <a:spLocks noChangeShapeType="1"/>
                </p:cNvSpPr>
                <p:nvPr/>
              </p:nvSpPr>
              <p:spPr bwMode="auto">
                <a:xfrm>
                  <a:off x="4504" y="3235"/>
                  <a:ext cx="4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sp>
          <p:nvSpPr>
            <p:cNvPr id="21678" name="Rectangle 144"/>
            <p:cNvSpPr>
              <a:spLocks noChangeArrowheads="1"/>
            </p:cNvSpPr>
            <p:nvPr/>
          </p:nvSpPr>
          <p:spPr bwMode="auto">
            <a:xfrm>
              <a:off x="4775" y="3164"/>
              <a:ext cx="12" cy="27"/>
            </a:xfrm>
            <a:prstGeom prst="rect">
              <a:avLst/>
            </a:prstGeom>
            <a:solidFill>
              <a:srgbClr val="C0C0C0"/>
            </a:solidFill>
            <a:ln w="3175">
              <a:solidFill>
                <a:srgbClr val="000000"/>
              </a:solidFill>
              <a:miter lim="800000"/>
              <a:headEnd/>
              <a:tailEnd/>
            </a:ln>
          </p:spPr>
          <p:txBody>
            <a:bodyPr/>
            <a:lstStyle/>
            <a:p>
              <a:pPr eaLnBrk="1" hangingPunct="1"/>
              <a:endParaRPr lang="zh-CN" altLang="en-US" sz="2800" b="1">
                <a:latin typeface="Tahoma" pitchFamily="34" charset="0"/>
                <a:ea typeface="黑体" pitchFamily="2" charset="-122"/>
              </a:endParaRPr>
            </a:p>
          </p:txBody>
        </p:sp>
        <p:sp>
          <p:nvSpPr>
            <p:cNvPr id="21679" name="Freeform 145"/>
            <p:cNvSpPr>
              <a:spLocks/>
            </p:cNvSpPr>
            <p:nvPr/>
          </p:nvSpPr>
          <p:spPr bwMode="auto">
            <a:xfrm>
              <a:off x="4696" y="2871"/>
              <a:ext cx="32" cy="55"/>
            </a:xfrm>
            <a:custGeom>
              <a:avLst/>
              <a:gdLst>
                <a:gd name="T0" fmla="*/ 0 w 129"/>
                <a:gd name="T1" fmla="*/ 0 h 221"/>
                <a:gd name="T2" fmla="*/ 0 w 129"/>
                <a:gd name="T3" fmla="*/ 0 h 221"/>
                <a:gd name="T4" fmla="*/ 0 w 129"/>
                <a:gd name="T5" fmla="*/ 0 h 221"/>
                <a:gd name="T6" fmla="*/ 0 w 129"/>
                <a:gd name="T7" fmla="*/ 0 h 221"/>
                <a:gd name="T8" fmla="*/ 0 w 129"/>
                <a:gd name="T9" fmla="*/ 0 h 221"/>
                <a:gd name="T10" fmla="*/ 0 60000 65536"/>
                <a:gd name="T11" fmla="*/ 0 60000 65536"/>
                <a:gd name="T12" fmla="*/ 0 60000 65536"/>
                <a:gd name="T13" fmla="*/ 0 60000 65536"/>
                <a:gd name="T14" fmla="*/ 0 60000 65536"/>
                <a:gd name="T15" fmla="*/ 0 w 129"/>
                <a:gd name="T16" fmla="*/ 0 h 221"/>
                <a:gd name="T17" fmla="*/ 129 w 129"/>
                <a:gd name="T18" fmla="*/ 221 h 221"/>
              </a:gdLst>
              <a:ahLst/>
              <a:cxnLst>
                <a:cxn ang="T10">
                  <a:pos x="T0" y="T1"/>
                </a:cxn>
                <a:cxn ang="T11">
                  <a:pos x="T2" y="T3"/>
                </a:cxn>
                <a:cxn ang="T12">
                  <a:pos x="T4" y="T5"/>
                </a:cxn>
                <a:cxn ang="T13">
                  <a:pos x="T6" y="T7"/>
                </a:cxn>
                <a:cxn ang="T14">
                  <a:pos x="T8" y="T9"/>
                </a:cxn>
              </a:cxnLst>
              <a:rect l="T15" t="T16" r="T17" b="T18"/>
              <a:pathLst>
                <a:path w="129" h="221">
                  <a:moveTo>
                    <a:pt x="107" y="0"/>
                  </a:moveTo>
                  <a:lnTo>
                    <a:pt x="0" y="185"/>
                  </a:lnTo>
                  <a:lnTo>
                    <a:pt x="21" y="221"/>
                  </a:lnTo>
                  <a:lnTo>
                    <a:pt x="129" y="7"/>
                  </a:lnTo>
                  <a:lnTo>
                    <a:pt x="107" y="0"/>
                  </a:lnTo>
                  <a:close/>
                </a:path>
              </a:pathLst>
            </a:custGeom>
            <a:solidFill>
              <a:srgbClr val="BFBFDF"/>
            </a:solidFill>
            <a:ln w="3175">
              <a:solidFill>
                <a:srgbClr val="000000"/>
              </a:solidFill>
              <a:round/>
              <a:headEnd/>
              <a:tailEnd/>
            </a:ln>
          </p:spPr>
          <p:txBody>
            <a:bodyPr/>
            <a:lstStyle/>
            <a:p>
              <a:endParaRPr lang="zh-CN" altLang="en-US" b="1"/>
            </a:p>
          </p:txBody>
        </p:sp>
        <p:sp>
          <p:nvSpPr>
            <p:cNvPr id="21680" name="Freeform 146"/>
            <p:cNvSpPr>
              <a:spLocks/>
            </p:cNvSpPr>
            <p:nvPr/>
          </p:nvSpPr>
          <p:spPr bwMode="auto">
            <a:xfrm>
              <a:off x="4657" y="2848"/>
              <a:ext cx="62" cy="16"/>
            </a:xfrm>
            <a:custGeom>
              <a:avLst/>
              <a:gdLst>
                <a:gd name="T0" fmla="*/ 0 w 249"/>
                <a:gd name="T1" fmla="*/ 0 h 66"/>
                <a:gd name="T2" fmla="*/ 0 w 249"/>
                <a:gd name="T3" fmla="*/ 0 h 66"/>
                <a:gd name="T4" fmla="*/ 0 w 249"/>
                <a:gd name="T5" fmla="*/ 0 h 66"/>
                <a:gd name="T6" fmla="*/ 0 w 249"/>
                <a:gd name="T7" fmla="*/ 0 h 66"/>
                <a:gd name="T8" fmla="*/ 0 w 249"/>
                <a:gd name="T9" fmla="*/ 0 h 66"/>
                <a:gd name="T10" fmla="*/ 0 60000 65536"/>
                <a:gd name="T11" fmla="*/ 0 60000 65536"/>
                <a:gd name="T12" fmla="*/ 0 60000 65536"/>
                <a:gd name="T13" fmla="*/ 0 60000 65536"/>
                <a:gd name="T14" fmla="*/ 0 60000 65536"/>
                <a:gd name="T15" fmla="*/ 0 w 249"/>
                <a:gd name="T16" fmla="*/ 0 h 66"/>
                <a:gd name="T17" fmla="*/ 249 w 249"/>
                <a:gd name="T18" fmla="*/ 66 h 66"/>
              </a:gdLst>
              <a:ahLst/>
              <a:cxnLst>
                <a:cxn ang="T10">
                  <a:pos x="T0" y="T1"/>
                </a:cxn>
                <a:cxn ang="T11">
                  <a:pos x="T2" y="T3"/>
                </a:cxn>
                <a:cxn ang="T12">
                  <a:pos x="T4" y="T5"/>
                </a:cxn>
                <a:cxn ang="T13">
                  <a:pos x="T6" y="T7"/>
                </a:cxn>
                <a:cxn ang="T14">
                  <a:pos x="T8" y="T9"/>
                </a:cxn>
              </a:cxnLst>
              <a:rect l="T15" t="T16" r="T17" b="T18"/>
              <a:pathLst>
                <a:path w="249" h="66">
                  <a:moveTo>
                    <a:pt x="241" y="0"/>
                  </a:moveTo>
                  <a:lnTo>
                    <a:pt x="0" y="36"/>
                  </a:lnTo>
                  <a:lnTo>
                    <a:pt x="35" y="66"/>
                  </a:lnTo>
                  <a:lnTo>
                    <a:pt x="249" y="22"/>
                  </a:lnTo>
                  <a:lnTo>
                    <a:pt x="241" y="0"/>
                  </a:lnTo>
                  <a:close/>
                </a:path>
              </a:pathLst>
            </a:custGeom>
            <a:solidFill>
              <a:srgbClr val="BFBFDF"/>
            </a:solidFill>
            <a:ln w="3175">
              <a:solidFill>
                <a:srgbClr val="000000"/>
              </a:solidFill>
              <a:round/>
              <a:headEnd/>
              <a:tailEnd/>
            </a:ln>
          </p:spPr>
          <p:txBody>
            <a:bodyPr/>
            <a:lstStyle/>
            <a:p>
              <a:endParaRPr lang="zh-CN" altLang="en-US" b="1"/>
            </a:p>
          </p:txBody>
        </p:sp>
        <p:sp>
          <p:nvSpPr>
            <p:cNvPr id="21681" name="Freeform 147"/>
            <p:cNvSpPr>
              <a:spLocks/>
            </p:cNvSpPr>
            <p:nvPr/>
          </p:nvSpPr>
          <p:spPr bwMode="auto">
            <a:xfrm>
              <a:off x="4516" y="2720"/>
              <a:ext cx="233" cy="367"/>
            </a:xfrm>
            <a:custGeom>
              <a:avLst/>
              <a:gdLst>
                <a:gd name="T0" fmla="*/ 0 w 931"/>
                <a:gd name="T1" fmla="*/ 0 h 1469"/>
                <a:gd name="T2" fmla="*/ 0 w 931"/>
                <a:gd name="T3" fmla="*/ 0 h 1469"/>
                <a:gd name="T4" fmla="*/ 0 w 931"/>
                <a:gd name="T5" fmla="*/ 0 h 1469"/>
                <a:gd name="T6" fmla="*/ 0 w 931"/>
                <a:gd name="T7" fmla="*/ 0 h 1469"/>
                <a:gd name="T8" fmla="*/ 0 w 931"/>
                <a:gd name="T9" fmla="*/ 0 h 1469"/>
                <a:gd name="T10" fmla="*/ 0 w 931"/>
                <a:gd name="T11" fmla="*/ 0 h 1469"/>
                <a:gd name="T12" fmla="*/ 0 w 931"/>
                <a:gd name="T13" fmla="*/ 0 h 1469"/>
                <a:gd name="T14" fmla="*/ 0 w 931"/>
                <a:gd name="T15" fmla="*/ 0 h 1469"/>
                <a:gd name="T16" fmla="*/ 0 w 931"/>
                <a:gd name="T17" fmla="*/ 0 h 1469"/>
                <a:gd name="T18" fmla="*/ 0 w 931"/>
                <a:gd name="T19" fmla="*/ 0 h 1469"/>
                <a:gd name="T20" fmla="*/ 0 w 931"/>
                <a:gd name="T21" fmla="*/ 0 h 1469"/>
                <a:gd name="T22" fmla="*/ 0 w 931"/>
                <a:gd name="T23" fmla="*/ 0 h 1469"/>
                <a:gd name="T24" fmla="*/ 0 w 931"/>
                <a:gd name="T25" fmla="*/ 0 h 1469"/>
                <a:gd name="T26" fmla="*/ 0 w 931"/>
                <a:gd name="T27" fmla="*/ 0 h 1469"/>
                <a:gd name="T28" fmla="*/ 0 w 931"/>
                <a:gd name="T29" fmla="*/ 0 h 1469"/>
                <a:gd name="T30" fmla="*/ 0 w 931"/>
                <a:gd name="T31" fmla="*/ 0 h 1469"/>
                <a:gd name="T32" fmla="*/ 0 w 931"/>
                <a:gd name="T33" fmla="*/ 0 h 1469"/>
                <a:gd name="T34" fmla="*/ 0 w 931"/>
                <a:gd name="T35" fmla="*/ 0 h 1469"/>
                <a:gd name="T36" fmla="*/ 0 w 931"/>
                <a:gd name="T37" fmla="*/ 0 h 1469"/>
                <a:gd name="T38" fmla="*/ 0 w 931"/>
                <a:gd name="T39" fmla="*/ 0 h 1469"/>
                <a:gd name="T40" fmla="*/ 0 w 931"/>
                <a:gd name="T41" fmla="*/ 0 h 1469"/>
                <a:gd name="T42" fmla="*/ 0 w 931"/>
                <a:gd name="T43" fmla="*/ 0 h 1469"/>
                <a:gd name="T44" fmla="*/ 0 w 931"/>
                <a:gd name="T45" fmla="*/ 0 h 146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31"/>
                <a:gd name="T70" fmla="*/ 0 h 1469"/>
                <a:gd name="T71" fmla="*/ 931 w 931"/>
                <a:gd name="T72" fmla="*/ 1469 h 146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31" h="1469">
                  <a:moveTo>
                    <a:pt x="30" y="53"/>
                  </a:moveTo>
                  <a:lnTo>
                    <a:pt x="16" y="96"/>
                  </a:lnTo>
                  <a:lnTo>
                    <a:pt x="4" y="150"/>
                  </a:lnTo>
                  <a:lnTo>
                    <a:pt x="0" y="207"/>
                  </a:lnTo>
                  <a:lnTo>
                    <a:pt x="0" y="264"/>
                  </a:lnTo>
                  <a:lnTo>
                    <a:pt x="12" y="338"/>
                  </a:lnTo>
                  <a:lnTo>
                    <a:pt x="23" y="431"/>
                  </a:lnTo>
                  <a:lnTo>
                    <a:pt x="44" y="534"/>
                  </a:lnTo>
                  <a:lnTo>
                    <a:pt x="79" y="653"/>
                  </a:lnTo>
                  <a:lnTo>
                    <a:pt x="133" y="767"/>
                  </a:lnTo>
                  <a:lnTo>
                    <a:pt x="218" y="902"/>
                  </a:lnTo>
                  <a:lnTo>
                    <a:pt x="303" y="1031"/>
                  </a:lnTo>
                  <a:lnTo>
                    <a:pt x="374" y="1116"/>
                  </a:lnTo>
                  <a:lnTo>
                    <a:pt x="473" y="1219"/>
                  </a:lnTo>
                  <a:lnTo>
                    <a:pt x="576" y="1305"/>
                  </a:lnTo>
                  <a:lnTo>
                    <a:pt x="668" y="1373"/>
                  </a:lnTo>
                  <a:lnTo>
                    <a:pt x="735" y="1415"/>
                  </a:lnTo>
                  <a:lnTo>
                    <a:pt x="802" y="1447"/>
                  </a:lnTo>
                  <a:lnTo>
                    <a:pt x="857" y="1469"/>
                  </a:lnTo>
                  <a:lnTo>
                    <a:pt x="899" y="1469"/>
                  </a:lnTo>
                  <a:lnTo>
                    <a:pt x="931" y="1451"/>
                  </a:lnTo>
                  <a:lnTo>
                    <a:pt x="62" y="0"/>
                  </a:lnTo>
                  <a:lnTo>
                    <a:pt x="30" y="53"/>
                  </a:lnTo>
                  <a:close/>
                </a:path>
              </a:pathLst>
            </a:custGeom>
            <a:solidFill>
              <a:srgbClr val="808080"/>
            </a:solidFill>
            <a:ln w="3175">
              <a:solidFill>
                <a:srgbClr val="000000"/>
              </a:solidFill>
              <a:round/>
              <a:headEnd/>
              <a:tailEnd/>
            </a:ln>
          </p:spPr>
          <p:txBody>
            <a:bodyPr/>
            <a:lstStyle/>
            <a:p>
              <a:endParaRPr lang="zh-CN" altLang="en-US" b="1"/>
            </a:p>
          </p:txBody>
        </p:sp>
        <p:sp>
          <p:nvSpPr>
            <p:cNvPr id="21682" name="Freeform 148"/>
            <p:cNvSpPr>
              <a:spLocks/>
            </p:cNvSpPr>
            <p:nvPr/>
          </p:nvSpPr>
          <p:spPr bwMode="auto">
            <a:xfrm>
              <a:off x="4529" y="2719"/>
              <a:ext cx="220" cy="364"/>
            </a:xfrm>
            <a:custGeom>
              <a:avLst/>
              <a:gdLst>
                <a:gd name="T0" fmla="*/ 0 w 876"/>
                <a:gd name="T1" fmla="*/ 0 h 1455"/>
                <a:gd name="T2" fmla="*/ 0 w 876"/>
                <a:gd name="T3" fmla="*/ 0 h 1455"/>
                <a:gd name="T4" fmla="*/ 0 w 876"/>
                <a:gd name="T5" fmla="*/ 0 h 1455"/>
                <a:gd name="T6" fmla="*/ 0 w 876"/>
                <a:gd name="T7" fmla="*/ 0 h 1455"/>
                <a:gd name="T8" fmla="*/ 0 w 876"/>
                <a:gd name="T9" fmla="*/ 0 h 1455"/>
                <a:gd name="T10" fmla="*/ 0 w 876"/>
                <a:gd name="T11" fmla="*/ 0 h 1455"/>
                <a:gd name="T12" fmla="*/ 0 w 876"/>
                <a:gd name="T13" fmla="*/ 0 h 1455"/>
                <a:gd name="T14" fmla="*/ 0 w 876"/>
                <a:gd name="T15" fmla="*/ 0 h 1455"/>
                <a:gd name="T16" fmla="*/ 0 w 876"/>
                <a:gd name="T17" fmla="*/ 0 h 1455"/>
                <a:gd name="T18" fmla="*/ 0 w 876"/>
                <a:gd name="T19" fmla="*/ 0 h 1455"/>
                <a:gd name="T20" fmla="*/ 0 w 876"/>
                <a:gd name="T21" fmla="*/ 0 h 1455"/>
                <a:gd name="T22" fmla="*/ 0 w 876"/>
                <a:gd name="T23" fmla="*/ 0 h 1455"/>
                <a:gd name="T24" fmla="*/ 0 w 876"/>
                <a:gd name="T25" fmla="*/ 0 h 1455"/>
                <a:gd name="T26" fmla="*/ 0 w 876"/>
                <a:gd name="T27" fmla="*/ 0 h 1455"/>
                <a:gd name="T28" fmla="*/ 0 w 876"/>
                <a:gd name="T29" fmla="*/ 0 h 1455"/>
                <a:gd name="T30" fmla="*/ 0 w 876"/>
                <a:gd name="T31" fmla="*/ 0 h 1455"/>
                <a:gd name="T32" fmla="*/ 0 w 876"/>
                <a:gd name="T33" fmla="*/ 0 h 1455"/>
                <a:gd name="T34" fmla="*/ 0 w 876"/>
                <a:gd name="T35" fmla="*/ 0 h 1455"/>
                <a:gd name="T36" fmla="*/ 0 w 876"/>
                <a:gd name="T37" fmla="*/ 0 h 1455"/>
                <a:gd name="T38" fmla="*/ 0 w 876"/>
                <a:gd name="T39" fmla="*/ 0 h 1455"/>
                <a:gd name="T40" fmla="*/ 0 w 876"/>
                <a:gd name="T41" fmla="*/ 0 h 1455"/>
                <a:gd name="T42" fmla="*/ 0 w 876"/>
                <a:gd name="T43" fmla="*/ 0 h 1455"/>
                <a:gd name="T44" fmla="*/ 0 w 876"/>
                <a:gd name="T45" fmla="*/ 0 h 1455"/>
                <a:gd name="T46" fmla="*/ 0 w 876"/>
                <a:gd name="T47" fmla="*/ 0 h 1455"/>
                <a:gd name="T48" fmla="*/ 0 w 876"/>
                <a:gd name="T49" fmla="*/ 0 h 1455"/>
                <a:gd name="T50" fmla="*/ 0 w 876"/>
                <a:gd name="T51" fmla="*/ 0 h 1455"/>
                <a:gd name="T52" fmla="*/ 0 w 876"/>
                <a:gd name="T53" fmla="*/ 0 h 1455"/>
                <a:gd name="T54" fmla="*/ 0 w 876"/>
                <a:gd name="T55" fmla="*/ 0 h 1455"/>
                <a:gd name="T56" fmla="*/ 0 w 876"/>
                <a:gd name="T57" fmla="*/ 0 h 1455"/>
                <a:gd name="T58" fmla="*/ 0 w 876"/>
                <a:gd name="T59" fmla="*/ 0 h 1455"/>
                <a:gd name="T60" fmla="*/ 0 w 876"/>
                <a:gd name="T61" fmla="*/ 0 h 1455"/>
                <a:gd name="T62" fmla="*/ 0 w 876"/>
                <a:gd name="T63" fmla="*/ 0 h 1455"/>
                <a:gd name="T64" fmla="*/ 0 w 876"/>
                <a:gd name="T65" fmla="*/ 0 h 1455"/>
                <a:gd name="T66" fmla="*/ 0 w 876"/>
                <a:gd name="T67" fmla="*/ 0 h 1455"/>
                <a:gd name="T68" fmla="*/ 0 w 876"/>
                <a:gd name="T69" fmla="*/ 0 h 1455"/>
                <a:gd name="T70" fmla="*/ 0 w 876"/>
                <a:gd name="T71" fmla="*/ 0 h 1455"/>
                <a:gd name="T72" fmla="*/ 0 w 876"/>
                <a:gd name="T73" fmla="*/ 0 h 1455"/>
                <a:gd name="T74" fmla="*/ 0 w 876"/>
                <a:gd name="T75" fmla="*/ 0 h 1455"/>
                <a:gd name="T76" fmla="*/ 0 w 876"/>
                <a:gd name="T77" fmla="*/ 0 h 1455"/>
                <a:gd name="T78" fmla="*/ 0 w 876"/>
                <a:gd name="T79" fmla="*/ 0 h 1455"/>
                <a:gd name="T80" fmla="*/ 0 w 876"/>
                <a:gd name="T81" fmla="*/ 0 h 1455"/>
                <a:gd name="T82" fmla="*/ 0 w 876"/>
                <a:gd name="T83" fmla="*/ 0 h 1455"/>
                <a:gd name="T84" fmla="*/ 0 w 876"/>
                <a:gd name="T85" fmla="*/ 0 h 1455"/>
                <a:gd name="T86" fmla="*/ 0 w 876"/>
                <a:gd name="T87" fmla="*/ 0 h 1455"/>
                <a:gd name="T88" fmla="*/ 0 w 876"/>
                <a:gd name="T89" fmla="*/ 0 h 1455"/>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876"/>
                <a:gd name="T136" fmla="*/ 0 h 1455"/>
                <a:gd name="T137" fmla="*/ 876 w 876"/>
                <a:gd name="T138" fmla="*/ 1455 h 1455"/>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876" h="1455">
                  <a:moveTo>
                    <a:pt x="7" y="0"/>
                  </a:moveTo>
                  <a:lnTo>
                    <a:pt x="0" y="29"/>
                  </a:lnTo>
                  <a:lnTo>
                    <a:pt x="0" y="93"/>
                  </a:lnTo>
                  <a:lnTo>
                    <a:pt x="3" y="168"/>
                  </a:lnTo>
                  <a:lnTo>
                    <a:pt x="10" y="228"/>
                  </a:lnTo>
                  <a:lnTo>
                    <a:pt x="21" y="307"/>
                  </a:lnTo>
                  <a:lnTo>
                    <a:pt x="35" y="399"/>
                  </a:lnTo>
                  <a:lnTo>
                    <a:pt x="56" y="496"/>
                  </a:lnTo>
                  <a:lnTo>
                    <a:pt x="99" y="618"/>
                  </a:lnTo>
                  <a:lnTo>
                    <a:pt x="163" y="757"/>
                  </a:lnTo>
                  <a:lnTo>
                    <a:pt x="234" y="871"/>
                  </a:lnTo>
                  <a:lnTo>
                    <a:pt x="319" y="992"/>
                  </a:lnTo>
                  <a:lnTo>
                    <a:pt x="397" y="1084"/>
                  </a:lnTo>
                  <a:lnTo>
                    <a:pt x="457" y="1147"/>
                  </a:lnTo>
                  <a:lnTo>
                    <a:pt x="513" y="1206"/>
                  </a:lnTo>
                  <a:lnTo>
                    <a:pt x="574" y="1263"/>
                  </a:lnTo>
                  <a:lnTo>
                    <a:pt x="641" y="1318"/>
                  </a:lnTo>
                  <a:lnTo>
                    <a:pt x="687" y="1355"/>
                  </a:lnTo>
                  <a:lnTo>
                    <a:pt x="737" y="1387"/>
                  </a:lnTo>
                  <a:lnTo>
                    <a:pt x="791" y="1418"/>
                  </a:lnTo>
                  <a:lnTo>
                    <a:pt x="837" y="1448"/>
                  </a:lnTo>
                  <a:lnTo>
                    <a:pt x="865" y="1455"/>
                  </a:lnTo>
                  <a:lnTo>
                    <a:pt x="876" y="1434"/>
                  </a:lnTo>
                  <a:lnTo>
                    <a:pt x="874" y="1404"/>
                  </a:lnTo>
                  <a:lnTo>
                    <a:pt x="867" y="1369"/>
                  </a:lnTo>
                  <a:lnTo>
                    <a:pt x="855" y="1309"/>
                  </a:lnTo>
                  <a:lnTo>
                    <a:pt x="841" y="1229"/>
                  </a:lnTo>
                  <a:lnTo>
                    <a:pt x="823" y="1156"/>
                  </a:lnTo>
                  <a:lnTo>
                    <a:pt x="802" y="1069"/>
                  </a:lnTo>
                  <a:lnTo>
                    <a:pt x="773" y="978"/>
                  </a:lnTo>
                  <a:lnTo>
                    <a:pt x="741" y="905"/>
                  </a:lnTo>
                  <a:lnTo>
                    <a:pt x="715" y="842"/>
                  </a:lnTo>
                  <a:lnTo>
                    <a:pt x="674" y="759"/>
                  </a:lnTo>
                  <a:lnTo>
                    <a:pt x="634" y="686"/>
                  </a:lnTo>
                  <a:lnTo>
                    <a:pt x="586" y="606"/>
                  </a:lnTo>
                  <a:lnTo>
                    <a:pt x="510" y="506"/>
                  </a:lnTo>
                  <a:lnTo>
                    <a:pt x="457" y="435"/>
                  </a:lnTo>
                  <a:lnTo>
                    <a:pt x="380" y="338"/>
                  </a:lnTo>
                  <a:lnTo>
                    <a:pt x="308" y="268"/>
                  </a:lnTo>
                  <a:lnTo>
                    <a:pt x="237" y="195"/>
                  </a:lnTo>
                  <a:lnTo>
                    <a:pt x="184" y="143"/>
                  </a:lnTo>
                  <a:lnTo>
                    <a:pt x="127" y="88"/>
                  </a:lnTo>
                  <a:lnTo>
                    <a:pt x="85" y="50"/>
                  </a:lnTo>
                  <a:lnTo>
                    <a:pt x="42" y="15"/>
                  </a:lnTo>
                  <a:lnTo>
                    <a:pt x="7" y="0"/>
                  </a:lnTo>
                  <a:close/>
                </a:path>
              </a:pathLst>
            </a:custGeom>
            <a:solidFill>
              <a:srgbClr val="C0C0C0"/>
            </a:solidFill>
            <a:ln w="3175">
              <a:solidFill>
                <a:srgbClr val="000000"/>
              </a:solidFill>
              <a:round/>
              <a:headEnd/>
              <a:tailEnd/>
            </a:ln>
          </p:spPr>
          <p:txBody>
            <a:bodyPr/>
            <a:lstStyle/>
            <a:p>
              <a:endParaRPr lang="zh-CN" altLang="en-US" b="1"/>
            </a:p>
          </p:txBody>
        </p:sp>
        <p:sp>
          <p:nvSpPr>
            <p:cNvPr id="21683" name="Freeform 149"/>
            <p:cNvSpPr>
              <a:spLocks/>
            </p:cNvSpPr>
            <p:nvPr/>
          </p:nvSpPr>
          <p:spPr bwMode="auto">
            <a:xfrm>
              <a:off x="4537" y="2812"/>
              <a:ext cx="216" cy="16"/>
            </a:xfrm>
            <a:custGeom>
              <a:avLst/>
              <a:gdLst>
                <a:gd name="T0" fmla="*/ 0 w 862"/>
                <a:gd name="T1" fmla="*/ 0 h 64"/>
                <a:gd name="T2" fmla="*/ 0 w 862"/>
                <a:gd name="T3" fmla="*/ 0 h 64"/>
                <a:gd name="T4" fmla="*/ 0 w 862"/>
                <a:gd name="T5" fmla="*/ 0 h 64"/>
                <a:gd name="T6" fmla="*/ 0 w 862"/>
                <a:gd name="T7" fmla="*/ 0 h 64"/>
                <a:gd name="T8" fmla="*/ 0 w 862"/>
                <a:gd name="T9" fmla="*/ 0 h 64"/>
                <a:gd name="T10" fmla="*/ 0 60000 65536"/>
                <a:gd name="T11" fmla="*/ 0 60000 65536"/>
                <a:gd name="T12" fmla="*/ 0 60000 65536"/>
                <a:gd name="T13" fmla="*/ 0 60000 65536"/>
                <a:gd name="T14" fmla="*/ 0 60000 65536"/>
                <a:gd name="T15" fmla="*/ 0 w 862"/>
                <a:gd name="T16" fmla="*/ 0 h 64"/>
                <a:gd name="T17" fmla="*/ 862 w 862"/>
                <a:gd name="T18" fmla="*/ 64 h 64"/>
              </a:gdLst>
              <a:ahLst/>
              <a:cxnLst>
                <a:cxn ang="T10">
                  <a:pos x="T0" y="T1"/>
                </a:cxn>
                <a:cxn ang="T11">
                  <a:pos x="T2" y="T3"/>
                </a:cxn>
                <a:cxn ang="T12">
                  <a:pos x="T4" y="T5"/>
                </a:cxn>
                <a:cxn ang="T13">
                  <a:pos x="T6" y="T7"/>
                </a:cxn>
                <a:cxn ang="T14">
                  <a:pos x="T8" y="T9"/>
                </a:cxn>
              </a:cxnLst>
              <a:rect l="T15" t="T16" r="T17" b="T18"/>
              <a:pathLst>
                <a:path w="862" h="64">
                  <a:moveTo>
                    <a:pt x="0" y="0"/>
                  </a:moveTo>
                  <a:lnTo>
                    <a:pt x="862" y="36"/>
                  </a:lnTo>
                  <a:lnTo>
                    <a:pt x="855" y="64"/>
                  </a:lnTo>
                  <a:lnTo>
                    <a:pt x="3" y="28"/>
                  </a:lnTo>
                  <a:lnTo>
                    <a:pt x="0" y="0"/>
                  </a:lnTo>
                  <a:close/>
                </a:path>
              </a:pathLst>
            </a:custGeom>
            <a:solidFill>
              <a:srgbClr val="DFDFFF"/>
            </a:solidFill>
            <a:ln w="3175">
              <a:solidFill>
                <a:srgbClr val="000000"/>
              </a:solidFill>
              <a:round/>
              <a:headEnd/>
              <a:tailEnd/>
            </a:ln>
          </p:spPr>
          <p:txBody>
            <a:bodyPr/>
            <a:lstStyle/>
            <a:p>
              <a:endParaRPr lang="zh-CN" altLang="en-US" b="1"/>
            </a:p>
          </p:txBody>
        </p:sp>
        <p:sp>
          <p:nvSpPr>
            <p:cNvPr id="21684" name="Freeform 150"/>
            <p:cNvSpPr>
              <a:spLocks/>
            </p:cNvSpPr>
            <p:nvPr/>
          </p:nvSpPr>
          <p:spPr bwMode="auto">
            <a:xfrm>
              <a:off x="4685" y="2860"/>
              <a:ext cx="77" cy="190"/>
            </a:xfrm>
            <a:custGeom>
              <a:avLst/>
              <a:gdLst>
                <a:gd name="T0" fmla="*/ 0 w 306"/>
                <a:gd name="T1" fmla="*/ 0 h 760"/>
                <a:gd name="T2" fmla="*/ 0 w 306"/>
                <a:gd name="T3" fmla="*/ 0 h 760"/>
                <a:gd name="T4" fmla="*/ 0 w 306"/>
                <a:gd name="T5" fmla="*/ 0 h 760"/>
                <a:gd name="T6" fmla="*/ 0 w 306"/>
                <a:gd name="T7" fmla="*/ 0 h 760"/>
                <a:gd name="T8" fmla="*/ 0 w 306"/>
                <a:gd name="T9" fmla="*/ 0 h 760"/>
                <a:gd name="T10" fmla="*/ 0 60000 65536"/>
                <a:gd name="T11" fmla="*/ 0 60000 65536"/>
                <a:gd name="T12" fmla="*/ 0 60000 65536"/>
                <a:gd name="T13" fmla="*/ 0 60000 65536"/>
                <a:gd name="T14" fmla="*/ 0 60000 65536"/>
                <a:gd name="T15" fmla="*/ 0 w 306"/>
                <a:gd name="T16" fmla="*/ 0 h 760"/>
                <a:gd name="T17" fmla="*/ 306 w 306"/>
                <a:gd name="T18" fmla="*/ 760 h 760"/>
              </a:gdLst>
              <a:ahLst/>
              <a:cxnLst>
                <a:cxn ang="T10">
                  <a:pos x="T0" y="T1"/>
                </a:cxn>
                <a:cxn ang="T11">
                  <a:pos x="T2" y="T3"/>
                </a:cxn>
                <a:cxn ang="T12">
                  <a:pos x="T4" y="T5"/>
                </a:cxn>
                <a:cxn ang="T13">
                  <a:pos x="T6" y="T7"/>
                </a:cxn>
                <a:cxn ang="T14">
                  <a:pos x="T8" y="T9"/>
                </a:cxn>
              </a:cxnLst>
              <a:rect l="T15" t="T16" r="T17" b="T18"/>
              <a:pathLst>
                <a:path w="306" h="760">
                  <a:moveTo>
                    <a:pt x="271" y="16"/>
                  </a:moveTo>
                  <a:lnTo>
                    <a:pt x="0" y="742"/>
                  </a:lnTo>
                  <a:lnTo>
                    <a:pt x="25" y="760"/>
                  </a:lnTo>
                  <a:lnTo>
                    <a:pt x="306" y="0"/>
                  </a:lnTo>
                  <a:lnTo>
                    <a:pt x="271" y="16"/>
                  </a:lnTo>
                  <a:close/>
                </a:path>
              </a:pathLst>
            </a:custGeom>
            <a:solidFill>
              <a:srgbClr val="DFDFFF"/>
            </a:solidFill>
            <a:ln w="3175">
              <a:solidFill>
                <a:srgbClr val="000000"/>
              </a:solidFill>
              <a:round/>
              <a:headEnd/>
              <a:tailEnd/>
            </a:ln>
          </p:spPr>
          <p:txBody>
            <a:bodyPr/>
            <a:lstStyle/>
            <a:p>
              <a:endParaRPr lang="zh-CN" altLang="en-US" b="1"/>
            </a:p>
          </p:txBody>
        </p:sp>
        <p:sp>
          <p:nvSpPr>
            <p:cNvPr id="21685" name="Freeform 151"/>
            <p:cNvSpPr>
              <a:spLocks/>
            </p:cNvSpPr>
            <p:nvPr/>
          </p:nvSpPr>
          <p:spPr bwMode="auto">
            <a:xfrm>
              <a:off x="4712" y="2823"/>
              <a:ext cx="63" cy="52"/>
            </a:xfrm>
            <a:custGeom>
              <a:avLst/>
              <a:gdLst>
                <a:gd name="T0" fmla="*/ 0 w 252"/>
                <a:gd name="T1" fmla="*/ 0 h 208"/>
                <a:gd name="T2" fmla="*/ 0 w 252"/>
                <a:gd name="T3" fmla="*/ 0 h 208"/>
                <a:gd name="T4" fmla="*/ 0 w 252"/>
                <a:gd name="T5" fmla="*/ 0 h 208"/>
                <a:gd name="T6" fmla="*/ 0 w 252"/>
                <a:gd name="T7" fmla="*/ 0 h 208"/>
                <a:gd name="T8" fmla="*/ 0 w 252"/>
                <a:gd name="T9" fmla="*/ 0 h 208"/>
                <a:gd name="T10" fmla="*/ 0 w 252"/>
                <a:gd name="T11" fmla="*/ 0 h 208"/>
                <a:gd name="T12" fmla="*/ 0 w 252"/>
                <a:gd name="T13" fmla="*/ 0 h 208"/>
                <a:gd name="T14" fmla="*/ 0 w 252"/>
                <a:gd name="T15" fmla="*/ 0 h 208"/>
                <a:gd name="T16" fmla="*/ 0 w 252"/>
                <a:gd name="T17" fmla="*/ 0 h 208"/>
                <a:gd name="T18" fmla="*/ 0 w 252"/>
                <a:gd name="T19" fmla="*/ 0 h 208"/>
                <a:gd name="T20" fmla="*/ 0 w 252"/>
                <a:gd name="T21" fmla="*/ 0 h 208"/>
                <a:gd name="T22" fmla="*/ 0 w 252"/>
                <a:gd name="T23" fmla="*/ 0 h 208"/>
                <a:gd name="T24" fmla="*/ 0 w 252"/>
                <a:gd name="T25" fmla="*/ 0 h 208"/>
                <a:gd name="T26" fmla="*/ 0 w 252"/>
                <a:gd name="T27" fmla="*/ 0 h 208"/>
                <a:gd name="T28" fmla="*/ 0 w 252"/>
                <a:gd name="T29" fmla="*/ 0 h 20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52"/>
                <a:gd name="T46" fmla="*/ 0 h 208"/>
                <a:gd name="T47" fmla="*/ 252 w 252"/>
                <a:gd name="T48" fmla="*/ 208 h 20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52" h="208">
                  <a:moveTo>
                    <a:pt x="189" y="0"/>
                  </a:moveTo>
                  <a:lnTo>
                    <a:pt x="10" y="64"/>
                  </a:lnTo>
                  <a:lnTo>
                    <a:pt x="3" y="75"/>
                  </a:lnTo>
                  <a:lnTo>
                    <a:pt x="0" y="96"/>
                  </a:lnTo>
                  <a:lnTo>
                    <a:pt x="2" y="126"/>
                  </a:lnTo>
                  <a:lnTo>
                    <a:pt x="4" y="144"/>
                  </a:lnTo>
                  <a:lnTo>
                    <a:pt x="15" y="170"/>
                  </a:lnTo>
                  <a:lnTo>
                    <a:pt x="33" y="190"/>
                  </a:lnTo>
                  <a:lnTo>
                    <a:pt x="58" y="204"/>
                  </a:lnTo>
                  <a:lnTo>
                    <a:pt x="72" y="208"/>
                  </a:lnTo>
                  <a:lnTo>
                    <a:pt x="86" y="208"/>
                  </a:lnTo>
                  <a:lnTo>
                    <a:pt x="252" y="128"/>
                  </a:lnTo>
                  <a:lnTo>
                    <a:pt x="221" y="103"/>
                  </a:lnTo>
                  <a:lnTo>
                    <a:pt x="203" y="78"/>
                  </a:lnTo>
                  <a:lnTo>
                    <a:pt x="189" y="0"/>
                  </a:lnTo>
                  <a:close/>
                </a:path>
              </a:pathLst>
            </a:custGeom>
            <a:solidFill>
              <a:srgbClr val="BFBFDF"/>
            </a:solidFill>
            <a:ln w="3175">
              <a:solidFill>
                <a:srgbClr val="000000"/>
              </a:solidFill>
              <a:round/>
              <a:headEnd/>
              <a:tailEnd/>
            </a:ln>
          </p:spPr>
          <p:txBody>
            <a:bodyPr/>
            <a:lstStyle/>
            <a:p>
              <a:endParaRPr lang="zh-CN" altLang="en-US" b="1"/>
            </a:p>
          </p:txBody>
        </p:sp>
        <p:sp>
          <p:nvSpPr>
            <p:cNvPr id="21686" name="Freeform 152"/>
            <p:cNvSpPr>
              <a:spLocks/>
            </p:cNvSpPr>
            <p:nvPr/>
          </p:nvSpPr>
          <p:spPr bwMode="auto">
            <a:xfrm>
              <a:off x="4749" y="2816"/>
              <a:ext cx="35" cy="49"/>
            </a:xfrm>
            <a:custGeom>
              <a:avLst/>
              <a:gdLst>
                <a:gd name="T0" fmla="*/ 0 w 141"/>
                <a:gd name="T1" fmla="*/ 0 h 194"/>
                <a:gd name="T2" fmla="*/ 0 w 141"/>
                <a:gd name="T3" fmla="*/ 0 h 194"/>
                <a:gd name="T4" fmla="*/ 0 w 141"/>
                <a:gd name="T5" fmla="*/ 0 h 194"/>
                <a:gd name="T6" fmla="*/ 0 w 141"/>
                <a:gd name="T7" fmla="*/ 0 h 194"/>
                <a:gd name="T8" fmla="*/ 0 w 141"/>
                <a:gd name="T9" fmla="*/ 0 h 194"/>
                <a:gd name="T10" fmla="*/ 0 w 141"/>
                <a:gd name="T11" fmla="*/ 0 h 194"/>
                <a:gd name="T12" fmla="*/ 0 w 141"/>
                <a:gd name="T13" fmla="*/ 0 h 194"/>
                <a:gd name="T14" fmla="*/ 0 w 141"/>
                <a:gd name="T15" fmla="*/ 0 h 194"/>
                <a:gd name="T16" fmla="*/ 0 w 141"/>
                <a:gd name="T17" fmla="*/ 0 h 194"/>
                <a:gd name="T18" fmla="*/ 0 w 141"/>
                <a:gd name="T19" fmla="*/ 0 h 194"/>
                <a:gd name="T20" fmla="*/ 0 w 141"/>
                <a:gd name="T21" fmla="*/ 0 h 194"/>
                <a:gd name="T22" fmla="*/ 0 w 141"/>
                <a:gd name="T23" fmla="*/ 0 h 194"/>
                <a:gd name="T24" fmla="*/ 0 w 141"/>
                <a:gd name="T25" fmla="*/ 0 h 194"/>
                <a:gd name="T26" fmla="*/ 0 w 141"/>
                <a:gd name="T27" fmla="*/ 0 h 194"/>
                <a:gd name="T28" fmla="*/ 0 w 141"/>
                <a:gd name="T29" fmla="*/ 0 h 194"/>
                <a:gd name="T30" fmla="*/ 0 w 141"/>
                <a:gd name="T31" fmla="*/ 0 h 194"/>
                <a:gd name="T32" fmla="*/ 0 w 141"/>
                <a:gd name="T33" fmla="*/ 0 h 194"/>
                <a:gd name="T34" fmla="*/ 0 w 141"/>
                <a:gd name="T35" fmla="*/ 0 h 194"/>
                <a:gd name="T36" fmla="*/ 0 w 141"/>
                <a:gd name="T37" fmla="*/ 0 h 194"/>
                <a:gd name="T38" fmla="*/ 0 w 141"/>
                <a:gd name="T39" fmla="*/ 0 h 194"/>
                <a:gd name="T40" fmla="*/ 0 w 141"/>
                <a:gd name="T41" fmla="*/ 0 h 194"/>
                <a:gd name="T42" fmla="*/ 0 w 141"/>
                <a:gd name="T43" fmla="*/ 0 h 194"/>
                <a:gd name="T44" fmla="*/ 0 w 141"/>
                <a:gd name="T45" fmla="*/ 0 h 194"/>
                <a:gd name="T46" fmla="*/ 0 w 141"/>
                <a:gd name="T47" fmla="*/ 0 h 194"/>
                <a:gd name="T48" fmla="*/ 0 w 141"/>
                <a:gd name="T49" fmla="*/ 0 h 19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1"/>
                <a:gd name="T76" fmla="*/ 0 h 194"/>
                <a:gd name="T77" fmla="*/ 141 w 141"/>
                <a:gd name="T78" fmla="*/ 194 h 19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1" h="194">
                  <a:moveTo>
                    <a:pt x="83" y="28"/>
                  </a:moveTo>
                  <a:lnTo>
                    <a:pt x="76" y="16"/>
                  </a:lnTo>
                  <a:lnTo>
                    <a:pt x="62" y="6"/>
                  </a:lnTo>
                  <a:lnTo>
                    <a:pt x="37" y="0"/>
                  </a:lnTo>
                  <a:lnTo>
                    <a:pt x="23" y="2"/>
                  </a:lnTo>
                  <a:lnTo>
                    <a:pt x="13" y="13"/>
                  </a:lnTo>
                  <a:lnTo>
                    <a:pt x="5" y="28"/>
                  </a:lnTo>
                  <a:lnTo>
                    <a:pt x="0" y="52"/>
                  </a:lnTo>
                  <a:lnTo>
                    <a:pt x="1" y="65"/>
                  </a:lnTo>
                  <a:lnTo>
                    <a:pt x="4" y="83"/>
                  </a:lnTo>
                  <a:lnTo>
                    <a:pt x="10" y="109"/>
                  </a:lnTo>
                  <a:lnTo>
                    <a:pt x="20" y="130"/>
                  </a:lnTo>
                  <a:lnTo>
                    <a:pt x="32" y="149"/>
                  </a:lnTo>
                  <a:lnTo>
                    <a:pt x="45" y="166"/>
                  </a:lnTo>
                  <a:lnTo>
                    <a:pt x="59" y="180"/>
                  </a:lnTo>
                  <a:lnTo>
                    <a:pt x="77" y="188"/>
                  </a:lnTo>
                  <a:lnTo>
                    <a:pt x="98" y="194"/>
                  </a:lnTo>
                  <a:lnTo>
                    <a:pt x="116" y="194"/>
                  </a:lnTo>
                  <a:lnTo>
                    <a:pt x="132" y="185"/>
                  </a:lnTo>
                  <a:lnTo>
                    <a:pt x="140" y="170"/>
                  </a:lnTo>
                  <a:lnTo>
                    <a:pt x="141" y="148"/>
                  </a:lnTo>
                  <a:lnTo>
                    <a:pt x="136" y="124"/>
                  </a:lnTo>
                  <a:lnTo>
                    <a:pt x="125" y="92"/>
                  </a:lnTo>
                  <a:lnTo>
                    <a:pt x="101" y="52"/>
                  </a:lnTo>
                  <a:lnTo>
                    <a:pt x="83" y="28"/>
                  </a:lnTo>
                  <a:close/>
                </a:path>
              </a:pathLst>
            </a:custGeom>
            <a:solidFill>
              <a:srgbClr val="C0C0C0"/>
            </a:solidFill>
            <a:ln w="3175">
              <a:solidFill>
                <a:srgbClr val="000000"/>
              </a:solidFill>
              <a:round/>
              <a:headEnd/>
              <a:tailEnd/>
            </a:ln>
          </p:spPr>
          <p:txBody>
            <a:bodyPr/>
            <a:lstStyle/>
            <a:p>
              <a:endParaRPr lang="zh-CN" altLang="en-US" b="1"/>
            </a:p>
          </p:txBody>
        </p:sp>
        <p:sp>
          <p:nvSpPr>
            <p:cNvPr id="21687" name="Freeform 153"/>
            <p:cNvSpPr>
              <a:spLocks/>
            </p:cNvSpPr>
            <p:nvPr/>
          </p:nvSpPr>
          <p:spPr bwMode="auto">
            <a:xfrm>
              <a:off x="4758" y="2819"/>
              <a:ext cx="43" cy="35"/>
            </a:xfrm>
            <a:custGeom>
              <a:avLst/>
              <a:gdLst>
                <a:gd name="T0" fmla="*/ 0 w 173"/>
                <a:gd name="T1" fmla="*/ 0 h 139"/>
                <a:gd name="T2" fmla="*/ 0 w 173"/>
                <a:gd name="T3" fmla="*/ 0 h 139"/>
                <a:gd name="T4" fmla="*/ 0 w 173"/>
                <a:gd name="T5" fmla="*/ 0 h 139"/>
                <a:gd name="T6" fmla="*/ 0 w 173"/>
                <a:gd name="T7" fmla="*/ 0 h 139"/>
                <a:gd name="T8" fmla="*/ 0 w 173"/>
                <a:gd name="T9" fmla="*/ 0 h 139"/>
                <a:gd name="T10" fmla="*/ 0 w 173"/>
                <a:gd name="T11" fmla="*/ 0 h 139"/>
                <a:gd name="T12" fmla="*/ 0 w 173"/>
                <a:gd name="T13" fmla="*/ 0 h 139"/>
                <a:gd name="T14" fmla="*/ 0 w 173"/>
                <a:gd name="T15" fmla="*/ 0 h 139"/>
                <a:gd name="T16" fmla="*/ 0 w 173"/>
                <a:gd name="T17" fmla="*/ 0 h 139"/>
                <a:gd name="T18" fmla="*/ 0 w 173"/>
                <a:gd name="T19" fmla="*/ 0 h 139"/>
                <a:gd name="T20" fmla="*/ 0 w 173"/>
                <a:gd name="T21" fmla="*/ 0 h 139"/>
                <a:gd name="T22" fmla="*/ 0 w 173"/>
                <a:gd name="T23" fmla="*/ 0 h 139"/>
                <a:gd name="T24" fmla="*/ 0 w 173"/>
                <a:gd name="T25" fmla="*/ 0 h 139"/>
                <a:gd name="T26" fmla="*/ 0 w 173"/>
                <a:gd name="T27" fmla="*/ 0 h 139"/>
                <a:gd name="T28" fmla="*/ 0 w 173"/>
                <a:gd name="T29" fmla="*/ 0 h 139"/>
                <a:gd name="T30" fmla="*/ 0 w 173"/>
                <a:gd name="T31" fmla="*/ 0 h 13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3"/>
                <a:gd name="T49" fmla="*/ 0 h 139"/>
                <a:gd name="T50" fmla="*/ 173 w 173"/>
                <a:gd name="T51" fmla="*/ 139 h 13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3" h="139">
                  <a:moveTo>
                    <a:pt x="13" y="31"/>
                  </a:moveTo>
                  <a:lnTo>
                    <a:pt x="122" y="4"/>
                  </a:lnTo>
                  <a:lnTo>
                    <a:pt x="148" y="0"/>
                  </a:lnTo>
                  <a:lnTo>
                    <a:pt x="165" y="4"/>
                  </a:lnTo>
                  <a:lnTo>
                    <a:pt x="171" y="11"/>
                  </a:lnTo>
                  <a:lnTo>
                    <a:pt x="173" y="25"/>
                  </a:lnTo>
                  <a:lnTo>
                    <a:pt x="165" y="47"/>
                  </a:lnTo>
                  <a:lnTo>
                    <a:pt x="65" y="139"/>
                  </a:lnTo>
                  <a:lnTo>
                    <a:pt x="51" y="138"/>
                  </a:lnTo>
                  <a:lnTo>
                    <a:pt x="34" y="132"/>
                  </a:lnTo>
                  <a:lnTo>
                    <a:pt x="23" y="120"/>
                  </a:lnTo>
                  <a:lnTo>
                    <a:pt x="8" y="103"/>
                  </a:lnTo>
                  <a:lnTo>
                    <a:pt x="1" y="85"/>
                  </a:lnTo>
                  <a:lnTo>
                    <a:pt x="0" y="65"/>
                  </a:lnTo>
                  <a:lnTo>
                    <a:pt x="5" y="46"/>
                  </a:lnTo>
                  <a:lnTo>
                    <a:pt x="13" y="31"/>
                  </a:lnTo>
                  <a:close/>
                </a:path>
              </a:pathLst>
            </a:custGeom>
            <a:solidFill>
              <a:srgbClr val="9F9FBF"/>
            </a:solidFill>
            <a:ln w="3175">
              <a:solidFill>
                <a:srgbClr val="000000"/>
              </a:solidFill>
              <a:round/>
              <a:headEnd/>
              <a:tailEnd/>
            </a:ln>
          </p:spPr>
          <p:txBody>
            <a:bodyPr/>
            <a:lstStyle/>
            <a:p>
              <a:endParaRPr lang="zh-CN" altLang="en-US" b="1"/>
            </a:p>
          </p:txBody>
        </p:sp>
        <p:sp>
          <p:nvSpPr>
            <p:cNvPr id="21688" name="Freeform 154"/>
            <p:cNvSpPr>
              <a:spLocks/>
            </p:cNvSpPr>
            <p:nvPr/>
          </p:nvSpPr>
          <p:spPr bwMode="auto">
            <a:xfrm>
              <a:off x="4725" y="2836"/>
              <a:ext cx="19" cy="35"/>
            </a:xfrm>
            <a:custGeom>
              <a:avLst/>
              <a:gdLst>
                <a:gd name="T0" fmla="*/ 0 w 74"/>
                <a:gd name="T1" fmla="*/ 0 h 140"/>
                <a:gd name="T2" fmla="*/ 0 w 74"/>
                <a:gd name="T3" fmla="*/ 0 h 140"/>
                <a:gd name="T4" fmla="*/ 0 w 74"/>
                <a:gd name="T5" fmla="*/ 0 h 140"/>
                <a:gd name="T6" fmla="*/ 0 w 74"/>
                <a:gd name="T7" fmla="*/ 0 h 140"/>
                <a:gd name="T8" fmla="*/ 0 w 74"/>
                <a:gd name="T9" fmla="*/ 0 h 140"/>
                <a:gd name="T10" fmla="*/ 0 w 74"/>
                <a:gd name="T11" fmla="*/ 0 h 140"/>
                <a:gd name="T12" fmla="*/ 0 w 74"/>
                <a:gd name="T13" fmla="*/ 0 h 140"/>
                <a:gd name="T14" fmla="*/ 0 w 74"/>
                <a:gd name="T15" fmla="*/ 0 h 140"/>
                <a:gd name="T16" fmla="*/ 0 w 74"/>
                <a:gd name="T17" fmla="*/ 0 h 140"/>
                <a:gd name="T18" fmla="*/ 0 w 74"/>
                <a:gd name="T19" fmla="*/ 0 h 1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4"/>
                <a:gd name="T31" fmla="*/ 0 h 140"/>
                <a:gd name="T32" fmla="*/ 74 w 74"/>
                <a:gd name="T33" fmla="*/ 140 h 1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4" h="140">
                  <a:moveTo>
                    <a:pt x="5" y="0"/>
                  </a:moveTo>
                  <a:lnTo>
                    <a:pt x="0" y="23"/>
                  </a:lnTo>
                  <a:lnTo>
                    <a:pt x="0" y="43"/>
                  </a:lnTo>
                  <a:lnTo>
                    <a:pt x="6" y="68"/>
                  </a:lnTo>
                  <a:lnTo>
                    <a:pt x="12" y="89"/>
                  </a:lnTo>
                  <a:lnTo>
                    <a:pt x="27" y="109"/>
                  </a:lnTo>
                  <a:lnTo>
                    <a:pt x="41" y="122"/>
                  </a:lnTo>
                  <a:lnTo>
                    <a:pt x="52" y="129"/>
                  </a:lnTo>
                  <a:lnTo>
                    <a:pt x="62" y="134"/>
                  </a:lnTo>
                  <a:lnTo>
                    <a:pt x="74" y="14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21689" name="Freeform 155"/>
            <p:cNvSpPr>
              <a:spLocks/>
            </p:cNvSpPr>
            <p:nvPr/>
          </p:nvSpPr>
          <p:spPr bwMode="auto">
            <a:xfrm>
              <a:off x="4737" y="2831"/>
              <a:ext cx="18" cy="35"/>
            </a:xfrm>
            <a:custGeom>
              <a:avLst/>
              <a:gdLst>
                <a:gd name="T0" fmla="*/ 0 w 74"/>
                <a:gd name="T1" fmla="*/ 0 h 140"/>
                <a:gd name="T2" fmla="*/ 0 w 74"/>
                <a:gd name="T3" fmla="*/ 0 h 140"/>
                <a:gd name="T4" fmla="*/ 0 w 74"/>
                <a:gd name="T5" fmla="*/ 0 h 140"/>
                <a:gd name="T6" fmla="*/ 0 w 74"/>
                <a:gd name="T7" fmla="*/ 0 h 140"/>
                <a:gd name="T8" fmla="*/ 0 w 74"/>
                <a:gd name="T9" fmla="*/ 0 h 140"/>
                <a:gd name="T10" fmla="*/ 0 w 74"/>
                <a:gd name="T11" fmla="*/ 0 h 140"/>
                <a:gd name="T12" fmla="*/ 0 w 74"/>
                <a:gd name="T13" fmla="*/ 0 h 140"/>
                <a:gd name="T14" fmla="*/ 0 w 74"/>
                <a:gd name="T15" fmla="*/ 0 h 140"/>
                <a:gd name="T16" fmla="*/ 0 w 74"/>
                <a:gd name="T17" fmla="*/ 0 h 140"/>
                <a:gd name="T18" fmla="*/ 0 w 74"/>
                <a:gd name="T19" fmla="*/ 0 h 1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4"/>
                <a:gd name="T31" fmla="*/ 0 h 140"/>
                <a:gd name="T32" fmla="*/ 74 w 74"/>
                <a:gd name="T33" fmla="*/ 140 h 1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4" h="140">
                  <a:moveTo>
                    <a:pt x="5" y="0"/>
                  </a:moveTo>
                  <a:lnTo>
                    <a:pt x="0" y="23"/>
                  </a:lnTo>
                  <a:lnTo>
                    <a:pt x="0" y="43"/>
                  </a:lnTo>
                  <a:lnTo>
                    <a:pt x="6" y="68"/>
                  </a:lnTo>
                  <a:lnTo>
                    <a:pt x="12" y="89"/>
                  </a:lnTo>
                  <a:lnTo>
                    <a:pt x="27" y="108"/>
                  </a:lnTo>
                  <a:lnTo>
                    <a:pt x="41" y="122"/>
                  </a:lnTo>
                  <a:lnTo>
                    <a:pt x="52" y="129"/>
                  </a:lnTo>
                  <a:lnTo>
                    <a:pt x="62" y="134"/>
                  </a:lnTo>
                  <a:lnTo>
                    <a:pt x="74" y="14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grpSp>
      <p:pic>
        <p:nvPicPr>
          <p:cNvPr id="21528" name="Picture 156" descr="D-Link%20DI-713P%20Wireless%20Broadband%20route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40238" y="3849688"/>
            <a:ext cx="749300" cy="62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1529" name="Group 157"/>
          <p:cNvGrpSpPr>
            <a:grpSpLocks/>
          </p:cNvGrpSpPr>
          <p:nvPr/>
        </p:nvGrpSpPr>
        <p:grpSpPr bwMode="auto">
          <a:xfrm>
            <a:off x="3440113" y="4008438"/>
            <a:ext cx="671512" cy="495300"/>
            <a:chOff x="762" y="2391"/>
            <a:chExt cx="423" cy="312"/>
          </a:xfrm>
        </p:grpSpPr>
        <p:grpSp>
          <p:nvGrpSpPr>
            <p:cNvPr id="21645" name="Group 158"/>
            <p:cNvGrpSpPr>
              <a:grpSpLocks/>
            </p:cNvGrpSpPr>
            <p:nvPr/>
          </p:nvGrpSpPr>
          <p:grpSpPr bwMode="auto">
            <a:xfrm>
              <a:off x="867" y="2432"/>
              <a:ext cx="318" cy="271"/>
              <a:chOff x="657" y="1570"/>
              <a:chExt cx="318" cy="311"/>
            </a:xfrm>
          </p:grpSpPr>
          <p:sp>
            <p:nvSpPr>
              <p:cNvPr id="21653" name="Line 159"/>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pic>
            <p:nvPicPr>
              <p:cNvPr id="21654" name="Picture 160" descr="laptop copy"/>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1646" name="Group 161"/>
            <p:cNvGrpSpPr>
              <a:grpSpLocks/>
            </p:cNvGrpSpPr>
            <p:nvPr/>
          </p:nvGrpSpPr>
          <p:grpSpPr bwMode="auto">
            <a:xfrm>
              <a:off x="762" y="2391"/>
              <a:ext cx="306" cy="90"/>
              <a:chOff x="748" y="2251"/>
              <a:chExt cx="306" cy="90"/>
            </a:xfrm>
          </p:grpSpPr>
          <p:sp>
            <p:nvSpPr>
              <p:cNvPr id="21647" name="AutoShape 162"/>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21648" name="AutoShape 163"/>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21649" name="AutoShape 164"/>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21650" name="AutoShape 165"/>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21651" name="AutoShape 166"/>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21652" name="AutoShape 167"/>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grpSp>
      </p:grpSp>
      <p:sp>
        <p:nvSpPr>
          <p:cNvPr id="21530" name="Freeform 168"/>
          <p:cNvSpPr>
            <a:spLocks/>
          </p:cNvSpPr>
          <p:nvPr/>
        </p:nvSpPr>
        <p:spPr bwMode="auto">
          <a:xfrm rot="1390605">
            <a:off x="4929188" y="3576638"/>
            <a:ext cx="203200" cy="300037"/>
          </a:xfrm>
          <a:custGeom>
            <a:avLst/>
            <a:gdLst>
              <a:gd name="T0" fmla="*/ 2147483646 w 336"/>
              <a:gd name="T1" fmla="*/ 0 h 358"/>
              <a:gd name="T2" fmla="*/ 2147483646 w 336"/>
              <a:gd name="T3" fmla="*/ 2147483646 h 358"/>
              <a:gd name="T4" fmla="*/ 2147483646 w 336"/>
              <a:gd name="T5" fmla="*/ 2147483646 h 358"/>
              <a:gd name="T6" fmla="*/ 0 w 336"/>
              <a:gd name="T7" fmla="*/ 2147483646 h 358"/>
              <a:gd name="T8" fmla="*/ 2147483646 w 336"/>
              <a:gd name="T9" fmla="*/ 2147483646 h 358"/>
              <a:gd name="T10" fmla="*/ 2147483646 w 336"/>
              <a:gd name="T11" fmla="*/ 2147483646 h 358"/>
              <a:gd name="T12" fmla="*/ 2147483646 w 336"/>
              <a:gd name="T13" fmla="*/ 0 h 358"/>
              <a:gd name="T14" fmla="*/ 0 60000 65536"/>
              <a:gd name="T15" fmla="*/ 0 60000 65536"/>
              <a:gd name="T16" fmla="*/ 0 60000 65536"/>
              <a:gd name="T17" fmla="*/ 0 60000 65536"/>
              <a:gd name="T18" fmla="*/ 0 60000 65536"/>
              <a:gd name="T19" fmla="*/ 0 60000 65536"/>
              <a:gd name="T20" fmla="*/ 0 60000 65536"/>
              <a:gd name="T21" fmla="*/ 0 w 336"/>
              <a:gd name="T22" fmla="*/ 0 h 358"/>
              <a:gd name="T23" fmla="*/ 336 w 336"/>
              <a:gd name="T24" fmla="*/ 358 h 35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358">
                <a:moveTo>
                  <a:pt x="336" y="0"/>
                </a:moveTo>
                <a:lnTo>
                  <a:pt x="53" y="232"/>
                </a:lnTo>
                <a:lnTo>
                  <a:pt x="145" y="219"/>
                </a:lnTo>
                <a:lnTo>
                  <a:pt x="0" y="358"/>
                </a:lnTo>
                <a:lnTo>
                  <a:pt x="283" y="166"/>
                </a:lnTo>
                <a:lnTo>
                  <a:pt x="165" y="186"/>
                </a:lnTo>
                <a:lnTo>
                  <a:pt x="336" y="0"/>
                </a:lnTo>
                <a:close/>
              </a:path>
            </a:pathLst>
          </a:custGeom>
          <a:solidFill>
            <a:schemeClr val="bg1"/>
          </a:solidFill>
          <a:ln w="9525">
            <a:solidFill>
              <a:schemeClr val="tx1"/>
            </a:solidFill>
            <a:round/>
            <a:headEnd/>
            <a:tailEnd/>
          </a:ln>
        </p:spPr>
        <p:txBody>
          <a:bodyPr/>
          <a:lstStyle/>
          <a:p>
            <a:endParaRPr lang="zh-CN" altLang="en-US" b="1"/>
          </a:p>
        </p:txBody>
      </p:sp>
      <p:grpSp>
        <p:nvGrpSpPr>
          <p:cNvPr id="21531" name="Group 169"/>
          <p:cNvGrpSpPr>
            <a:grpSpLocks/>
          </p:cNvGrpSpPr>
          <p:nvPr/>
        </p:nvGrpSpPr>
        <p:grpSpPr bwMode="auto">
          <a:xfrm>
            <a:off x="2144713" y="2711450"/>
            <a:ext cx="503237" cy="684213"/>
            <a:chOff x="431" y="1479"/>
            <a:chExt cx="317" cy="431"/>
          </a:xfrm>
        </p:grpSpPr>
        <p:sp>
          <p:nvSpPr>
            <p:cNvPr id="21643" name="Line 170"/>
            <p:cNvSpPr>
              <a:spLocks noChangeShapeType="1"/>
            </p:cNvSpPr>
            <p:nvPr/>
          </p:nvSpPr>
          <p:spPr bwMode="auto">
            <a:xfrm>
              <a:off x="612" y="1479"/>
              <a:ext cx="0" cy="22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pic>
          <p:nvPicPr>
            <p:cNvPr id="21644" name="Picture 171"/>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31" y="1570"/>
              <a:ext cx="317"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1532" name="Picture 172"/>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000250" y="2028825"/>
            <a:ext cx="503238"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33" name="Line 173"/>
          <p:cNvSpPr>
            <a:spLocks noChangeShapeType="1"/>
          </p:cNvSpPr>
          <p:nvPr/>
        </p:nvSpPr>
        <p:spPr bwMode="auto">
          <a:xfrm flipV="1">
            <a:off x="1711325" y="2711450"/>
            <a:ext cx="30257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534" name="Line 174"/>
          <p:cNvSpPr>
            <a:spLocks noChangeShapeType="1"/>
          </p:cNvSpPr>
          <p:nvPr/>
        </p:nvSpPr>
        <p:spPr bwMode="auto">
          <a:xfrm>
            <a:off x="4519613" y="2352675"/>
            <a:ext cx="0" cy="360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pic>
        <p:nvPicPr>
          <p:cNvPr id="21535" name="Picture 17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87838" y="2208213"/>
            <a:ext cx="52070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nvGrpSpPr>
          <p:cNvPr id="21536" name="Group 176"/>
          <p:cNvGrpSpPr>
            <a:grpSpLocks/>
          </p:cNvGrpSpPr>
          <p:nvPr/>
        </p:nvGrpSpPr>
        <p:grpSpPr bwMode="auto">
          <a:xfrm>
            <a:off x="2647950" y="4584700"/>
            <a:ext cx="671513" cy="495300"/>
            <a:chOff x="762" y="2391"/>
            <a:chExt cx="423" cy="312"/>
          </a:xfrm>
        </p:grpSpPr>
        <p:grpSp>
          <p:nvGrpSpPr>
            <p:cNvPr id="21633" name="Group 177"/>
            <p:cNvGrpSpPr>
              <a:grpSpLocks/>
            </p:cNvGrpSpPr>
            <p:nvPr/>
          </p:nvGrpSpPr>
          <p:grpSpPr bwMode="auto">
            <a:xfrm>
              <a:off x="867" y="2432"/>
              <a:ext cx="318" cy="271"/>
              <a:chOff x="657" y="1570"/>
              <a:chExt cx="318" cy="311"/>
            </a:xfrm>
          </p:grpSpPr>
          <p:sp>
            <p:nvSpPr>
              <p:cNvPr id="21641" name="Line 178"/>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pic>
            <p:nvPicPr>
              <p:cNvPr id="21642" name="Picture 179" descr="laptop copy"/>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1634" name="Group 180"/>
            <p:cNvGrpSpPr>
              <a:grpSpLocks/>
            </p:cNvGrpSpPr>
            <p:nvPr/>
          </p:nvGrpSpPr>
          <p:grpSpPr bwMode="auto">
            <a:xfrm>
              <a:off x="762" y="2391"/>
              <a:ext cx="306" cy="90"/>
              <a:chOff x="748" y="2251"/>
              <a:chExt cx="306" cy="90"/>
            </a:xfrm>
          </p:grpSpPr>
          <p:sp>
            <p:nvSpPr>
              <p:cNvPr id="21635" name="AutoShape 181"/>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21636" name="AutoShape 182"/>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21637" name="AutoShape 183"/>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21638" name="AutoShape 184"/>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21639" name="AutoShape 185"/>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21640" name="AutoShape 186"/>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grpSp>
      </p:grpSp>
      <p:grpSp>
        <p:nvGrpSpPr>
          <p:cNvPr id="21537" name="Group 187"/>
          <p:cNvGrpSpPr>
            <a:grpSpLocks/>
          </p:cNvGrpSpPr>
          <p:nvPr/>
        </p:nvGrpSpPr>
        <p:grpSpPr bwMode="auto">
          <a:xfrm>
            <a:off x="3511550" y="5016500"/>
            <a:ext cx="671513" cy="495300"/>
            <a:chOff x="762" y="2391"/>
            <a:chExt cx="423" cy="312"/>
          </a:xfrm>
        </p:grpSpPr>
        <p:grpSp>
          <p:nvGrpSpPr>
            <p:cNvPr id="21623" name="Group 188"/>
            <p:cNvGrpSpPr>
              <a:grpSpLocks/>
            </p:cNvGrpSpPr>
            <p:nvPr/>
          </p:nvGrpSpPr>
          <p:grpSpPr bwMode="auto">
            <a:xfrm>
              <a:off x="867" y="2432"/>
              <a:ext cx="318" cy="271"/>
              <a:chOff x="657" y="1570"/>
              <a:chExt cx="318" cy="311"/>
            </a:xfrm>
          </p:grpSpPr>
          <p:sp>
            <p:nvSpPr>
              <p:cNvPr id="21631" name="Line 189"/>
              <p:cNvSpPr>
                <a:spLocks noChangeShapeType="1"/>
              </p:cNvSpPr>
              <p:nvPr/>
            </p:nvSpPr>
            <p:spPr bwMode="auto">
              <a:xfrm flipH="1">
                <a:off x="703" y="1570"/>
                <a:ext cx="0" cy="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pic>
            <p:nvPicPr>
              <p:cNvPr id="21632" name="Picture 190" descr="laptop copy"/>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1624" name="Group 191"/>
            <p:cNvGrpSpPr>
              <a:grpSpLocks/>
            </p:cNvGrpSpPr>
            <p:nvPr/>
          </p:nvGrpSpPr>
          <p:grpSpPr bwMode="auto">
            <a:xfrm>
              <a:off x="762" y="2391"/>
              <a:ext cx="306" cy="90"/>
              <a:chOff x="748" y="2251"/>
              <a:chExt cx="306" cy="90"/>
            </a:xfrm>
          </p:grpSpPr>
          <p:sp>
            <p:nvSpPr>
              <p:cNvPr id="21625" name="AutoShape 192"/>
              <p:cNvSpPr>
                <a:spLocks noChangeArrowheads="1"/>
              </p:cNvSpPr>
              <p:nvPr/>
            </p:nvSpPr>
            <p:spPr bwMode="auto">
              <a:xfrm>
                <a:off x="748"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21626" name="AutoShape 193"/>
              <p:cNvSpPr>
                <a:spLocks noChangeArrowheads="1"/>
              </p:cNvSpPr>
              <p:nvPr/>
            </p:nvSpPr>
            <p:spPr bwMode="auto">
              <a:xfrm flipH="1">
                <a:off x="943" y="2251"/>
                <a:ext cx="111" cy="90"/>
              </a:xfrm>
              <a:prstGeom prst="moon">
                <a:avLst>
                  <a:gd name="adj" fmla="val 18444"/>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21627" name="AutoShape 194"/>
              <p:cNvSpPr>
                <a:spLocks noChangeArrowheads="1"/>
              </p:cNvSpPr>
              <p:nvPr/>
            </p:nvSpPr>
            <p:spPr bwMode="auto">
              <a:xfrm flipH="1">
                <a:off x="922"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21628" name="AutoShape 195"/>
              <p:cNvSpPr>
                <a:spLocks noChangeArrowheads="1"/>
              </p:cNvSpPr>
              <p:nvPr/>
            </p:nvSpPr>
            <p:spPr bwMode="auto">
              <a:xfrm>
                <a:off x="806" y="2266"/>
                <a:ext cx="70" cy="60"/>
              </a:xfrm>
              <a:prstGeom prst="moon">
                <a:avLst>
                  <a:gd name="adj" fmla="val 1834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21629" name="AutoShape 196"/>
              <p:cNvSpPr>
                <a:spLocks noChangeArrowheads="1"/>
              </p:cNvSpPr>
              <p:nvPr/>
            </p:nvSpPr>
            <p:spPr bwMode="auto">
              <a:xfrm flipH="1">
                <a:off x="905"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21630" name="AutoShape 197"/>
              <p:cNvSpPr>
                <a:spLocks noChangeArrowheads="1"/>
              </p:cNvSpPr>
              <p:nvPr/>
            </p:nvSpPr>
            <p:spPr bwMode="auto">
              <a:xfrm>
                <a:off x="857" y="2281"/>
                <a:ext cx="35" cy="30"/>
              </a:xfrm>
              <a:prstGeom prst="moon">
                <a:avLst>
                  <a:gd name="adj" fmla="val 41907"/>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grpSp>
      </p:grpSp>
      <p:sp>
        <p:nvSpPr>
          <p:cNvPr id="21538" name="Line 198"/>
          <p:cNvSpPr>
            <a:spLocks noChangeShapeType="1"/>
          </p:cNvSpPr>
          <p:nvPr/>
        </p:nvSpPr>
        <p:spPr bwMode="auto">
          <a:xfrm>
            <a:off x="7977188" y="3287713"/>
            <a:ext cx="1511300" cy="649287"/>
          </a:xfrm>
          <a:prstGeom prst="line">
            <a:avLst/>
          </a:prstGeom>
          <a:noFill/>
          <a:ln w="38100">
            <a:solidFill>
              <a:schemeClr val="folHlink"/>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21539" name="Line 199"/>
          <p:cNvSpPr>
            <a:spLocks noChangeShapeType="1"/>
          </p:cNvSpPr>
          <p:nvPr/>
        </p:nvSpPr>
        <p:spPr bwMode="auto">
          <a:xfrm flipH="1">
            <a:off x="6319838" y="3360738"/>
            <a:ext cx="719137" cy="431800"/>
          </a:xfrm>
          <a:prstGeom prst="line">
            <a:avLst/>
          </a:prstGeom>
          <a:noFill/>
          <a:ln w="38100">
            <a:solidFill>
              <a:schemeClr val="folHlink"/>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21540" name="Freeform 200"/>
          <p:cNvSpPr>
            <a:spLocks/>
          </p:cNvSpPr>
          <p:nvPr/>
        </p:nvSpPr>
        <p:spPr bwMode="auto">
          <a:xfrm rot="1901313">
            <a:off x="4137025" y="3937000"/>
            <a:ext cx="203200" cy="300038"/>
          </a:xfrm>
          <a:custGeom>
            <a:avLst/>
            <a:gdLst>
              <a:gd name="T0" fmla="*/ 2147483646 w 336"/>
              <a:gd name="T1" fmla="*/ 0 h 358"/>
              <a:gd name="T2" fmla="*/ 2147483646 w 336"/>
              <a:gd name="T3" fmla="*/ 2147483646 h 358"/>
              <a:gd name="T4" fmla="*/ 2147483646 w 336"/>
              <a:gd name="T5" fmla="*/ 2147483646 h 358"/>
              <a:gd name="T6" fmla="*/ 0 w 336"/>
              <a:gd name="T7" fmla="*/ 2147483646 h 358"/>
              <a:gd name="T8" fmla="*/ 2147483646 w 336"/>
              <a:gd name="T9" fmla="*/ 2147483646 h 358"/>
              <a:gd name="T10" fmla="*/ 2147483646 w 336"/>
              <a:gd name="T11" fmla="*/ 2147483646 h 358"/>
              <a:gd name="T12" fmla="*/ 2147483646 w 336"/>
              <a:gd name="T13" fmla="*/ 0 h 358"/>
              <a:gd name="T14" fmla="*/ 0 60000 65536"/>
              <a:gd name="T15" fmla="*/ 0 60000 65536"/>
              <a:gd name="T16" fmla="*/ 0 60000 65536"/>
              <a:gd name="T17" fmla="*/ 0 60000 65536"/>
              <a:gd name="T18" fmla="*/ 0 60000 65536"/>
              <a:gd name="T19" fmla="*/ 0 60000 65536"/>
              <a:gd name="T20" fmla="*/ 0 60000 65536"/>
              <a:gd name="T21" fmla="*/ 0 w 336"/>
              <a:gd name="T22" fmla="*/ 0 h 358"/>
              <a:gd name="T23" fmla="*/ 336 w 336"/>
              <a:gd name="T24" fmla="*/ 358 h 35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358">
                <a:moveTo>
                  <a:pt x="336" y="0"/>
                </a:moveTo>
                <a:lnTo>
                  <a:pt x="53" y="232"/>
                </a:lnTo>
                <a:lnTo>
                  <a:pt x="145" y="219"/>
                </a:lnTo>
                <a:lnTo>
                  <a:pt x="0" y="358"/>
                </a:lnTo>
                <a:lnTo>
                  <a:pt x="283" y="166"/>
                </a:lnTo>
                <a:lnTo>
                  <a:pt x="165" y="186"/>
                </a:lnTo>
                <a:lnTo>
                  <a:pt x="336" y="0"/>
                </a:lnTo>
                <a:close/>
              </a:path>
            </a:pathLst>
          </a:custGeom>
          <a:solidFill>
            <a:schemeClr val="bg1"/>
          </a:solidFill>
          <a:ln w="9525">
            <a:solidFill>
              <a:schemeClr val="tx1"/>
            </a:solidFill>
            <a:round/>
            <a:headEnd/>
            <a:tailEnd/>
          </a:ln>
        </p:spPr>
        <p:txBody>
          <a:bodyPr/>
          <a:lstStyle/>
          <a:p>
            <a:endParaRPr lang="zh-CN" altLang="en-US" b="1"/>
          </a:p>
        </p:txBody>
      </p:sp>
      <p:sp>
        <p:nvSpPr>
          <p:cNvPr id="21541" name="Freeform 201"/>
          <p:cNvSpPr>
            <a:spLocks/>
          </p:cNvSpPr>
          <p:nvPr/>
        </p:nvSpPr>
        <p:spPr bwMode="auto">
          <a:xfrm rot="18818791" flipH="1">
            <a:off x="4136232" y="3698081"/>
            <a:ext cx="203200" cy="300037"/>
          </a:xfrm>
          <a:custGeom>
            <a:avLst/>
            <a:gdLst>
              <a:gd name="T0" fmla="*/ 2147483646 w 336"/>
              <a:gd name="T1" fmla="*/ 0 h 358"/>
              <a:gd name="T2" fmla="*/ 2147483646 w 336"/>
              <a:gd name="T3" fmla="*/ 2147483646 h 358"/>
              <a:gd name="T4" fmla="*/ 2147483646 w 336"/>
              <a:gd name="T5" fmla="*/ 2147483646 h 358"/>
              <a:gd name="T6" fmla="*/ 0 w 336"/>
              <a:gd name="T7" fmla="*/ 2147483646 h 358"/>
              <a:gd name="T8" fmla="*/ 2147483646 w 336"/>
              <a:gd name="T9" fmla="*/ 2147483646 h 358"/>
              <a:gd name="T10" fmla="*/ 2147483646 w 336"/>
              <a:gd name="T11" fmla="*/ 2147483646 h 358"/>
              <a:gd name="T12" fmla="*/ 2147483646 w 336"/>
              <a:gd name="T13" fmla="*/ 0 h 358"/>
              <a:gd name="T14" fmla="*/ 0 60000 65536"/>
              <a:gd name="T15" fmla="*/ 0 60000 65536"/>
              <a:gd name="T16" fmla="*/ 0 60000 65536"/>
              <a:gd name="T17" fmla="*/ 0 60000 65536"/>
              <a:gd name="T18" fmla="*/ 0 60000 65536"/>
              <a:gd name="T19" fmla="*/ 0 60000 65536"/>
              <a:gd name="T20" fmla="*/ 0 60000 65536"/>
              <a:gd name="T21" fmla="*/ 0 w 336"/>
              <a:gd name="T22" fmla="*/ 0 h 358"/>
              <a:gd name="T23" fmla="*/ 336 w 336"/>
              <a:gd name="T24" fmla="*/ 358 h 35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358">
                <a:moveTo>
                  <a:pt x="336" y="0"/>
                </a:moveTo>
                <a:lnTo>
                  <a:pt x="53" y="232"/>
                </a:lnTo>
                <a:lnTo>
                  <a:pt x="145" y="219"/>
                </a:lnTo>
                <a:lnTo>
                  <a:pt x="0" y="358"/>
                </a:lnTo>
                <a:lnTo>
                  <a:pt x="283" y="166"/>
                </a:lnTo>
                <a:lnTo>
                  <a:pt x="165" y="186"/>
                </a:lnTo>
                <a:lnTo>
                  <a:pt x="336" y="0"/>
                </a:lnTo>
                <a:close/>
              </a:path>
            </a:pathLst>
          </a:custGeom>
          <a:solidFill>
            <a:schemeClr val="bg1"/>
          </a:solidFill>
          <a:ln w="9525">
            <a:solidFill>
              <a:schemeClr val="tx1"/>
            </a:solidFill>
            <a:round/>
            <a:headEnd/>
            <a:tailEnd/>
          </a:ln>
        </p:spPr>
        <p:txBody>
          <a:bodyPr vert="eaVert"/>
          <a:lstStyle/>
          <a:p>
            <a:endParaRPr lang="zh-CN" altLang="en-US" b="1"/>
          </a:p>
        </p:txBody>
      </p:sp>
      <p:sp>
        <p:nvSpPr>
          <p:cNvPr id="21542" name="Freeform 202"/>
          <p:cNvSpPr>
            <a:spLocks/>
          </p:cNvSpPr>
          <p:nvPr/>
        </p:nvSpPr>
        <p:spPr bwMode="auto">
          <a:xfrm rot="3575381">
            <a:off x="4977607" y="3756819"/>
            <a:ext cx="203200" cy="300037"/>
          </a:xfrm>
          <a:custGeom>
            <a:avLst/>
            <a:gdLst>
              <a:gd name="T0" fmla="*/ 2147483646 w 336"/>
              <a:gd name="T1" fmla="*/ 0 h 358"/>
              <a:gd name="T2" fmla="*/ 2147483646 w 336"/>
              <a:gd name="T3" fmla="*/ 2147483646 h 358"/>
              <a:gd name="T4" fmla="*/ 2147483646 w 336"/>
              <a:gd name="T5" fmla="*/ 2147483646 h 358"/>
              <a:gd name="T6" fmla="*/ 0 w 336"/>
              <a:gd name="T7" fmla="*/ 2147483646 h 358"/>
              <a:gd name="T8" fmla="*/ 2147483646 w 336"/>
              <a:gd name="T9" fmla="*/ 2147483646 h 358"/>
              <a:gd name="T10" fmla="*/ 2147483646 w 336"/>
              <a:gd name="T11" fmla="*/ 2147483646 h 358"/>
              <a:gd name="T12" fmla="*/ 2147483646 w 336"/>
              <a:gd name="T13" fmla="*/ 0 h 358"/>
              <a:gd name="T14" fmla="*/ 0 60000 65536"/>
              <a:gd name="T15" fmla="*/ 0 60000 65536"/>
              <a:gd name="T16" fmla="*/ 0 60000 65536"/>
              <a:gd name="T17" fmla="*/ 0 60000 65536"/>
              <a:gd name="T18" fmla="*/ 0 60000 65536"/>
              <a:gd name="T19" fmla="*/ 0 60000 65536"/>
              <a:gd name="T20" fmla="*/ 0 60000 65536"/>
              <a:gd name="T21" fmla="*/ 0 w 336"/>
              <a:gd name="T22" fmla="*/ 0 h 358"/>
              <a:gd name="T23" fmla="*/ 336 w 336"/>
              <a:gd name="T24" fmla="*/ 358 h 35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358">
                <a:moveTo>
                  <a:pt x="336" y="0"/>
                </a:moveTo>
                <a:lnTo>
                  <a:pt x="53" y="232"/>
                </a:lnTo>
                <a:lnTo>
                  <a:pt x="145" y="219"/>
                </a:lnTo>
                <a:lnTo>
                  <a:pt x="0" y="358"/>
                </a:lnTo>
                <a:lnTo>
                  <a:pt x="283" y="166"/>
                </a:lnTo>
                <a:lnTo>
                  <a:pt x="165" y="186"/>
                </a:lnTo>
                <a:lnTo>
                  <a:pt x="336" y="0"/>
                </a:lnTo>
                <a:close/>
              </a:path>
            </a:pathLst>
          </a:custGeom>
          <a:solidFill>
            <a:schemeClr val="bg1"/>
          </a:solidFill>
          <a:ln w="9525">
            <a:solidFill>
              <a:schemeClr val="tx1"/>
            </a:solidFill>
            <a:round/>
            <a:headEnd/>
            <a:tailEnd/>
          </a:ln>
        </p:spPr>
        <p:txBody>
          <a:bodyPr rot="10800000" vert="eaVert"/>
          <a:lstStyle/>
          <a:p>
            <a:endParaRPr lang="zh-CN" altLang="en-US" b="1"/>
          </a:p>
        </p:txBody>
      </p:sp>
      <p:sp>
        <p:nvSpPr>
          <p:cNvPr id="21543" name="Text Box 203"/>
          <p:cNvSpPr txBox="1">
            <a:spLocks noChangeArrowheads="1"/>
          </p:cNvSpPr>
          <p:nvPr/>
        </p:nvSpPr>
        <p:spPr bwMode="auto">
          <a:xfrm>
            <a:off x="2792413" y="5159375"/>
            <a:ext cx="9286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1600" b="1">
                <a:solidFill>
                  <a:schemeClr val="folHlink"/>
                </a:solidFill>
                <a:latin typeface="Arial" charset="0"/>
                <a:ea typeface="黑体" pitchFamily="2" charset="-122"/>
              </a:rPr>
              <a:t> </a:t>
            </a:r>
            <a:r>
              <a:rPr lang="zh-CN" altLang="en-US" sz="1600" b="1">
                <a:latin typeface="Arial" charset="0"/>
                <a:ea typeface="黑体" pitchFamily="2" charset="-122"/>
              </a:rPr>
              <a:t>主机 </a:t>
            </a:r>
            <a:r>
              <a:rPr lang="en-US" altLang="zh-CN" sz="1600" b="1">
                <a:latin typeface="Arial" charset="0"/>
                <a:ea typeface="黑体" pitchFamily="2" charset="-122"/>
              </a:rPr>
              <a:t>H</a:t>
            </a:r>
            <a:r>
              <a:rPr lang="en-US" altLang="zh-CN" sz="1600" b="1" baseline="-25000">
                <a:latin typeface="Arial" charset="0"/>
                <a:ea typeface="黑体" pitchFamily="2" charset="-122"/>
              </a:rPr>
              <a:t>2</a:t>
            </a:r>
          </a:p>
        </p:txBody>
      </p:sp>
      <p:grpSp>
        <p:nvGrpSpPr>
          <p:cNvPr id="21544" name="Group 204"/>
          <p:cNvGrpSpPr>
            <a:grpSpLocks/>
          </p:cNvGrpSpPr>
          <p:nvPr/>
        </p:nvGrpSpPr>
        <p:grpSpPr bwMode="auto">
          <a:xfrm>
            <a:off x="2936875" y="2713038"/>
            <a:ext cx="503238" cy="684212"/>
            <a:chOff x="431" y="1479"/>
            <a:chExt cx="317" cy="431"/>
          </a:xfrm>
        </p:grpSpPr>
        <p:sp>
          <p:nvSpPr>
            <p:cNvPr id="21621" name="Line 205"/>
            <p:cNvSpPr>
              <a:spLocks noChangeShapeType="1"/>
            </p:cNvSpPr>
            <p:nvPr/>
          </p:nvSpPr>
          <p:spPr bwMode="auto">
            <a:xfrm>
              <a:off x="612" y="1479"/>
              <a:ext cx="0" cy="22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pic>
          <p:nvPicPr>
            <p:cNvPr id="21622" name="Picture 206"/>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31" y="1570"/>
              <a:ext cx="317"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1545" name="Group 207"/>
          <p:cNvGrpSpPr>
            <a:grpSpLocks/>
          </p:cNvGrpSpPr>
          <p:nvPr/>
        </p:nvGrpSpPr>
        <p:grpSpPr bwMode="auto">
          <a:xfrm>
            <a:off x="3944938" y="2714625"/>
            <a:ext cx="503237" cy="684213"/>
            <a:chOff x="431" y="1479"/>
            <a:chExt cx="317" cy="431"/>
          </a:xfrm>
        </p:grpSpPr>
        <p:sp>
          <p:nvSpPr>
            <p:cNvPr id="21619" name="Line 208"/>
            <p:cNvSpPr>
              <a:spLocks noChangeShapeType="1"/>
            </p:cNvSpPr>
            <p:nvPr/>
          </p:nvSpPr>
          <p:spPr bwMode="auto">
            <a:xfrm>
              <a:off x="612" y="1479"/>
              <a:ext cx="0" cy="22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pic>
          <p:nvPicPr>
            <p:cNvPr id="21620" name="Picture 209"/>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31" y="1570"/>
              <a:ext cx="317"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1546" name="Text Box 210"/>
          <p:cNvSpPr txBox="1">
            <a:spLocks noChangeArrowheads="1"/>
          </p:cNvSpPr>
          <p:nvPr/>
        </p:nvSpPr>
        <p:spPr bwMode="auto">
          <a:xfrm>
            <a:off x="4002088" y="1990725"/>
            <a:ext cx="4651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1600" b="1">
                <a:solidFill>
                  <a:schemeClr val="folHlink"/>
                </a:solidFill>
                <a:latin typeface="Arial" charset="0"/>
                <a:ea typeface="黑体" pitchFamily="2" charset="-122"/>
              </a:rPr>
              <a:t> </a:t>
            </a:r>
            <a:r>
              <a:rPr lang="en-US" altLang="zh-CN" sz="1600" b="1">
                <a:latin typeface="Arial" charset="0"/>
                <a:ea typeface="黑体" pitchFamily="2" charset="-122"/>
              </a:rPr>
              <a:t>R</a:t>
            </a:r>
            <a:r>
              <a:rPr lang="en-US" altLang="zh-CN" sz="1600" b="1" baseline="-25000">
                <a:latin typeface="Arial" charset="0"/>
                <a:ea typeface="黑体" pitchFamily="2" charset="-122"/>
              </a:rPr>
              <a:t>1</a:t>
            </a:r>
          </a:p>
        </p:txBody>
      </p:sp>
      <p:sp>
        <p:nvSpPr>
          <p:cNvPr id="21547" name="Text Box 211"/>
          <p:cNvSpPr txBox="1">
            <a:spLocks noChangeArrowheads="1"/>
          </p:cNvSpPr>
          <p:nvPr/>
        </p:nvSpPr>
        <p:spPr bwMode="auto">
          <a:xfrm>
            <a:off x="9258300" y="4318000"/>
            <a:ext cx="4651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1600" b="1">
                <a:solidFill>
                  <a:schemeClr val="folHlink"/>
                </a:solidFill>
                <a:latin typeface="Arial" charset="0"/>
                <a:ea typeface="黑体" pitchFamily="2" charset="-122"/>
              </a:rPr>
              <a:t> </a:t>
            </a:r>
            <a:r>
              <a:rPr lang="en-US" altLang="zh-CN" sz="1600" b="1">
                <a:latin typeface="Arial" charset="0"/>
                <a:ea typeface="黑体" pitchFamily="2" charset="-122"/>
              </a:rPr>
              <a:t>R</a:t>
            </a:r>
            <a:r>
              <a:rPr lang="en-US" altLang="zh-CN" sz="1600" b="1" baseline="-25000">
                <a:latin typeface="Arial" charset="0"/>
                <a:ea typeface="黑体" pitchFamily="2" charset="-122"/>
              </a:rPr>
              <a:t>4</a:t>
            </a:r>
          </a:p>
        </p:txBody>
      </p:sp>
      <p:sp>
        <p:nvSpPr>
          <p:cNvPr id="21548" name="Text Box 212"/>
          <p:cNvSpPr txBox="1">
            <a:spLocks noChangeArrowheads="1"/>
          </p:cNvSpPr>
          <p:nvPr/>
        </p:nvSpPr>
        <p:spPr bwMode="auto">
          <a:xfrm>
            <a:off x="5527675" y="3814763"/>
            <a:ext cx="4651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1600" b="1">
                <a:solidFill>
                  <a:schemeClr val="folHlink"/>
                </a:solidFill>
                <a:latin typeface="Arial" charset="0"/>
                <a:ea typeface="黑体" pitchFamily="2" charset="-122"/>
              </a:rPr>
              <a:t> </a:t>
            </a:r>
            <a:r>
              <a:rPr lang="en-US" altLang="zh-CN" sz="1600" b="1">
                <a:latin typeface="Arial" charset="0"/>
                <a:ea typeface="黑体" pitchFamily="2" charset="-122"/>
              </a:rPr>
              <a:t>R</a:t>
            </a:r>
            <a:r>
              <a:rPr lang="en-US" altLang="zh-CN" sz="1600" b="1" baseline="-25000">
                <a:latin typeface="Arial" charset="0"/>
                <a:ea typeface="黑体" pitchFamily="2" charset="-122"/>
              </a:rPr>
              <a:t>5</a:t>
            </a:r>
          </a:p>
        </p:txBody>
      </p:sp>
      <p:sp>
        <p:nvSpPr>
          <p:cNvPr id="21549" name="Text Box 213"/>
          <p:cNvSpPr txBox="1">
            <a:spLocks noChangeArrowheads="1"/>
          </p:cNvSpPr>
          <p:nvPr/>
        </p:nvSpPr>
        <p:spPr bwMode="auto">
          <a:xfrm>
            <a:off x="6450013" y="1990725"/>
            <a:ext cx="4651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1600" b="1">
                <a:solidFill>
                  <a:schemeClr val="folHlink"/>
                </a:solidFill>
                <a:latin typeface="Arial" charset="0"/>
                <a:ea typeface="黑体" pitchFamily="2" charset="-122"/>
              </a:rPr>
              <a:t> </a:t>
            </a:r>
            <a:r>
              <a:rPr lang="en-US" altLang="zh-CN" sz="1600" b="1">
                <a:latin typeface="Arial" charset="0"/>
                <a:ea typeface="黑体" pitchFamily="2" charset="-122"/>
              </a:rPr>
              <a:t>R</a:t>
            </a:r>
            <a:r>
              <a:rPr lang="en-US" altLang="zh-CN" sz="1600" b="1" baseline="-25000">
                <a:latin typeface="Arial" charset="0"/>
                <a:ea typeface="黑体" pitchFamily="2" charset="-122"/>
              </a:rPr>
              <a:t>2</a:t>
            </a:r>
          </a:p>
        </p:txBody>
      </p:sp>
      <p:sp>
        <p:nvSpPr>
          <p:cNvPr id="21550" name="Text Box 214"/>
          <p:cNvSpPr txBox="1">
            <a:spLocks noChangeArrowheads="1"/>
          </p:cNvSpPr>
          <p:nvPr/>
        </p:nvSpPr>
        <p:spPr bwMode="auto">
          <a:xfrm>
            <a:off x="9042400" y="2014538"/>
            <a:ext cx="4651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1600" b="1">
                <a:solidFill>
                  <a:schemeClr val="folHlink"/>
                </a:solidFill>
                <a:latin typeface="Arial" charset="0"/>
                <a:ea typeface="黑体" pitchFamily="2" charset="-122"/>
              </a:rPr>
              <a:t> </a:t>
            </a:r>
            <a:r>
              <a:rPr lang="en-US" altLang="zh-CN" sz="1600" b="1">
                <a:latin typeface="Arial" charset="0"/>
                <a:ea typeface="黑体" pitchFamily="2" charset="-122"/>
              </a:rPr>
              <a:t>R</a:t>
            </a:r>
            <a:r>
              <a:rPr lang="en-US" altLang="zh-CN" sz="1600" b="1" baseline="-25000">
                <a:latin typeface="Arial" charset="0"/>
                <a:ea typeface="黑体" pitchFamily="2" charset="-122"/>
              </a:rPr>
              <a:t>3</a:t>
            </a:r>
          </a:p>
        </p:txBody>
      </p:sp>
      <p:sp>
        <p:nvSpPr>
          <p:cNvPr id="21551" name="Text Box 215"/>
          <p:cNvSpPr txBox="1">
            <a:spLocks noChangeArrowheads="1"/>
          </p:cNvSpPr>
          <p:nvPr/>
        </p:nvSpPr>
        <p:spPr bwMode="auto">
          <a:xfrm>
            <a:off x="4376738" y="766763"/>
            <a:ext cx="4651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1600" b="1">
                <a:solidFill>
                  <a:schemeClr val="folHlink"/>
                </a:solidFill>
                <a:latin typeface="Arial" charset="0"/>
                <a:ea typeface="黑体" pitchFamily="2" charset="-122"/>
              </a:rPr>
              <a:t> </a:t>
            </a:r>
            <a:r>
              <a:rPr lang="en-US" altLang="zh-CN" sz="1600" b="1">
                <a:latin typeface="Arial" charset="0"/>
                <a:ea typeface="黑体" pitchFamily="2" charset="-122"/>
              </a:rPr>
              <a:t>R</a:t>
            </a:r>
            <a:r>
              <a:rPr lang="en-US" altLang="zh-CN" sz="1600" b="1" baseline="-25000">
                <a:latin typeface="Arial" charset="0"/>
                <a:ea typeface="黑体" pitchFamily="2" charset="-122"/>
              </a:rPr>
              <a:t>1</a:t>
            </a:r>
          </a:p>
        </p:txBody>
      </p:sp>
      <p:sp>
        <p:nvSpPr>
          <p:cNvPr id="21552" name="Text Box 216"/>
          <p:cNvSpPr txBox="1">
            <a:spLocks noChangeArrowheads="1"/>
          </p:cNvSpPr>
          <p:nvPr/>
        </p:nvSpPr>
        <p:spPr bwMode="auto">
          <a:xfrm>
            <a:off x="6881813" y="790575"/>
            <a:ext cx="4651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1600" b="1">
                <a:solidFill>
                  <a:schemeClr val="folHlink"/>
                </a:solidFill>
                <a:latin typeface="Arial" charset="0"/>
                <a:ea typeface="黑体" pitchFamily="2" charset="-122"/>
              </a:rPr>
              <a:t> </a:t>
            </a:r>
            <a:r>
              <a:rPr lang="en-US" altLang="zh-CN" sz="1600" b="1">
                <a:latin typeface="Arial" charset="0"/>
                <a:ea typeface="黑体" pitchFamily="2" charset="-122"/>
              </a:rPr>
              <a:t>R</a:t>
            </a:r>
            <a:r>
              <a:rPr lang="en-US" altLang="zh-CN" sz="1600" b="1" baseline="-25000">
                <a:latin typeface="Arial" charset="0"/>
                <a:ea typeface="黑体" pitchFamily="2" charset="-122"/>
              </a:rPr>
              <a:t>2</a:t>
            </a:r>
          </a:p>
        </p:txBody>
      </p:sp>
      <p:sp>
        <p:nvSpPr>
          <p:cNvPr id="21553" name="Text Box 217"/>
          <p:cNvSpPr txBox="1">
            <a:spLocks noChangeArrowheads="1"/>
          </p:cNvSpPr>
          <p:nvPr/>
        </p:nvSpPr>
        <p:spPr bwMode="auto">
          <a:xfrm>
            <a:off x="9331325" y="790575"/>
            <a:ext cx="4651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1600" b="1">
                <a:solidFill>
                  <a:schemeClr val="folHlink"/>
                </a:solidFill>
                <a:latin typeface="Arial" charset="0"/>
                <a:ea typeface="黑体" pitchFamily="2" charset="-122"/>
              </a:rPr>
              <a:t> </a:t>
            </a:r>
            <a:r>
              <a:rPr lang="en-US" altLang="zh-CN" sz="1600" b="1">
                <a:latin typeface="Arial" charset="0"/>
                <a:ea typeface="黑体" pitchFamily="2" charset="-122"/>
              </a:rPr>
              <a:t>R</a:t>
            </a:r>
            <a:r>
              <a:rPr lang="en-US" altLang="zh-CN" sz="1600" b="1" baseline="-25000">
                <a:latin typeface="Arial" charset="0"/>
                <a:ea typeface="黑体" pitchFamily="2" charset="-122"/>
              </a:rPr>
              <a:t>3</a:t>
            </a:r>
          </a:p>
        </p:txBody>
      </p:sp>
      <p:sp>
        <p:nvSpPr>
          <p:cNvPr id="21554" name="Text Box 226"/>
          <p:cNvSpPr txBox="1">
            <a:spLocks noChangeArrowheads="1"/>
          </p:cNvSpPr>
          <p:nvPr/>
        </p:nvSpPr>
        <p:spPr bwMode="auto">
          <a:xfrm>
            <a:off x="2208213" y="333375"/>
            <a:ext cx="4079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1600" b="1">
                <a:latin typeface="Arial" charset="0"/>
                <a:ea typeface="黑体" pitchFamily="2" charset="-122"/>
              </a:rPr>
              <a:t>H</a:t>
            </a:r>
            <a:r>
              <a:rPr lang="en-US" altLang="zh-CN" sz="1600" b="1" baseline="-25000">
                <a:latin typeface="Arial" charset="0"/>
                <a:ea typeface="黑体" pitchFamily="2" charset="-122"/>
              </a:rPr>
              <a:t>1</a:t>
            </a:r>
          </a:p>
        </p:txBody>
      </p:sp>
      <p:sp>
        <p:nvSpPr>
          <p:cNvPr id="21555" name="Text Box 227"/>
          <p:cNvSpPr txBox="1">
            <a:spLocks noChangeArrowheads="1"/>
          </p:cNvSpPr>
          <p:nvPr/>
        </p:nvSpPr>
        <p:spPr bwMode="auto">
          <a:xfrm>
            <a:off x="5888038" y="4318000"/>
            <a:ext cx="4651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1600" b="1">
                <a:solidFill>
                  <a:schemeClr val="folHlink"/>
                </a:solidFill>
                <a:latin typeface="Arial" charset="0"/>
                <a:ea typeface="黑体" pitchFamily="2" charset="-122"/>
              </a:rPr>
              <a:t> </a:t>
            </a:r>
            <a:r>
              <a:rPr lang="en-US" altLang="zh-CN" sz="1600" b="1">
                <a:latin typeface="Arial" charset="0"/>
                <a:ea typeface="黑体" pitchFamily="2" charset="-122"/>
              </a:rPr>
              <a:t>R</a:t>
            </a:r>
            <a:r>
              <a:rPr lang="en-US" altLang="zh-CN" sz="1600" b="1" baseline="-25000">
                <a:latin typeface="Arial" charset="0"/>
                <a:ea typeface="黑体" pitchFamily="2" charset="-122"/>
              </a:rPr>
              <a:t>5</a:t>
            </a:r>
          </a:p>
        </p:txBody>
      </p:sp>
      <p:sp>
        <p:nvSpPr>
          <p:cNvPr id="21556" name="Text Box 228"/>
          <p:cNvSpPr txBox="1">
            <a:spLocks noChangeArrowheads="1"/>
          </p:cNvSpPr>
          <p:nvPr/>
        </p:nvSpPr>
        <p:spPr bwMode="auto">
          <a:xfrm>
            <a:off x="4592638" y="5014913"/>
            <a:ext cx="4651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1600" b="1">
                <a:solidFill>
                  <a:schemeClr val="folHlink"/>
                </a:solidFill>
                <a:latin typeface="Arial" charset="0"/>
                <a:ea typeface="黑体" pitchFamily="2" charset="-122"/>
              </a:rPr>
              <a:t> </a:t>
            </a:r>
            <a:r>
              <a:rPr lang="en-US" altLang="zh-CN" sz="1600" b="1">
                <a:latin typeface="Arial" charset="0"/>
                <a:ea typeface="黑体" pitchFamily="2" charset="-122"/>
              </a:rPr>
              <a:t>H</a:t>
            </a:r>
            <a:r>
              <a:rPr lang="en-US" altLang="zh-CN" sz="1600" b="1" baseline="-25000">
                <a:latin typeface="Arial" charset="0"/>
                <a:ea typeface="黑体" pitchFamily="2" charset="-122"/>
              </a:rPr>
              <a:t>2</a:t>
            </a:r>
          </a:p>
        </p:txBody>
      </p:sp>
      <p:grpSp>
        <p:nvGrpSpPr>
          <p:cNvPr id="21557" name="Group 229"/>
          <p:cNvGrpSpPr>
            <a:grpSpLocks/>
          </p:cNvGrpSpPr>
          <p:nvPr/>
        </p:nvGrpSpPr>
        <p:grpSpPr bwMode="auto">
          <a:xfrm>
            <a:off x="8480425" y="2784475"/>
            <a:ext cx="1439863" cy="863600"/>
            <a:chOff x="385" y="2795"/>
            <a:chExt cx="1769" cy="816"/>
          </a:xfrm>
        </p:grpSpPr>
        <p:sp>
          <p:nvSpPr>
            <p:cNvPr id="21602" name="Oval 230"/>
            <p:cNvSpPr>
              <a:spLocks noChangeArrowheads="1"/>
            </p:cNvSpPr>
            <p:nvPr/>
          </p:nvSpPr>
          <p:spPr bwMode="auto">
            <a:xfrm>
              <a:off x="1588" y="3061"/>
              <a:ext cx="554" cy="24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603" name="Oval 231"/>
            <p:cNvSpPr>
              <a:spLocks noChangeArrowheads="1"/>
            </p:cNvSpPr>
            <p:nvPr/>
          </p:nvSpPr>
          <p:spPr bwMode="auto">
            <a:xfrm>
              <a:off x="927" y="3274"/>
              <a:ext cx="885" cy="337"/>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604" name="Oval 232"/>
            <p:cNvSpPr>
              <a:spLocks noChangeArrowheads="1"/>
            </p:cNvSpPr>
            <p:nvPr/>
          </p:nvSpPr>
          <p:spPr bwMode="auto">
            <a:xfrm>
              <a:off x="502" y="3205"/>
              <a:ext cx="585" cy="280"/>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605" name="Oval 233"/>
            <p:cNvSpPr>
              <a:spLocks noChangeArrowheads="1"/>
            </p:cNvSpPr>
            <p:nvPr/>
          </p:nvSpPr>
          <p:spPr bwMode="auto">
            <a:xfrm>
              <a:off x="385" y="3085"/>
              <a:ext cx="384" cy="255"/>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606" name="Oval 234"/>
            <p:cNvSpPr>
              <a:spLocks noChangeArrowheads="1"/>
            </p:cNvSpPr>
            <p:nvPr/>
          </p:nvSpPr>
          <p:spPr bwMode="auto">
            <a:xfrm>
              <a:off x="566" y="2884"/>
              <a:ext cx="575"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607" name="Oval 235"/>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608" name="Oval 236"/>
            <p:cNvSpPr>
              <a:spLocks noChangeArrowheads="1"/>
            </p:cNvSpPr>
            <p:nvPr/>
          </p:nvSpPr>
          <p:spPr bwMode="auto">
            <a:xfrm>
              <a:off x="1505" y="2891"/>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609" name="Oval 237"/>
            <p:cNvSpPr>
              <a:spLocks noChangeArrowheads="1"/>
            </p:cNvSpPr>
            <p:nvPr/>
          </p:nvSpPr>
          <p:spPr bwMode="auto">
            <a:xfrm>
              <a:off x="705" y="2987"/>
              <a:ext cx="1141" cy="419"/>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610" name="Oval 238"/>
            <p:cNvSpPr>
              <a:spLocks noChangeArrowheads="1"/>
            </p:cNvSpPr>
            <p:nvPr/>
          </p:nvSpPr>
          <p:spPr bwMode="auto">
            <a:xfrm rot="1336630">
              <a:off x="1473" y="3067"/>
              <a:ext cx="556" cy="417"/>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611" name="Oval 239"/>
            <p:cNvSpPr>
              <a:spLocks noChangeArrowheads="1"/>
            </p:cNvSpPr>
            <p:nvPr/>
          </p:nvSpPr>
          <p:spPr bwMode="auto">
            <a:xfrm>
              <a:off x="1003" y="2812"/>
              <a:ext cx="757"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612" name="Oval 240"/>
            <p:cNvSpPr>
              <a:spLocks noChangeArrowheads="1"/>
            </p:cNvSpPr>
            <p:nvPr/>
          </p:nvSpPr>
          <p:spPr bwMode="auto">
            <a:xfrm>
              <a:off x="576" y="2899"/>
              <a:ext cx="575"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613" name="Oval 241"/>
            <p:cNvSpPr>
              <a:spLocks noChangeArrowheads="1"/>
            </p:cNvSpPr>
            <p:nvPr/>
          </p:nvSpPr>
          <p:spPr bwMode="auto">
            <a:xfrm>
              <a:off x="397" y="3100"/>
              <a:ext cx="382" cy="256"/>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614" name="Oval 242"/>
            <p:cNvSpPr>
              <a:spLocks noChangeArrowheads="1"/>
            </p:cNvSpPr>
            <p:nvPr/>
          </p:nvSpPr>
          <p:spPr bwMode="auto">
            <a:xfrm>
              <a:off x="1514" y="2908"/>
              <a:ext cx="554" cy="249"/>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615" name="Oval 243"/>
            <p:cNvSpPr>
              <a:spLocks noChangeArrowheads="1"/>
            </p:cNvSpPr>
            <p:nvPr/>
          </p:nvSpPr>
          <p:spPr bwMode="auto">
            <a:xfrm>
              <a:off x="1598" y="3076"/>
              <a:ext cx="556" cy="249"/>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616" name="Oval 244"/>
            <p:cNvSpPr>
              <a:spLocks noChangeArrowheads="1"/>
            </p:cNvSpPr>
            <p:nvPr/>
          </p:nvSpPr>
          <p:spPr bwMode="auto">
            <a:xfrm>
              <a:off x="715" y="3004"/>
              <a:ext cx="1141" cy="41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617" name="Oval 245"/>
            <p:cNvSpPr>
              <a:spLocks noChangeArrowheads="1"/>
            </p:cNvSpPr>
            <p:nvPr/>
          </p:nvSpPr>
          <p:spPr bwMode="auto">
            <a:xfrm>
              <a:off x="514" y="3220"/>
              <a:ext cx="585" cy="282"/>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1618" name="Freeform 246"/>
            <p:cNvSpPr>
              <a:spLocks/>
            </p:cNvSpPr>
            <p:nvPr/>
          </p:nvSpPr>
          <p:spPr bwMode="auto">
            <a:xfrm>
              <a:off x="567" y="2924"/>
              <a:ext cx="1451" cy="597"/>
            </a:xfrm>
            <a:custGeom>
              <a:avLst/>
              <a:gdLst>
                <a:gd name="T0" fmla="*/ 0 w 1447"/>
                <a:gd name="T1" fmla="*/ 1 h 1128"/>
                <a:gd name="T2" fmla="*/ 80 w 1447"/>
                <a:gd name="T3" fmla="*/ 1 h 1128"/>
                <a:gd name="T4" fmla="*/ 56 w 1447"/>
                <a:gd name="T5" fmla="*/ 1 h 1128"/>
                <a:gd name="T6" fmla="*/ 24 w 1447"/>
                <a:gd name="T7" fmla="*/ 1 h 1128"/>
                <a:gd name="T8" fmla="*/ 40 w 1447"/>
                <a:gd name="T9" fmla="*/ 1 h 1128"/>
                <a:gd name="T10" fmla="*/ 64 w 1447"/>
                <a:gd name="T11" fmla="*/ 1 h 1128"/>
                <a:gd name="T12" fmla="*/ 96 w 1447"/>
                <a:gd name="T13" fmla="*/ 1 h 1128"/>
                <a:gd name="T14" fmla="*/ 104 w 1447"/>
                <a:gd name="T15" fmla="*/ 1 h 1128"/>
                <a:gd name="T16" fmla="*/ 152 w 1447"/>
                <a:gd name="T17" fmla="*/ 1 h 1128"/>
                <a:gd name="T18" fmla="*/ 168 w 1447"/>
                <a:gd name="T19" fmla="*/ 1 h 1128"/>
                <a:gd name="T20" fmla="*/ 224 w 1447"/>
                <a:gd name="T21" fmla="*/ 1 h 1128"/>
                <a:gd name="T22" fmla="*/ 312 w 1447"/>
                <a:gd name="T23" fmla="*/ 1 h 1128"/>
                <a:gd name="T24" fmla="*/ 352 w 1447"/>
                <a:gd name="T25" fmla="*/ 1 h 1128"/>
                <a:gd name="T26" fmla="*/ 376 w 1447"/>
                <a:gd name="T27" fmla="*/ 1 h 1128"/>
                <a:gd name="T28" fmla="*/ 448 w 1447"/>
                <a:gd name="T29" fmla="*/ 1 h 1128"/>
                <a:gd name="T30" fmla="*/ 528 w 1447"/>
                <a:gd name="T31" fmla="*/ 0 h 1128"/>
                <a:gd name="T32" fmla="*/ 856 w 1447"/>
                <a:gd name="T33" fmla="*/ 1 h 1128"/>
                <a:gd name="T34" fmla="*/ 1128 w 1447"/>
                <a:gd name="T35" fmla="*/ 1 h 1128"/>
                <a:gd name="T36" fmla="*/ 1152 w 1447"/>
                <a:gd name="T37" fmla="*/ 1 h 1128"/>
                <a:gd name="T38" fmla="*/ 1176 w 1447"/>
                <a:gd name="T39" fmla="*/ 1 h 1128"/>
                <a:gd name="T40" fmla="*/ 1305 w 1447"/>
                <a:gd name="T41" fmla="*/ 1 h 1128"/>
                <a:gd name="T42" fmla="*/ 1392 w 1447"/>
                <a:gd name="T43" fmla="*/ 1 h 1128"/>
                <a:gd name="T44" fmla="*/ 1440 w 1447"/>
                <a:gd name="T45" fmla="*/ 1 h 1128"/>
                <a:gd name="T46" fmla="*/ 1456 w 1447"/>
                <a:gd name="T47" fmla="*/ 1 h 1128"/>
                <a:gd name="T48" fmla="*/ 1488 w 1447"/>
                <a:gd name="T49" fmla="*/ 1 h 1128"/>
                <a:gd name="T50" fmla="*/ 1512 w 1447"/>
                <a:gd name="T51" fmla="*/ 1 h 1128"/>
                <a:gd name="T52" fmla="*/ 1528 w 1447"/>
                <a:gd name="T53" fmla="*/ 1 h 1128"/>
                <a:gd name="T54" fmla="*/ 1528 w 1447"/>
                <a:gd name="T55" fmla="*/ 1 h 1128"/>
                <a:gd name="T56" fmla="*/ 1512 w 1447"/>
                <a:gd name="T57" fmla="*/ 1 h 1128"/>
                <a:gd name="T58" fmla="*/ 1464 w 1447"/>
                <a:gd name="T59" fmla="*/ 1 h 1128"/>
                <a:gd name="T60" fmla="*/ 1448 w 1447"/>
                <a:gd name="T61" fmla="*/ 1 h 1128"/>
                <a:gd name="T62" fmla="*/ 1400 w 1447"/>
                <a:gd name="T63" fmla="*/ 1 h 1128"/>
                <a:gd name="T64" fmla="*/ 1295 w 1447"/>
                <a:gd name="T65" fmla="*/ 1 h 1128"/>
                <a:gd name="T66" fmla="*/ 1240 w 1447"/>
                <a:gd name="T67" fmla="*/ 1 h 1128"/>
                <a:gd name="T68" fmla="*/ 1184 w 1447"/>
                <a:gd name="T69" fmla="*/ 1 h 1128"/>
                <a:gd name="T70" fmla="*/ 464 w 1447"/>
                <a:gd name="T71" fmla="*/ 1 h 1128"/>
                <a:gd name="T72" fmla="*/ 384 w 1447"/>
                <a:gd name="T73" fmla="*/ 1 h 1128"/>
                <a:gd name="T74" fmla="*/ 328 w 1447"/>
                <a:gd name="T75" fmla="*/ 1 h 1128"/>
                <a:gd name="T76" fmla="*/ 264 w 1447"/>
                <a:gd name="T77" fmla="*/ 1 h 1128"/>
                <a:gd name="T78" fmla="*/ 224 w 1447"/>
                <a:gd name="T79" fmla="*/ 1 h 1128"/>
                <a:gd name="T80" fmla="*/ 120 w 1447"/>
                <a:gd name="T81" fmla="*/ 1 h 1128"/>
                <a:gd name="T82" fmla="*/ 56 w 1447"/>
                <a:gd name="T83" fmla="*/ 1 h 1128"/>
                <a:gd name="T84" fmla="*/ 16 w 1447"/>
                <a:gd name="T85" fmla="*/ 1 h 1128"/>
                <a:gd name="T86" fmla="*/ 8 w 1447"/>
                <a:gd name="T87" fmla="*/ 1 h 1128"/>
                <a:gd name="T88" fmla="*/ 0 w 1447"/>
                <a:gd name="T89" fmla="*/ 1 h 112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447"/>
                <a:gd name="T136" fmla="*/ 0 h 1128"/>
                <a:gd name="T137" fmla="*/ 1447 w 1447"/>
                <a:gd name="T138" fmla="*/ 1128 h 1128"/>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b="1"/>
            </a:p>
          </p:txBody>
        </p:sp>
      </p:grpSp>
      <p:sp>
        <p:nvSpPr>
          <p:cNvPr id="21558" name="Text Box 247"/>
          <p:cNvSpPr txBox="1">
            <a:spLocks noChangeArrowheads="1"/>
          </p:cNvSpPr>
          <p:nvPr/>
        </p:nvSpPr>
        <p:spPr bwMode="auto">
          <a:xfrm>
            <a:off x="8912225" y="3790950"/>
            <a:ext cx="4651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1600" b="1">
                <a:solidFill>
                  <a:schemeClr val="folHlink"/>
                </a:solidFill>
                <a:latin typeface="Arial" charset="0"/>
                <a:ea typeface="黑体" pitchFamily="2" charset="-122"/>
              </a:rPr>
              <a:t> </a:t>
            </a:r>
            <a:r>
              <a:rPr lang="en-US" altLang="zh-CN" sz="1600" b="1">
                <a:latin typeface="Arial" charset="0"/>
                <a:ea typeface="黑体" pitchFamily="2" charset="-122"/>
              </a:rPr>
              <a:t>R</a:t>
            </a:r>
            <a:r>
              <a:rPr lang="en-US" altLang="zh-CN" sz="1600" b="1" baseline="-25000">
                <a:latin typeface="Arial" charset="0"/>
                <a:ea typeface="黑体" pitchFamily="2" charset="-122"/>
              </a:rPr>
              <a:t>4</a:t>
            </a:r>
          </a:p>
        </p:txBody>
      </p:sp>
      <p:sp>
        <p:nvSpPr>
          <p:cNvPr id="21559" name="AutoShape 248"/>
          <p:cNvSpPr>
            <a:spLocks noChangeArrowheads="1"/>
          </p:cNvSpPr>
          <p:nvPr/>
        </p:nvSpPr>
        <p:spPr bwMode="auto">
          <a:xfrm>
            <a:off x="5170488" y="2393950"/>
            <a:ext cx="1366837" cy="317500"/>
          </a:xfrm>
          <a:prstGeom prst="rightArrow">
            <a:avLst>
              <a:gd name="adj1" fmla="val 59778"/>
              <a:gd name="adj2" fmla="val 116374"/>
            </a:avLst>
          </a:prstGeom>
          <a:solidFill>
            <a:srgbClr val="FFFF99"/>
          </a:solidFill>
          <a:ln w="9525">
            <a:solidFill>
              <a:schemeClr val="tx1"/>
            </a:solidFill>
            <a:miter lim="800000"/>
            <a:headEnd/>
            <a:tailEnd/>
          </a:ln>
        </p:spPr>
        <p:txBody>
          <a:bodyPr wrap="none" anchor="ctr"/>
          <a:lstStyle/>
          <a:p>
            <a:pPr algn="ctr" eaLnBrk="1" hangingPunct="1"/>
            <a:r>
              <a:rPr lang="zh-CN" altLang="en-US" sz="1600" b="1" dirty="0">
                <a:solidFill>
                  <a:srgbClr val="4D4D4D"/>
                </a:solidFill>
                <a:ea typeface="黑体" pitchFamily="2" charset="-122"/>
              </a:rPr>
              <a:t>间接交付</a:t>
            </a:r>
          </a:p>
        </p:txBody>
      </p:sp>
      <p:sp>
        <p:nvSpPr>
          <p:cNvPr id="21560" name="AutoShape 249"/>
          <p:cNvSpPr>
            <a:spLocks noChangeArrowheads="1"/>
          </p:cNvSpPr>
          <p:nvPr/>
        </p:nvSpPr>
        <p:spPr bwMode="auto">
          <a:xfrm>
            <a:off x="7472363" y="2397125"/>
            <a:ext cx="1584325" cy="387350"/>
          </a:xfrm>
          <a:prstGeom prst="rightArrow">
            <a:avLst>
              <a:gd name="adj1" fmla="val 59778"/>
              <a:gd name="adj2" fmla="val 110567"/>
            </a:avLst>
          </a:prstGeom>
          <a:solidFill>
            <a:srgbClr val="FFFF99"/>
          </a:solidFill>
          <a:ln w="9525">
            <a:solidFill>
              <a:schemeClr val="tx1"/>
            </a:solidFill>
            <a:miter lim="800000"/>
            <a:headEnd/>
            <a:tailEnd/>
          </a:ln>
        </p:spPr>
        <p:txBody>
          <a:bodyPr wrap="none" anchor="ctr"/>
          <a:lstStyle/>
          <a:p>
            <a:pPr algn="ctr" eaLnBrk="1" hangingPunct="1"/>
            <a:r>
              <a:rPr lang="zh-CN" altLang="en-US" sz="1600" b="1" dirty="0">
                <a:solidFill>
                  <a:srgbClr val="4D4D4D"/>
                </a:solidFill>
                <a:ea typeface="黑体" pitchFamily="2" charset="-122"/>
              </a:rPr>
              <a:t>间接交付</a:t>
            </a:r>
          </a:p>
        </p:txBody>
      </p:sp>
      <p:sp>
        <p:nvSpPr>
          <p:cNvPr id="21561" name="AutoShape 250"/>
          <p:cNvSpPr>
            <a:spLocks noChangeArrowheads="1"/>
          </p:cNvSpPr>
          <p:nvPr/>
        </p:nvSpPr>
        <p:spPr bwMode="auto">
          <a:xfrm>
            <a:off x="2719388" y="2135188"/>
            <a:ext cx="1227137" cy="360362"/>
          </a:xfrm>
          <a:prstGeom prst="rightArrow">
            <a:avLst>
              <a:gd name="adj1" fmla="val 59778"/>
              <a:gd name="adj2" fmla="val 92053"/>
            </a:avLst>
          </a:prstGeom>
          <a:solidFill>
            <a:srgbClr val="FFFF99"/>
          </a:solidFill>
          <a:ln w="9525">
            <a:solidFill>
              <a:schemeClr val="tx1"/>
            </a:solidFill>
            <a:miter lim="800000"/>
            <a:headEnd/>
            <a:tailEnd/>
          </a:ln>
        </p:spPr>
        <p:txBody>
          <a:bodyPr wrap="none" anchor="ctr"/>
          <a:lstStyle/>
          <a:p>
            <a:pPr algn="ctr" eaLnBrk="1" hangingPunct="1"/>
            <a:r>
              <a:rPr lang="zh-CN" altLang="en-US" sz="1600" b="1" dirty="0">
                <a:solidFill>
                  <a:srgbClr val="4D4D4D"/>
                </a:solidFill>
                <a:ea typeface="黑体" pitchFamily="2" charset="-122"/>
              </a:rPr>
              <a:t>间接交付</a:t>
            </a:r>
          </a:p>
        </p:txBody>
      </p:sp>
      <p:sp>
        <p:nvSpPr>
          <p:cNvPr id="21562" name="AutoShape 251"/>
          <p:cNvSpPr>
            <a:spLocks noChangeArrowheads="1"/>
          </p:cNvSpPr>
          <p:nvPr/>
        </p:nvSpPr>
        <p:spPr bwMode="auto">
          <a:xfrm rot="6744589" flipV="1">
            <a:off x="9055894" y="2928144"/>
            <a:ext cx="1368425" cy="360363"/>
          </a:xfrm>
          <a:prstGeom prst="rightArrow">
            <a:avLst>
              <a:gd name="adj1" fmla="val 59778"/>
              <a:gd name="adj2" fmla="val 102652"/>
            </a:avLst>
          </a:prstGeom>
          <a:solidFill>
            <a:srgbClr val="FFFF99"/>
          </a:solidFill>
          <a:ln w="9525">
            <a:solidFill>
              <a:schemeClr val="tx1"/>
            </a:solidFill>
            <a:miter lim="800000"/>
            <a:headEnd/>
            <a:tailEnd/>
          </a:ln>
        </p:spPr>
        <p:txBody>
          <a:bodyPr wrap="none" anchor="ctr"/>
          <a:lstStyle/>
          <a:p>
            <a:pPr algn="ctr" eaLnBrk="1" hangingPunct="1"/>
            <a:r>
              <a:rPr lang="zh-CN" altLang="en-US" sz="1600" b="1" dirty="0">
                <a:solidFill>
                  <a:srgbClr val="4D4D4D"/>
                </a:solidFill>
                <a:ea typeface="黑体" pitchFamily="2" charset="-122"/>
              </a:rPr>
              <a:t>间接交付</a:t>
            </a:r>
          </a:p>
        </p:txBody>
      </p:sp>
      <p:sp>
        <p:nvSpPr>
          <p:cNvPr id="21563" name="AutoShape 252"/>
          <p:cNvSpPr>
            <a:spLocks noChangeArrowheads="1"/>
          </p:cNvSpPr>
          <p:nvPr/>
        </p:nvSpPr>
        <p:spPr bwMode="auto">
          <a:xfrm flipH="1">
            <a:off x="6753225" y="4008438"/>
            <a:ext cx="2016125" cy="358775"/>
          </a:xfrm>
          <a:prstGeom prst="rightArrow">
            <a:avLst>
              <a:gd name="adj1" fmla="val 59778"/>
              <a:gd name="adj2" fmla="val 151908"/>
            </a:avLst>
          </a:prstGeom>
          <a:solidFill>
            <a:srgbClr val="FFFF99"/>
          </a:solidFill>
          <a:ln w="9525">
            <a:solidFill>
              <a:schemeClr val="tx1"/>
            </a:solidFill>
            <a:miter lim="800000"/>
            <a:headEnd/>
            <a:tailEnd/>
          </a:ln>
        </p:spPr>
        <p:txBody>
          <a:bodyPr wrap="none" anchor="ctr"/>
          <a:lstStyle/>
          <a:p>
            <a:pPr algn="ctr" eaLnBrk="1" hangingPunct="1"/>
            <a:r>
              <a:rPr lang="zh-CN" altLang="en-US" sz="1600" b="1" dirty="0">
                <a:solidFill>
                  <a:srgbClr val="4D4D4D"/>
                </a:solidFill>
                <a:ea typeface="黑体" pitchFamily="2" charset="-122"/>
              </a:rPr>
              <a:t>间接交付</a:t>
            </a:r>
          </a:p>
        </p:txBody>
      </p:sp>
      <p:sp>
        <p:nvSpPr>
          <p:cNvPr id="21564" name="AutoShape 253"/>
          <p:cNvSpPr>
            <a:spLocks noChangeArrowheads="1"/>
          </p:cNvSpPr>
          <p:nvPr/>
        </p:nvSpPr>
        <p:spPr bwMode="auto">
          <a:xfrm rot="20314671" flipH="1">
            <a:off x="4160838" y="4511675"/>
            <a:ext cx="1511300" cy="358775"/>
          </a:xfrm>
          <a:prstGeom prst="rightArrow">
            <a:avLst>
              <a:gd name="adj1" fmla="val 59778"/>
              <a:gd name="adj2" fmla="val 113871"/>
            </a:avLst>
          </a:prstGeom>
          <a:solidFill>
            <a:srgbClr val="FFCCCC"/>
          </a:solidFill>
          <a:ln w="38100" cmpd="dbl">
            <a:solidFill>
              <a:schemeClr val="tx1"/>
            </a:solidFill>
            <a:miter lim="800000"/>
            <a:headEnd/>
            <a:tailEnd/>
          </a:ln>
        </p:spPr>
        <p:txBody>
          <a:bodyPr wrap="none" anchor="ctr"/>
          <a:lstStyle/>
          <a:p>
            <a:pPr algn="ctr" eaLnBrk="1" hangingPunct="1"/>
            <a:r>
              <a:rPr lang="zh-CN" altLang="en-US" sz="1600" b="1" dirty="0">
                <a:solidFill>
                  <a:srgbClr val="4D4D4D"/>
                </a:solidFill>
                <a:ea typeface="黑体" pitchFamily="2" charset="-122"/>
              </a:rPr>
              <a:t>直接交付</a:t>
            </a:r>
          </a:p>
        </p:txBody>
      </p:sp>
      <p:grpSp>
        <p:nvGrpSpPr>
          <p:cNvPr id="21565" name="Group 254"/>
          <p:cNvGrpSpPr>
            <a:grpSpLocks/>
          </p:cNvGrpSpPr>
          <p:nvPr/>
        </p:nvGrpSpPr>
        <p:grpSpPr bwMode="auto">
          <a:xfrm>
            <a:off x="4192588" y="1109663"/>
            <a:ext cx="760412" cy="825500"/>
            <a:chOff x="1721" y="561"/>
            <a:chExt cx="479" cy="520"/>
          </a:xfrm>
        </p:grpSpPr>
        <p:sp>
          <p:nvSpPr>
            <p:cNvPr id="21596" name="Rectangle 255"/>
            <p:cNvSpPr>
              <a:spLocks noChangeArrowheads="1"/>
            </p:cNvSpPr>
            <p:nvPr/>
          </p:nvSpPr>
          <p:spPr bwMode="auto">
            <a:xfrm>
              <a:off x="1728" y="586"/>
              <a:ext cx="467" cy="174"/>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21597" name="Rectangle 256"/>
            <p:cNvSpPr>
              <a:spLocks noChangeArrowheads="1"/>
            </p:cNvSpPr>
            <p:nvPr/>
          </p:nvSpPr>
          <p:spPr bwMode="auto">
            <a:xfrm>
              <a:off x="1721" y="585"/>
              <a:ext cx="479" cy="46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21598" name="Line 257"/>
            <p:cNvSpPr>
              <a:spLocks noChangeShapeType="1"/>
            </p:cNvSpPr>
            <p:nvPr/>
          </p:nvSpPr>
          <p:spPr bwMode="auto">
            <a:xfrm>
              <a:off x="1721" y="754"/>
              <a:ext cx="47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599" name="Line 258"/>
            <p:cNvSpPr>
              <a:spLocks noChangeShapeType="1"/>
            </p:cNvSpPr>
            <p:nvPr/>
          </p:nvSpPr>
          <p:spPr bwMode="auto">
            <a:xfrm>
              <a:off x="1721" y="906"/>
              <a:ext cx="47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600" name="Line 259"/>
            <p:cNvSpPr>
              <a:spLocks noChangeShapeType="1"/>
            </p:cNvSpPr>
            <p:nvPr/>
          </p:nvSpPr>
          <p:spPr bwMode="auto">
            <a:xfrm>
              <a:off x="1961" y="748"/>
              <a:ext cx="1" cy="30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601" name="Text Box 260"/>
            <p:cNvSpPr txBox="1">
              <a:spLocks noChangeArrowheads="1"/>
            </p:cNvSpPr>
            <p:nvPr/>
          </p:nvSpPr>
          <p:spPr bwMode="auto">
            <a:xfrm>
              <a:off x="1737" y="561"/>
              <a:ext cx="438" cy="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lang="en-US" altLang="zh-CN" sz="1600" b="1">
                  <a:latin typeface="Arial" charset="0"/>
                  <a:ea typeface="黑体" pitchFamily="2" charset="-122"/>
                </a:rPr>
                <a:t>3</a:t>
              </a:r>
            </a:p>
            <a:p>
              <a:pPr algn="ctr" eaLnBrk="1" hangingPunct="1"/>
              <a:r>
                <a:rPr lang="en-US" altLang="zh-CN" sz="1600" b="1">
                  <a:latin typeface="Arial" charset="0"/>
                  <a:ea typeface="黑体" pitchFamily="2" charset="-122"/>
                </a:rPr>
                <a:t>2     2</a:t>
              </a:r>
            </a:p>
            <a:p>
              <a:pPr algn="ctr" eaLnBrk="1" hangingPunct="1"/>
              <a:r>
                <a:rPr lang="en-US" altLang="zh-CN" sz="1600" b="1">
                  <a:latin typeface="Arial" charset="0"/>
                  <a:ea typeface="黑体" pitchFamily="2" charset="-122"/>
                </a:rPr>
                <a:t>1     1</a:t>
              </a:r>
            </a:p>
          </p:txBody>
        </p:sp>
      </p:grpSp>
      <p:grpSp>
        <p:nvGrpSpPr>
          <p:cNvPr id="21566" name="Group 261"/>
          <p:cNvGrpSpPr>
            <a:grpSpLocks/>
          </p:cNvGrpSpPr>
          <p:nvPr/>
        </p:nvGrpSpPr>
        <p:grpSpPr bwMode="auto">
          <a:xfrm>
            <a:off x="6711950" y="1109663"/>
            <a:ext cx="760413" cy="825500"/>
            <a:chOff x="1721" y="561"/>
            <a:chExt cx="479" cy="520"/>
          </a:xfrm>
        </p:grpSpPr>
        <p:sp>
          <p:nvSpPr>
            <p:cNvPr id="21590" name="Rectangle 262"/>
            <p:cNvSpPr>
              <a:spLocks noChangeArrowheads="1"/>
            </p:cNvSpPr>
            <p:nvPr/>
          </p:nvSpPr>
          <p:spPr bwMode="auto">
            <a:xfrm>
              <a:off x="1728" y="586"/>
              <a:ext cx="467" cy="174"/>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21591" name="Rectangle 263"/>
            <p:cNvSpPr>
              <a:spLocks noChangeArrowheads="1"/>
            </p:cNvSpPr>
            <p:nvPr/>
          </p:nvSpPr>
          <p:spPr bwMode="auto">
            <a:xfrm>
              <a:off x="1721" y="585"/>
              <a:ext cx="479" cy="46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21592" name="Line 264"/>
            <p:cNvSpPr>
              <a:spLocks noChangeShapeType="1"/>
            </p:cNvSpPr>
            <p:nvPr/>
          </p:nvSpPr>
          <p:spPr bwMode="auto">
            <a:xfrm>
              <a:off x="1721" y="754"/>
              <a:ext cx="47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593" name="Line 265"/>
            <p:cNvSpPr>
              <a:spLocks noChangeShapeType="1"/>
            </p:cNvSpPr>
            <p:nvPr/>
          </p:nvSpPr>
          <p:spPr bwMode="auto">
            <a:xfrm>
              <a:off x="1721" y="906"/>
              <a:ext cx="47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594" name="Line 266"/>
            <p:cNvSpPr>
              <a:spLocks noChangeShapeType="1"/>
            </p:cNvSpPr>
            <p:nvPr/>
          </p:nvSpPr>
          <p:spPr bwMode="auto">
            <a:xfrm>
              <a:off x="1961" y="748"/>
              <a:ext cx="1" cy="30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595" name="Text Box 267"/>
            <p:cNvSpPr txBox="1">
              <a:spLocks noChangeArrowheads="1"/>
            </p:cNvSpPr>
            <p:nvPr/>
          </p:nvSpPr>
          <p:spPr bwMode="auto">
            <a:xfrm>
              <a:off x="1737" y="561"/>
              <a:ext cx="438" cy="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lang="en-US" altLang="zh-CN" sz="1600" b="1">
                  <a:latin typeface="Arial" charset="0"/>
                  <a:ea typeface="黑体" pitchFamily="2" charset="-122"/>
                </a:rPr>
                <a:t>3</a:t>
              </a:r>
            </a:p>
            <a:p>
              <a:pPr algn="ctr" eaLnBrk="1" hangingPunct="1"/>
              <a:r>
                <a:rPr lang="en-US" altLang="zh-CN" sz="1600" b="1">
                  <a:latin typeface="Arial" charset="0"/>
                  <a:ea typeface="黑体" pitchFamily="2" charset="-122"/>
                </a:rPr>
                <a:t>2     2</a:t>
              </a:r>
            </a:p>
            <a:p>
              <a:pPr algn="ctr" eaLnBrk="1" hangingPunct="1"/>
              <a:r>
                <a:rPr lang="en-US" altLang="zh-CN" sz="1600" b="1">
                  <a:latin typeface="Arial" charset="0"/>
                  <a:ea typeface="黑体" pitchFamily="2" charset="-122"/>
                </a:rPr>
                <a:t>1     1</a:t>
              </a:r>
            </a:p>
          </p:txBody>
        </p:sp>
      </p:grpSp>
      <p:grpSp>
        <p:nvGrpSpPr>
          <p:cNvPr id="21567" name="Group 268"/>
          <p:cNvGrpSpPr>
            <a:grpSpLocks/>
          </p:cNvGrpSpPr>
          <p:nvPr/>
        </p:nvGrpSpPr>
        <p:grpSpPr bwMode="auto">
          <a:xfrm>
            <a:off x="9272588" y="1109663"/>
            <a:ext cx="760412" cy="825500"/>
            <a:chOff x="1721" y="561"/>
            <a:chExt cx="479" cy="520"/>
          </a:xfrm>
        </p:grpSpPr>
        <p:sp>
          <p:nvSpPr>
            <p:cNvPr id="21584" name="Rectangle 269"/>
            <p:cNvSpPr>
              <a:spLocks noChangeArrowheads="1"/>
            </p:cNvSpPr>
            <p:nvPr/>
          </p:nvSpPr>
          <p:spPr bwMode="auto">
            <a:xfrm>
              <a:off x="1728" y="586"/>
              <a:ext cx="467" cy="174"/>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21585" name="Rectangle 270"/>
            <p:cNvSpPr>
              <a:spLocks noChangeArrowheads="1"/>
            </p:cNvSpPr>
            <p:nvPr/>
          </p:nvSpPr>
          <p:spPr bwMode="auto">
            <a:xfrm>
              <a:off x="1721" y="585"/>
              <a:ext cx="479" cy="46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21586" name="Line 271"/>
            <p:cNvSpPr>
              <a:spLocks noChangeShapeType="1"/>
            </p:cNvSpPr>
            <p:nvPr/>
          </p:nvSpPr>
          <p:spPr bwMode="auto">
            <a:xfrm>
              <a:off x="1721" y="754"/>
              <a:ext cx="47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587" name="Line 272"/>
            <p:cNvSpPr>
              <a:spLocks noChangeShapeType="1"/>
            </p:cNvSpPr>
            <p:nvPr/>
          </p:nvSpPr>
          <p:spPr bwMode="auto">
            <a:xfrm>
              <a:off x="1721" y="906"/>
              <a:ext cx="47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588" name="Line 273"/>
            <p:cNvSpPr>
              <a:spLocks noChangeShapeType="1"/>
            </p:cNvSpPr>
            <p:nvPr/>
          </p:nvSpPr>
          <p:spPr bwMode="auto">
            <a:xfrm>
              <a:off x="1961" y="748"/>
              <a:ext cx="1" cy="30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589" name="Text Box 274"/>
            <p:cNvSpPr txBox="1">
              <a:spLocks noChangeArrowheads="1"/>
            </p:cNvSpPr>
            <p:nvPr/>
          </p:nvSpPr>
          <p:spPr bwMode="auto">
            <a:xfrm>
              <a:off x="1737" y="561"/>
              <a:ext cx="438" cy="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lang="en-US" altLang="zh-CN" sz="1600" b="1">
                  <a:latin typeface="Arial" charset="0"/>
                  <a:ea typeface="黑体" pitchFamily="2" charset="-122"/>
                </a:rPr>
                <a:t>3</a:t>
              </a:r>
            </a:p>
            <a:p>
              <a:pPr algn="ctr" eaLnBrk="1" hangingPunct="1"/>
              <a:r>
                <a:rPr lang="en-US" altLang="zh-CN" sz="1600" b="1">
                  <a:latin typeface="Arial" charset="0"/>
                  <a:ea typeface="黑体" pitchFamily="2" charset="-122"/>
                </a:rPr>
                <a:t>2     2</a:t>
              </a:r>
            </a:p>
            <a:p>
              <a:pPr algn="ctr" eaLnBrk="1" hangingPunct="1"/>
              <a:r>
                <a:rPr lang="en-US" altLang="zh-CN" sz="1600" b="1">
                  <a:latin typeface="Arial" charset="0"/>
                  <a:ea typeface="黑体" pitchFamily="2" charset="-122"/>
                </a:rPr>
                <a:t>1     1</a:t>
              </a:r>
            </a:p>
          </p:txBody>
        </p:sp>
      </p:grpSp>
      <p:grpSp>
        <p:nvGrpSpPr>
          <p:cNvPr id="21568" name="Group 275"/>
          <p:cNvGrpSpPr>
            <a:grpSpLocks/>
          </p:cNvGrpSpPr>
          <p:nvPr/>
        </p:nvGrpSpPr>
        <p:grpSpPr bwMode="auto">
          <a:xfrm>
            <a:off x="5703888" y="4621213"/>
            <a:ext cx="760412" cy="825500"/>
            <a:chOff x="1721" y="561"/>
            <a:chExt cx="479" cy="520"/>
          </a:xfrm>
        </p:grpSpPr>
        <p:sp>
          <p:nvSpPr>
            <p:cNvPr id="21578" name="Rectangle 276"/>
            <p:cNvSpPr>
              <a:spLocks noChangeArrowheads="1"/>
            </p:cNvSpPr>
            <p:nvPr/>
          </p:nvSpPr>
          <p:spPr bwMode="auto">
            <a:xfrm>
              <a:off x="1728" y="586"/>
              <a:ext cx="467" cy="174"/>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21579" name="Rectangle 277"/>
            <p:cNvSpPr>
              <a:spLocks noChangeArrowheads="1"/>
            </p:cNvSpPr>
            <p:nvPr/>
          </p:nvSpPr>
          <p:spPr bwMode="auto">
            <a:xfrm>
              <a:off x="1721" y="585"/>
              <a:ext cx="479" cy="46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21580" name="Line 278"/>
            <p:cNvSpPr>
              <a:spLocks noChangeShapeType="1"/>
            </p:cNvSpPr>
            <p:nvPr/>
          </p:nvSpPr>
          <p:spPr bwMode="auto">
            <a:xfrm>
              <a:off x="1721" y="754"/>
              <a:ext cx="47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581" name="Line 279"/>
            <p:cNvSpPr>
              <a:spLocks noChangeShapeType="1"/>
            </p:cNvSpPr>
            <p:nvPr/>
          </p:nvSpPr>
          <p:spPr bwMode="auto">
            <a:xfrm>
              <a:off x="1721" y="906"/>
              <a:ext cx="47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582" name="Line 280"/>
            <p:cNvSpPr>
              <a:spLocks noChangeShapeType="1"/>
            </p:cNvSpPr>
            <p:nvPr/>
          </p:nvSpPr>
          <p:spPr bwMode="auto">
            <a:xfrm>
              <a:off x="1961" y="748"/>
              <a:ext cx="1" cy="30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583" name="Text Box 281"/>
            <p:cNvSpPr txBox="1">
              <a:spLocks noChangeArrowheads="1"/>
            </p:cNvSpPr>
            <p:nvPr/>
          </p:nvSpPr>
          <p:spPr bwMode="auto">
            <a:xfrm>
              <a:off x="1737" y="561"/>
              <a:ext cx="438" cy="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lang="en-US" altLang="zh-CN" sz="1600" b="1">
                  <a:latin typeface="Arial" charset="0"/>
                  <a:ea typeface="黑体" pitchFamily="2" charset="-122"/>
                </a:rPr>
                <a:t>3</a:t>
              </a:r>
            </a:p>
            <a:p>
              <a:pPr algn="ctr" eaLnBrk="1" hangingPunct="1"/>
              <a:r>
                <a:rPr lang="en-US" altLang="zh-CN" sz="1600" b="1">
                  <a:latin typeface="Arial" charset="0"/>
                  <a:ea typeface="黑体" pitchFamily="2" charset="-122"/>
                </a:rPr>
                <a:t>2     2</a:t>
              </a:r>
            </a:p>
            <a:p>
              <a:pPr algn="ctr" eaLnBrk="1" hangingPunct="1"/>
              <a:r>
                <a:rPr lang="en-US" altLang="zh-CN" sz="1600" b="1">
                  <a:latin typeface="Arial" charset="0"/>
                  <a:ea typeface="黑体" pitchFamily="2" charset="-122"/>
                </a:rPr>
                <a:t>1     1</a:t>
              </a:r>
            </a:p>
          </p:txBody>
        </p:sp>
      </p:grpSp>
      <p:grpSp>
        <p:nvGrpSpPr>
          <p:cNvPr id="21569" name="Group 282"/>
          <p:cNvGrpSpPr>
            <a:grpSpLocks/>
          </p:cNvGrpSpPr>
          <p:nvPr/>
        </p:nvGrpSpPr>
        <p:grpSpPr bwMode="auto">
          <a:xfrm>
            <a:off x="9088438" y="4621213"/>
            <a:ext cx="760412" cy="825500"/>
            <a:chOff x="1721" y="561"/>
            <a:chExt cx="479" cy="520"/>
          </a:xfrm>
        </p:grpSpPr>
        <p:sp>
          <p:nvSpPr>
            <p:cNvPr id="21572" name="Rectangle 283"/>
            <p:cNvSpPr>
              <a:spLocks noChangeArrowheads="1"/>
            </p:cNvSpPr>
            <p:nvPr/>
          </p:nvSpPr>
          <p:spPr bwMode="auto">
            <a:xfrm>
              <a:off x="1728" y="586"/>
              <a:ext cx="467" cy="174"/>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21573" name="Rectangle 284"/>
            <p:cNvSpPr>
              <a:spLocks noChangeArrowheads="1"/>
            </p:cNvSpPr>
            <p:nvPr/>
          </p:nvSpPr>
          <p:spPr bwMode="auto">
            <a:xfrm>
              <a:off x="1721" y="585"/>
              <a:ext cx="479" cy="46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21574" name="Line 285"/>
            <p:cNvSpPr>
              <a:spLocks noChangeShapeType="1"/>
            </p:cNvSpPr>
            <p:nvPr/>
          </p:nvSpPr>
          <p:spPr bwMode="auto">
            <a:xfrm>
              <a:off x="1721" y="754"/>
              <a:ext cx="47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575" name="Line 286"/>
            <p:cNvSpPr>
              <a:spLocks noChangeShapeType="1"/>
            </p:cNvSpPr>
            <p:nvPr/>
          </p:nvSpPr>
          <p:spPr bwMode="auto">
            <a:xfrm>
              <a:off x="1721" y="906"/>
              <a:ext cx="47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576" name="Line 287"/>
            <p:cNvSpPr>
              <a:spLocks noChangeShapeType="1"/>
            </p:cNvSpPr>
            <p:nvPr/>
          </p:nvSpPr>
          <p:spPr bwMode="auto">
            <a:xfrm>
              <a:off x="1961" y="748"/>
              <a:ext cx="1" cy="30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1577" name="Text Box 288"/>
            <p:cNvSpPr txBox="1">
              <a:spLocks noChangeArrowheads="1"/>
            </p:cNvSpPr>
            <p:nvPr/>
          </p:nvSpPr>
          <p:spPr bwMode="auto">
            <a:xfrm>
              <a:off x="1737" y="561"/>
              <a:ext cx="438" cy="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lang="en-US" altLang="zh-CN" sz="1600" b="1">
                  <a:latin typeface="Arial" charset="0"/>
                  <a:ea typeface="黑体" pitchFamily="2" charset="-122"/>
                </a:rPr>
                <a:t>3</a:t>
              </a:r>
            </a:p>
            <a:p>
              <a:pPr algn="ctr" eaLnBrk="1" hangingPunct="1"/>
              <a:r>
                <a:rPr lang="en-US" altLang="zh-CN" sz="1600" b="1">
                  <a:latin typeface="Arial" charset="0"/>
                  <a:ea typeface="黑体" pitchFamily="2" charset="-122"/>
                </a:rPr>
                <a:t>2     2</a:t>
              </a:r>
            </a:p>
            <a:p>
              <a:pPr algn="ctr" eaLnBrk="1" hangingPunct="1"/>
              <a:r>
                <a:rPr lang="en-US" altLang="zh-CN" sz="1600" b="1">
                  <a:latin typeface="Arial" charset="0"/>
                  <a:ea typeface="黑体" pitchFamily="2" charset="-122"/>
                </a:rPr>
                <a:t>1     1</a:t>
              </a:r>
            </a:p>
          </p:txBody>
        </p:sp>
      </p:grpSp>
      <p:sp>
        <p:nvSpPr>
          <p:cNvPr id="21570" name="Freeform 289"/>
          <p:cNvSpPr>
            <a:spLocks/>
          </p:cNvSpPr>
          <p:nvPr/>
        </p:nvSpPr>
        <p:spPr bwMode="auto">
          <a:xfrm>
            <a:off x="2576513" y="768350"/>
            <a:ext cx="7791450" cy="5788025"/>
          </a:xfrm>
          <a:custGeom>
            <a:avLst/>
            <a:gdLst>
              <a:gd name="T0" fmla="*/ 2147483646 w 4908"/>
              <a:gd name="T1" fmla="*/ 0 h 3646"/>
              <a:gd name="T2" fmla="*/ 2147483646 w 4908"/>
              <a:gd name="T3" fmla="*/ 2147483646 h 3646"/>
              <a:gd name="T4" fmla="*/ 2147483646 w 4908"/>
              <a:gd name="T5" fmla="*/ 2147483646 h 3646"/>
              <a:gd name="T6" fmla="*/ 2147483646 w 4908"/>
              <a:gd name="T7" fmla="*/ 2147483646 h 3646"/>
              <a:gd name="T8" fmla="*/ 2147483646 w 4908"/>
              <a:gd name="T9" fmla="*/ 2147483646 h 3646"/>
              <a:gd name="T10" fmla="*/ 2147483646 w 4908"/>
              <a:gd name="T11" fmla="*/ 2147483646 h 3646"/>
              <a:gd name="T12" fmla="*/ 2147483646 w 4908"/>
              <a:gd name="T13" fmla="*/ 2147483646 h 3646"/>
              <a:gd name="T14" fmla="*/ 2147483646 w 4908"/>
              <a:gd name="T15" fmla="*/ 2147483646 h 3646"/>
              <a:gd name="T16" fmla="*/ 2147483646 w 4908"/>
              <a:gd name="T17" fmla="*/ 2147483646 h 3646"/>
              <a:gd name="T18" fmla="*/ 2147483646 w 4908"/>
              <a:gd name="T19" fmla="*/ 2147483646 h 3646"/>
              <a:gd name="T20" fmla="*/ 2147483646 w 4908"/>
              <a:gd name="T21" fmla="*/ 2147483646 h 3646"/>
              <a:gd name="T22" fmla="*/ 2147483646 w 4908"/>
              <a:gd name="T23" fmla="*/ 2147483646 h 3646"/>
              <a:gd name="T24" fmla="*/ 2147483646 w 4908"/>
              <a:gd name="T25" fmla="*/ 2147483646 h 3646"/>
              <a:gd name="T26" fmla="*/ 2147483646 w 4908"/>
              <a:gd name="T27" fmla="*/ 2147483646 h 3646"/>
              <a:gd name="T28" fmla="*/ 2147483646 w 4908"/>
              <a:gd name="T29" fmla="*/ 2147483646 h 3646"/>
              <a:gd name="T30" fmla="*/ 2147483646 w 4908"/>
              <a:gd name="T31" fmla="*/ 2147483646 h 3646"/>
              <a:gd name="T32" fmla="*/ 2147483646 w 4908"/>
              <a:gd name="T33" fmla="*/ 2147483646 h 3646"/>
              <a:gd name="T34" fmla="*/ 2147483646 w 4908"/>
              <a:gd name="T35" fmla="*/ 2147483646 h 3646"/>
              <a:gd name="T36" fmla="*/ 2147483646 w 4908"/>
              <a:gd name="T37" fmla="*/ 2147483646 h 3646"/>
              <a:gd name="T38" fmla="*/ 2147483646 w 4908"/>
              <a:gd name="T39" fmla="*/ 2147483646 h 3646"/>
              <a:gd name="T40" fmla="*/ 2147483646 w 4908"/>
              <a:gd name="T41" fmla="*/ 2147483646 h 3646"/>
              <a:gd name="T42" fmla="*/ 2147483646 w 4908"/>
              <a:gd name="T43" fmla="*/ 2147483646 h 3646"/>
              <a:gd name="T44" fmla="*/ 2147483646 w 4908"/>
              <a:gd name="T45" fmla="*/ 2147483646 h 3646"/>
              <a:gd name="T46" fmla="*/ 2147483646 w 4908"/>
              <a:gd name="T47" fmla="*/ 2147483646 h 3646"/>
              <a:gd name="T48" fmla="*/ 2147483646 w 4908"/>
              <a:gd name="T49" fmla="*/ 2147483646 h 3646"/>
              <a:gd name="T50" fmla="*/ 2147483646 w 4908"/>
              <a:gd name="T51" fmla="*/ 2147483646 h 3646"/>
              <a:gd name="T52" fmla="*/ 2147483646 w 4908"/>
              <a:gd name="T53" fmla="*/ 2147483646 h 3646"/>
              <a:gd name="T54" fmla="*/ 2147483646 w 4908"/>
              <a:gd name="T55" fmla="*/ 2147483646 h 3646"/>
              <a:gd name="T56" fmla="*/ 2147483646 w 4908"/>
              <a:gd name="T57" fmla="*/ 2147483646 h 3646"/>
              <a:gd name="T58" fmla="*/ 2147483646 w 4908"/>
              <a:gd name="T59" fmla="*/ 2147483646 h 3646"/>
              <a:gd name="T60" fmla="*/ 2147483646 w 4908"/>
              <a:gd name="T61" fmla="*/ 2147483646 h 3646"/>
              <a:gd name="T62" fmla="*/ 2147483646 w 4908"/>
              <a:gd name="T63" fmla="*/ 2147483646 h 3646"/>
              <a:gd name="T64" fmla="*/ 2147483646 w 4908"/>
              <a:gd name="T65" fmla="*/ 2147483646 h 3646"/>
              <a:gd name="T66" fmla="*/ 2147483646 w 4908"/>
              <a:gd name="T67" fmla="*/ 2147483646 h 3646"/>
              <a:gd name="T68" fmla="*/ 2147483646 w 4908"/>
              <a:gd name="T69" fmla="*/ 2147483646 h 3646"/>
              <a:gd name="T70" fmla="*/ 2147483646 w 4908"/>
              <a:gd name="T71" fmla="*/ 2147483646 h 3646"/>
              <a:gd name="T72" fmla="*/ 2147483646 w 4908"/>
              <a:gd name="T73" fmla="*/ 2147483646 h 3646"/>
              <a:gd name="T74" fmla="*/ 2147483646 w 4908"/>
              <a:gd name="T75" fmla="*/ 2147483646 h 3646"/>
              <a:gd name="T76" fmla="*/ 2147483646 w 4908"/>
              <a:gd name="T77" fmla="*/ 2147483646 h 3646"/>
              <a:gd name="T78" fmla="*/ 2147483646 w 4908"/>
              <a:gd name="T79" fmla="*/ 2147483646 h 3646"/>
              <a:gd name="T80" fmla="*/ 2147483646 w 4908"/>
              <a:gd name="T81" fmla="*/ 2147483646 h 3646"/>
              <a:gd name="T82" fmla="*/ 2147483646 w 4908"/>
              <a:gd name="T83" fmla="*/ 2147483646 h 3646"/>
              <a:gd name="T84" fmla="*/ 2147483646 w 4908"/>
              <a:gd name="T85" fmla="*/ 2147483646 h 3646"/>
              <a:gd name="T86" fmla="*/ 2147483646 w 4908"/>
              <a:gd name="T87" fmla="*/ 2147483646 h 3646"/>
              <a:gd name="T88" fmla="*/ 2147483646 w 4908"/>
              <a:gd name="T89" fmla="*/ 2147483646 h 3646"/>
              <a:gd name="T90" fmla="*/ 2147483646 w 4908"/>
              <a:gd name="T91" fmla="*/ 2147483646 h 3646"/>
              <a:gd name="T92" fmla="*/ 2147483646 w 4908"/>
              <a:gd name="T93" fmla="*/ 2147483646 h 3646"/>
              <a:gd name="T94" fmla="*/ 2147483646 w 4908"/>
              <a:gd name="T95" fmla="*/ 2147483646 h 3646"/>
              <a:gd name="T96" fmla="*/ 2147483646 w 4908"/>
              <a:gd name="T97" fmla="*/ 2147483646 h 3646"/>
              <a:gd name="T98" fmla="*/ 2147483646 w 4908"/>
              <a:gd name="T99" fmla="*/ 2147483646 h 3646"/>
              <a:gd name="T100" fmla="*/ 2147483646 w 4908"/>
              <a:gd name="T101" fmla="*/ 2147483646 h 3646"/>
              <a:gd name="T102" fmla="*/ 2147483646 w 4908"/>
              <a:gd name="T103" fmla="*/ 2147483646 h 3646"/>
              <a:gd name="T104" fmla="*/ 2147483646 w 4908"/>
              <a:gd name="T105" fmla="*/ 2147483646 h 3646"/>
              <a:gd name="T106" fmla="*/ 2147483646 w 4908"/>
              <a:gd name="T107" fmla="*/ 2147483646 h 3646"/>
              <a:gd name="T108" fmla="*/ 2147483646 w 4908"/>
              <a:gd name="T109" fmla="*/ 2147483646 h 3646"/>
              <a:gd name="T110" fmla="*/ 2147483646 w 4908"/>
              <a:gd name="T111" fmla="*/ 2147483646 h 3646"/>
              <a:gd name="T112" fmla="*/ 2147483646 w 4908"/>
              <a:gd name="T113" fmla="*/ 2147483646 h 3646"/>
              <a:gd name="T114" fmla="*/ 2147483646 w 4908"/>
              <a:gd name="T115" fmla="*/ 2147483646 h 3646"/>
              <a:gd name="T116" fmla="*/ 2147483646 w 4908"/>
              <a:gd name="T117" fmla="*/ 2147483646 h 3646"/>
              <a:gd name="T118" fmla="*/ 2147483646 w 4908"/>
              <a:gd name="T119" fmla="*/ 2147483646 h 3646"/>
              <a:gd name="T120" fmla="*/ 2147483646 w 4908"/>
              <a:gd name="T121" fmla="*/ 2147483646 h 3646"/>
              <a:gd name="T122" fmla="*/ 2147483646 w 4908"/>
              <a:gd name="T123" fmla="*/ 2147483646 h 364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4908"/>
              <a:gd name="T187" fmla="*/ 0 h 3646"/>
              <a:gd name="T188" fmla="*/ 4908 w 4908"/>
              <a:gd name="T189" fmla="*/ 3646 h 364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4908" h="3646">
                <a:moveTo>
                  <a:pt x="4" y="0"/>
                </a:moveTo>
                <a:cubicBezTo>
                  <a:pt x="0" y="162"/>
                  <a:pt x="3" y="330"/>
                  <a:pt x="4" y="453"/>
                </a:cubicBezTo>
                <a:cubicBezTo>
                  <a:pt x="5" y="576"/>
                  <a:pt x="2" y="679"/>
                  <a:pt x="13" y="736"/>
                </a:cubicBezTo>
                <a:cubicBezTo>
                  <a:pt x="24" y="793"/>
                  <a:pt x="25" y="781"/>
                  <a:pt x="69" y="794"/>
                </a:cubicBezTo>
                <a:cubicBezTo>
                  <a:pt x="113" y="807"/>
                  <a:pt x="194" y="808"/>
                  <a:pt x="279" y="812"/>
                </a:cubicBezTo>
                <a:cubicBezTo>
                  <a:pt x="364" y="816"/>
                  <a:pt x="472" y="815"/>
                  <a:pt x="579" y="815"/>
                </a:cubicBezTo>
                <a:cubicBezTo>
                  <a:pt x="686" y="815"/>
                  <a:pt x="840" y="822"/>
                  <a:pt x="924" y="809"/>
                </a:cubicBezTo>
                <a:cubicBezTo>
                  <a:pt x="1008" y="796"/>
                  <a:pt x="1054" y="806"/>
                  <a:pt x="1083" y="737"/>
                </a:cubicBezTo>
                <a:cubicBezTo>
                  <a:pt x="1112" y="668"/>
                  <a:pt x="1083" y="476"/>
                  <a:pt x="1098" y="398"/>
                </a:cubicBezTo>
                <a:cubicBezTo>
                  <a:pt x="1113" y="320"/>
                  <a:pt x="1124" y="287"/>
                  <a:pt x="1175" y="269"/>
                </a:cubicBezTo>
                <a:cubicBezTo>
                  <a:pt x="1226" y="251"/>
                  <a:pt x="1361" y="243"/>
                  <a:pt x="1406" y="290"/>
                </a:cubicBezTo>
                <a:cubicBezTo>
                  <a:pt x="1451" y="337"/>
                  <a:pt x="1432" y="471"/>
                  <a:pt x="1442" y="551"/>
                </a:cubicBezTo>
                <a:cubicBezTo>
                  <a:pt x="1452" y="631"/>
                  <a:pt x="1427" y="730"/>
                  <a:pt x="1466" y="773"/>
                </a:cubicBezTo>
                <a:cubicBezTo>
                  <a:pt x="1505" y="816"/>
                  <a:pt x="1611" y="804"/>
                  <a:pt x="1676" y="809"/>
                </a:cubicBezTo>
                <a:cubicBezTo>
                  <a:pt x="1741" y="814"/>
                  <a:pt x="1747" y="804"/>
                  <a:pt x="1859" y="803"/>
                </a:cubicBezTo>
                <a:cubicBezTo>
                  <a:pt x="1971" y="802"/>
                  <a:pt x="2240" y="807"/>
                  <a:pt x="2349" y="803"/>
                </a:cubicBezTo>
                <a:cubicBezTo>
                  <a:pt x="2458" y="799"/>
                  <a:pt x="2466" y="800"/>
                  <a:pt x="2514" y="779"/>
                </a:cubicBezTo>
                <a:cubicBezTo>
                  <a:pt x="2562" y="758"/>
                  <a:pt x="2612" y="744"/>
                  <a:pt x="2636" y="680"/>
                </a:cubicBezTo>
                <a:cubicBezTo>
                  <a:pt x="2660" y="616"/>
                  <a:pt x="2645" y="459"/>
                  <a:pt x="2660" y="392"/>
                </a:cubicBezTo>
                <a:cubicBezTo>
                  <a:pt x="2675" y="325"/>
                  <a:pt x="2674" y="292"/>
                  <a:pt x="2726" y="275"/>
                </a:cubicBezTo>
                <a:cubicBezTo>
                  <a:pt x="2778" y="258"/>
                  <a:pt x="2925" y="256"/>
                  <a:pt x="2975" y="287"/>
                </a:cubicBezTo>
                <a:cubicBezTo>
                  <a:pt x="3025" y="318"/>
                  <a:pt x="3013" y="396"/>
                  <a:pt x="3026" y="464"/>
                </a:cubicBezTo>
                <a:cubicBezTo>
                  <a:pt x="3039" y="532"/>
                  <a:pt x="3027" y="638"/>
                  <a:pt x="3053" y="695"/>
                </a:cubicBezTo>
                <a:cubicBezTo>
                  <a:pt x="3079" y="752"/>
                  <a:pt x="3114" y="786"/>
                  <a:pt x="3185" y="806"/>
                </a:cubicBezTo>
                <a:cubicBezTo>
                  <a:pt x="3256" y="826"/>
                  <a:pt x="3364" y="813"/>
                  <a:pt x="3479" y="815"/>
                </a:cubicBezTo>
                <a:cubicBezTo>
                  <a:pt x="3594" y="817"/>
                  <a:pt x="3754" y="822"/>
                  <a:pt x="3875" y="818"/>
                </a:cubicBezTo>
                <a:cubicBezTo>
                  <a:pt x="3996" y="814"/>
                  <a:pt x="4143" y="822"/>
                  <a:pt x="4208" y="791"/>
                </a:cubicBezTo>
                <a:cubicBezTo>
                  <a:pt x="4273" y="760"/>
                  <a:pt x="4254" y="692"/>
                  <a:pt x="4265" y="629"/>
                </a:cubicBezTo>
                <a:cubicBezTo>
                  <a:pt x="4276" y="566"/>
                  <a:pt x="4259" y="469"/>
                  <a:pt x="4274" y="410"/>
                </a:cubicBezTo>
                <a:cubicBezTo>
                  <a:pt x="4289" y="351"/>
                  <a:pt x="4304" y="290"/>
                  <a:pt x="4358" y="272"/>
                </a:cubicBezTo>
                <a:cubicBezTo>
                  <a:pt x="4412" y="254"/>
                  <a:pt x="4549" y="243"/>
                  <a:pt x="4598" y="299"/>
                </a:cubicBezTo>
                <a:cubicBezTo>
                  <a:pt x="4647" y="355"/>
                  <a:pt x="4638" y="522"/>
                  <a:pt x="4652" y="608"/>
                </a:cubicBezTo>
                <a:cubicBezTo>
                  <a:pt x="4666" y="694"/>
                  <a:pt x="4644" y="733"/>
                  <a:pt x="4681" y="814"/>
                </a:cubicBezTo>
                <a:cubicBezTo>
                  <a:pt x="4718" y="895"/>
                  <a:pt x="4838" y="930"/>
                  <a:pt x="4873" y="1094"/>
                </a:cubicBezTo>
                <a:cubicBezTo>
                  <a:pt x="4908" y="1258"/>
                  <a:pt x="4889" y="1567"/>
                  <a:pt x="4889" y="1798"/>
                </a:cubicBezTo>
                <a:cubicBezTo>
                  <a:pt x="4889" y="2029"/>
                  <a:pt x="4883" y="2284"/>
                  <a:pt x="4873" y="2478"/>
                </a:cubicBezTo>
                <a:cubicBezTo>
                  <a:pt x="4863" y="2672"/>
                  <a:pt x="4864" y="2871"/>
                  <a:pt x="4829" y="2962"/>
                </a:cubicBezTo>
                <a:cubicBezTo>
                  <a:pt x="4794" y="3053"/>
                  <a:pt x="4708" y="3023"/>
                  <a:pt x="4661" y="3026"/>
                </a:cubicBezTo>
                <a:cubicBezTo>
                  <a:pt x="4614" y="3029"/>
                  <a:pt x="4568" y="3013"/>
                  <a:pt x="4545" y="2982"/>
                </a:cubicBezTo>
                <a:cubicBezTo>
                  <a:pt x="4522" y="2951"/>
                  <a:pt x="4526" y="2897"/>
                  <a:pt x="4521" y="2838"/>
                </a:cubicBezTo>
                <a:cubicBezTo>
                  <a:pt x="4516" y="2779"/>
                  <a:pt x="4526" y="2683"/>
                  <a:pt x="4517" y="2626"/>
                </a:cubicBezTo>
                <a:cubicBezTo>
                  <a:pt x="4508" y="2569"/>
                  <a:pt x="4520" y="2516"/>
                  <a:pt x="4469" y="2494"/>
                </a:cubicBezTo>
                <a:cubicBezTo>
                  <a:pt x="4418" y="2472"/>
                  <a:pt x="4264" y="2468"/>
                  <a:pt x="4209" y="2494"/>
                </a:cubicBezTo>
                <a:cubicBezTo>
                  <a:pt x="4154" y="2520"/>
                  <a:pt x="4155" y="2569"/>
                  <a:pt x="4141" y="2650"/>
                </a:cubicBezTo>
                <a:cubicBezTo>
                  <a:pt x="4127" y="2731"/>
                  <a:pt x="4168" y="2911"/>
                  <a:pt x="4125" y="2978"/>
                </a:cubicBezTo>
                <a:cubicBezTo>
                  <a:pt x="4082" y="3045"/>
                  <a:pt x="4033" y="3042"/>
                  <a:pt x="3881" y="3053"/>
                </a:cubicBezTo>
                <a:cubicBezTo>
                  <a:pt x="3729" y="3064"/>
                  <a:pt x="3378" y="3048"/>
                  <a:pt x="3213" y="3046"/>
                </a:cubicBezTo>
                <a:cubicBezTo>
                  <a:pt x="3048" y="3044"/>
                  <a:pt x="2992" y="3045"/>
                  <a:pt x="2893" y="3042"/>
                </a:cubicBezTo>
                <a:cubicBezTo>
                  <a:pt x="2794" y="3039"/>
                  <a:pt x="2696" y="3041"/>
                  <a:pt x="2617" y="3026"/>
                </a:cubicBezTo>
                <a:cubicBezTo>
                  <a:pt x="2538" y="3011"/>
                  <a:pt x="2454" y="3010"/>
                  <a:pt x="2417" y="2950"/>
                </a:cubicBezTo>
                <a:cubicBezTo>
                  <a:pt x="2380" y="2890"/>
                  <a:pt x="2411" y="2743"/>
                  <a:pt x="2393" y="2666"/>
                </a:cubicBezTo>
                <a:cubicBezTo>
                  <a:pt x="2375" y="2589"/>
                  <a:pt x="2360" y="2515"/>
                  <a:pt x="2309" y="2490"/>
                </a:cubicBezTo>
                <a:cubicBezTo>
                  <a:pt x="2258" y="2465"/>
                  <a:pt x="2134" y="2452"/>
                  <a:pt x="2085" y="2514"/>
                </a:cubicBezTo>
                <a:cubicBezTo>
                  <a:pt x="2036" y="2576"/>
                  <a:pt x="2031" y="2743"/>
                  <a:pt x="2017" y="2862"/>
                </a:cubicBezTo>
                <a:cubicBezTo>
                  <a:pt x="2003" y="2981"/>
                  <a:pt x="2010" y="3116"/>
                  <a:pt x="2001" y="3226"/>
                </a:cubicBezTo>
                <a:cubicBezTo>
                  <a:pt x="1992" y="3336"/>
                  <a:pt x="1988" y="3455"/>
                  <a:pt x="1961" y="3522"/>
                </a:cubicBezTo>
                <a:cubicBezTo>
                  <a:pt x="1934" y="3589"/>
                  <a:pt x="1891" y="3606"/>
                  <a:pt x="1837" y="3626"/>
                </a:cubicBezTo>
                <a:cubicBezTo>
                  <a:pt x="1783" y="3646"/>
                  <a:pt x="1707" y="3641"/>
                  <a:pt x="1637" y="3642"/>
                </a:cubicBezTo>
                <a:cubicBezTo>
                  <a:pt x="1567" y="3643"/>
                  <a:pt x="1480" y="3645"/>
                  <a:pt x="1415" y="3632"/>
                </a:cubicBezTo>
                <a:cubicBezTo>
                  <a:pt x="1350" y="3619"/>
                  <a:pt x="1278" y="3636"/>
                  <a:pt x="1247" y="3563"/>
                </a:cubicBezTo>
                <a:cubicBezTo>
                  <a:pt x="1216" y="3490"/>
                  <a:pt x="1232" y="3314"/>
                  <a:pt x="1229" y="3191"/>
                </a:cubicBezTo>
                <a:cubicBezTo>
                  <a:pt x="1226" y="3068"/>
                  <a:pt x="1229" y="2902"/>
                  <a:pt x="1229" y="2826"/>
                </a:cubicBezTo>
              </a:path>
            </a:pathLst>
          </a:custGeom>
          <a:noFill/>
          <a:ln w="57150">
            <a:solidFill>
              <a:schemeClr val="hlink"/>
            </a:solidFill>
            <a:round/>
            <a:headEnd type="none" w="med" len="lg"/>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21571" name="Text Box 290"/>
          <p:cNvSpPr txBox="1">
            <a:spLocks noChangeArrowheads="1"/>
          </p:cNvSpPr>
          <p:nvPr/>
        </p:nvSpPr>
        <p:spPr bwMode="auto">
          <a:xfrm>
            <a:off x="4125913" y="263525"/>
            <a:ext cx="3860800" cy="528638"/>
          </a:xfrm>
          <a:prstGeom prst="rect">
            <a:avLst/>
          </a:prstGeom>
          <a:solidFill>
            <a:srgbClr val="CCECFF"/>
          </a:solidFill>
          <a:ln w="9525">
            <a:solidFill>
              <a:schemeClr val="folHlink"/>
            </a:solidFill>
            <a:miter lim="800000"/>
            <a:headEnd/>
            <a:tailEnd/>
          </a:ln>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zh-CN" altLang="en-US" sz="2800" b="1" dirty="0">
                <a:latin typeface="Tahoma" pitchFamily="34" charset="0"/>
                <a:ea typeface="黑体" pitchFamily="2" charset="-122"/>
              </a:rPr>
              <a:t>分组在互联网中的传送 </a:t>
            </a:r>
          </a:p>
        </p:txBody>
      </p:sp>
      <p:grpSp>
        <p:nvGrpSpPr>
          <p:cNvPr id="2" name="组合 1"/>
          <p:cNvGrpSpPr/>
          <p:nvPr/>
        </p:nvGrpSpPr>
        <p:grpSpPr>
          <a:xfrm>
            <a:off x="2468010" y="2078000"/>
            <a:ext cx="243614" cy="342888"/>
            <a:chOff x="5080019" y="3663047"/>
            <a:chExt cx="243614" cy="342888"/>
          </a:xfrm>
        </p:grpSpPr>
        <p:sp>
          <p:nvSpPr>
            <p:cNvPr id="288" name="矩形 287"/>
            <p:cNvSpPr/>
            <p:nvPr/>
          </p:nvSpPr>
          <p:spPr>
            <a:xfrm>
              <a:off x="5080019" y="3663047"/>
              <a:ext cx="243614" cy="342888"/>
            </a:xfrm>
            <a:prstGeom prst="rect">
              <a:avLst/>
            </a:prstGeom>
            <a:solidFill>
              <a:schemeClr val="bg2">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cxnSp>
          <p:nvCxnSpPr>
            <p:cNvPr id="289" name="直接连接符 288"/>
            <p:cNvCxnSpPr/>
            <p:nvPr/>
          </p:nvCxnSpPr>
          <p:spPr>
            <a:xfrm>
              <a:off x="5080019" y="3731623"/>
              <a:ext cx="24361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0" name="直接连接符 289"/>
            <p:cNvCxnSpPr/>
            <p:nvPr/>
          </p:nvCxnSpPr>
          <p:spPr>
            <a:xfrm>
              <a:off x="5080019" y="3800202"/>
              <a:ext cx="24361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1" name="直接连接符 290"/>
            <p:cNvCxnSpPr/>
            <p:nvPr/>
          </p:nvCxnSpPr>
          <p:spPr>
            <a:xfrm>
              <a:off x="5080019" y="3876763"/>
              <a:ext cx="24361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2" name="直接连接符 291"/>
            <p:cNvCxnSpPr/>
            <p:nvPr/>
          </p:nvCxnSpPr>
          <p:spPr>
            <a:xfrm>
              <a:off x="5080019" y="3937357"/>
              <a:ext cx="24361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3" name="直接连接符 292"/>
            <p:cNvCxnSpPr/>
            <p:nvPr/>
          </p:nvCxnSpPr>
          <p:spPr>
            <a:xfrm>
              <a:off x="5201825" y="3674453"/>
              <a:ext cx="0" cy="330175"/>
            </a:xfrm>
            <a:prstGeom prst="line">
              <a:avLst/>
            </a:prstGeom>
            <a:solidFill>
              <a:schemeClr val="bg2">
                <a:lumMod val="20000"/>
                <a:lumOff val="80000"/>
              </a:schemeClr>
            </a:solidFill>
            <a:ln w="952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95" name="组合 294"/>
          <p:cNvGrpSpPr/>
          <p:nvPr/>
        </p:nvGrpSpPr>
        <p:grpSpPr>
          <a:xfrm>
            <a:off x="4727848" y="2510048"/>
            <a:ext cx="243614" cy="342888"/>
            <a:chOff x="5080019" y="3663047"/>
            <a:chExt cx="243614" cy="342888"/>
          </a:xfrm>
        </p:grpSpPr>
        <p:sp>
          <p:nvSpPr>
            <p:cNvPr id="296" name="矩形 295"/>
            <p:cNvSpPr/>
            <p:nvPr/>
          </p:nvSpPr>
          <p:spPr>
            <a:xfrm>
              <a:off x="5080019" y="3663047"/>
              <a:ext cx="243614" cy="342888"/>
            </a:xfrm>
            <a:prstGeom prst="rect">
              <a:avLst/>
            </a:prstGeom>
            <a:solidFill>
              <a:schemeClr val="bg2">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cxnSp>
          <p:nvCxnSpPr>
            <p:cNvPr id="297" name="直接连接符 296"/>
            <p:cNvCxnSpPr/>
            <p:nvPr/>
          </p:nvCxnSpPr>
          <p:spPr>
            <a:xfrm>
              <a:off x="5080019" y="3731623"/>
              <a:ext cx="24361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8" name="直接连接符 297"/>
            <p:cNvCxnSpPr/>
            <p:nvPr/>
          </p:nvCxnSpPr>
          <p:spPr>
            <a:xfrm>
              <a:off x="5080019" y="3800202"/>
              <a:ext cx="24361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9" name="直接连接符 298"/>
            <p:cNvCxnSpPr/>
            <p:nvPr/>
          </p:nvCxnSpPr>
          <p:spPr>
            <a:xfrm>
              <a:off x="5080019" y="3876763"/>
              <a:ext cx="24361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0" name="直接连接符 299"/>
            <p:cNvCxnSpPr/>
            <p:nvPr/>
          </p:nvCxnSpPr>
          <p:spPr>
            <a:xfrm>
              <a:off x="5080019" y="3937357"/>
              <a:ext cx="24361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1" name="直接连接符 300"/>
            <p:cNvCxnSpPr/>
            <p:nvPr/>
          </p:nvCxnSpPr>
          <p:spPr>
            <a:xfrm>
              <a:off x="5201825" y="3674453"/>
              <a:ext cx="0" cy="330175"/>
            </a:xfrm>
            <a:prstGeom prst="line">
              <a:avLst/>
            </a:prstGeom>
            <a:solidFill>
              <a:schemeClr val="bg2">
                <a:lumMod val="20000"/>
                <a:lumOff val="80000"/>
              </a:schemeClr>
            </a:solidFill>
            <a:ln w="952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2" name="组合 301"/>
          <p:cNvGrpSpPr/>
          <p:nvPr/>
        </p:nvGrpSpPr>
        <p:grpSpPr>
          <a:xfrm>
            <a:off x="7220538" y="2510048"/>
            <a:ext cx="243614" cy="342888"/>
            <a:chOff x="5080019" y="3663047"/>
            <a:chExt cx="243614" cy="342888"/>
          </a:xfrm>
        </p:grpSpPr>
        <p:sp>
          <p:nvSpPr>
            <p:cNvPr id="303" name="矩形 302"/>
            <p:cNvSpPr/>
            <p:nvPr/>
          </p:nvSpPr>
          <p:spPr>
            <a:xfrm>
              <a:off x="5080019" y="3663047"/>
              <a:ext cx="243614" cy="342888"/>
            </a:xfrm>
            <a:prstGeom prst="rect">
              <a:avLst/>
            </a:prstGeom>
            <a:solidFill>
              <a:schemeClr val="bg2">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cxnSp>
          <p:nvCxnSpPr>
            <p:cNvPr id="304" name="直接连接符 303"/>
            <p:cNvCxnSpPr/>
            <p:nvPr/>
          </p:nvCxnSpPr>
          <p:spPr>
            <a:xfrm>
              <a:off x="5080019" y="3731623"/>
              <a:ext cx="24361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5" name="直接连接符 304"/>
            <p:cNvCxnSpPr/>
            <p:nvPr/>
          </p:nvCxnSpPr>
          <p:spPr>
            <a:xfrm>
              <a:off x="5080019" y="3800202"/>
              <a:ext cx="24361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6" name="直接连接符 305"/>
            <p:cNvCxnSpPr/>
            <p:nvPr/>
          </p:nvCxnSpPr>
          <p:spPr>
            <a:xfrm>
              <a:off x="5080019" y="3876763"/>
              <a:ext cx="24361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7" name="直接连接符 306"/>
            <p:cNvCxnSpPr/>
            <p:nvPr/>
          </p:nvCxnSpPr>
          <p:spPr>
            <a:xfrm>
              <a:off x="5080019" y="3937357"/>
              <a:ext cx="24361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8" name="直接连接符 307"/>
            <p:cNvCxnSpPr/>
            <p:nvPr/>
          </p:nvCxnSpPr>
          <p:spPr>
            <a:xfrm>
              <a:off x="5201825" y="3674453"/>
              <a:ext cx="0" cy="330175"/>
            </a:xfrm>
            <a:prstGeom prst="line">
              <a:avLst/>
            </a:prstGeom>
            <a:solidFill>
              <a:schemeClr val="bg2">
                <a:lumMod val="20000"/>
                <a:lumOff val="80000"/>
              </a:schemeClr>
            </a:solidFill>
            <a:ln w="952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9" name="组合 308"/>
          <p:cNvGrpSpPr/>
          <p:nvPr/>
        </p:nvGrpSpPr>
        <p:grpSpPr>
          <a:xfrm>
            <a:off x="9164754" y="2438040"/>
            <a:ext cx="243614" cy="342888"/>
            <a:chOff x="5080019" y="3663047"/>
            <a:chExt cx="243614" cy="342888"/>
          </a:xfrm>
        </p:grpSpPr>
        <p:sp>
          <p:nvSpPr>
            <p:cNvPr id="310" name="矩形 309"/>
            <p:cNvSpPr/>
            <p:nvPr/>
          </p:nvSpPr>
          <p:spPr>
            <a:xfrm>
              <a:off x="5080019" y="3663047"/>
              <a:ext cx="243614" cy="342888"/>
            </a:xfrm>
            <a:prstGeom prst="rect">
              <a:avLst/>
            </a:prstGeom>
            <a:solidFill>
              <a:schemeClr val="bg2">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cxnSp>
          <p:nvCxnSpPr>
            <p:cNvPr id="311" name="直接连接符 310"/>
            <p:cNvCxnSpPr/>
            <p:nvPr/>
          </p:nvCxnSpPr>
          <p:spPr>
            <a:xfrm>
              <a:off x="5080019" y="3731623"/>
              <a:ext cx="24361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2" name="直接连接符 311"/>
            <p:cNvCxnSpPr/>
            <p:nvPr/>
          </p:nvCxnSpPr>
          <p:spPr>
            <a:xfrm>
              <a:off x="5080019" y="3800202"/>
              <a:ext cx="24361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3" name="直接连接符 312"/>
            <p:cNvCxnSpPr/>
            <p:nvPr/>
          </p:nvCxnSpPr>
          <p:spPr>
            <a:xfrm>
              <a:off x="5080019" y="3876763"/>
              <a:ext cx="24361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4" name="直接连接符 313"/>
            <p:cNvCxnSpPr/>
            <p:nvPr/>
          </p:nvCxnSpPr>
          <p:spPr>
            <a:xfrm>
              <a:off x="5080019" y="3937357"/>
              <a:ext cx="24361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5" name="直接连接符 314"/>
            <p:cNvCxnSpPr/>
            <p:nvPr/>
          </p:nvCxnSpPr>
          <p:spPr>
            <a:xfrm>
              <a:off x="5201825" y="3674453"/>
              <a:ext cx="0" cy="330175"/>
            </a:xfrm>
            <a:prstGeom prst="line">
              <a:avLst/>
            </a:prstGeom>
            <a:solidFill>
              <a:schemeClr val="bg2">
                <a:lumMod val="20000"/>
                <a:lumOff val="80000"/>
              </a:schemeClr>
            </a:solidFill>
            <a:ln w="952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16" name="组合 315"/>
          <p:cNvGrpSpPr/>
          <p:nvPr/>
        </p:nvGrpSpPr>
        <p:grpSpPr>
          <a:xfrm>
            <a:off x="8876722" y="4293096"/>
            <a:ext cx="243614" cy="342888"/>
            <a:chOff x="5080019" y="3663047"/>
            <a:chExt cx="243614" cy="342888"/>
          </a:xfrm>
        </p:grpSpPr>
        <p:sp>
          <p:nvSpPr>
            <p:cNvPr id="317" name="矩形 316"/>
            <p:cNvSpPr/>
            <p:nvPr/>
          </p:nvSpPr>
          <p:spPr>
            <a:xfrm>
              <a:off x="5080019" y="3663047"/>
              <a:ext cx="243614" cy="342888"/>
            </a:xfrm>
            <a:prstGeom prst="rect">
              <a:avLst/>
            </a:prstGeom>
            <a:solidFill>
              <a:schemeClr val="bg2">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cxnSp>
          <p:nvCxnSpPr>
            <p:cNvPr id="318" name="直接连接符 317"/>
            <p:cNvCxnSpPr/>
            <p:nvPr/>
          </p:nvCxnSpPr>
          <p:spPr>
            <a:xfrm>
              <a:off x="5080019" y="3731623"/>
              <a:ext cx="24361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9" name="直接连接符 318"/>
            <p:cNvCxnSpPr/>
            <p:nvPr/>
          </p:nvCxnSpPr>
          <p:spPr>
            <a:xfrm>
              <a:off x="5080019" y="3800202"/>
              <a:ext cx="24361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0" name="直接连接符 319"/>
            <p:cNvCxnSpPr/>
            <p:nvPr/>
          </p:nvCxnSpPr>
          <p:spPr>
            <a:xfrm>
              <a:off x="5080019" y="3876763"/>
              <a:ext cx="24361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1" name="直接连接符 320"/>
            <p:cNvCxnSpPr/>
            <p:nvPr/>
          </p:nvCxnSpPr>
          <p:spPr>
            <a:xfrm>
              <a:off x="5080019" y="3937357"/>
              <a:ext cx="24361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2" name="直接连接符 321"/>
            <p:cNvCxnSpPr/>
            <p:nvPr/>
          </p:nvCxnSpPr>
          <p:spPr>
            <a:xfrm>
              <a:off x="5201825" y="3674453"/>
              <a:ext cx="0" cy="330175"/>
            </a:xfrm>
            <a:prstGeom prst="line">
              <a:avLst/>
            </a:prstGeom>
            <a:solidFill>
              <a:schemeClr val="bg2">
                <a:lumMod val="20000"/>
                <a:lumOff val="80000"/>
              </a:schemeClr>
            </a:solidFill>
            <a:ln w="952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23" name="组合 322"/>
          <p:cNvGrpSpPr/>
          <p:nvPr/>
        </p:nvGrpSpPr>
        <p:grpSpPr>
          <a:xfrm>
            <a:off x="5420338" y="3861048"/>
            <a:ext cx="243614" cy="342888"/>
            <a:chOff x="5080019" y="3663047"/>
            <a:chExt cx="243614" cy="342888"/>
          </a:xfrm>
        </p:grpSpPr>
        <p:sp>
          <p:nvSpPr>
            <p:cNvPr id="324" name="矩形 323"/>
            <p:cNvSpPr/>
            <p:nvPr/>
          </p:nvSpPr>
          <p:spPr>
            <a:xfrm>
              <a:off x="5080019" y="3663047"/>
              <a:ext cx="243614" cy="342888"/>
            </a:xfrm>
            <a:prstGeom prst="rect">
              <a:avLst/>
            </a:prstGeom>
            <a:solidFill>
              <a:schemeClr val="bg2">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cxnSp>
          <p:nvCxnSpPr>
            <p:cNvPr id="325" name="直接连接符 324"/>
            <p:cNvCxnSpPr/>
            <p:nvPr/>
          </p:nvCxnSpPr>
          <p:spPr>
            <a:xfrm>
              <a:off x="5080019" y="3731623"/>
              <a:ext cx="24361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6" name="直接连接符 325"/>
            <p:cNvCxnSpPr/>
            <p:nvPr/>
          </p:nvCxnSpPr>
          <p:spPr>
            <a:xfrm>
              <a:off x="5080019" y="3800202"/>
              <a:ext cx="24361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7" name="直接连接符 326"/>
            <p:cNvCxnSpPr/>
            <p:nvPr/>
          </p:nvCxnSpPr>
          <p:spPr>
            <a:xfrm>
              <a:off x="5080019" y="3876763"/>
              <a:ext cx="24361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8" name="直接连接符 327"/>
            <p:cNvCxnSpPr/>
            <p:nvPr/>
          </p:nvCxnSpPr>
          <p:spPr>
            <a:xfrm>
              <a:off x="5080019" y="3937357"/>
              <a:ext cx="24361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9" name="直接连接符 328"/>
            <p:cNvCxnSpPr/>
            <p:nvPr/>
          </p:nvCxnSpPr>
          <p:spPr>
            <a:xfrm>
              <a:off x="5201825" y="3674453"/>
              <a:ext cx="0" cy="330175"/>
            </a:xfrm>
            <a:prstGeom prst="line">
              <a:avLst/>
            </a:prstGeom>
            <a:solidFill>
              <a:schemeClr val="bg2">
                <a:lumMod val="20000"/>
                <a:lumOff val="80000"/>
              </a:schemeClr>
            </a:solidFill>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 name="TextBox 2"/>
          <p:cNvSpPr txBox="1"/>
          <p:nvPr/>
        </p:nvSpPr>
        <p:spPr>
          <a:xfrm>
            <a:off x="2410525" y="2392546"/>
            <a:ext cx="723275" cy="307777"/>
          </a:xfrm>
          <a:prstGeom prst="rect">
            <a:avLst/>
          </a:prstGeom>
          <a:noFill/>
        </p:spPr>
        <p:txBody>
          <a:bodyPr wrap="none" rtlCol="0">
            <a:spAutoFit/>
          </a:bodyPr>
          <a:lstStyle/>
          <a:p>
            <a:r>
              <a:rPr lang="zh-CN" altLang="en-US" sz="1400" b="1" dirty="0" smtClean="0">
                <a:solidFill>
                  <a:srgbClr val="4D4D4D"/>
                </a:solidFill>
              </a:rPr>
              <a:t>转发表</a:t>
            </a:r>
            <a:endParaRPr lang="zh-CN" altLang="en-US" sz="1400" b="1" dirty="0">
              <a:solidFill>
                <a:srgbClr val="4D4D4D"/>
              </a:solidFill>
            </a:endParaRPr>
          </a:p>
        </p:txBody>
      </p:sp>
      <p:sp>
        <p:nvSpPr>
          <p:cNvPr id="331" name="TextBox 330"/>
          <p:cNvSpPr txBox="1"/>
          <p:nvPr/>
        </p:nvSpPr>
        <p:spPr>
          <a:xfrm>
            <a:off x="4439816" y="2843644"/>
            <a:ext cx="723275" cy="307777"/>
          </a:xfrm>
          <a:prstGeom prst="rect">
            <a:avLst/>
          </a:prstGeom>
          <a:noFill/>
        </p:spPr>
        <p:txBody>
          <a:bodyPr wrap="none" rtlCol="0">
            <a:spAutoFit/>
          </a:bodyPr>
          <a:lstStyle/>
          <a:p>
            <a:r>
              <a:rPr lang="zh-CN" altLang="en-US" sz="1400" b="1" dirty="0" smtClean="0">
                <a:solidFill>
                  <a:srgbClr val="4D4D4D"/>
                </a:solidFill>
              </a:rPr>
              <a:t>转发表</a:t>
            </a:r>
            <a:endParaRPr lang="zh-CN" altLang="en-US" sz="1400" b="1" dirty="0">
              <a:solidFill>
                <a:srgbClr val="4D4D4D"/>
              </a:solidFill>
            </a:endParaRPr>
          </a:p>
        </p:txBody>
      </p:sp>
      <p:sp>
        <p:nvSpPr>
          <p:cNvPr id="332" name="TextBox 331"/>
          <p:cNvSpPr txBox="1"/>
          <p:nvPr/>
        </p:nvSpPr>
        <p:spPr>
          <a:xfrm>
            <a:off x="6528048" y="2564904"/>
            <a:ext cx="723275" cy="307777"/>
          </a:xfrm>
          <a:prstGeom prst="rect">
            <a:avLst/>
          </a:prstGeom>
          <a:noFill/>
        </p:spPr>
        <p:txBody>
          <a:bodyPr wrap="none" rtlCol="0">
            <a:spAutoFit/>
          </a:bodyPr>
          <a:lstStyle/>
          <a:p>
            <a:r>
              <a:rPr lang="zh-CN" altLang="en-US" sz="1400" b="1" dirty="0" smtClean="0">
                <a:solidFill>
                  <a:srgbClr val="4D4D4D"/>
                </a:solidFill>
              </a:rPr>
              <a:t>转发表</a:t>
            </a:r>
            <a:endParaRPr lang="zh-CN" altLang="en-US" sz="1400" b="1" dirty="0">
              <a:solidFill>
                <a:srgbClr val="4D4D4D"/>
              </a:solidFill>
            </a:endParaRPr>
          </a:p>
        </p:txBody>
      </p:sp>
      <p:sp>
        <p:nvSpPr>
          <p:cNvPr id="333" name="TextBox 332"/>
          <p:cNvSpPr txBox="1"/>
          <p:nvPr/>
        </p:nvSpPr>
        <p:spPr>
          <a:xfrm>
            <a:off x="5146829" y="3553271"/>
            <a:ext cx="723275" cy="307777"/>
          </a:xfrm>
          <a:prstGeom prst="rect">
            <a:avLst/>
          </a:prstGeom>
          <a:noFill/>
        </p:spPr>
        <p:txBody>
          <a:bodyPr wrap="none" rtlCol="0">
            <a:spAutoFit/>
          </a:bodyPr>
          <a:lstStyle/>
          <a:p>
            <a:r>
              <a:rPr lang="zh-CN" altLang="en-US" sz="1400" b="1" dirty="0" smtClean="0">
                <a:solidFill>
                  <a:srgbClr val="4D4D4D"/>
                </a:solidFill>
              </a:rPr>
              <a:t>转发表</a:t>
            </a:r>
            <a:endParaRPr lang="zh-CN" altLang="en-US" sz="1400" b="1" dirty="0">
              <a:solidFill>
                <a:srgbClr val="4D4D4D"/>
              </a:solidFill>
            </a:endParaRPr>
          </a:p>
        </p:txBody>
      </p:sp>
      <p:sp>
        <p:nvSpPr>
          <p:cNvPr id="334" name="TextBox 333"/>
          <p:cNvSpPr txBox="1"/>
          <p:nvPr/>
        </p:nvSpPr>
        <p:spPr>
          <a:xfrm>
            <a:off x="8181037" y="4345359"/>
            <a:ext cx="723275" cy="307777"/>
          </a:xfrm>
          <a:prstGeom prst="rect">
            <a:avLst/>
          </a:prstGeom>
          <a:noFill/>
        </p:spPr>
        <p:txBody>
          <a:bodyPr wrap="none" rtlCol="0">
            <a:spAutoFit/>
          </a:bodyPr>
          <a:lstStyle/>
          <a:p>
            <a:r>
              <a:rPr lang="zh-CN" altLang="en-US" sz="1400" b="1" dirty="0" smtClean="0">
                <a:solidFill>
                  <a:srgbClr val="4D4D4D"/>
                </a:solidFill>
              </a:rPr>
              <a:t>转发表</a:t>
            </a:r>
            <a:endParaRPr lang="zh-CN" altLang="en-US" sz="1400" b="1" dirty="0">
              <a:solidFill>
                <a:srgbClr val="4D4D4D"/>
              </a:solidFill>
            </a:endParaRPr>
          </a:p>
        </p:txBody>
      </p:sp>
    </p:spTree>
    <p:extLst>
      <p:ext uri="{BB962C8B-B14F-4D97-AF65-F5344CB8AC3E}">
        <p14:creationId xmlns:p14="http://schemas.microsoft.com/office/powerpoint/2010/main" val="3475145297"/>
      </p:ext>
    </p:extLst>
  </p:cSld>
  <p:clrMapOvr>
    <a:masterClrMapping/>
  </p:clrMapOvr>
  <p:transition spd="slow"/>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nchor="ctr"/>
          <a:lstStyle/>
          <a:p>
            <a:pPr eaLnBrk="1" hangingPunct="1"/>
            <a:r>
              <a:rPr lang="en-US" altLang="zh-CN" dirty="0"/>
              <a:t>4.2.1 </a:t>
            </a:r>
            <a:r>
              <a:rPr lang="zh-CN" altLang="en-US" dirty="0"/>
              <a:t>虚拟互连网络</a:t>
            </a:r>
            <a:endParaRPr lang="zh-CN" altLang="en-US" dirty="0" smtClean="0"/>
          </a:p>
        </p:txBody>
      </p:sp>
      <p:sp>
        <p:nvSpPr>
          <p:cNvPr id="23555" name="Rectangle 3"/>
          <p:cNvSpPr>
            <a:spLocks noGrp="1" noChangeArrowheads="1"/>
          </p:cNvSpPr>
          <p:nvPr>
            <p:ph idx="1"/>
          </p:nvPr>
        </p:nvSpPr>
        <p:spPr/>
        <p:txBody>
          <a:bodyPr/>
          <a:lstStyle/>
          <a:p>
            <a:pPr eaLnBrk="1" hangingPunct="1"/>
            <a:r>
              <a:rPr lang="zh-CN" altLang="en-US" b="1" dirty="0" smtClean="0"/>
              <a:t>如果我们只从网络层考虑问题，那么 </a:t>
            </a:r>
            <a:r>
              <a:rPr lang="en-US" altLang="zh-CN" b="1" dirty="0" smtClean="0"/>
              <a:t>IP </a:t>
            </a:r>
            <a:r>
              <a:rPr lang="zh-CN" altLang="en-US" b="1" dirty="0" smtClean="0"/>
              <a:t>数据报就可以想象成是在网络层中传送：</a:t>
            </a:r>
          </a:p>
        </p:txBody>
      </p:sp>
      <p:sp>
        <p:nvSpPr>
          <p:cNvPr id="23556" name="Line 4"/>
          <p:cNvSpPr>
            <a:spLocks noChangeShapeType="1"/>
          </p:cNvSpPr>
          <p:nvPr/>
        </p:nvSpPr>
        <p:spPr bwMode="auto">
          <a:xfrm>
            <a:off x="2309813" y="3932238"/>
            <a:ext cx="77041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3557" name="Rectangle 5"/>
          <p:cNvSpPr>
            <a:spLocks noChangeArrowheads="1"/>
          </p:cNvSpPr>
          <p:nvPr/>
        </p:nvSpPr>
        <p:spPr bwMode="auto">
          <a:xfrm>
            <a:off x="1733550" y="3716338"/>
            <a:ext cx="792163" cy="360362"/>
          </a:xfrm>
          <a:prstGeom prst="rect">
            <a:avLst/>
          </a:prstGeom>
          <a:solidFill>
            <a:srgbClr val="FFCCCC"/>
          </a:solidFill>
          <a:ln w="9525">
            <a:solidFill>
              <a:schemeClr val="tx1"/>
            </a:solidFill>
            <a:miter lim="800000"/>
            <a:headEnd/>
            <a:tailEnd/>
          </a:ln>
        </p:spPr>
        <p:txBody>
          <a:bodyPr wrap="none" anchor="ctr"/>
          <a:lstStyle/>
          <a:p>
            <a:pPr algn="ctr" eaLnBrk="1" hangingPunct="1"/>
            <a:r>
              <a:rPr lang="zh-CN" altLang="en-US" b="1" dirty="0">
                <a:solidFill>
                  <a:srgbClr val="4D4D4D"/>
                </a:solidFill>
                <a:ea typeface="黑体" pitchFamily="2" charset="-122"/>
              </a:rPr>
              <a:t>网络层</a:t>
            </a:r>
          </a:p>
        </p:txBody>
      </p:sp>
      <p:sp>
        <p:nvSpPr>
          <p:cNvPr id="23558" name="Rectangle 6"/>
          <p:cNvSpPr>
            <a:spLocks noChangeArrowheads="1"/>
          </p:cNvSpPr>
          <p:nvPr/>
        </p:nvSpPr>
        <p:spPr bwMode="auto">
          <a:xfrm>
            <a:off x="3065463" y="3716338"/>
            <a:ext cx="792162" cy="360362"/>
          </a:xfrm>
          <a:prstGeom prst="rect">
            <a:avLst/>
          </a:prstGeom>
          <a:solidFill>
            <a:srgbClr val="FFCCCC"/>
          </a:solidFill>
          <a:ln w="9525">
            <a:solidFill>
              <a:schemeClr val="tx1"/>
            </a:solidFill>
            <a:miter lim="800000"/>
            <a:headEnd/>
            <a:tailEnd/>
          </a:ln>
        </p:spPr>
        <p:txBody>
          <a:bodyPr wrap="none" anchor="ctr"/>
          <a:lstStyle/>
          <a:p>
            <a:pPr algn="ctr" eaLnBrk="1" hangingPunct="1"/>
            <a:r>
              <a:rPr lang="zh-CN" altLang="en-US" b="1">
                <a:solidFill>
                  <a:srgbClr val="4D4D4D"/>
                </a:solidFill>
                <a:ea typeface="黑体" pitchFamily="2" charset="-122"/>
              </a:rPr>
              <a:t>网络层</a:t>
            </a:r>
          </a:p>
        </p:txBody>
      </p:sp>
      <p:sp>
        <p:nvSpPr>
          <p:cNvPr id="23559" name="Rectangle 7"/>
          <p:cNvSpPr>
            <a:spLocks noChangeArrowheads="1"/>
          </p:cNvSpPr>
          <p:nvPr/>
        </p:nvSpPr>
        <p:spPr bwMode="auto">
          <a:xfrm>
            <a:off x="5730875" y="3716338"/>
            <a:ext cx="792163" cy="360362"/>
          </a:xfrm>
          <a:prstGeom prst="rect">
            <a:avLst/>
          </a:prstGeom>
          <a:solidFill>
            <a:srgbClr val="FFCCCC"/>
          </a:solidFill>
          <a:ln w="9525">
            <a:solidFill>
              <a:schemeClr val="tx1"/>
            </a:solidFill>
            <a:miter lim="800000"/>
            <a:headEnd/>
            <a:tailEnd/>
          </a:ln>
        </p:spPr>
        <p:txBody>
          <a:bodyPr wrap="none" anchor="ctr"/>
          <a:lstStyle/>
          <a:p>
            <a:pPr algn="ctr" eaLnBrk="1" hangingPunct="1"/>
            <a:r>
              <a:rPr lang="zh-CN" altLang="en-US" b="1" dirty="0">
                <a:solidFill>
                  <a:srgbClr val="4D4D4D"/>
                </a:solidFill>
                <a:ea typeface="黑体" pitchFamily="2" charset="-122"/>
              </a:rPr>
              <a:t>网络层</a:t>
            </a:r>
          </a:p>
        </p:txBody>
      </p:sp>
      <p:sp>
        <p:nvSpPr>
          <p:cNvPr id="23560" name="Rectangle 8"/>
          <p:cNvSpPr>
            <a:spLocks noChangeArrowheads="1"/>
          </p:cNvSpPr>
          <p:nvPr/>
        </p:nvSpPr>
        <p:spPr bwMode="auto">
          <a:xfrm>
            <a:off x="7064375" y="3716338"/>
            <a:ext cx="792163" cy="360362"/>
          </a:xfrm>
          <a:prstGeom prst="rect">
            <a:avLst/>
          </a:prstGeom>
          <a:solidFill>
            <a:srgbClr val="FFCCCC"/>
          </a:solidFill>
          <a:ln w="9525">
            <a:solidFill>
              <a:schemeClr val="tx1"/>
            </a:solidFill>
            <a:miter lim="800000"/>
            <a:headEnd/>
            <a:tailEnd/>
          </a:ln>
        </p:spPr>
        <p:txBody>
          <a:bodyPr wrap="none" anchor="ctr"/>
          <a:lstStyle/>
          <a:p>
            <a:pPr algn="ctr" eaLnBrk="1" hangingPunct="1"/>
            <a:r>
              <a:rPr lang="zh-CN" altLang="en-US" b="1">
                <a:solidFill>
                  <a:srgbClr val="4D4D4D"/>
                </a:solidFill>
                <a:ea typeface="黑体" pitchFamily="2" charset="-122"/>
              </a:rPr>
              <a:t>网络层</a:t>
            </a:r>
          </a:p>
        </p:txBody>
      </p:sp>
      <p:sp>
        <p:nvSpPr>
          <p:cNvPr id="23561" name="Rectangle 9"/>
          <p:cNvSpPr>
            <a:spLocks noChangeArrowheads="1"/>
          </p:cNvSpPr>
          <p:nvPr/>
        </p:nvSpPr>
        <p:spPr bwMode="auto">
          <a:xfrm>
            <a:off x="8396288" y="3716338"/>
            <a:ext cx="792162" cy="360362"/>
          </a:xfrm>
          <a:prstGeom prst="rect">
            <a:avLst/>
          </a:prstGeom>
          <a:solidFill>
            <a:srgbClr val="FFCCCC"/>
          </a:solidFill>
          <a:ln w="9525">
            <a:solidFill>
              <a:schemeClr val="tx1"/>
            </a:solidFill>
            <a:miter lim="800000"/>
            <a:headEnd/>
            <a:tailEnd/>
          </a:ln>
        </p:spPr>
        <p:txBody>
          <a:bodyPr wrap="none" anchor="ctr"/>
          <a:lstStyle/>
          <a:p>
            <a:pPr algn="ctr" eaLnBrk="1" hangingPunct="1"/>
            <a:r>
              <a:rPr lang="zh-CN" altLang="en-US" b="1">
                <a:solidFill>
                  <a:srgbClr val="4D4D4D"/>
                </a:solidFill>
                <a:ea typeface="黑体" pitchFamily="2" charset="-122"/>
              </a:rPr>
              <a:t>网络层</a:t>
            </a:r>
          </a:p>
        </p:txBody>
      </p:sp>
      <p:sp>
        <p:nvSpPr>
          <p:cNvPr id="23562" name="Rectangle 10"/>
          <p:cNvSpPr>
            <a:spLocks noChangeArrowheads="1"/>
          </p:cNvSpPr>
          <p:nvPr/>
        </p:nvSpPr>
        <p:spPr bwMode="auto">
          <a:xfrm>
            <a:off x="9729788" y="3716338"/>
            <a:ext cx="792162" cy="360362"/>
          </a:xfrm>
          <a:prstGeom prst="rect">
            <a:avLst/>
          </a:prstGeom>
          <a:solidFill>
            <a:srgbClr val="FFCCCC"/>
          </a:solidFill>
          <a:ln w="9525">
            <a:solidFill>
              <a:schemeClr val="tx1"/>
            </a:solidFill>
            <a:miter lim="800000"/>
            <a:headEnd/>
            <a:tailEnd/>
          </a:ln>
        </p:spPr>
        <p:txBody>
          <a:bodyPr wrap="none" anchor="ctr"/>
          <a:lstStyle/>
          <a:p>
            <a:pPr algn="ctr" eaLnBrk="1" hangingPunct="1"/>
            <a:r>
              <a:rPr lang="zh-CN" altLang="en-US" b="1">
                <a:solidFill>
                  <a:srgbClr val="4D4D4D"/>
                </a:solidFill>
                <a:ea typeface="黑体" pitchFamily="2" charset="-122"/>
              </a:rPr>
              <a:t>网络层</a:t>
            </a:r>
          </a:p>
        </p:txBody>
      </p:sp>
      <p:sp>
        <p:nvSpPr>
          <p:cNvPr id="23563" name="Rectangle 11"/>
          <p:cNvSpPr>
            <a:spLocks noChangeArrowheads="1"/>
          </p:cNvSpPr>
          <p:nvPr/>
        </p:nvSpPr>
        <p:spPr bwMode="auto">
          <a:xfrm>
            <a:off x="4398963" y="3716338"/>
            <a:ext cx="792162" cy="360362"/>
          </a:xfrm>
          <a:prstGeom prst="rect">
            <a:avLst/>
          </a:prstGeom>
          <a:solidFill>
            <a:srgbClr val="FFCCCC"/>
          </a:solidFill>
          <a:ln w="9525">
            <a:solidFill>
              <a:schemeClr val="tx1"/>
            </a:solidFill>
            <a:miter lim="800000"/>
            <a:headEnd/>
            <a:tailEnd/>
          </a:ln>
        </p:spPr>
        <p:txBody>
          <a:bodyPr wrap="none" anchor="ctr"/>
          <a:lstStyle/>
          <a:p>
            <a:pPr algn="ctr" eaLnBrk="1" hangingPunct="1"/>
            <a:r>
              <a:rPr lang="zh-CN" altLang="en-US" b="1">
                <a:solidFill>
                  <a:srgbClr val="4D4D4D"/>
                </a:solidFill>
                <a:ea typeface="黑体" pitchFamily="2" charset="-122"/>
              </a:rPr>
              <a:t>网络层</a:t>
            </a:r>
          </a:p>
        </p:txBody>
      </p:sp>
      <p:sp>
        <p:nvSpPr>
          <p:cNvPr id="23564" name="Text Box 12"/>
          <p:cNvSpPr txBox="1">
            <a:spLocks noChangeArrowheads="1"/>
          </p:cNvSpPr>
          <p:nvPr/>
        </p:nvSpPr>
        <p:spPr bwMode="auto">
          <a:xfrm>
            <a:off x="2309813" y="3067050"/>
            <a:ext cx="1149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1800" b="1" dirty="0">
                <a:latin typeface="Arial" charset="0"/>
                <a:ea typeface="黑体" pitchFamily="2" charset="-122"/>
              </a:rPr>
              <a:t>IP </a:t>
            </a:r>
            <a:r>
              <a:rPr lang="zh-CN" altLang="en-US" sz="1800" b="1" dirty="0">
                <a:latin typeface="Arial" charset="0"/>
                <a:ea typeface="黑体" pitchFamily="2" charset="-122"/>
              </a:rPr>
              <a:t>数据报</a:t>
            </a:r>
          </a:p>
        </p:txBody>
      </p:sp>
      <p:sp>
        <p:nvSpPr>
          <p:cNvPr id="23565" name="Text Box 13"/>
          <p:cNvSpPr txBox="1">
            <a:spLocks noChangeArrowheads="1"/>
          </p:cNvSpPr>
          <p:nvPr/>
        </p:nvSpPr>
        <p:spPr bwMode="auto">
          <a:xfrm>
            <a:off x="1909763" y="4051300"/>
            <a:ext cx="4333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1800" b="1">
                <a:latin typeface="Arial" charset="0"/>
                <a:ea typeface="黑体" pitchFamily="2" charset="-122"/>
              </a:rPr>
              <a:t>H</a:t>
            </a:r>
            <a:r>
              <a:rPr lang="en-US" altLang="zh-CN" sz="1800" b="1" baseline="-25000">
                <a:latin typeface="Arial" charset="0"/>
                <a:ea typeface="黑体" pitchFamily="2" charset="-122"/>
              </a:rPr>
              <a:t>1</a:t>
            </a:r>
          </a:p>
        </p:txBody>
      </p:sp>
      <p:sp>
        <p:nvSpPr>
          <p:cNvPr id="23566" name="Text Box 14"/>
          <p:cNvSpPr txBox="1">
            <a:spLocks noChangeArrowheads="1"/>
          </p:cNvSpPr>
          <p:nvPr/>
        </p:nvSpPr>
        <p:spPr bwMode="auto">
          <a:xfrm>
            <a:off x="3257550" y="4051300"/>
            <a:ext cx="4333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1800" b="1">
                <a:latin typeface="Arial" charset="0"/>
                <a:ea typeface="黑体" pitchFamily="2" charset="-122"/>
              </a:rPr>
              <a:t>R</a:t>
            </a:r>
            <a:r>
              <a:rPr lang="en-US" altLang="zh-CN" sz="1800" b="1" baseline="-25000">
                <a:latin typeface="Arial" charset="0"/>
                <a:ea typeface="黑体" pitchFamily="2" charset="-122"/>
              </a:rPr>
              <a:t>1</a:t>
            </a:r>
          </a:p>
        </p:txBody>
      </p:sp>
      <p:sp>
        <p:nvSpPr>
          <p:cNvPr id="23567" name="Text Box 15"/>
          <p:cNvSpPr txBox="1">
            <a:spLocks noChangeArrowheads="1"/>
          </p:cNvSpPr>
          <p:nvPr/>
        </p:nvSpPr>
        <p:spPr bwMode="auto">
          <a:xfrm>
            <a:off x="4594225" y="4051300"/>
            <a:ext cx="4333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1800" b="1">
                <a:latin typeface="Arial" charset="0"/>
                <a:ea typeface="黑体" pitchFamily="2" charset="-122"/>
              </a:rPr>
              <a:t>R</a:t>
            </a:r>
            <a:r>
              <a:rPr lang="en-US" altLang="zh-CN" sz="1800" b="1" baseline="-25000">
                <a:latin typeface="Arial" charset="0"/>
                <a:ea typeface="黑体" pitchFamily="2" charset="-122"/>
              </a:rPr>
              <a:t>2</a:t>
            </a:r>
          </a:p>
        </p:txBody>
      </p:sp>
      <p:sp>
        <p:nvSpPr>
          <p:cNvPr id="23568" name="Text Box 16"/>
          <p:cNvSpPr txBox="1">
            <a:spLocks noChangeArrowheads="1"/>
          </p:cNvSpPr>
          <p:nvPr/>
        </p:nvSpPr>
        <p:spPr bwMode="auto">
          <a:xfrm>
            <a:off x="5930900" y="4051300"/>
            <a:ext cx="4333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1800" b="1">
                <a:latin typeface="Arial" charset="0"/>
                <a:ea typeface="黑体" pitchFamily="2" charset="-122"/>
              </a:rPr>
              <a:t>R</a:t>
            </a:r>
            <a:r>
              <a:rPr lang="en-US" altLang="zh-CN" sz="1800" b="1" baseline="-25000">
                <a:latin typeface="Arial" charset="0"/>
                <a:ea typeface="黑体" pitchFamily="2" charset="-122"/>
              </a:rPr>
              <a:t>3</a:t>
            </a:r>
          </a:p>
        </p:txBody>
      </p:sp>
      <p:sp>
        <p:nvSpPr>
          <p:cNvPr id="23569" name="Text Box 17"/>
          <p:cNvSpPr txBox="1">
            <a:spLocks noChangeArrowheads="1"/>
          </p:cNvSpPr>
          <p:nvPr/>
        </p:nvSpPr>
        <p:spPr bwMode="auto">
          <a:xfrm>
            <a:off x="7267575" y="4051300"/>
            <a:ext cx="4333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1800" b="1">
                <a:latin typeface="Arial" charset="0"/>
                <a:ea typeface="黑体" pitchFamily="2" charset="-122"/>
              </a:rPr>
              <a:t>R</a:t>
            </a:r>
            <a:r>
              <a:rPr lang="en-US" altLang="zh-CN" sz="1800" b="1" baseline="-25000">
                <a:latin typeface="Arial" charset="0"/>
                <a:ea typeface="黑体" pitchFamily="2" charset="-122"/>
              </a:rPr>
              <a:t>4</a:t>
            </a:r>
          </a:p>
        </p:txBody>
      </p:sp>
      <p:sp>
        <p:nvSpPr>
          <p:cNvPr id="23570" name="Text Box 18"/>
          <p:cNvSpPr txBox="1">
            <a:spLocks noChangeArrowheads="1"/>
          </p:cNvSpPr>
          <p:nvPr/>
        </p:nvSpPr>
        <p:spPr bwMode="auto">
          <a:xfrm>
            <a:off x="8604250" y="4051300"/>
            <a:ext cx="4333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1800" b="1">
                <a:latin typeface="Arial" charset="0"/>
                <a:ea typeface="黑体" pitchFamily="2" charset="-122"/>
              </a:rPr>
              <a:t>R</a:t>
            </a:r>
            <a:r>
              <a:rPr lang="en-US" altLang="zh-CN" sz="1800" b="1" baseline="-25000">
                <a:latin typeface="Arial" charset="0"/>
                <a:ea typeface="黑体" pitchFamily="2" charset="-122"/>
              </a:rPr>
              <a:t>5</a:t>
            </a:r>
          </a:p>
        </p:txBody>
      </p:sp>
      <p:sp>
        <p:nvSpPr>
          <p:cNvPr id="23571" name="Text Box 19"/>
          <p:cNvSpPr txBox="1">
            <a:spLocks noChangeArrowheads="1"/>
          </p:cNvSpPr>
          <p:nvPr/>
        </p:nvSpPr>
        <p:spPr bwMode="auto">
          <a:xfrm>
            <a:off x="9942513" y="4051300"/>
            <a:ext cx="4333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1800" b="1">
                <a:latin typeface="Arial" charset="0"/>
                <a:ea typeface="黑体" pitchFamily="2" charset="-122"/>
              </a:rPr>
              <a:t>H</a:t>
            </a:r>
            <a:r>
              <a:rPr lang="en-US" altLang="zh-CN" sz="1800" b="1" baseline="-25000">
                <a:latin typeface="Arial" charset="0"/>
                <a:ea typeface="黑体" pitchFamily="2" charset="-122"/>
              </a:rPr>
              <a:t>2</a:t>
            </a:r>
          </a:p>
        </p:txBody>
      </p:sp>
      <p:grpSp>
        <p:nvGrpSpPr>
          <p:cNvPr id="23572" name="Group 20"/>
          <p:cNvGrpSpPr>
            <a:grpSpLocks/>
          </p:cNvGrpSpPr>
          <p:nvPr/>
        </p:nvGrpSpPr>
        <p:grpSpPr bwMode="auto">
          <a:xfrm>
            <a:off x="2525713" y="3429000"/>
            <a:ext cx="720725" cy="215900"/>
            <a:chOff x="1156" y="2432"/>
            <a:chExt cx="454" cy="136"/>
          </a:xfrm>
        </p:grpSpPr>
        <p:sp>
          <p:nvSpPr>
            <p:cNvPr id="23588" name="Rectangle 21"/>
            <p:cNvSpPr>
              <a:spLocks noChangeArrowheads="1"/>
            </p:cNvSpPr>
            <p:nvPr/>
          </p:nvSpPr>
          <p:spPr bwMode="auto">
            <a:xfrm>
              <a:off x="1156" y="2432"/>
              <a:ext cx="318" cy="136"/>
            </a:xfrm>
            <a:prstGeom prst="rect">
              <a:avLst/>
            </a:prstGeom>
            <a:solidFill>
              <a:schemeClr val="hlink"/>
            </a:solidFill>
            <a:ln w="9525">
              <a:solidFill>
                <a:schemeClr val="hlink"/>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589" name="Line 22"/>
            <p:cNvSpPr>
              <a:spLocks noChangeShapeType="1"/>
            </p:cNvSpPr>
            <p:nvPr/>
          </p:nvSpPr>
          <p:spPr bwMode="auto">
            <a:xfrm>
              <a:off x="1429" y="2500"/>
              <a:ext cx="181" cy="0"/>
            </a:xfrm>
            <a:prstGeom prst="line">
              <a:avLst/>
            </a:prstGeom>
            <a:noFill/>
            <a:ln w="28575">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grpSp>
      <p:grpSp>
        <p:nvGrpSpPr>
          <p:cNvPr id="23573" name="Group 23"/>
          <p:cNvGrpSpPr>
            <a:grpSpLocks/>
          </p:cNvGrpSpPr>
          <p:nvPr/>
        </p:nvGrpSpPr>
        <p:grpSpPr bwMode="auto">
          <a:xfrm>
            <a:off x="3863975" y="3429000"/>
            <a:ext cx="720725" cy="215900"/>
            <a:chOff x="1156" y="2432"/>
            <a:chExt cx="454" cy="136"/>
          </a:xfrm>
        </p:grpSpPr>
        <p:sp>
          <p:nvSpPr>
            <p:cNvPr id="23586" name="Rectangle 24"/>
            <p:cNvSpPr>
              <a:spLocks noChangeArrowheads="1"/>
            </p:cNvSpPr>
            <p:nvPr/>
          </p:nvSpPr>
          <p:spPr bwMode="auto">
            <a:xfrm>
              <a:off x="1156" y="2432"/>
              <a:ext cx="318" cy="136"/>
            </a:xfrm>
            <a:prstGeom prst="rect">
              <a:avLst/>
            </a:prstGeom>
            <a:solidFill>
              <a:schemeClr val="hlink"/>
            </a:solidFill>
            <a:ln w="9525">
              <a:solidFill>
                <a:schemeClr val="hlink"/>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587" name="Line 25"/>
            <p:cNvSpPr>
              <a:spLocks noChangeShapeType="1"/>
            </p:cNvSpPr>
            <p:nvPr/>
          </p:nvSpPr>
          <p:spPr bwMode="auto">
            <a:xfrm>
              <a:off x="1429" y="2500"/>
              <a:ext cx="181" cy="0"/>
            </a:xfrm>
            <a:prstGeom prst="line">
              <a:avLst/>
            </a:prstGeom>
            <a:noFill/>
            <a:ln w="28575">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grpSp>
      <p:grpSp>
        <p:nvGrpSpPr>
          <p:cNvPr id="23574" name="Group 26"/>
          <p:cNvGrpSpPr>
            <a:grpSpLocks/>
          </p:cNvGrpSpPr>
          <p:nvPr/>
        </p:nvGrpSpPr>
        <p:grpSpPr bwMode="auto">
          <a:xfrm>
            <a:off x="5203825" y="3429000"/>
            <a:ext cx="720725" cy="215900"/>
            <a:chOff x="1156" y="2432"/>
            <a:chExt cx="454" cy="136"/>
          </a:xfrm>
        </p:grpSpPr>
        <p:sp>
          <p:nvSpPr>
            <p:cNvPr id="23584" name="Rectangle 27"/>
            <p:cNvSpPr>
              <a:spLocks noChangeArrowheads="1"/>
            </p:cNvSpPr>
            <p:nvPr/>
          </p:nvSpPr>
          <p:spPr bwMode="auto">
            <a:xfrm>
              <a:off x="1156" y="2432"/>
              <a:ext cx="318" cy="136"/>
            </a:xfrm>
            <a:prstGeom prst="rect">
              <a:avLst/>
            </a:prstGeom>
            <a:solidFill>
              <a:schemeClr val="hlink"/>
            </a:solidFill>
            <a:ln w="9525">
              <a:solidFill>
                <a:schemeClr val="hlink"/>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585" name="Line 28"/>
            <p:cNvSpPr>
              <a:spLocks noChangeShapeType="1"/>
            </p:cNvSpPr>
            <p:nvPr/>
          </p:nvSpPr>
          <p:spPr bwMode="auto">
            <a:xfrm>
              <a:off x="1429" y="2500"/>
              <a:ext cx="181" cy="0"/>
            </a:xfrm>
            <a:prstGeom prst="line">
              <a:avLst/>
            </a:prstGeom>
            <a:noFill/>
            <a:ln w="28575">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grpSp>
      <p:grpSp>
        <p:nvGrpSpPr>
          <p:cNvPr id="23575" name="Group 29"/>
          <p:cNvGrpSpPr>
            <a:grpSpLocks/>
          </p:cNvGrpSpPr>
          <p:nvPr/>
        </p:nvGrpSpPr>
        <p:grpSpPr bwMode="auto">
          <a:xfrm>
            <a:off x="6542088" y="3429000"/>
            <a:ext cx="720725" cy="215900"/>
            <a:chOff x="1156" y="2432"/>
            <a:chExt cx="454" cy="136"/>
          </a:xfrm>
        </p:grpSpPr>
        <p:sp>
          <p:nvSpPr>
            <p:cNvPr id="23582" name="Rectangle 30"/>
            <p:cNvSpPr>
              <a:spLocks noChangeArrowheads="1"/>
            </p:cNvSpPr>
            <p:nvPr/>
          </p:nvSpPr>
          <p:spPr bwMode="auto">
            <a:xfrm>
              <a:off x="1156" y="2432"/>
              <a:ext cx="318" cy="136"/>
            </a:xfrm>
            <a:prstGeom prst="rect">
              <a:avLst/>
            </a:prstGeom>
            <a:solidFill>
              <a:schemeClr val="hlink"/>
            </a:solidFill>
            <a:ln w="9525">
              <a:solidFill>
                <a:schemeClr val="hlink"/>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583" name="Line 31"/>
            <p:cNvSpPr>
              <a:spLocks noChangeShapeType="1"/>
            </p:cNvSpPr>
            <p:nvPr/>
          </p:nvSpPr>
          <p:spPr bwMode="auto">
            <a:xfrm>
              <a:off x="1429" y="2500"/>
              <a:ext cx="181" cy="0"/>
            </a:xfrm>
            <a:prstGeom prst="line">
              <a:avLst/>
            </a:prstGeom>
            <a:noFill/>
            <a:ln w="28575">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grpSp>
      <p:grpSp>
        <p:nvGrpSpPr>
          <p:cNvPr id="23576" name="Group 32"/>
          <p:cNvGrpSpPr>
            <a:grpSpLocks/>
          </p:cNvGrpSpPr>
          <p:nvPr/>
        </p:nvGrpSpPr>
        <p:grpSpPr bwMode="auto">
          <a:xfrm>
            <a:off x="7881938" y="3429000"/>
            <a:ext cx="720725" cy="215900"/>
            <a:chOff x="1156" y="2432"/>
            <a:chExt cx="454" cy="136"/>
          </a:xfrm>
        </p:grpSpPr>
        <p:sp>
          <p:nvSpPr>
            <p:cNvPr id="23580" name="Rectangle 33"/>
            <p:cNvSpPr>
              <a:spLocks noChangeArrowheads="1"/>
            </p:cNvSpPr>
            <p:nvPr/>
          </p:nvSpPr>
          <p:spPr bwMode="auto">
            <a:xfrm>
              <a:off x="1156" y="2432"/>
              <a:ext cx="318" cy="136"/>
            </a:xfrm>
            <a:prstGeom prst="rect">
              <a:avLst/>
            </a:prstGeom>
            <a:solidFill>
              <a:schemeClr val="hlink"/>
            </a:solidFill>
            <a:ln w="9525">
              <a:solidFill>
                <a:schemeClr val="hlink"/>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581" name="Line 34"/>
            <p:cNvSpPr>
              <a:spLocks noChangeShapeType="1"/>
            </p:cNvSpPr>
            <p:nvPr/>
          </p:nvSpPr>
          <p:spPr bwMode="auto">
            <a:xfrm>
              <a:off x="1429" y="2500"/>
              <a:ext cx="181" cy="0"/>
            </a:xfrm>
            <a:prstGeom prst="line">
              <a:avLst/>
            </a:prstGeom>
            <a:noFill/>
            <a:ln w="28575">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grpSp>
      <p:grpSp>
        <p:nvGrpSpPr>
          <p:cNvPr id="23577" name="Group 35"/>
          <p:cNvGrpSpPr>
            <a:grpSpLocks/>
          </p:cNvGrpSpPr>
          <p:nvPr/>
        </p:nvGrpSpPr>
        <p:grpSpPr bwMode="auto">
          <a:xfrm>
            <a:off x="9221788" y="3429000"/>
            <a:ext cx="720725" cy="215900"/>
            <a:chOff x="1156" y="2432"/>
            <a:chExt cx="454" cy="136"/>
          </a:xfrm>
        </p:grpSpPr>
        <p:sp>
          <p:nvSpPr>
            <p:cNvPr id="23578" name="Rectangle 36"/>
            <p:cNvSpPr>
              <a:spLocks noChangeArrowheads="1"/>
            </p:cNvSpPr>
            <p:nvPr/>
          </p:nvSpPr>
          <p:spPr bwMode="auto">
            <a:xfrm>
              <a:off x="1156" y="2432"/>
              <a:ext cx="318" cy="136"/>
            </a:xfrm>
            <a:prstGeom prst="rect">
              <a:avLst/>
            </a:prstGeom>
            <a:solidFill>
              <a:schemeClr val="hlink"/>
            </a:solidFill>
            <a:ln w="9525">
              <a:solidFill>
                <a:schemeClr val="hlink"/>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579" name="Line 37"/>
            <p:cNvSpPr>
              <a:spLocks noChangeShapeType="1"/>
            </p:cNvSpPr>
            <p:nvPr/>
          </p:nvSpPr>
          <p:spPr bwMode="auto">
            <a:xfrm>
              <a:off x="1429" y="2500"/>
              <a:ext cx="181" cy="0"/>
            </a:xfrm>
            <a:prstGeom prst="line">
              <a:avLst/>
            </a:prstGeom>
            <a:noFill/>
            <a:ln w="28575">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grpSp>
    </p:spTree>
    <p:extLst>
      <p:ext uri="{BB962C8B-B14F-4D97-AF65-F5344CB8AC3E}">
        <p14:creationId xmlns:p14="http://schemas.microsoft.com/office/powerpoint/2010/main" val="71939664"/>
      </p:ext>
    </p:extLst>
  </p:cSld>
  <p:clrMapOvr>
    <a:masterClrMapping/>
  </p:clrMapOvr>
  <p:transition spd="slow"/>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ltLang="zh-CN" dirty="0" smtClean="0"/>
              <a:t>4.2.2 IP</a:t>
            </a:r>
            <a:r>
              <a:rPr lang="zh-CN" altLang="en-US" dirty="0" smtClean="0"/>
              <a:t>地址</a:t>
            </a:r>
          </a:p>
        </p:txBody>
      </p:sp>
      <p:sp>
        <p:nvSpPr>
          <p:cNvPr id="32771" name="Rectangle 3"/>
          <p:cNvSpPr>
            <a:spLocks noGrp="1" noChangeArrowheads="1"/>
          </p:cNvSpPr>
          <p:nvPr>
            <p:ph idx="1"/>
          </p:nvPr>
        </p:nvSpPr>
        <p:spPr/>
        <p:txBody>
          <a:bodyPr/>
          <a:lstStyle/>
          <a:p>
            <a:pPr marL="342000" indent="14400" algn="just" eaLnBrk="1" hangingPunct="1"/>
            <a:r>
              <a:rPr lang="zh-CN" altLang="en-US" b="1" dirty="0" smtClean="0"/>
              <a:t>整个互联网是一个单一的、抽象的网络</a:t>
            </a:r>
            <a:r>
              <a:rPr lang="zh-CN" altLang="en-US" b="1" dirty="0"/>
              <a:t>，</a:t>
            </a:r>
            <a:r>
              <a:rPr lang="en-US" altLang="zh-CN" b="1" dirty="0" smtClean="0"/>
              <a:t>IP </a:t>
            </a:r>
            <a:r>
              <a:rPr lang="zh-CN" altLang="en-US" b="1" dirty="0" smtClean="0"/>
              <a:t>地址就是给每个连接在互联网上的主机（或路由器）的</a:t>
            </a:r>
            <a:r>
              <a:rPr lang="zh-CN" altLang="en-US" b="1" dirty="0" smtClean="0">
                <a:solidFill>
                  <a:schemeClr val="tx2">
                    <a:lumMod val="60000"/>
                    <a:lumOff val="40000"/>
                  </a:schemeClr>
                </a:solidFill>
              </a:rPr>
              <a:t>每一个接口</a:t>
            </a:r>
            <a:r>
              <a:rPr lang="zh-CN" altLang="en-US" b="1" dirty="0" smtClean="0"/>
              <a:t>分配的一个在全世界范围内</a:t>
            </a:r>
            <a:r>
              <a:rPr lang="zh-CN" altLang="en-US" b="1" dirty="0" smtClean="0">
                <a:solidFill>
                  <a:schemeClr val="tx2">
                    <a:lumMod val="60000"/>
                    <a:lumOff val="40000"/>
                  </a:schemeClr>
                </a:solidFill>
              </a:rPr>
              <a:t>唯一</a:t>
            </a:r>
            <a:r>
              <a:rPr lang="zh-CN" altLang="en-US" b="1" dirty="0" smtClean="0"/>
              <a:t>的 </a:t>
            </a:r>
            <a:r>
              <a:rPr lang="en-US" altLang="zh-CN" b="1" dirty="0" smtClean="0"/>
              <a:t>32 </a:t>
            </a:r>
            <a:r>
              <a:rPr lang="zh-CN" altLang="en-US" b="1" dirty="0" smtClean="0"/>
              <a:t>位的</a:t>
            </a:r>
            <a:r>
              <a:rPr lang="zh-CN" altLang="en-US" b="1" dirty="0" smtClean="0">
                <a:solidFill>
                  <a:srgbClr val="FF0000"/>
                </a:solidFill>
              </a:rPr>
              <a:t>标识符</a:t>
            </a:r>
            <a:r>
              <a:rPr lang="zh-CN" altLang="en-US" b="1" dirty="0" smtClean="0"/>
              <a:t>。</a:t>
            </a:r>
          </a:p>
          <a:p>
            <a:pPr marL="342000" indent="14400" algn="just" eaLnBrk="1" hangingPunct="1"/>
            <a:r>
              <a:rPr lang="en-US" altLang="zh-CN" b="1" dirty="0" smtClean="0"/>
              <a:t>IP </a:t>
            </a:r>
            <a:r>
              <a:rPr lang="zh-CN" altLang="en-US" b="1" dirty="0" smtClean="0"/>
              <a:t>地址由</a:t>
            </a:r>
            <a:r>
              <a:rPr lang="zh-CN" altLang="en-US" b="1" dirty="0" smtClean="0">
                <a:solidFill>
                  <a:srgbClr val="FF0000"/>
                </a:solidFill>
              </a:rPr>
              <a:t>互联网名字</a:t>
            </a:r>
            <a:r>
              <a:rPr lang="zh-CN" altLang="en-US" b="1" dirty="0">
                <a:solidFill>
                  <a:srgbClr val="FF0000"/>
                </a:solidFill>
              </a:rPr>
              <a:t>和</a:t>
            </a:r>
            <a:r>
              <a:rPr lang="zh-CN" altLang="en-US" b="1" dirty="0" smtClean="0">
                <a:solidFill>
                  <a:srgbClr val="FF0000"/>
                </a:solidFill>
              </a:rPr>
              <a:t>数字分配机构 </a:t>
            </a:r>
            <a:r>
              <a:rPr lang="en-US" altLang="zh-CN" b="1" dirty="0" smtClean="0"/>
              <a:t>ICANN (Internet Corporation for Assigned Names and Numbers) </a:t>
            </a:r>
            <a:r>
              <a:rPr lang="zh-CN" altLang="en-US" b="1" dirty="0" smtClean="0"/>
              <a:t>进行分配。</a:t>
            </a:r>
          </a:p>
        </p:txBody>
      </p:sp>
    </p:spTree>
    <p:extLst>
      <p:ext uri="{BB962C8B-B14F-4D97-AF65-F5344CB8AC3E}">
        <p14:creationId xmlns:p14="http://schemas.microsoft.com/office/powerpoint/2010/main" val="3477735029"/>
      </p:ext>
    </p:extLst>
  </p:cSld>
  <p:clrMapOvr>
    <a:masterClrMapping/>
  </p:clrMapOvr>
  <p:transition spd="slow"/>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nchor="ctr"/>
          <a:lstStyle/>
          <a:p>
            <a:pPr eaLnBrk="1" hangingPunct="1"/>
            <a:r>
              <a:rPr lang="en-US" altLang="zh-CN" dirty="0" smtClean="0"/>
              <a:t>IP </a:t>
            </a:r>
            <a:r>
              <a:rPr lang="zh-CN" altLang="en-US" dirty="0" smtClean="0"/>
              <a:t>地址及其表示方法 </a:t>
            </a:r>
          </a:p>
        </p:txBody>
      </p:sp>
      <p:grpSp>
        <p:nvGrpSpPr>
          <p:cNvPr id="53251" name="Group 27"/>
          <p:cNvGrpSpPr>
            <a:grpSpLocks/>
          </p:cNvGrpSpPr>
          <p:nvPr/>
        </p:nvGrpSpPr>
        <p:grpSpPr bwMode="auto">
          <a:xfrm>
            <a:off x="989013" y="1598613"/>
            <a:ext cx="9859962" cy="830262"/>
            <a:chOff x="-224" y="1324"/>
            <a:chExt cx="6211" cy="523"/>
          </a:xfrm>
        </p:grpSpPr>
        <p:sp>
          <p:nvSpPr>
            <p:cNvPr id="53271" name="Rectangle 6"/>
            <p:cNvSpPr>
              <a:spLocks noChangeArrowheads="1"/>
            </p:cNvSpPr>
            <p:nvPr/>
          </p:nvSpPr>
          <p:spPr bwMode="auto">
            <a:xfrm>
              <a:off x="2502" y="1351"/>
              <a:ext cx="3485" cy="410"/>
            </a:xfrm>
            <a:prstGeom prst="rect">
              <a:avLst/>
            </a:prstGeom>
            <a:solidFill>
              <a:srgbClr val="FFFF99"/>
            </a:solidFill>
            <a:ln w="9525">
              <a:solidFill>
                <a:schemeClr val="tx1"/>
              </a:solidFill>
              <a:miter lim="800000"/>
              <a:headEnd/>
              <a:tailEnd/>
            </a:ln>
          </p:spPr>
          <p:txBody>
            <a:bodyPr wrap="none" anchor="ctr"/>
            <a:lstStyle/>
            <a:p>
              <a:pPr eaLnBrk="1" hangingPunct="1"/>
              <a:r>
                <a:rPr kumimoji="1" lang="en-US" altLang="zh-CN" sz="2400" b="1">
                  <a:solidFill>
                    <a:srgbClr val="333399"/>
                  </a:solidFill>
                  <a:ea typeface="黑体" pitchFamily="2" charset="-122"/>
                </a:rPr>
                <a:t>10000000000010110000001100011111 </a:t>
              </a:r>
            </a:p>
          </p:txBody>
        </p:sp>
        <p:sp>
          <p:nvSpPr>
            <p:cNvPr id="53272" name="Text Box 7"/>
            <p:cNvSpPr txBox="1">
              <a:spLocks noChangeArrowheads="1"/>
            </p:cNvSpPr>
            <p:nvPr/>
          </p:nvSpPr>
          <p:spPr bwMode="auto">
            <a:xfrm>
              <a:off x="-224" y="1324"/>
              <a:ext cx="1954"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zh-CN" altLang="en-US" sz="2400" b="1" dirty="0">
                  <a:solidFill>
                    <a:srgbClr val="333399"/>
                  </a:solidFill>
                  <a:latin typeface="Arial" charset="0"/>
                  <a:ea typeface="黑体" pitchFamily="2" charset="-122"/>
                </a:rPr>
                <a:t>机器中存放的 </a:t>
              </a:r>
              <a:r>
                <a:rPr kumimoji="1" lang="en-US" altLang="zh-CN" sz="2400" b="1" dirty="0">
                  <a:solidFill>
                    <a:srgbClr val="333399"/>
                  </a:solidFill>
                  <a:latin typeface="Arial" charset="0"/>
                  <a:ea typeface="黑体" pitchFamily="2" charset="-122"/>
                </a:rPr>
                <a:t>IP </a:t>
              </a:r>
              <a:r>
                <a:rPr kumimoji="1" lang="zh-CN" altLang="en-US" sz="2400" b="1" dirty="0">
                  <a:solidFill>
                    <a:srgbClr val="333399"/>
                  </a:solidFill>
                  <a:latin typeface="Arial" charset="0"/>
                  <a:ea typeface="黑体" pitchFamily="2" charset="-122"/>
                </a:rPr>
                <a:t>地址</a:t>
              </a:r>
            </a:p>
            <a:p>
              <a:pPr algn="ctr" eaLnBrk="1" hangingPunct="1"/>
              <a:r>
                <a:rPr kumimoji="1" lang="zh-CN" altLang="en-US" sz="2400" b="1" dirty="0">
                  <a:solidFill>
                    <a:srgbClr val="333399"/>
                  </a:solidFill>
                  <a:latin typeface="Arial" charset="0"/>
                  <a:ea typeface="黑体" pitchFamily="2" charset="-122"/>
                </a:rPr>
                <a:t>是 </a:t>
              </a:r>
              <a:r>
                <a:rPr kumimoji="1" lang="en-US" altLang="zh-CN" sz="2400" b="1" dirty="0">
                  <a:solidFill>
                    <a:srgbClr val="333399"/>
                  </a:solidFill>
                  <a:latin typeface="Arial" charset="0"/>
                  <a:ea typeface="黑体" pitchFamily="2" charset="-122"/>
                </a:rPr>
                <a:t>32 </a:t>
              </a:r>
              <a:r>
                <a:rPr kumimoji="1" lang="zh-CN" altLang="en-US" sz="2400" b="1" dirty="0" smtClean="0">
                  <a:solidFill>
                    <a:srgbClr val="333399"/>
                  </a:solidFill>
                  <a:latin typeface="Arial" charset="0"/>
                  <a:ea typeface="黑体" pitchFamily="2" charset="-122"/>
                </a:rPr>
                <a:t>位二进制代码</a:t>
              </a:r>
              <a:endParaRPr kumimoji="1" lang="zh-CN" altLang="en-US" sz="2400" b="1" dirty="0">
                <a:solidFill>
                  <a:srgbClr val="333399"/>
                </a:solidFill>
                <a:latin typeface="Arial" charset="0"/>
                <a:ea typeface="黑体" pitchFamily="2" charset="-122"/>
              </a:endParaRPr>
            </a:p>
          </p:txBody>
        </p:sp>
        <p:sp>
          <p:nvSpPr>
            <p:cNvPr id="53273" name="Line 8"/>
            <p:cNvSpPr>
              <a:spLocks noChangeShapeType="1"/>
            </p:cNvSpPr>
            <p:nvPr/>
          </p:nvSpPr>
          <p:spPr bwMode="auto">
            <a:xfrm>
              <a:off x="2052" y="1557"/>
              <a:ext cx="368" cy="0"/>
            </a:xfrm>
            <a:prstGeom prst="line">
              <a:avLst/>
            </a:prstGeom>
            <a:noFill/>
            <a:ln w="3810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grpSp>
      <p:grpSp>
        <p:nvGrpSpPr>
          <p:cNvPr id="3" name="Group 30"/>
          <p:cNvGrpSpPr>
            <a:grpSpLocks/>
          </p:cNvGrpSpPr>
          <p:nvPr/>
        </p:nvGrpSpPr>
        <p:grpSpPr bwMode="auto">
          <a:xfrm>
            <a:off x="911225" y="2574925"/>
            <a:ext cx="10748963" cy="830263"/>
            <a:chOff x="-253" y="1822"/>
            <a:chExt cx="6771" cy="523"/>
          </a:xfrm>
        </p:grpSpPr>
        <p:sp>
          <p:nvSpPr>
            <p:cNvPr id="53268" name="Text Box 5"/>
            <p:cNvSpPr txBox="1">
              <a:spLocks noChangeArrowheads="1"/>
            </p:cNvSpPr>
            <p:nvPr/>
          </p:nvSpPr>
          <p:spPr bwMode="auto">
            <a:xfrm>
              <a:off x="2388" y="1898"/>
              <a:ext cx="413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400" b="1">
                  <a:solidFill>
                    <a:srgbClr val="333399"/>
                  </a:solidFill>
                  <a:latin typeface="Arial" charset="0"/>
                  <a:ea typeface="黑体" pitchFamily="2" charset="-122"/>
                </a:rPr>
                <a:t>10000000   00001011    00000011   00011111 </a:t>
              </a:r>
            </a:p>
          </p:txBody>
        </p:sp>
        <p:sp>
          <p:nvSpPr>
            <p:cNvPr id="53269" name="Text Box 9"/>
            <p:cNvSpPr txBox="1">
              <a:spLocks noChangeArrowheads="1"/>
            </p:cNvSpPr>
            <p:nvPr/>
          </p:nvSpPr>
          <p:spPr bwMode="auto">
            <a:xfrm>
              <a:off x="-253" y="1822"/>
              <a:ext cx="2076"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zh-CN" altLang="en-US" sz="2400" b="1">
                  <a:solidFill>
                    <a:srgbClr val="333399"/>
                  </a:solidFill>
                  <a:latin typeface="Arial" charset="0"/>
                  <a:ea typeface="黑体" pitchFamily="2" charset="-122"/>
                </a:rPr>
                <a:t>每隔 </a:t>
              </a:r>
              <a:r>
                <a:rPr kumimoji="1" lang="en-US" altLang="zh-CN" sz="2400" b="1">
                  <a:solidFill>
                    <a:srgbClr val="333399"/>
                  </a:solidFill>
                  <a:latin typeface="Arial" charset="0"/>
                  <a:ea typeface="黑体" pitchFamily="2" charset="-122"/>
                </a:rPr>
                <a:t>8 </a:t>
              </a:r>
              <a:r>
                <a:rPr kumimoji="1" lang="zh-CN" altLang="en-US" sz="2400" b="1">
                  <a:solidFill>
                    <a:srgbClr val="333399"/>
                  </a:solidFill>
                  <a:latin typeface="Arial" charset="0"/>
                  <a:ea typeface="黑体" pitchFamily="2" charset="-122"/>
                </a:rPr>
                <a:t>位插入一个空格</a:t>
              </a:r>
            </a:p>
            <a:p>
              <a:pPr algn="ctr" eaLnBrk="1" hangingPunct="1"/>
              <a:r>
                <a:rPr kumimoji="1" lang="zh-CN" altLang="en-US" sz="2400" b="1">
                  <a:solidFill>
                    <a:srgbClr val="333399"/>
                  </a:solidFill>
                  <a:latin typeface="Arial" charset="0"/>
                  <a:ea typeface="黑体" pitchFamily="2" charset="-122"/>
                </a:rPr>
                <a:t>能够提高可读性</a:t>
              </a:r>
            </a:p>
          </p:txBody>
        </p:sp>
        <p:sp>
          <p:nvSpPr>
            <p:cNvPr id="53270" name="Line 10"/>
            <p:cNvSpPr>
              <a:spLocks noChangeShapeType="1"/>
            </p:cNvSpPr>
            <p:nvPr/>
          </p:nvSpPr>
          <p:spPr bwMode="auto">
            <a:xfrm>
              <a:off x="2052" y="2047"/>
              <a:ext cx="368" cy="0"/>
            </a:xfrm>
            <a:prstGeom prst="line">
              <a:avLst/>
            </a:prstGeom>
            <a:noFill/>
            <a:ln w="3810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grpSp>
      <p:sp>
        <p:nvSpPr>
          <p:cNvPr id="206859" name="Text Box 11"/>
          <p:cNvSpPr txBox="1">
            <a:spLocks noChangeArrowheads="1"/>
          </p:cNvSpPr>
          <p:nvPr/>
        </p:nvSpPr>
        <p:spPr bwMode="auto">
          <a:xfrm>
            <a:off x="1003300" y="4602163"/>
            <a:ext cx="341632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800" b="1" dirty="0">
                <a:solidFill>
                  <a:srgbClr val="333399"/>
                </a:solidFill>
                <a:latin typeface="Arial" charset="0"/>
                <a:ea typeface="黑体" pitchFamily="2" charset="-122"/>
              </a:rPr>
              <a:t>两个</a:t>
            </a:r>
            <a:r>
              <a:rPr kumimoji="1" lang="zh-CN" altLang="en-US" sz="2800" b="1" dirty="0" smtClean="0">
                <a:solidFill>
                  <a:srgbClr val="333399"/>
                </a:solidFill>
                <a:latin typeface="Arial" charset="0"/>
                <a:ea typeface="黑体" pitchFamily="2" charset="-122"/>
              </a:rPr>
              <a:t>数字之间加上</a:t>
            </a:r>
            <a:endParaRPr kumimoji="1" lang="en-US" altLang="zh-CN" sz="2800" b="1" dirty="0" smtClean="0">
              <a:solidFill>
                <a:srgbClr val="333399"/>
              </a:solidFill>
              <a:latin typeface="Arial" charset="0"/>
              <a:ea typeface="黑体" pitchFamily="2" charset="-122"/>
            </a:endParaRPr>
          </a:p>
          <a:p>
            <a:pPr eaLnBrk="1" hangingPunct="1"/>
            <a:r>
              <a:rPr kumimoji="1" lang="zh-CN" altLang="en-US" sz="2800" b="1" dirty="0" smtClean="0">
                <a:solidFill>
                  <a:srgbClr val="333399"/>
                </a:solidFill>
                <a:latin typeface="Arial" charset="0"/>
                <a:ea typeface="黑体" pitchFamily="2" charset="-122"/>
              </a:rPr>
              <a:t>一个小数点，这就是</a:t>
            </a:r>
            <a:endParaRPr kumimoji="1" lang="en-US" altLang="zh-CN" sz="2800" b="1" dirty="0" smtClean="0">
              <a:solidFill>
                <a:srgbClr val="333399"/>
              </a:solidFill>
              <a:latin typeface="Arial" charset="0"/>
              <a:ea typeface="黑体" pitchFamily="2" charset="-122"/>
            </a:endParaRPr>
          </a:p>
          <a:p>
            <a:pPr eaLnBrk="1" hangingPunct="1"/>
            <a:r>
              <a:rPr kumimoji="1" lang="zh-CN" altLang="en-US" sz="2800" b="1" dirty="0" smtClean="0">
                <a:solidFill>
                  <a:srgbClr val="FF0000"/>
                </a:solidFill>
                <a:latin typeface="Arial" charset="0"/>
                <a:ea typeface="黑体" pitchFamily="2" charset="-122"/>
              </a:rPr>
              <a:t>点</a:t>
            </a:r>
            <a:r>
              <a:rPr kumimoji="1" lang="zh-CN" altLang="en-US" sz="2800" b="1" dirty="0">
                <a:solidFill>
                  <a:srgbClr val="FF0000"/>
                </a:solidFill>
                <a:latin typeface="Arial" charset="0"/>
                <a:ea typeface="黑体" pitchFamily="2" charset="-122"/>
              </a:rPr>
              <a:t>分十进制记</a:t>
            </a:r>
            <a:r>
              <a:rPr kumimoji="1" lang="zh-CN" altLang="en-US" sz="2800" b="1" dirty="0" smtClean="0">
                <a:solidFill>
                  <a:srgbClr val="FF0000"/>
                </a:solidFill>
                <a:latin typeface="Arial" charset="0"/>
                <a:ea typeface="黑体" pitchFamily="2" charset="-122"/>
              </a:rPr>
              <a:t>法</a:t>
            </a:r>
            <a:endParaRPr kumimoji="1" lang="zh-CN" altLang="en-US" sz="2800" b="1" dirty="0">
              <a:solidFill>
                <a:srgbClr val="FF0000"/>
              </a:solidFill>
              <a:latin typeface="Arial" charset="0"/>
              <a:ea typeface="黑体" pitchFamily="2" charset="-122"/>
            </a:endParaRPr>
          </a:p>
        </p:txBody>
      </p:sp>
      <p:sp>
        <p:nvSpPr>
          <p:cNvPr id="206860" name="Text Box 12"/>
          <p:cNvSpPr txBox="1">
            <a:spLocks noChangeArrowheads="1"/>
          </p:cNvSpPr>
          <p:nvPr/>
        </p:nvSpPr>
        <p:spPr bwMode="auto">
          <a:xfrm>
            <a:off x="7747000" y="4962525"/>
            <a:ext cx="1873250" cy="461963"/>
          </a:xfrm>
          <a:prstGeom prst="rect">
            <a:avLst/>
          </a:prstGeom>
          <a:noFill/>
          <a:ln w="952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400" b="1">
                <a:solidFill>
                  <a:srgbClr val="333399"/>
                </a:solidFill>
                <a:latin typeface="Arial" charset="0"/>
                <a:ea typeface="黑体" pitchFamily="2" charset="-122"/>
              </a:rPr>
              <a:t>128.11.3.31 </a:t>
            </a:r>
          </a:p>
        </p:txBody>
      </p:sp>
      <p:sp>
        <p:nvSpPr>
          <p:cNvPr id="206861" name="AutoShape 13"/>
          <p:cNvSpPr>
            <a:spLocks/>
          </p:cNvSpPr>
          <p:nvPr/>
        </p:nvSpPr>
        <p:spPr bwMode="auto">
          <a:xfrm rot="-5400000">
            <a:off x="5751513" y="2617788"/>
            <a:ext cx="258762" cy="1160462"/>
          </a:xfrm>
          <a:prstGeom prst="leftBrace">
            <a:avLst>
              <a:gd name="adj1" fmla="val 32721"/>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b="1">
              <a:latin typeface="Tahoma" pitchFamily="34" charset="0"/>
              <a:ea typeface="黑体" pitchFamily="2" charset="-122"/>
            </a:endParaRPr>
          </a:p>
        </p:txBody>
      </p:sp>
      <p:sp>
        <p:nvSpPr>
          <p:cNvPr id="206862" name="AutoShape 14"/>
          <p:cNvSpPr>
            <a:spLocks/>
          </p:cNvSpPr>
          <p:nvPr/>
        </p:nvSpPr>
        <p:spPr bwMode="auto">
          <a:xfrm rot="-5400000">
            <a:off x="7342996" y="2625740"/>
            <a:ext cx="258762" cy="1220758"/>
          </a:xfrm>
          <a:prstGeom prst="leftBrace">
            <a:avLst>
              <a:gd name="adj1" fmla="val 31902"/>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b="1">
              <a:latin typeface="Tahoma" pitchFamily="34" charset="0"/>
              <a:ea typeface="黑体" pitchFamily="2" charset="-122"/>
            </a:endParaRPr>
          </a:p>
        </p:txBody>
      </p:sp>
      <p:sp>
        <p:nvSpPr>
          <p:cNvPr id="206863" name="AutoShape 15"/>
          <p:cNvSpPr>
            <a:spLocks/>
          </p:cNvSpPr>
          <p:nvPr/>
        </p:nvSpPr>
        <p:spPr bwMode="auto">
          <a:xfrm rot="-5400000">
            <a:off x="9026958" y="2663737"/>
            <a:ext cx="258763" cy="1224136"/>
          </a:xfrm>
          <a:prstGeom prst="leftBrace">
            <a:avLst>
              <a:gd name="adj1" fmla="val 34407"/>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b="1">
              <a:latin typeface="Tahoma" pitchFamily="34" charset="0"/>
              <a:ea typeface="黑体" pitchFamily="2" charset="-122"/>
            </a:endParaRPr>
          </a:p>
        </p:txBody>
      </p:sp>
      <p:sp>
        <p:nvSpPr>
          <p:cNvPr id="206864" name="AutoShape 16"/>
          <p:cNvSpPr>
            <a:spLocks/>
          </p:cNvSpPr>
          <p:nvPr/>
        </p:nvSpPr>
        <p:spPr bwMode="auto">
          <a:xfrm rot="-5400000">
            <a:off x="10580588" y="2733774"/>
            <a:ext cx="258763" cy="1141213"/>
          </a:xfrm>
          <a:prstGeom prst="leftBrace">
            <a:avLst>
              <a:gd name="adj1" fmla="val 34407"/>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b="1">
              <a:latin typeface="Tahoma" pitchFamily="34" charset="0"/>
              <a:ea typeface="黑体" pitchFamily="2" charset="-122"/>
            </a:endParaRPr>
          </a:p>
        </p:txBody>
      </p:sp>
      <p:sp>
        <p:nvSpPr>
          <p:cNvPr id="206865" name="Text Box 17"/>
          <p:cNvSpPr txBox="1">
            <a:spLocks noChangeArrowheads="1"/>
          </p:cNvSpPr>
          <p:nvPr/>
        </p:nvSpPr>
        <p:spPr bwMode="auto">
          <a:xfrm>
            <a:off x="5522913" y="3681413"/>
            <a:ext cx="56120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400" b="1" dirty="0">
                <a:solidFill>
                  <a:srgbClr val="333399"/>
                </a:solidFill>
                <a:latin typeface="Arial" charset="0"/>
                <a:ea typeface="黑体" pitchFamily="2" charset="-122"/>
              </a:rPr>
              <a:t>128               11                 </a:t>
            </a:r>
            <a:r>
              <a:rPr kumimoji="1" lang="en-US" altLang="zh-CN" sz="2400" b="1" dirty="0" smtClean="0">
                <a:solidFill>
                  <a:srgbClr val="333399"/>
                </a:solidFill>
                <a:latin typeface="Arial" charset="0"/>
                <a:ea typeface="黑体" pitchFamily="2" charset="-122"/>
              </a:rPr>
              <a:t>3               31 </a:t>
            </a:r>
            <a:endParaRPr kumimoji="1" lang="en-US" altLang="zh-CN" sz="2400" b="1" dirty="0">
              <a:solidFill>
                <a:srgbClr val="333399"/>
              </a:solidFill>
              <a:latin typeface="Arial" charset="0"/>
              <a:ea typeface="黑体" pitchFamily="2" charset="-122"/>
            </a:endParaRPr>
          </a:p>
        </p:txBody>
      </p:sp>
      <p:grpSp>
        <p:nvGrpSpPr>
          <p:cNvPr id="4" name="Group 31"/>
          <p:cNvGrpSpPr>
            <a:grpSpLocks/>
          </p:cNvGrpSpPr>
          <p:nvPr/>
        </p:nvGrpSpPr>
        <p:grpSpPr bwMode="auto">
          <a:xfrm>
            <a:off x="5883275" y="4006850"/>
            <a:ext cx="4827597" cy="822325"/>
            <a:chOff x="2835" y="2614"/>
            <a:chExt cx="2084" cy="518"/>
          </a:xfrm>
        </p:grpSpPr>
        <p:sp>
          <p:nvSpPr>
            <p:cNvPr id="53264" name="Line 18"/>
            <p:cNvSpPr>
              <a:spLocks noChangeShapeType="1"/>
            </p:cNvSpPr>
            <p:nvPr/>
          </p:nvSpPr>
          <p:spPr bwMode="auto">
            <a:xfrm>
              <a:off x="2835" y="2659"/>
              <a:ext cx="845" cy="473"/>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53265" name="Line 19"/>
            <p:cNvSpPr>
              <a:spLocks noChangeShapeType="1"/>
            </p:cNvSpPr>
            <p:nvPr/>
          </p:nvSpPr>
          <p:spPr bwMode="auto">
            <a:xfrm flipH="1">
              <a:off x="4316" y="2641"/>
              <a:ext cx="603" cy="473"/>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53266" name="Line 20"/>
            <p:cNvSpPr>
              <a:spLocks noChangeShapeType="1"/>
            </p:cNvSpPr>
            <p:nvPr/>
          </p:nvSpPr>
          <p:spPr bwMode="auto">
            <a:xfrm>
              <a:off x="3560" y="2614"/>
              <a:ext cx="382" cy="50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53267" name="Line 21"/>
            <p:cNvSpPr>
              <a:spLocks noChangeShapeType="1"/>
            </p:cNvSpPr>
            <p:nvPr/>
          </p:nvSpPr>
          <p:spPr bwMode="auto">
            <a:xfrm flipH="1">
              <a:off x="4117" y="2623"/>
              <a:ext cx="131" cy="502"/>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grpSp>
      <p:sp>
        <p:nvSpPr>
          <p:cNvPr id="206870" name="Text Box 22"/>
          <p:cNvSpPr txBox="1">
            <a:spLocks noChangeArrowheads="1"/>
          </p:cNvSpPr>
          <p:nvPr/>
        </p:nvSpPr>
        <p:spPr bwMode="auto">
          <a:xfrm>
            <a:off x="1033463" y="3633788"/>
            <a:ext cx="2989262"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zh-CN" altLang="en-US" sz="2400" b="1">
                <a:solidFill>
                  <a:srgbClr val="333399"/>
                </a:solidFill>
                <a:latin typeface="Arial" charset="0"/>
                <a:ea typeface="黑体" pitchFamily="2" charset="-122"/>
              </a:rPr>
              <a:t>将每 </a:t>
            </a:r>
            <a:r>
              <a:rPr kumimoji="1" lang="en-US" altLang="zh-CN" sz="2400" b="1">
                <a:solidFill>
                  <a:srgbClr val="333399"/>
                </a:solidFill>
                <a:latin typeface="Arial" charset="0"/>
                <a:ea typeface="黑体" pitchFamily="2" charset="-122"/>
              </a:rPr>
              <a:t>8 </a:t>
            </a:r>
            <a:r>
              <a:rPr kumimoji="1" lang="zh-CN" altLang="en-US" sz="2400" b="1">
                <a:solidFill>
                  <a:srgbClr val="333399"/>
                </a:solidFill>
                <a:latin typeface="Arial" charset="0"/>
                <a:ea typeface="黑体" pitchFamily="2" charset="-122"/>
              </a:rPr>
              <a:t>位的二进制数</a:t>
            </a:r>
          </a:p>
          <a:p>
            <a:pPr algn="ctr" eaLnBrk="1" hangingPunct="1"/>
            <a:r>
              <a:rPr kumimoji="1" lang="zh-CN" altLang="en-US" sz="2400" b="1">
                <a:solidFill>
                  <a:srgbClr val="333399"/>
                </a:solidFill>
                <a:latin typeface="Arial" charset="0"/>
                <a:ea typeface="黑体" pitchFamily="2" charset="-122"/>
              </a:rPr>
              <a:t>转换为十进制数</a:t>
            </a:r>
          </a:p>
        </p:txBody>
      </p:sp>
      <p:sp>
        <p:nvSpPr>
          <p:cNvPr id="206871" name="Line 23"/>
          <p:cNvSpPr>
            <a:spLocks noChangeShapeType="1"/>
          </p:cNvSpPr>
          <p:nvPr/>
        </p:nvSpPr>
        <p:spPr bwMode="auto">
          <a:xfrm flipV="1">
            <a:off x="4640263" y="3876675"/>
            <a:ext cx="890587" cy="0"/>
          </a:xfrm>
          <a:prstGeom prst="line">
            <a:avLst/>
          </a:prstGeom>
          <a:noFill/>
          <a:ln w="38100">
            <a:solidFill>
              <a:srgbClr val="333399"/>
            </a:solidFill>
            <a:round/>
            <a:headEnd type="none" w="lg"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206872" name="Line 24"/>
          <p:cNvSpPr>
            <a:spLocks noChangeShapeType="1"/>
          </p:cNvSpPr>
          <p:nvPr/>
        </p:nvSpPr>
        <p:spPr bwMode="auto">
          <a:xfrm>
            <a:off x="4581525" y="5078413"/>
            <a:ext cx="1973263" cy="0"/>
          </a:xfrm>
          <a:prstGeom prst="line">
            <a:avLst/>
          </a:prstGeom>
          <a:noFill/>
          <a:ln w="76200">
            <a:solidFill>
              <a:schemeClr va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Tree>
    <p:extLst>
      <p:ext uri="{BB962C8B-B14F-4D97-AF65-F5344CB8AC3E}">
        <p14:creationId xmlns:p14="http://schemas.microsoft.com/office/powerpoint/2010/main" val="1349646617"/>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686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687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687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686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686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686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686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6859"/>
                                        </p:tgtEl>
                                        <p:attrNameLst>
                                          <p:attrName>style.visibility</p:attrName>
                                        </p:attrNameLst>
                                      </p:cBhvr>
                                      <p:to>
                                        <p:strVal val="visible"/>
                                      </p:to>
                                    </p:set>
                                  </p:childTnLst>
                                </p:cTn>
                              </p:par>
                            </p:childTnLst>
                          </p:cTn>
                        </p:par>
                        <p:par>
                          <p:cTn id="27" fill="hold" nodeType="afterGroup">
                            <p:stCondLst>
                              <p:cond delay="0"/>
                            </p:stCondLst>
                            <p:childTnLst>
                              <p:par>
                                <p:cTn id="28" presetID="22" presetClass="entr" presetSubtype="1" fill="hold" nodeType="after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wipe(up)">
                                      <p:cBhvr>
                                        <p:cTn id="30" dur="500"/>
                                        <p:tgtEl>
                                          <p:spTgt spid="4"/>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206872"/>
                                        </p:tgtEl>
                                        <p:attrNameLst>
                                          <p:attrName>style.visibility</p:attrName>
                                        </p:attrNameLst>
                                      </p:cBhvr>
                                      <p:to>
                                        <p:strVal val="visible"/>
                                      </p:to>
                                    </p:set>
                                    <p:animEffect transition="in" filter="wipe(left)">
                                      <p:cBhvr>
                                        <p:cTn id="33" dur="500"/>
                                        <p:tgtEl>
                                          <p:spTgt spid="206872"/>
                                        </p:tgtEl>
                                      </p:cBhvr>
                                    </p:animEffect>
                                  </p:childTnLst>
                                </p:cTn>
                              </p:par>
                            </p:childTnLst>
                          </p:cTn>
                        </p:par>
                        <p:par>
                          <p:cTn id="34" fill="hold" nodeType="afterGroup">
                            <p:stCondLst>
                              <p:cond delay="500"/>
                            </p:stCondLst>
                            <p:childTnLst>
                              <p:par>
                                <p:cTn id="35" presetID="1" presetClass="entr" presetSubtype="0" fill="hold" grpId="0" nodeType="afterEffect">
                                  <p:stCondLst>
                                    <p:cond delay="0"/>
                                  </p:stCondLst>
                                  <p:childTnLst>
                                    <p:set>
                                      <p:cBhvr>
                                        <p:cTn id="36" dur="1" fill="hold">
                                          <p:stCondLst>
                                            <p:cond delay="0"/>
                                          </p:stCondLst>
                                        </p:cTn>
                                        <p:tgtEl>
                                          <p:spTgt spid="2068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9" grpId="0"/>
      <p:bldP spid="206860" grpId="0" animBg="1"/>
      <p:bldP spid="206861" grpId="0" animBg="1"/>
      <p:bldP spid="206862" grpId="0" animBg="1"/>
      <p:bldP spid="206863" grpId="0" animBg="1"/>
      <p:bldP spid="206864" grpId="0" animBg="1"/>
      <p:bldP spid="206865" grpId="0"/>
      <p:bldP spid="206870" grpId="0"/>
      <p:bldP spid="206871" grpId="0" animBg="1"/>
      <p:bldP spid="20687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3"/>
          <p:cNvSpPr>
            <a:spLocks noChangeArrowheads="1"/>
          </p:cNvSpPr>
          <p:nvPr/>
        </p:nvSpPr>
        <p:spPr bwMode="auto">
          <a:xfrm>
            <a:off x="1127125" y="1412875"/>
            <a:ext cx="9937750" cy="474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just" eaLnBrk="1" hangingPunct="1">
              <a:lnSpc>
                <a:spcPct val="150000"/>
              </a:lnSpc>
              <a:spcBef>
                <a:spcPct val="20000"/>
              </a:spcBef>
              <a:buFont typeface="Wingdings" pitchFamily="2" charset="2"/>
              <a:buChar char="Ø"/>
            </a:pPr>
            <a:endParaRPr lang="en-US" altLang="zh-CN" sz="3200" dirty="0">
              <a:solidFill>
                <a:srgbClr val="4D4D4D"/>
              </a:solidFill>
              <a:latin typeface="微软雅黑" panose="020B0503020204020204" pitchFamily="34" charset="-122"/>
              <a:ea typeface="微软雅黑" panose="020B0503020204020204" pitchFamily="34" charset="-122"/>
            </a:endParaRPr>
          </a:p>
        </p:txBody>
      </p:sp>
      <p:sp>
        <p:nvSpPr>
          <p:cNvPr id="33794" name="Rectangle 2"/>
          <p:cNvSpPr>
            <a:spLocks noGrp="1" noChangeArrowheads="1"/>
          </p:cNvSpPr>
          <p:nvPr>
            <p:ph type="title"/>
          </p:nvPr>
        </p:nvSpPr>
        <p:spPr/>
        <p:txBody>
          <a:bodyPr/>
          <a:lstStyle/>
          <a:p>
            <a:pPr eaLnBrk="1" hangingPunct="1"/>
            <a:r>
              <a:rPr lang="en-US" altLang="zh-CN" dirty="0"/>
              <a:t>IP </a:t>
            </a:r>
            <a:r>
              <a:rPr lang="zh-CN" altLang="en-US" dirty="0"/>
              <a:t>地址及其表示方法 </a:t>
            </a:r>
            <a:endParaRPr lang="zh-CN" altLang="en-US" dirty="0" smtClean="0"/>
          </a:p>
        </p:txBody>
      </p:sp>
      <p:sp>
        <p:nvSpPr>
          <p:cNvPr id="2" name="内容占位符 1"/>
          <p:cNvSpPr>
            <a:spLocks noGrp="1"/>
          </p:cNvSpPr>
          <p:nvPr>
            <p:ph idx="1"/>
          </p:nvPr>
        </p:nvSpPr>
        <p:spPr>
          <a:xfrm>
            <a:off x="458564" y="1267200"/>
            <a:ext cx="11052894" cy="4895850"/>
          </a:xfrm>
        </p:spPr>
        <p:txBody>
          <a:bodyPr/>
          <a:lstStyle/>
          <a:p>
            <a:pPr indent="-14400" algn="just" eaLnBrk="1" hangingPunct="1">
              <a:spcBef>
                <a:spcPts val="0"/>
              </a:spcBef>
            </a:pPr>
            <a:r>
              <a:rPr lang="en-US" altLang="zh-CN" b="1" dirty="0" smtClean="0"/>
              <a:t>IP </a:t>
            </a:r>
            <a:r>
              <a:rPr lang="zh-CN" altLang="en-US" b="1" dirty="0" smtClean="0"/>
              <a:t>地址采用两级结构，由</a:t>
            </a:r>
            <a:r>
              <a:rPr lang="zh-CN" altLang="en-US" b="1" dirty="0"/>
              <a:t>两</a:t>
            </a:r>
            <a:r>
              <a:rPr lang="zh-CN" altLang="en-US" b="1" dirty="0" smtClean="0"/>
              <a:t>个字段组成</a:t>
            </a:r>
            <a:r>
              <a:rPr lang="zh-CN" altLang="en-US" b="1" dirty="0"/>
              <a:t>。</a:t>
            </a:r>
            <a:r>
              <a:rPr lang="zh-CN" altLang="en-US" b="1" dirty="0" smtClean="0"/>
              <a:t>第一</a:t>
            </a:r>
            <a:r>
              <a:rPr lang="zh-CN" altLang="en-US" b="1" dirty="0"/>
              <a:t>个字段是</a:t>
            </a:r>
            <a:r>
              <a:rPr lang="zh-CN" altLang="en-US" b="1" dirty="0">
                <a:solidFill>
                  <a:srgbClr val="FF0000"/>
                </a:solidFill>
              </a:rPr>
              <a:t>网络</a:t>
            </a:r>
            <a:r>
              <a:rPr lang="zh-CN" altLang="en-US" b="1" dirty="0" smtClean="0">
                <a:solidFill>
                  <a:srgbClr val="FF0000"/>
                </a:solidFill>
              </a:rPr>
              <a:t>号</a:t>
            </a:r>
            <a:r>
              <a:rPr lang="zh-CN" altLang="en-US" b="1" dirty="0" smtClean="0"/>
              <a:t>，</a:t>
            </a:r>
            <a:r>
              <a:rPr lang="zh-CN" altLang="en-US" b="1" dirty="0"/>
              <a:t>它标志主机（或路由器）所连接到的</a:t>
            </a:r>
            <a:r>
              <a:rPr lang="zh-CN" altLang="en-US" b="1" dirty="0" smtClean="0"/>
              <a:t>网络</a:t>
            </a:r>
            <a:r>
              <a:rPr lang="zh-CN" altLang="en-US" b="1" dirty="0"/>
              <a:t>；</a:t>
            </a:r>
            <a:r>
              <a:rPr lang="zh-CN" altLang="en-US" b="1" dirty="0" smtClean="0"/>
              <a:t>第二个字段是</a:t>
            </a:r>
            <a:r>
              <a:rPr lang="zh-CN" altLang="en-US" b="1" dirty="0">
                <a:solidFill>
                  <a:srgbClr val="FF0000"/>
                </a:solidFill>
              </a:rPr>
              <a:t>主机</a:t>
            </a:r>
            <a:r>
              <a:rPr lang="zh-CN" altLang="en-US" b="1" dirty="0" smtClean="0">
                <a:solidFill>
                  <a:srgbClr val="FF0000"/>
                </a:solidFill>
              </a:rPr>
              <a:t>号</a:t>
            </a:r>
            <a:r>
              <a:rPr lang="zh-CN" altLang="en-US" b="1" dirty="0" smtClean="0"/>
              <a:t>，</a:t>
            </a:r>
            <a:r>
              <a:rPr lang="zh-CN" altLang="en-US" b="1" dirty="0"/>
              <a:t>它标志该主机（或路由器）。</a:t>
            </a:r>
          </a:p>
          <a:p>
            <a:pPr indent="-14400" algn="just" eaLnBrk="1" hangingPunct="1">
              <a:spcBef>
                <a:spcPts val="0"/>
              </a:spcBef>
            </a:pPr>
            <a:r>
              <a:rPr lang="en-US" altLang="zh-CN" b="1" dirty="0" smtClean="0"/>
              <a:t>IP </a:t>
            </a:r>
            <a:r>
              <a:rPr lang="zh-CN" altLang="en-US" b="1" dirty="0"/>
              <a:t>地址可以记为</a:t>
            </a:r>
            <a:r>
              <a:rPr lang="zh-CN" altLang="en-US" b="1" dirty="0" smtClean="0"/>
              <a:t>：</a:t>
            </a:r>
            <a:endParaRPr lang="en-US" altLang="zh-CN" b="1" dirty="0" smtClean="0"/>
          </a:p>
          <a:p>
            <a:pPr indent="-14400" algn="just" eaLnBrk="1" hangingPunct="1">
              <a:spcBef>
                <a:spcPts val="0"/>
              </a:spcBef>
            </a:pPr>
            <a:endParaRPr lang="en-US" altLang="zh-CN" b="1" dirty="0"/>
          </a:p>
          <a:p>
            <a:pPr marL="328500" indent="0" algn="just" eaLnBrk="1" hangingPunct="1">
              <a:spcBef>
                <a:spcPts val="0"/>
              </a:spcBef>
              <a:buNone/>
            </a:pPr>
            <a:r>
              <a:rPr lang="zh-CN" altLang="en-US" b="1" dirty="0" smtClean="0"/>
              <a:t>符号“</a:t>
            </a:r>
            <a:r>
              <a:rPr lang="en-US" altLang="zh-CN" b="1" dirty="0"/>
              <a:t>::=</a:t>
            </a:r>
            <a:r>
              <a:rPr lang="zh-CN" altLang="en-US" b="1" dirty="0" smtClean="0"/>
              <a:t>”表示“定义为”。从 </a:t>
            </a:r>
            <a:r>
              <a:rPr lang="en-US" altLang="zh-CN" b="1" dirty="0" smtClean="0"/>
              <a:t>IP </a:t>
            </a:r>
            <a:r>
              <a:rPr lang="zh-CN" altLang="en-US" b="1" dirty="0" smtClean="0"/>
              <a:t>地址的结构可以看出，</a:t>
            </a:r>
            <a:r>
              <a:rPr lang="en-US" altLang="zh-CN" b="1" dirty="0" smtClean="0"/>
              <a:t>IP </a:t>
            </a:r>
            <a:r>
              <a:rPr lang="zh-CN" altLang="en-US" b="1" dirty="0" smtClean="0"/>
              <a:t>地址指明了连接到某个</a:t>
            </a:r>
            <a:r>
              <a:rPr lang="zh-CN" altLang="en-US" b="1" dirty="0" smtClean="0">
                <a:solidFill>
                  <a:schemeClr val="tx2">
                    <a:lumMod val="60000"/>
                    <a:lumOff val="40000"/>
                  </a:schemeClr>
                </a:solidFill>
              </a:rPr>
              <a:t>网络</a:t>
            </a:r>
            <a:r>
              <a:rPr lang="zh-CN" altLang="en-US" b="1" dirty="0" smtClean="0"/>
              <a:t>上的一台主机（或路由器）。</a:t>
            </a:r>
            <a:endParaRPr lang="en-US" altLang="zh-CN" b="1" dirty="0" smtClean="0"/>
          </a:p>
          <a:p>
            <a:pPr indent="-14400" algn="just" eaLnBrk="1" hangingPunct="1">
              <a:spcBef>
                <a:spcPts val="0"/>
              </a:spcBef>
            </a:pPr>
            <a:endParaRPr lang="en-US" altLang="zh-CN" b="1" dirty="0"/>
          </a:p>
          <a:p>
            <a:endParaRPr lang="zh-CN" altLang="en-US" b="1" dirty="0"/>
          </a:p>
        </p:txBody>
      </p:sp>
      <p:sp>
        <p:nvSpPr>
          <p:cNvPr id="33795" name="Rectangle 4"/>
          <p:cNvSpPr>
            <a:spLocks noChangeArrowheads="1"/>
          </p:cNvSpPr>
          <p:nvPr/>
        </p:nvSpPr>
        <p:spPr bwMode="auto">
          <a:xfrm>
            <a:off x="1919288" y="4221088"/>
            <a:ext cx="8208962" cy="792162"/>
          </a:xfrm>
          <a:prstGeom prst="rect">
            <a:avLst/>
          </a:prstGeom>
          <a:solidFill>
            <a:srgbClr val="FFFF99"/>
          </a:solidFill>
          <a:ln w="38100">
            <a:solidFill>
              <a:srgbClr val="333399"/>
            </a:solidFill>
            <a:miter lim="800000"/>
            <a:headEnd/>
            <a:tailEnd/>
          </a:ln>
          <a:effectLst>
            <a:outerShdw dist="35921" dir="2700000" algn="ctr" rotWithShape="0">
              <a:schemeClr val="bg2"/>
            </a:outerShdw>
          </a:effectLst>
        </p:spPr>
        <p:txBody>
          <a:bodyPr wrap="none" anchor="ctr"/>
          <a:lstStyle/>
          <a:p>
            <a:pPr algn="ctr" eaLnBrk="1" hangingPunct="1"/>
            <a:r>
              <a:rPr lang="en-US" altLang="zh-CN" sz="2800" b="1" dirty="0">
                <a:solidFill>
                  <a:srgbClr val="333399"/>
                </a:solidFill>
              </a:rPr>
              <a:t>IP </a:t>
            </a:r>
            <a:r>
              <a:rPr lang="zh-CN" altLang="en-US" sz="2800" b="1" dirty="0">
                <a:solidFill>
                  <a:srgbClr val="333399"/>
                </a:solidFill>
              </a:rPr>
              <a:t>地址 </a:t>
            </a:r>
            <a:r>
              <a:rPr lang="en-US" altLang="zh-CN" sz="2800" b="1" dirty="0">
                <a:solidFill>
                  <a:srgbClr val="333399"/>
                </a:solidFill>
              </a:rPr>
              <a:t>::= { &lt;</a:t>
            </a:r>
            <a:r>
              <a:rPr lang="zh-CN" altLang="en-US" sz="2800" b="1" dirty="0">
                <a:solidFill>
                  <a:srgbClr val="333399"/>
                </a:solidFill>
              </a:rPr>
              <a:t>网络号</a:t>
            </a:r>
            <a:r>
              <a:rPr lang="en-US" altLang="zh-CN" sz="2800" b="1" dirty="0">
                <a:solidFill>
                  <a:srgbClr val="333399"/>
                </a:solidFill>
              </a:rPr>
              <a:t>&gt;, &lt;</a:t>
            </a:r>
            <a:r>
              <a:rPr lang="zh-CN" altLang="en-US" sz="2800" b="1" dirty="0">
                <a:solidFill>
                  <a:srgbClr val="333399"/>
                </a:solidFill>
              </a:rPr>
              <a:t>主机号</a:t>
            </a:r>
            <a:r>
              <a:rPr lang="en-US" altLang="zh-CN" sz="2800" b="1" dirty="0">
                <a:solidFill>
                  <a:srgbClr val="333399"/>
                </a:solidFill>
              </a:rPr>
              <a:t>&gt;}</a:t>
            </a:r>
            <a:endParaRPr lang="zh-CN" altLang="en-US" sz="2800" b="1" dirty="0">
              <a:solidFill>
                <a:srgbClr val="333399"/>
              </a:solidFill>
            </a:endParaRPr>
          </a:p>
        </p:txBody>
      </p:sp>
    </p:spTree>
    <p:extLst>
      <p:ext uri="{BB962C8B-B14F-4D97-AF65-F5344CB8AC3E}">
        <p14:creationId xmlns:p14="http://schemas.microsoft.com/office/powerpoint/2010/main" val="395749294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1000"/>
                                        <p:tgtEl>
                                          <p:spTgt spid="2">
                                            <p:txEl>
                                              <p:pRg st="1" end="1"/>
                                            </p:txEl>
                                          </p:spTgt>
                                        </p:tgtEl>
                                      </p:cBhvr>
                                    </p:animEffect>
                                    <p:anim calcmode="lin" valueType="num">
                                      <p:cBhvr>
                                        <p:cTn id="8"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fade">
                                      <p:cBhvr>
                                        <p:cTn id="12" dur="1000"/>
                                        <p:tgtEl>
                                          <p:spTgt spid="2">
                                            <p:txEl>
                                              <p:pRg st="3" end="3"/>
                                            </p:txEl>
                                          </p:spTgt>
                                        </p:tgtEl>
                                      </p:cBhvr>
                                    </p:animEffect>
                                    <p:anim calcmode="lin" valueType="num">
                                      <p:cBhvr>
                                        <p:cTn id="13"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3795"/>
                                        </p:tgtEl>
                                        <p:attrNameLst>
                                          <p:attrName>style.visibility</p:attrName>
                                        </p:attrNameLst>
                                      </p:cBhvr>
                                      <p:to>
                                        <p:strVal val="visible"/>
                                      </p:to>
                                    </p:set>
                                    <p:animEffect transition="in" filter="fade">
                                      <p:cBhvr>
                                        <p:cTn id="17" dur="1000"/>
                                        <p:tgtEl>
                                          <p:spTgt spid="33795"/>
                                        </p:tgtEl>
                                      </p:cBhvr>
                                    </p:animEffect>
                                    <p:anim calcmode="lin" valueType="num">
                                      <p:cBhvr>
                                        <p:cTn id="18" dur="1000" fill="hold"/>
                                        <p:tgtEl>
                                          <p:spTgt spid="33795"/>
                                        </p:tgtEl>
                                        <p:attrNameLst>
                                          <p:attrName>ppt_x</p:attrName>
                                        </p:attrNameLst>
                                      </p:cBhvr>
                                      <p:tavLst>
                                        <p:tav tm="0">
                                          <p:val>
                                            <p:strVal val="#ppt_x"/>
                                          </p:val>
                                        </p:tav>
                                        <p:tav tm="100000">
                                          <p:val>
                                            <p:strVal val="#ppt_x"/>
                                          </p:val>
                                        </p:tav>
                                      </p:tavLst>
                                    </p:anim>
                                    <p:anim calcmode="lin" valueType="num">
                                      <p:cBhvr>
                                        <p:cTn id="19" dur="1000" fill="hold"/>
                                        <p:tgtEl>
                                          <p:spTgt spid="3379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43706" y="1267200"/>
            <a:ext cx="11124902" cy="4895850"/>
          </a:xfrm>
        </p:spPr>
        <p:txBody>
          <a:bodyPr/>
          <a:lstStyle/>
          <a:p>
            <a:r>
              <a:rPr lang="en-US" altLang="zh-CN" b="1" dirty="0" smtClean="0"/>
              <a:t>IP </a:t>
            </a:r>
            <a:r>
              <a:rPr lang="zh-CN" altLang="en-US" b="1" dirty="0" smtClean="0"/>
              <a:t>地址规定：前 </a:t>
            </a:r>
            <a:r>
              <a:rPr lang="en-US" altLang="zh-CN" b="1" dirty="0" smtClean="0"/>
              <a:t>n </a:t>
            </a:r>
            <a:r>
              <a:rPr lang="zh-CN" altLang="en-US" b="1" dirty="0" smtClean="0"/>
              <a:t>位是主机所连接的网络号，后 </a:t>
            </a:r>
            <a:r>
              <a:rPr lang="en-US" altLang="zh-CN" b="1" dirty="0" smtClean="0"/>
              <a:t>(32 - n) </a:t>
            </a:r>
            <a:r>
              <a:rPr lang="zh-CN" altLang="en-US" b="1" dirty="0" smtClean="0"/>
              <a:t>位是主机号。</a:t>
            </a:r>
            <a:endParaRPr lang="en-US" altLang="zh-CN" b="1" dirty="0" smtClean="0"/>
          </a:p>
          <a:p>
            <a:endParaRPr lang="en-US" altLang="zh-CN" b="1" dirty="0"/>
          </a:p>
          <a:p>
            <a:endParaRPr lang="en-US" altLang="zh-CN" b="1" dirty="0" smtClean="0"/>
          </a:p>
          <a:p>
            <a:endParaRPr lang="en-US" altLang="zh-CN" b="1" dirty="0"/>
          </a:p>
          <a:p>
            <a:r>
              <a:rPr lang="zh-CN" altLang="en-US" b="1" dirty="0" smtClean="0"/>
              <a:t>当计算机或路由器获得一个 </a:t>
            </a:r>
            <a:r>
              <a:rPr lang="en-US" altLang="zh-CN" b="1" dirty="0" smtClean="0"/>
              <a:t>IP </a:t>
            </a:r>
            <a:r>
              <a:rPr lang="zh-CN" altLang="en-US" b="1" dirty="0" smtClean="0"/>
              <a:t>地址时，怎样知道它的网络号的位数 </a:t>
            </a:r>
            <a:r>
              <a:rPr lang="en-US" altLang="zh-CN" b="1" dirty="0" smtClean="0"/>
              <a:t>n </a:t>
            </a:r>
            <a:r>
              <a:rPr lang="zh-CN" altLang="en-US" b="1" dirty="0" smtClean="0"/>
              <a:t>是多少？</a:t>
            </a:r>
            <a:endParaRPr lang="zh-CN" altLang="en-US" b="1" dirty="0"/>
          </a:p>
        </p:txBody>
      </p:sp>
      <p:sp>
        <p:nvSpPr>
          <p:cNvPr id="33796" name="Rectangle 3"/>
          <p:cNvSpPr>
            <a:spLocks noChangeArrowheads="1"/>
          </p:cNvSpPr>
          <p:nvPr/>
        </p:nvSpPr>
        <p:spPr bwMode="auto">
          <a:xfrm>
            <a:off x="1127125" y="1412875"/>
            <a:ext cx="9937750" cy="474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just" eaLnBrk="1" hangingPunct="1">
              <a:lnSpc>
                <a:spcPct val="150000"/>
              </a:lnSpc>
              <a:spcBef>
                <a:spcPct val="20000"/>
              </a:spcBef>
              <a:buFont typeface="Wingdings" pitchFamily="2" charset="2"/>
              <a:buChar char="Ø"/>
            </a:pPr>
            <a:endParaRPr lang="en-US" altLang="zh-CN" sz="3200" dirty="0">
              <a:solidFill>
                <a:srgbClr val="4D4D4D"/>
              </a:solidFill>
              <a:latin typeface="微软雅黑" panose="020B0503020204020204" pitchFamily="34" charset="-122"/>
              <a:ea typeface="微软雅黑" panose="020B0503020204020204" pitchFamily="34" charset="-122"/>
            </a:endParaRPr>
          </a:p>
        </p:txBody>
      </p:sp>
      <p:sp>
        <p:nvSpPr>
          <p:cNvPr id="33794" name="Rectangle 2"/>
          <p:cNvSpPr>
            <a:spLocks noGrp="1" noChangeArrowheads="1"/>
          </p:cNvSpPr>
          <p:nvPr>
            <p:ph type="title"/>
          </p:nvPr>
        </p:nvSpPr>
        <p:spPr/>
        <p:txBody>
          <a:bodyPr/>
          <a:lstStyle/>
          <a:p>
            <a:pPr eaLnBrk="1" hangingPunct="1"/>
            <a:r>
              <a:rPr lang="en-US" altLang="zh-CN" dirty="0"/>
              <a:t>IP </a:t>
            </a:r>
            <a:r>
              <a:rPr lang="zh-CN" altLang="en-US" dirty="0"/>
              <a:t>地址及其表示方法 </a:t>
            </a:r>
            <a:endParaRPr lang="zh-CN" altLang="en-US" dirty="0" smtClean="0"/>
          </a:p>
        </p:txBody>
      </p:sp>
      <p:grpSp>
        <p:nvGrpSpPr>
          <p:cNvPr id="9" name="组合 8"/>
          <p:cNvGrpSpPr/>
          <p:nvPr/>
        </p:nvGrpSpPr>
        <p:grpSpPr>
          <a:xfrm>
            <a:off x="3647728" y="3047211"/>
            <a:ext cx="6261812" cy="1576952"/>
            <a:chOff x="3852346" y="2085048"/>
            <a:chExt cx="3885548" cy="1094312"/>
          </a:xfrm>
        </p:grpSpPr>
        <p:sp>
          <p:nvSpPr>
            <p:cNvPr id="10" name="Line 10"/>
            <p:cNvSpPr>
              <a:spLocks noChangeShapeType="1"/>
            </p:cNvSpPr>
            <p:nvPr/>
          </p:nvSpPr>
          <p:spPr bwMode="auto">
            <a:xfrm>
              <a:off x="3852346" y="2085048"/>
              <a:ext cx="0" cy="340789"/>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1" name="Line 11"/>
            <p:cNvSpPr>
              <a:spLocks noChangeShapeType="1"/>
            </p:cNvSpPr>
            <p:nvPr/>
          </p:nvSpPr>
          <p:spPr bwMode="auto">
            <a:xfrm>
              <a:off x="7737894" y="2085048"/>
              <a:ext cx="0" cy="356611"/>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2" name="Line 12"/>
            <p:cNvSpPr>
              <a:spLocks noChangeShapeType="1"/>
            </p:cNvSpPr>
            <p:nvPr/>
          </p:nvSpPr>
          <p:spPr bwMode="auto">
            <a:xfrm>
              <a:off x="3880824" y="2230389"/>
              <a:ext cx="3837705" cy="0"/>
            </a:xfrm>
            <a:prstGeom prst="line">
              <a:avLst/>
            </a:prstGeom>
            <a:noFill/>
            <a:ln w="19050">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 name="Text Box 13"/>
            <p:cNvSpPr txBox="1">
              <a:spLocks noChangeArrowheads="1"/>
            </p:cNvSpPr>
            <p:nvPr/>
          </p:nvSpPr>
          <p:spPr bwMode="auto">
            <a:xfrm>
              <a:off x="5521139" y="2118471"/>
              <a:ext cx="520627" cy="197819"/>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altLang="zh-CN" sz="2000" b="1" i="0" u="none" strike="noStrike" kern="0" cap="none" spc="0" normalizeH="0" baseline="0" noProof="0" dirty="0" smtClean="0">
                  <a:ln>
                    <a:noFill/>
                  </a:ln>
                  <a:solidFill>
                    <a:srgbClr val="0000FF"/>
                  </a:solidFill>
                  <a:effectLst/>
                  <a:uLnTx/>
                  <a:uFillTx/>
                  <a:latin typeface="微软雅黑" pitchFamily="34" charset="-122"/>
                  <a:ea typeface="微软雅黑" pitchFamily="34" charset="-122"/>
                </a:rPr>
                <a:t>32 </a:t>
              </a:r>
              <a:r>
                <a:rPr kumimoji="0" lang="zh-CN" altLang="en-US" sz="2000" b="1" i="0" u="none" strike="noStrike" kern="0" cap="none" spc="0" normalizeH="0" baseline="0" noProof="0" dirty="0" smtClean="0">
                  <a:ln>
                    <a:noFill/>
                  </a:ln>
                  <a:solidFill>
                    <a:srgbClr val="0000FF"/>
                  </a:solidFill>
                  <a:effectLst/>
                  <a:uLnTx/>
                  <a:uFillTx/>
                  <a:latin typeface="微软雅黑" pitchFamily="34" charset="-122"/>
                  <a:ea typeface="微软雅黑" pitchFamily="34" charset="-122"/>
                </a:rPr>
                <a:t>位</a:t>
              </a:r>
              <a:endParaRPr kumimoji="0" lang="zh-CN" altLang="en-US" sz="2000" b="1" i="0" u="none" strike="noStrike" kern="0" cap="none" spc="0" normalizeH="0" baseline="0" noProof="0" dirty="0">
                <a:ln>
                  <a:noFill/>
                </a:ln>
                <a:solidFill>
                  <a:srgbClr val="0000FF"/>
                </a:solidFill>
                <a:effectLst/>
                <a:uLnTx/>
                <a:uFillTx/>
                <a:latin typeface="微软雅黑" pitchFamily="34" charset="-122"/>
                <a:ea typeface="微软雅黑" pitchFamily="34" charset="-122"/>
              </a:endParaRPr>
            </a:p>
          </p:txBody>
        </p:sp>
        <p:grpSp>
          <p:nvGrpSpPr>
            <p:cNvPr id="14" name="Group 7"/>
            <p:cNvGrpSpPr>
              <a:grpSpLocks/>
            </p:cNvGrpSpPr>
            <p:nvPr/>
          </p:nvGrpSpPr>
          <p:grpSpPr bwMode="auto">
            <a:xfrm>
              <a:off x="3859181" y="2414669"/>
              <a:ext cx="3877574" cy="368560"/>
              <a:chOff x="1205" y="3011"/>
              <a:chExt cx="3072" cy="437"/>
            </a:xfrm>
          </p:grpSpPr>
          <p:sp>
            <p:nvSpPr>
              <p:cNvPr id="22" name="Rectangle 8"/>
              <p:cNvSpPr>
                <a:spLocks noChangeArrowheads="1"/>
              </p:cNvSpPr>
              <p:nvPr/>
            </p:nvSpPr>
            <p:spPr bwMode="auto">
              <a:xfrm>
                <a:off x="1205" y="3011"/>
                <a:ext cx="1536" cy="436"/>
              </a:xfrm>
              <a:prstGeom prst="rect">
                <a:avLst/>
              </a:prstGeom>
              <a:solidFill>
                <a:srgbClr val="FFCCFF"/>
              </a:solidFill>
              <a:ln w="19050" algn="ctr">
                <a:solidFill>
                  <a:schemeClr val="tx1"/>
                </a:solidFill>
                <a:miter lim="800000"/>
                <a:headEnd/>
                <a:tailEnd/>
              </a:ln>
              <a:effectLst/>
              <a:extLst/>
            </p:spPr>
            <p:txBody>
              <a:bodyPr wrap="none"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zh-CN" altLang="en-US" sz="2000" b="1" i="0" u="none" strike="noStrike" kern="0" cap="none" spc="0" normalizeH="0" baseline="0" noProof="0" dirty="0" smtClean="0">
                    <a:ln>
                      <a:noFill/>
                    </a:ln>
                    <a:solidFill>
                      <a:sysClr val="windowText" lastClr="000000"/>
                    </a:solidFill>
                    <a:effectLst/>
                    <a:uLnTx/>
                    <a:uFillTx/>
                    <a:latin typeface="微软雅黑" pitchFamily="34" charset="-122"/>
                    <a:ea typeface="微软雅黑" pitchFamily="34" charset="-122"/>
                  </a:rPr>
                  <a:t>网络号</a:t>
                </a:r>
                <a:endParaRPr kumimoji="0" lang="en-US" altLang="zh-CN" sz="2000" b="1" i="0" u="none" strike="noStrike" kern="0" cap="none" spc="0" normalizeH="0" baseline="0" noProof="0" dirty="0">
                  <a:ln>
                    <a:noFill/>
                  </a:ln>
                  <a:solidFill>
                    <a:sysClr val="windowText" lastClr="000000"/>
                  </a:solidFill>
                  <a:effectLst/>
                  <a:uLnTx/>
                  <a:uFillTx/>
                  <a:latin typeface="微软雅黑" pitchFamily="34" charset="-122"/>
                  <a:ea typeface="微软雅黑" pitchFamily="34" charset="-122"/>
                </a:endParaRPr>
              </a:p>
            </p:txBody>
          </p:sp>
          <p:sp>
            <p:nvSpPr>
              <p:cNvPr id="23" name="Rectangle 9"/>
              <p:cNvSpPr>
                <a:spLocks noChangeArrowheads="1"/>
              </p:cNvSpPr>
              <p:nvPr/>
            </p:nvSpPr>
            <p:spPr bwMode="auto">
              <a:xfrm>
                <a:off x="2741" y="3012"/>
                <a:ext cx="1536" cy="436"/>
              </a:xfrm>
              <a:prstGeom prst="rect">
                <a:avLst/>
              </a:prstGeom>
              <a:solidFill>
                <a:srgbClr val="FFFF99"/>
              </a:solidFill>
              <a:ln w="19050" algn="ctr">
                <a:solidFill>
                  <a:schemeClr val="tx1"/>
                </a:solidFill>
                <a:miter lim="800000"/>
                <a:headEnd/>
                <a:tailEnd/>
              </a:ln>
              <a:effectLst/>
              <a:extLst/>
            </p:spPr>
            <p:txBody>
              <a:bodyPr wrap="none"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zh-CN" altLang="en-US" sz="2000" b="1" i="0" u="none" strike="noStrike" kern="0" cap="none" spc="0" normalizeH="0" baseline="0" noProof="0" dirty="0" smtClean="0">
                    <a:ln>
                      <a:noFill/>
                    </a:ln>
                    <a:solidFill>
                      <a:srgbClr val="000000"/>
                    </a:solidFill>
                    <a:effectLst/>
                    <a:uLnTx/>
                    <a:uFillTx/>
                    <a:latin typeface="微软雅黑" pitchFamily="34" charset="-122"/>
                    <a:ea typeface="微软雅黑" pitchFamily="34" charset="-122"/>
                  </a:rPr>
                  <a:t>主机号</a:t>
                </a:r>
                <a:endParaRPr kumimoji="0" lang="en-US" altLang="zh-CN" sz="2000" b="1"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grpSp>
        <p:sp>
          <p:nvSpPr>
            <p:cNvPr id="15" name="Line 10"/>
            <p:cNvSpPr>
              <a:spLocks noChangeShapeType="1"/>
            </p:cNvSpPr>
            <p:nvPr/>
          </p:nvSpPr>
          <p:spPr bwMode="auto">
            <a:xfrm>
              <a:off x="3852346" y="2738467"/>
              <a:ext cx="0" cy="35876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effectLst/>
                <a:uLnTx/>
                <a:uFillTx/>
                <a:latin typeface="微软雅黑" pitchFamily="34" charset="-122"/>
                <a:ea typeface="微软雅黑" pitchFamily="34" charset="-122"/>
              </a:endParaRPr>
            </a:p>
          </p:txBody>
        </p:sp>
        <p:sp>
          <p:nvSpPr>
            <p:cNvPr id="16" name="Line 11"/>
            <p:cNvSpPr>
              <a:spLocks noChangeShapeType="1"/>
            </p:cNvSpPr>
            <p:nvPr/>
          </p:nvSpPr>
          <p:spPr bwMode="auto">
            <a:xfrm>
              <a:off x="7737894" y="2754289"/>
              <a:ext cx="0" cy="3429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effectLst/>
                <a:uLnTx/>
                <a:uFillTx/>
                <a:latin typeface="微软雅黑" pitchFamily="34" charset="-122"/>
                <a:ea typeface="微软雅黑" pitchFamily="34" charset="-122"/>
              </a:endParaRPr>
            </a:p>
          </p:txBody>
        </p:sp>
        <p:sp>
          <p:nvSpPr>
            <p:cNvPr id="17" name="Line 12"/>
            <p:cNvSpPr>
              <a:spLocks noChangeShapeType="1"/>
            </p:cNvSpPr>
            <p:nvPr/>
          </p:nvSpPr>
          <p:spPr bwMode="auto">
            <a:xfrm>
              <a:off x="3880825" y="2989758"/>
              <a:ext cx="1917144" cy="0"/>
            </a:xfrm>
            <a:prstGeom prst="line">
              <a:avLst/>
            </a:prstGeom>
            <a:noFill/>
            <a:ln w="190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effectLst/>
                <a:uLnTx/>
                <a:uFillTx/>
                <a:latin typeface="微软雅黑" pitchFamily="34" charset="-122"/>
                <a:ea typeface="微软雅黑" pitchFamily="34" charset="-122"/>
              </a:endParaRPr>
            </a:p>
          </p:txBody>
        </p:sp>
        <p:sp>
          <p:nvSpPr>
            <p:cNvPr id="18" name="Text Box 13"/>
            <p:cNvSpPr txBox="1">
              <a:spLocks noChangeArrowheads="1"/>
            </p:cNvSpPr>
            <p:nvPr/>
          </p:nvSpPr>
          <p:spPr bwMode="auto">
            <a:xfrm>
              <a:off x="4552574" y="2901707"/>
              <a:ext cx="416823" cy="277653"/>
            </a:xfrm>
            <a:prstGeom prst="rect">
              <a:avLst/>
            </a:prstGeom>
            <a:solidFill>
              <a:srgbClr val="FFFFFF"/>
            </a:solidFill>
            <a:ln w="9525" algn="ctr">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altLang="zh-CN" sz="2000" b="1" i="1" u="none" strike="noStrike" kern="0" cap="none" spc="0" normalizeH="0" baseline="0" noProof="0" dirty="0" smtClean="0">
                  <a:ln>
                    <a:noFill/>
                  </a:ln>
                  <a:solidFill>
                    <a:srgbClr val="C00000"/>
                  </a:solidFill>
                  <a:effectLst/>
                  <a:uLnTx/>
                  <a:uFillTx/>
                  <a:latin typeface="Times New Roman" panose="02020603050405020304" pitchFamily="18" charset="0"/>
                  <a:ea typeface="微软雅黑" pitchFamily="34" charset="-122"/>
                  <a:cs typeface="Times New Roman" panose="02020603050405020304" pitchFamily="18" charset="0"/>
                </a:rPr>
                <a:t>n</a:t>
              </a:r>
              <a:r>
                <a:rPr kumimoji="0" lang="en-US" altLang="zh-CN" sz="2000" b="1" i="0" u="none" strike="noStrike" kern="0" cap="none" spc="0" normalizeH="0" baseline="0" noProof="0" dirty="0" smtClean="0">
                  <a:ln>
                    <a:noFill/>
                  </a:ln>
                  <a:effectLst/>
                  <a:uLnTx/>
                  <a:uFillTx/>
                  <a:latin typeface="微软雅黑" pitchFamily="34" charset="-122"/>
                  <a:ea typeface="微软雅黑" pitchFamily="34" charset="-122"/>
                </a:rPr>
                <a:t> </a:t>
              </a:r>
              <a:r>
                <a:rPr kumimoji="0" lang="zh-CN" altLang="en-US" sz="2000" b="1" i="0" u="none" strike="noStrike" kern="0" cap="none" spc="0" normalizeH="0" baseline="0" noProof="0" dirty="0" smtClean="0">
                  <a:ln>
                    <a:noFill/>
                  </a:ln>
                  <a:solidFill>
                    <a:srgbClr val="000000"/>
                  </a:solidFill>
                  <a:effectLst/>
                  <a:uLnTx/>
                  <a:uFillTx/>
                  <a:latin typeface="微软雅黑" pitchFamily="34" charset="-122"/>
                  <a:ea typeface="微软雅黑" pitchFamily="34" charset="-122"/>
                </a:rPr>
                <a:t>位</a:t>
              </a:r>
              <a:endParaRPr kumimoji="0" lang="zh-CN" altLang="en-US" sz="2000" b="1"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sp>
          <p:nvSpPr>
            <p:cNvPr id="19" name="Line 11"/>
            <p:cNvSpPr>
              <a:spLocks noChangeShapeType="1"/>
            </p:cNvSpPr>
            <p:nvPr/>
          </p:nvSpPr>
          <p:spPr bwMode="auto">
            <a:xfrm>
              <a:off x="5797968" y="2754289"/>
              <a:ext cx="0" cy="3429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effectLst/>
                <a:uLnTx/>
                <a:uFillTx/>
                <a:latin typeface="微软雅黑" pitchFamily="34" charset="-122"/>
                <a:ea typeface="微软雅黑" pitchFamily="34" charset="-122"/>
              </a:endParaRPr>
            </a:p>
          </p:txBody>
        </p:sp>
        <p:sp>
          <p:nvSpPr>
            <p:cNvPr id="20" name="Line 12"/>
            <p:cNvSpPr>
              <a:spLocks noChangeShapeType="1"/>
            </p:cNvSpPr>
            <p:nvPr/>
          </p:nvSpPr>
          <p:spPr bwMode="auto">
            <a:xfrm>
              <a:off x="5817821" y="2989758"/>
              <a:ext cx="1917144" cy="0"/>
            </a:xfrm>
            <a:prstGeom prst="line">
              <a:avLst/>
            </a:prstGeom>
            <a:noFill/>
            <a:ln w="190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effectLst/>
                <a:uLnTx/>
                <a:uFillTx/>
                <a:latin typeface="微软雅黑" pitchFamily="34" charset="-122"/>
                <a:ea typeface="微软雅黑" pitchFamily="34" charset="-122"/>
              </a:endParaRPr>
            </a:p>
          </p:txBody>
        </p:sp>
        <p:sp>
          <p:nvSpPr>
            <p:cNvPr id="21" name="Text Box 13"/>
            <p:cNvSpPr txBox="1">
              <a:spLocks noChangeArrowheads="1"/>
            </p:cNvSpPr>
            <p:nvPr/>
          </p:nvSpPr>
          <p:spPr bwMode="auto">
            <a:xfrm>
              <a:off x="6409990" y="2885916"/>
              <a:ext cx="748827" cy="277653"/>
            </a:xfrm>
            <a:prstGeom prst="rect">
              <a:avLst/>
            </a:prstGeom>
            <a:solidFill>
              <a:srgbClr val="FFFFFF"/>
            </a:solidFill>
            <a:ln w="9525" algn="ctr">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defTabSz="914400" eaLnBrk="0" fontAlgn="auto" latinLnBrk="0" hangingPunct="0">
                <a:lnSpc>
                  <a:spcPct val="100000"/>
                </a:lnSpc>
                <a:spcBef>
                  <a:spcPts val="0"/>
                </a:spcBef>
                <a:spcAft>
                  <a:spcPts val="0"/>
                </a:spcAft>
                <a:buClrTx/>
                <a:buSzTx/>
                <a:buFontTx/>
                <a:buNone/>
                <a:tabLst/>
                <a:defRPr/>
              </a:pPr>
              <a:r>
                <a:rPr lang="en-US" altLang="zh-CN" sz="2000" b="1" i="1" kern="0" dirty="0">
                  <a:solidFill>
                    <a:srgbClr val="000000"/>
                  </a:solidFill>
                  <a:latin typeface="Times New Roman" panose="02020603050405020304" pitchFamily="18" charset="0"/>
                  <a:ea typeface="微软雅黑" pitchFamily="34" charset="-122"/>
                  <a:cs typeface="Times New Roman" panose="02020603050405020304" pitchFamily="18" charset="0"/>
                </a:rPr>
                <a:t>(</a:t>
              </a:r>
              <a:r>
                <a:rPr kumimoji="0" lang="en-US" altLang="zh-CN" sz="2000" b="1" i="1" u="none" strike="noStrike" kern="0" cap="none" spc="0" normalizeH="0" baseline="0" noProof="0" dirty="0" smtClean="0">
                  <a:ln>
                    <a:noFill/>
                  </a:ln>
                  <a:solidFill>
                    <a:srgbClr val="000000"/>
                  </a:solidFill>
                  <a:effectLst/>
                  <a:uLnTx/>
                  <a:uFillTx/>
                  <a:latin typeface="Times New Roman" panose="02020603050405020304" pitchFamily="18" charset="0"/>
                  <a:ea typeface="微软雅黑" pitchFamily="34" charset="-122"/>
                  <a:cs typeface="Times New Roman" panose="02020603050405020304" pitchFamily="18" charset="0"/>
                </a:rPr>
                <a:t>32-n) </a:t>
              </a:r>
              <a:r>
                <a:rPr kumimoji="0" lang="zh-CN" altLang="en-US" sz="2000" b="1" i="0" u="none" strike="noStrike" kern="0" cap="none" spc="0" normalizeH="0" baseline="0" noProof="0" dirty="0" smtClean="0">
                  <a:ln>
                    <a:noFill/>
                  </a:ln>
                  <a:solidFill>
                    <a:srgbClr val="000000"/>
                  </a:solidFill>
                  <a:effectLst/>
                  <a:uLnTx/>
                  <a:uFillTx/>
                  <a:latin typeface="微软雅黑" pitchFamily="34" charset="-122"/>
                  <a:ea typeface="微软雅黑" pitchFamily="34" charset="-122"/>
                </a:rPr>
                <a:t>位</a:t>
              </a:r>
              <a:endParaRPr kumimoji="0" lang="zh-CN" altLang="en-US" sz="2000" b="1"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grpSp>
      <p:sp>
        <p:nvSpPr>
          <p:cNvPr id="24" name="矩形 23"/>
          <p:cNvSpPr/>
          <p:nvPr/>
        </p:nvSpPr>
        <p:spPr>
          <a:xfrm>
            <a:off x="2258159" y="3645024"/>
            <a:ext cx="1173545" cy="400110"/>
          </a:xfrm>
          <a:prstGeom prst="rect">
            <a:avLst/>
          </a:prstGeom>
        </p:spPr>
        <p:txBody>
          <a:bodyPr wrap="square">
            <a:spAutoFit/>
          </a:bodyPr>
          <a:lstStyle/>
          <a:p>
            <a:r>
              <a:rPr lang="en-US" altLang="zh-CN" sz="2000" b="1" dirty="0" smtClean="0">
                <a:solidFill>
                  <a:srgbClr val="000000"/>
                </a:solidFill>
                <a:latin typeface="微软雅黑" panose="020B0503020204020204" pitchFamily="34" charset="-122"/>
                <a:ea typeface="微软雅黑" panose="020B0503020204020204" pitchFamily="34" charset="-122"/>
              </a:rPr>
              <a:t>IP </a:t>
            </a:r>
            <a:r>
              <a:rPr lang="zh-CN" altLang="en-US" sz="2000" b="1" dirty="0" smtClean="0">
                <a:solidFill>
                  <a:srgbClr val="000000"/>
                </a:solidFill>
                <a:latin typeface="微软雅黑" panose="020B0503020204020204" pitchFamily="34" charset="-122"/>
                <a:ea typeface="微软雅黑" panose="020B0503020204020204" pitchFamily="34" charset="-122"/>
              </a:rPr>
              <a:t>地址</a:t>
            </a:r>
            <a:endParaRPr lang="zh-CN" altLang="en-US" sz="2000" b="1"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1584692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分类的 </a:t>
            </a:r>
            <a:r>
              <a:rPr lang="en-US" altLang="zh-CN" dirty="0" smtClean="0"/>
              <a:t>IP </a:t>
            </a:r>
            <a:r>
              <a:rPr lang="zh-CN" altLang="en-US" dirty="0" smtClean="0"/>
              <a:t>地址</a:t>
            </a:r>
            <a:endParaRPr lang="zh-CN" altLang="en-US" dirty="0"/>
          </a:p>
        </p:txBody>
      </p:sp>
      <p:sp>
        <p:nvSpPr>
          <p:cNvPr id="3" name="内容占位符 2"/>
          <p:cNvSpPr>
            <a:spLocks noGrp="1"/>
          </p:cNvSpPr>
          <p:nvPr>
            <p:ph idx="1"/>
          </p:nvPr>
        </p:nvSpPr>
        <p:spPr/>
        <p:txBody>
          <a:bodyPr/>
          <a:lstStyle/>
          <a:p>
            <a:r>
              <a:rPr lang="zh-CN" altLang="en-US" b="1" dirty="0" smtClean="0"/>
              <a:t>在互联网发展早期采用的是</a:t>
            </a:r>
            <a:r>
              <a:rPr lang="zh-CN" altLang="en-US" b="1" dirty="0" smtClean="0">
                <a:solidFill>
                  <a:schemeClr val="tx2">
                    <a:lumMod val="60000"/>
                    <a:lumOff val="40000"/>
                  </a:schemeClr>
                </a:solidFill>
              </a:rPr>
              <a:t>分类</a:t>
            </a:r>
            <a:r>
              <a:rPr lang="zh-CN" altLang="en-US" b="1" dirty="0" smtClean="0"/>
              <a:t>的</a:t>
            </a:r>
            <a:r>
              <a:rPr lang="zh-CN" altLang="en-US" b="1" dirty="0" smtClean="0">
                <a:solidFill>
                  <a:srgbClr val="FF0000"/>
                </a:solidFill>
              </a:rPr>
              <a:t> </a:t>
            </a:r>
            <a:r>
              <a:rPr lang="en-US" altLang="zh-CN" b="1" dirty="0" smtClean="0"/>
              <a:t>IP </a:t>
            </a:r>
            <a:r>
              <a:rPr lang="zh-CN" altLang="en-US" b="1" dirty="0" smtClean="0"/>
              <a:t>地址：</a:t>
            </a:r>
            <a:endParaRPr lang="zh-CN" altLang="en-US" b="1" dirty="0"/>
          </a:p>
        </p:txBody>
      </p:sp>
      <p:sp>
        <p:nvSpPr>
          <p:cNvPr id="4" name="Line 2"/>
          <p:cNvSpPr>
            <a:spLocks noChangeShapeType="1"/>
          </p:cNvSpPr>
          <p:nvPr/>
        </p:nvSpPr>
        <p:spPr bwMode="auto">
          <a:xfrm flipV="1">
            <a:off x="3019425" y="4911998"/>
            <a:ext cx="5305425"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5" name="Rectangle 3"/>
          <p:cNvSpPr>
            <a:spLocks noChangeArrowheads="1"/>
          </p:cNvSpPr>
          <p:nvPr/>
        </p:nvSpPr>
        <p:spPr bwMode="auto">
          <a:xfrm>
            <a:off x="5083175" y="4694510"/>
            <a:ext cx="73417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lnSpc>
                <a:spcPct val="90000"/>
              </a:lnSpc>
            </a:pPr>
            <a:r>
              <a:rPr kumimoji="1" lang="en-US" altLang="zh-CN" b="1" dirty="0" smtClean="0">
                <a:solidFill>
                  <a:srgbClr val="333399"/>
                </a:solidFill>
                <a:ea typeface="黑体" pitchFamily="2" charset="-122"/>
              </a:rPr>
              <a:t>24 </a:t>
            </a:r>
            <a:r>
              <a:rPr kumimoji="1" lang="zh-CN" altLang="en-US" b="1" dirty="0">
                <a:solidFill>
                  <a:srgbClr val="333399"/>
                </a:solidFill>
                <a:ea typeface="黑体" pitchFamily="2" charset="-122"/>
              </a:rPr>
              <a:t>位</a:t>
            </a:r>
          </a:p>
        </p:txBody>
      </p:sp>
      <p:sp>
        <p:nvSpPr>
          <p:cNvPr id="6" name="Rectangle 4"/>
          <p:cNvSpPr>
            <a:spLocks noChangeArrowheads="1"/>
          </p:cNvSpPr>
          <p:nvPr/>
        </p:nvSpPr>
        <p:spPr bwMode="auto">
          <a:xfrm>
            <a:off x="3019425" y="4257948"/>
            <a:ext cx="7046913" cy="444500"/>
          </a:xfrm>
          <a:prstGeom prst="rect">
            <a:avLst/>
          </a:prstGeom>
          <a:solidFill>
            <a:srgbClr val="FFFF99"/>
          </a:solidFill>
          <a:ln w="2540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7" name="Line 5"/>
          <p:cNvSpPr>
            <a:spLocks noChangeShapeType="1"/>
          </p:cNvSpPr>
          <p:nvPr/>
        </p:nvSpPr>
        <p:spPr bwMode="auto">
          <a:xfrm>
            <a:off x="4760913" y="2711723"/>
            <a:ext cx="5310187"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8" name="Rectangle 6"/>
          <p:cNvSpPr>
            <a:spLocks noChangeArrowheads="1"/>
          </p:cNvSpPr>
          <p:nvPr/>
        </p:nvSpPr>
        <p:spPr bwMode="auto">
          <a:xfrm>
            <a:off x="6756818" y="2503760"/>
            <a:ext cx="73417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lnSpc>
                <a:spcPct val="90000"/>
              </a:lnSpc>
            </a:pPr>
            <a:r>
              <a:rPr kumimoji="1" lang="en-US" altLang="zh-CN" b="1" dirty="0" smtClean="0">
                <a:solidFill>
                  <a:srgbClr val="333399"/>
                </a:solidFill>
                <a:ea typeface="黑体" pitchFamily="2" charset="-122"/>
              </a:rPr>
              <a:t>24 </a:t>
            </a:r>
            <a:r>
              <a:rPr kumimoji="1" lang="zh-CN" altLang="en-US" b="1" dirty="0">
                <a:solidFill>
                  <a:srgbClr val="333399"/>
                </a:solidFill>
                <a:ea typeface="黑体" pitchFamily="2" charset="-122"/>
              </a:rPr>
              <a:t>位</a:t>
            </a:r>
          </a:p>
        </p:txBody>
      </p:sp>
      <p:sp>
        <p:nvSpPr>
          <p:cNvPr id="9" name="Line 7"/>
          <p:cNvSpPr>
            <a:spLocks noChangeShapeType="1"/>
          </p:cNvSpPr>
          <p:nvPr/>
        </p:nvSpPr>
        <p:spPr bwMode="auto">
          <a:xfrm flipV="1">
            <a:off x="3073400" y="3789635"/>
            <a:ext cx="3475038"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10" name="Rectangle 8"/>
          <p:cNvSpPr>
            <a:spLocks noChangeArrowheads="1"/>
          </p:cNvSpPr>
          <p:nvPr/>
        </p:nvSpPr>
        <p:spPr bwMode="auto">
          <a:xfrm>
            <a:off x="4197350" y="3584848"/>
            <a:ext cx="73417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lnSpc>
                <a:spcPct val="90000"/>
              </a:lnSpc>
            </a:pPr>
            <a:r>
              <a:rPr kumimoji="1" lang="en-US" altLang="zh-CN" b="1" dirty="0" smtClean="0">
                <a:solidFill>
                  <a:srgbClr val="333399"/>
                </a:solidFill>
                <a:ea typeface="黑体" pitchFamily="2" charset="-122"/>
              </a:rPr>
              <a:t>16 </a:t>
            </a:r>
            <a:r>
              <a:rPr kumimoji="1" lang="zh-CN" altLang="en-US" b="1" dirty="0">
                <a:solidFill>
                  <a:srgbClr val="333399"/>
                </a:solidFill>
                <a:ea typeface="黑体" pitchFamily="2" charset="-122"/>
              </a:rPr>
              <a:t>位</a:t>
            </a:r>
          </a:p>
        </p:txBody>
      </p:sp>
      <p:sp>
        <p:nvSpPr>
          <p:cNvPr id="11" name="Line 9"/>
          <p:cNvSpPr>
            <a:spLocks noChangeShapeType="1"/>
          </p:cNvSpPr>
          <p:nvPr/>
        </p:nvSpPr>
        <p:spPr bwMode="auto">
          <a:xfrm>
            <a:off x="2997200" y="2711723"/>
            <a:ext cx="1763713"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12" name="Rectangle 10"/>
          <p:cNvSpPr>
            <a:spLocks noChangeArrowheads="1"/>
          </p:cNvSpPr>
          <p:nvPr/>
        </p:nvSpPr>
        <p:spPr bwMode="auto">
          <a:xfrm>
            <a:off x="3510207" y="2503760"/>
            <a:ext cx="60593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lnSpc>
                <a:spcPct val="90000"/>
              </a:lnSpc>
            </a:pPr>
            <a:r>
              <a:rPr kumimoji="1" lang="en-US" altLang="zh-CN" b="1" dirty="0" smtClean="0">
                <a:solidFill>
                  <a:srgbClr val="333399"/>
                </a:solidFill>
                <a:ea typeface="黑体" pitchFamily="2" charset="-122"/>
              </a:rPr>
              <a:t>8 </a:t>
            </a:r>
            <a:r>
              <a:rPr kumimoji="1" lang="zh-CN" altLang="en-US" b="1" dirty="0">
                <a:solidFill>
                  <a:srgbClr val="333399"/>
                </a:solidFill>
                <a:ea typeface="黑体" pitchFamily="2" charset="-122"/>
              </a:rPr>
              <a:t>位</a:t>
            </a:r>
          </a:p>
        </p:txBody>
      </p:sp>
      <p:sp>
        <p:nvSpPr>
          <p:cNvPr id="13" name="Rectangle 11"/>
          <p:cNvSpPr>
            <a:spLocks noChangeArrowheads="1"/>
          </p:cNvSpPr>
          <p:nvPr/>
        </p:nvSpPr>
        <p:spPr bwMode="auto">
          <a:xfrm>
            <a:off x="3000375" y="2067198"/>
            <a:ext cx="7085013" cy="442912"/>
          </a:xfrm>
          <a:prstGeom prst="rect">
            <a:avLst/>
          </a:prstGeom>
          <a:solidFill>
            <a:srgbClr val="FFFF99"/>
          </a:solidFill>
          <a:ln w="1905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14" name="Rectangle 12"/>
          <p:cNvSpPr>
            <a:spLocks noChangeArrowheads="1"/>
          </p:cNvSpPr>
          <p:nvPr/>
        </p:nvSpPr>
        <p:spPr bwMode="auto">
          <a:xfrm>
            <a:off x="3019425" y="3151460"/>
            <a:ext cx="7070725" cy="446088"/>
          </a:xfrm>
          <a:prstGeom prst="rect">
            <a:avLst/>
          </a:prstGeom>
          <a:solidFill>
            <a:srgbClr val="FFFF99"/>
          </a:solidFill>
          <a:ln w="2540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15" name="Rectangle 14"/>
          <p:cNvSpPr>
            <a:spLocks noChangeArrowheads="1"/>
          </p:cNvSpPr>
          <p:nvPr/>
        </p:nvSpPr>
        <p:spPr bwMode="auto">
          <a:xfrm>
            <a:off x="3028950" y="4272235"/>
            <a:ext cx="5300663" cy="423863"/>
          </a:xfrm>
          <a:prstGeom prst="rect">
            <a:avLst/>
          </a:prstGeom>
          <a:solidFill>
            <a:srgbClr val="FF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b="1">
              <a:latin typeface="Tahoma" pitchFamily="34" charset="0"/>
              <a:ea typeface="黑体" pitchFamily="2" charset="-122"/>
            </a:endParaRPr>
          </a:p>
        </p:txBody>
      </p:sp>
      <p:sp>
        <p:nvSpPr>
          <p:cNvPr id="16" name="Rectangle 15"/>
          <p:cNvSpPr>
            <a:spLocks noChangeArrowheads="1"/>
          </p:cNvSpPr>
          <p:nvPr/>
        </p:nvSpPr>
        <p:spPr bwMode="auto">
          <a:xfrm>
            <a:off x="3041650" y="3176860"/>
            <a:ext cx="3511550" cy="409575"/>
          </a:xfrm>
          <a:prstGeom prst="rect">
            <a:avLst/>
          </a:prstGeom>
          <a:solidFill>
            <a:srgbClr val="FF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b="1">
              <a:latin typeface="Tahoma" pitchFamily="34" charset="0"/>
              <a:ea typeface="黑体" pitchFamily="2" charset="-122"/>
            </a:endParaRPr>
          </a:p>
        </p:txBody>
      </p:sp>
      <p:sp>
        <p:nvSpPr>
          <p:cNvPr id="17" name="Rectangle 16"/>
          <p:cNvSpPr>
            <a:spLocks noChangeArrowheads="1"/>
          </p:cNvSpPr>
          <p:nvPr/>
        </p:nvSpPr>
        <p:spPr bwMode="auto">
          <a:xfrm>
            <a:off x="3024188" y="2091010"/>
            <a:ext cx="1730375" cy="406400"/>
          </a:xfrm>
          <a:prstGeom prst="rect">
            <a:avLst/>
          </a:prstGeom>
          <a:solidFill>
            <a:srgbClr val="FF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b="1">
              <a:latin typeface="Tahoma" pitchFamily="34" charset="0"/>
              <a:ea typeface="黑体" pitchFamily="2" charset="-122"/>
            </a:endParaRPr>
          </a:p>
        </p:txBody>
      </p:sp>
      <p:sp>
        <p:nvSpPr>
          <p:cNvPr id="18" name="Rectangle 17"/>
          <p:cNvSpPr>
            <a:spLocks noChangeArrowheads="1"/>
          </p:cNvSpPr>
          <p:nvPr/>
        </p:nvSpPr>
        <p:spPr bwMode="auto">
          <a:xfrm>
            <a:off x="2946400" y="206084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0</a:t>
            </a:r>
          </a:p>
        </p:txBody>
      </p:sp>
      <p:sp>
        <p:nvSpPr>
          <p:cNvPr id="19" name="Rectangle 18"/>
          <p:cNvSpPr>
            <a:spLocks noChangeArrowheads="1"/>
          </p:cNvSpPr>
          <p:nvPr/>
        </p:nvSpPr>
        <p:spPr bwMode="auto">
          <a:xfrm>
            <a:off x="1820863" y="2089423"/>
            <a:ext cx="110229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dirty="0">
                <a:solidFill>
                  <a:srgbClr val="333399"/>
                </a:solidFill>
                <a:ea typeface="黑体" pitchFamily="2" charset="-122"/>
              </a:rPr>
              <a:t>A </a:t>
            </a:r>
            <a:r>
              <a:rPr kumimoji="1" lang="zh-CN" altLang="en-US" b="1" dirty="0">
                <a:solidFill>
                  <a:srgbClr val="333399"/>
                </a:solidFill>
                <a:ea typeface="黑体" pitchFamily="2" charset="-122"/>
              </a:rPr>
              <a:t>类地址</a:t>
            </a:r>
          </a:p>
        </p:txBody>
      </p:sp>
      <p:sp>
        <p:nvSpPr>
          <p:cNvPr id="20" name="Line 19"/>
          <p:cNvSpPr>
            <a:spLocks noChangeShapeType="1"/>
          </p:cNvSpPr>
          <p:nvPr/>
        </p:nvSpPr>
        <p:spPr bwMode="auto">
          <a:xfrm>
            <a:off x="3255963" y="2067198"/>
            <a:ext cx="0" cy="42227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21" name="Line 20"/>
          <p:cNvSpPr>
            <a:spLocks noChangeShapeType="1"/>
          </p:cNvSpPr>
          <p:nvPr/>
        </p:nvSpPr>
        <p:spPr bwMode="auto">
          <a:xfrm>
            <a:off x="4760913" y="2067198"/>
            <a:ext cx="0" cy="4508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22" name="Line 21"/>
          <p:cNvSpPr>
            <a:spLocks noChangeShapeType="1"/>
          </p:cNvSpPr>
          <p:nvPr/>
        </p:nvSpPr>
        <p:spPr bwMode="auto">
          <a:xfrm>
            <a:off x="2997200" y="254979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3" name="Line 22"/>
          <p:cNvSpPr>
            <a:spLocks noChangeShapeType="1"/>
          </p:cNvSpPr>
          <p:nvPr/>
        </p:nvSpPr>
        <p:spPr bwMode="auto">
          <a:xfrm>
            <a:off x="4760913" y="254979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4" name="Line 23"/>
          <p:cNvSpPr>
            <a:spLocks noChangeShapeType="1"/>
          </p:cNvSpPr>
          <p:nvPr/>
        </p:nvSpPr>
        <p:spPr bwMode="auto">
          <a:xfrm>
            <a:off x="10071100" y="254979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5" name="Line 24"/>
          <p:cNvSpPr>
            <a:spLocks noChangeShapeType="1"/>
          </p:cNvSpPr>
          <p:nvPr/>
        </p:nvSpPr>
        <p:spPr bwMode="auto">
          <a:xfrm flipV="1">
            <a:off x="6561138" y="3789635"/>
            <a:ext cx="3481387" cy="3174"/>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26" name="Rectangle 25"/>
          <p:cNvSpPr>
            <a:spLocks noChangeArrowheads="1"/>
          </p:cNvSpPr>
          <p:nvPr/>
        </p:nvSpPr>
        <p:spPr bwMode="auto">
          <a:xfrm>
            <a:off x="7887118" y="3611835"/>
            <a:ext cx="73417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lnSpc>
                <a:spcPct val="90000"/>
              </a:lnSpc>
            </a:pPr>
            <a:r>
              <a:rPr kumimoji="1" lang="en-US" altLang="zh-CN" b="1" dirty="0" smtClean="0">
                <a:solidFill>
                  <a:srgbClr val="333399"/>
                </a:solidFill>
                <a:ea typeface="黑体" pitchFamily="2" charset="-122"/>
              </a:rPr>
              <a:t>16 </a:t>
            </a:r>
            <a:r>
              <a:rPr kumimoji="1" lang="zh-CN" altLang="en-US" b="1" dirty="0">
                <a:solidFill>
                  <a:srgbClr val="333399"/>
                </a:solidFill>
                <a:ea typeface="黑体" pitchFamily="2" charset="-122"/>
              </a:rPr>
              <a:t>位</a:t>
            </a:r>
          </a:p>
        </p:txBody>
      </p:sp>
      <p:sp>
        <p:nvSpPr>
          <p:cNvPr id="27" name="Line 26"/>
          <p:cNvSpPr>
            <a:spLocks noChangeShapeType="1"/>
          </p:cNvSpPr>
          <p:nvPr/>
        </p:nvSpPr>
        <p:spPr bwMode="auto">
          <a:xfrm>
            <a:off x="3033713" y="3637235"/>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8" name="Line 27"/>
          <p:cNvSpPr>
            <a:spLocks noChangeShapeType="1"/>
          </p:cNvSpPr>
          <p:nvPr/>
        </p:nvSpPr>
        <p:spPr bwMode="auto">
          <a:xfrm>
            <a:off x="6561138" y="3637235"/>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9" name="Line 28"/>
          <p:cNvSpPr>
            <a:spLocks noChangeShapeType="1"/>
          </p:cNvSpPr>
          <p:nvPr/>
        </p:nvSpPr>
        <p:spPr bwMode="auto">
          <a:xfrm>
            <a:off x="10056813" y="3637235"/>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0" name="Rectangle 29"/>
          <p:cNvSpPr>
            <a:spLocks noChangeArrowheads="1"/>
          </p:cNvSpPr>
          <p:nvPr/>
        </p:nvSpPr>
        <p:spPr bwMode="auto">
          <a:xfrm>
            <a:off x="1838325" y="3162573"/>
            <a:ext cx="1110883"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dirty="0">
                <a:solidFill>
                  <a:srgbClr val="333399"/>
                </a:solidFill>
                <a:ea typeface="黑体" pitchFamily="2" charset="-122"/>
              </a:rPr>
              <a:t>B </a:t>
            </a:r>
            <a:r>
              <a:rPr kumimoji="1" lang="zh-CN" altLang="en-US" b="1" dirty="0">
                <a:solidFill>
                  <a:srgbClr val="333399"/>
                </a:solidFill>
                <a:ea typeface="黑体" pitchFamily="2" charset="-122"/>
              </a:rPr>
              <a:t>类地址</a:t>
            </a:r>
          </a:p>
        </p:txBody>
      </p:sp>
      <p:sp>
        <p:nvSpPr>
          <p:cNvPr id="31" name="Line 30"/>
          <p:cNvSpPr>
            <a:spLocks noChangeShapeType="1"/>
          </p:cNvSpPr>
          <p:nvPr/>
        </p:nvSpPr>
        <p:spPr bwMode="auto">
          <a:xfrm>
            <a:off x="6561138" y="3160985"/>
            <a:ext cx="0" cy="4333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2" name="Rectangle 31"/>
          <p:cNvSpPr>
            <a:spLocks noChangeArrowheads="1"/>
          </p:cNvSpPr>
          <p:nvPr/>
        </p:nvSpPr>
        <p:spPr bwMode="auto">
          <a:xfrm>
            <a:off x="1824038" y="4267473"/>
            <a:ext cx="11064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C </a:t>
            </a:r>
            <a:r>
              <a:rPr kumimoji="1" lang="zh-CN" altLang="en-US" b="1">
                <a:solidFill>
                  <a:srgbClr val="333399"/>
                </a:solidFill>
                <a:ea typeface="黑体" pitchFamily="2" charset="-122"/>
              </a:rPr>
              <a:t>类地址</a:t>
            </a:r>
          </a:p>
        </p:txBody>
      </p:sp>
      <p:sp>
        <p:nvSpPr>
          <p:cNvPr id="33" name="Rectangle 32"/>
          <p:cNvSpPr>
            <a:spLocks noChangeArrowheads="1"/>
          </p:cNvSpPr>
          <p:nvPr/>
        </p:nvSpPr>
        <p:spPr bwMode="auto">
          <a:xfrm>
            <a:off x="3346450" y="428652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0</a:t>
            </a:r>
          </a:p>
        </p:txBody>
      </p:sp>
      <p:sp>
        <p:nvSpPr>
          <p:cNvPr id="34" name="Rectangle 33"/>
          <p:cNvSpPr>
            <a:spLocks noChangeArrowheads="1"/>
          </p:cNvSpPr>
          <p:nvPr/>
        </p:nvSpPr>
        <p:spPr bwMode="auto">
          <a:xfrm>
            <a:off x="2959100" y="4278585"/>
            <a:ext cx="4857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en-US" altLang="zh-CN" b="1">
                <a:solidFill>
                  <a:srgbClr val="333399"/>
                </a:solidFill>
                <a:ea typeface="黑体" pitchFamily="2" charset="-122"/>
              </a:rPr>
              <a:t>1</a:t>
            </a:r>
          </a:p>
        </p:txBody>
      </p:sp>
      <p:sp>
        <p:nvSpPr>
          <p:cNvPr id="35" name="Rectangle 34"/>
          <p:cNvSpPr>
            <a:spLocks noChangeArrowheads="1"/>
          </p:cNvSpPr>
          <p:nvPr/>
        </p:nvSpPr>
        <p:spPr bwMode="auto">
          <a:xfrm>
            <a:off x="3154363" y="4286523"/>
            <a:ext cx="482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en-US" altLang="zh-CN" b="1">
                <a:solidFill>
                  <a:srgbClr val="333399"/>
                </a:solidFill>
                <a:ea typeface="黑体" pitchFamily="2" charset="-122"/>
              </a:rPr>
              <a:t>1</a:t>
            </a:r>
          </a:p>
        </p:txBody>
      </p:sp>
      <p:sp>
        <p:nvSpPr>
          <p:cNvPr id="36" name="Line 35"/>
          <p:cNvSpPr>
            <a:spLocks noChangeShapeType="1"/>
          </p:cNvSpPr>
          <p:nvPr/>
        </p:nvSpPr>
        <p:spPr bwMode="auto">
          <a:xfrm>
            <a:off x="3703638" y="4256360"/>
            <a:ext cx="0" cy="439738"/>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7" name="Line 36"/>
          <p:cNvSpPr>
            <a:spLocks noChangeShapeType="1"/>
          </p:cNvSpPr>
          <p:nvPr/>
        </p:nvSpPr>
        <p:spPr bwMode="auto">
          <a:xfrm>
            <a:off x="8348663" y="4251598"/>
            <a:ext cx="0" cy="4413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8" name="Line 37"/>
          <p:cNvSpPr>
            <a:spLocks noChangeShapeType="1"/>
          </p:cNvSpPr>
          <p:nvPr/>
        </p:nvSpPr>
        <p:spPr bwMode="auto">
          <a:xfrm flipV="1">
            <a:off x="8353425" y="4913585"/>
            <a:ext cx="1689100"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39" name="Rectangle 40"/>
          <p:cNvSpPr>
            <a:spLocks noChangeArrowheads="1"/>
          </p:cNvSpPr>
          <p:nvPr/>
        </p:nvSpPr>
        <p:spPr bwMode="auto">
          <a:xfrm>
            <a:off x="8962518" y="4723090"/>
            <a:ext cx="606668" cy="339260"/>
          </a:xfrm>
          <a:prstGeom prst="rect">
            <a:avLst/>
          </a:prstGeom>
          <a:solidFill>
            <a:schemeClr val="bg1"/>
          </a:solidFill>
          <a:ln>
            <a:noFill/>
          </a:ln>
          <a:extLst/>
        </p:spPr>
        <p:txBody>
          <a:bodyPr wrap="none" lIns="90488" tIns="44450" rIns="90488" bIns="44450">
            <a:spAutoFit/>
          </a:bodyPr>
          <a:lstStyle/>
          <a:p>
            <a:pPr algn="ctr" defTabSz="762000">
              <a:lnSpc>
                <a:spcPct val="90000"/>
              </a:lnSpc>
            </a:pPr>
            <a:r>
              <a:rPr kumimoji="1" lang="en-US" altLang="zh-CN" b="1" dirty="0" smtClean="0">
                <a:solidFill>
                  <a:srgbClr val="333399"/>
                </a:solidFill>
                <a:ea typeface="黑体" pitchFamily="2" charset="-122"/>
              </a:rPr>
              <a:t>8 </a:t>
            </a:r>
            <a:r>
              <a:rPr kumimoji="1" lang="zh-CN" altLang="en-US" b="1" dirty="0">
                <a:solidFill>
                  <a:srgbClr val="333399"/>
                </a:solidFill>
                <a:ea typeface="黑体" pitchFamily="2" charset="-122"/>
              </a:rPr>
              <a:t>位</a:t>
            </a:r>
          </a:p>
        </p:txBody>
      </p:sp>
      <p:sp>
        <p:nvSpPr>
          <p:cNvPr id="40" name="Line 41"/>
          <p:cNvSpPr>
            <a:spLocks noChangeShapeType="1"/>
          </p:cNvSpPr>
          <p:nvPr/>
        </p:nvSpPr>
        <p:spPr bwMode="auto">
          <a:xfrm>
            <a:off x="3019425" y="475959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1" name="Line 42"/>
          <p:cNvSpPr>
            <a:spLocks noChangeShapeType="1"/>
          </p:cNvSpPr>
          <p:nvPr/>
        </p:nvSpPr>
        <p:spPr bwMode="auto">
          <a:xfrm>
            <a:off x="8353425" y="476277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2" name="Line 43"/>
          <p:cNvSpPr>
            <a:spLocks noChangeShapeType="1"/>
          </p:cNvSpPr>
          <p:nvPr/>
        </p:nvSpPr>
        <p:spPr bwMode="auto">
          <a:xfrm>
            <a:off x="10042525" y="474372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3" name="Rectangle 44"/>
          <p:cNvSpPr>
            <a:spLocks noChangeArrowheads="1"/>
          </p:cNvSpPr>
          <p:nvPr/>
        </p:nvSpPr>
        <p:spPr bwMode="auto">
          <a:xfrm>
            <a:off x="3027363" y="5405710"/>
            <a:ext cx="7067550" cy="444500"/>
          </a:xfrm>
          <a:prstGeom prst="rect">
            <a:avLst/>
          </a:prstGeom>
          <a:solidFill>
            <a:srgbClr val="CCECFF"/>
          </a:solidFill>
          <a:ln w="2540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44" name="Rectangle 45"/>
          <p:cNvSpPr>
            <a:spLocks noChangeArrowheads="1"/>
          </p:cNvSpPr>
          <p:nvPr/>
        </p:nvSpPr>
        <p:spPr bwMode="auto">
          <a:xfrm>
            <a:off x="1819275" y="5416823"/>
            <a:ext cx="11064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D </a:t>
            </a:r>
            <a:r>
              <a:rPr kumimoji="1" lang="zh-CN" altLang="en-US" b="1">
                <a:solidFill>
                  <a:srgbClr val="333399"/>
                </a:solidFill>
                <a:ea typeface="黑体" pitchFamily="2" charset="-122"/>
              </a:rPr>
              <a:t>类地址</a:t>
            </a:r>
          </a:p>
        </p:txBody>
      </p:sp>
      <p:sp>
        <p:nvSpPr>
          <p:cNvPr id="45" name="Line 46"/>
          <p:cNvSpPr>
            <a:spLocks noChangeShapeType="1"/>
          </p:cNvSpPr>
          <p:nvPr/>
        </p:nvSpPr>
        <p:spPr bwMode="auto">
          <a:xfrm>
            <a:off x="3808413" y="5413648"/>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6" name="Rectangle 47"/>
          <p:cNvSpPr>
            <a:spLocks noChangeArrowheads="1"/>
          </p:cNvSpPr>
          <p:nvPr/>
        </p:nvSpPr>
        <p:spPr bwMode="auto">
          <a:xfrm>
            <a:off x="2963863" y="5404123"/>
            <a:ext cx="8874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1 1 1 0</a:t>
            </a:r>
          </a:p>
        </p:txBody>
      </p:sp>
      <p:sp>
        <p:nvSpPr>
          <p:cNvPr id="47" name="Rectangle 48"/>
          <p:cNvSpPr>
            <a:spLocks noChangeArrowheads="1"/>
          </p:cNvSpPr>
          <p:nvPr/>
        </p:nvSpPr>
        <p:spPr bwMode="auto">
          <a:xfrm>
            <a:off x="5795963" y="5434285"/>
            <a:ext cx="12985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b="1">
                <a:solidFill>
                  <a:srgbClr val="333399"/>
                </a:solidFill>
                <a:ea typeface="黑体" pitchFamily="2" charset="-122"/>
              </a:rPr>
              <a:t>多 播 地 址</a:t>
            </a:r>
          </a:p>
        </p:txBody>
      </p:sp>
      <p:sp>
        <p:nvSpPr>
          <p:cNvPr id="48" name="Rectangle 49"/>
          <p:cNvSpPr>
            <a:spLocks noChangeArrowheads="1"/>
          </p:cNvSpPr>
          <p:nvPr/>
        </p:nvSpPr>
        <p:spPr bwMode="auto">
          <a:xfrm>
            <a:off x="3041650" y="6248673"/>
            <a:ext cx="7053263" cy="444500"/>
          </a:xfrm>
          <a:prstGeom prst="rect">
            <a:avLst/>
          </a:prstGeom>
          <a:solidFill>
            <a:srgbClr val="CCECFF"/>
          </a:solidFill>
          <a:ln w="2540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49" name="Rectangle 50"/>
          <p:cNvSpPr>
            <a:spLocks noChangeArrowheads="1"/>
          </p:cNvSpPr>
          <p:nvPr/>
        </p:nvSpPr>
        <p:spPr bwMode="auto">
          <a:xfrm>
            <a:off x="1862138" y="6258198"/>
            <a:ext cx="10937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E </a:t>
            </a:r>
            <a:r>
              <a:rPr kumimoji="1" lang="zh-CN" altLang="en-US" b="1">
                <a:solidFill>
                  <a:srgbClr val="333399"/>
                </a:solidFill>
                <a:ea typeface="黑体" pitchFamily="2" charset="-122"/>
              </a:rPr>
              <a:t>类地址</a:t>
            </a:r>
          </a:p>
        </p:txBody>
      </p:sp>
      <p:sp>
        <p:nvSpPr>
          <p:cNvPr id="50" name="Rectangle 51"/>
          <p:cNvSpPr>
            <a:spLocks noChangeArrowheads="1"/>
          </p:cNvSpPr>
          <p:nvPr/>
        </p:nvSpPr>
        <p:spPr bwMode="auto">
          <a:xfrm>
            <a:off x="5257800" y="6269310"/>
            <a:ext cx="21828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b="1">
                <a:solidFill>
                  <a:srgbClr val="333399"/>
                </a:solidFill>
                <a:ea typeface="黑体" pitchFamily="2" charset="-122"/>
              </a:rPr>
              <a:t>保 留 为 今 后 使 用</a:t>
            </a:r>
          </a:p>
        </p:txBody>
      </p:sp>
      <p:sp>
        <p:nvSpPr>
          <p:cNvPr id="51" name="Line 52"/>
          <p:cNvSpPr>
            <a:spLocks noChangeShapeType="1"/>
          </p:cNvSpPr>
          <p:nvPr/>
        </p:nvSpPr>
        <p:spPr bwMode="auto">
          <a:xfrm>
            <a:off x="3836988" y="6274073"/>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52" name="Rectangle 53"/>
          <p:cNvSpPr>
            <a:spLocks noChangeArrowheads="1"/>
          </p:cNvSpPr>
          <p:nvPr/>
        </p:nvSpPr>
        <p:spPr bwMode="auto">
          <a:xfrm>
            <a:off x="2970213" y="6255023"/>
            <a:ext cx="8874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1 1 1 1</a:t>
            </a:r>
          </a:p>
        </p:txBody>
      </p:sp>
      <p:sp>
        <p:nvSpPr>
          <p:cNvPr id="53" name="Rectangle 54"/>
          <p:cNvSpPr>
            <a:spLocks noChangeArrowheads="1"/>
          </p:cNvSpPr>
          <p:nvPr/>
        </p:nvSpPr>
        <p:spPr bwMode="auto">
          <a:xfrm>
            <a:off x="3152775" y="314669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0</a:t>
            </a:r>
          </a:p>
        </p:txBody>
      </p:sp>
      <p:sp>
        <p:nvSpPr>
          <p:cNvPr id="54" name="Rectangle 55"/>
          <p:cNvSpPr>
            <a:spLocks noChangeArrowheads="1"/>
          </p:cNvSpPr>
          <p:nvPr/>
        </p:nvSpPr>
        <p:spPr bwMode="auto">
          <a:xfrm>
            <a:off x="2960688" y="3146698"/>
            <a:ext cx="4841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en-US" altLang="zh-CN" b="1">
                <a:solidFill>
                  <a:srgbClr val="333399"/>
                </a:solidFill>
                <a:ea typeface="黑体" pitchFamily="2" charset="-122"/>
              </a:rPr>
              <a:t>1</a:t>
            </a:r>
          </a:p>
        </p:txBody>
      </p:sp>
      <p:sp>
        <p:nvSpPr>
          <p:cNvPr id="55" name="Line 56"/>
          <p:cNvSpPr>
            <a:spLocks noChangeShapeType="1"/>
          </p:cNvSpPr>
          <p:nvPr/>
        </p:nvSpPr>
        <p:spPr bwMode="auto">
          <a:xfrm>
            <a:off x="3511550" y="3143523"/>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nvGrpSpPr>
          <p:cNvPr id="56" name="组合 55"/>
          <p:cNvGrpSpPr/>
          <p:nvPr/>
        </p:nvGrpSpPr>
        <p:grpSpPr>
          <a:xfrm>
            <a:off x="10258821" y="2060848"/>
            <a:ext cx="885446" cy="2641600"/>
            <a:chOff x="6219141" y="1187780"/>
            <a:chExt cx="573439" cy="1690420"/>
          </a:xfrm>
        </p:grpSpPr>
        <p:sp>
          <p:nvSpPr>
            <p:cNvPr id="57" name="矩形 56"/>
            <p:cNvSpPr/>
            <p:nvPr/>
          </p:nvSpPr>
          <p:spPr>
            <a:xfrm>
              <a:off x="6367880" y="1631109"/>
              <a:ext cx="424700" cy="846899"/>
            </a:xfrm>
            <a:prstGeom prst="rect">
              <a:avLst/>
            </a:prstGeom>
          </p:spPr>
          <p:txBody>
            <a:bodyPr wrap="square">
              <a:spAutoFit/>
            </a:bodyPr>
            <a:lstStyle/>
            <a:p>
              <a:pPr algn="ctr"/>
              <a:r>
                <a:rPr lang="zh-CN" altLang="en-US" sz="2000" b="1" dirty="0">
                  <a:solidFill>
                    <a:srgbClr val="CC00CC"/>
                  </a:solidFill>
                  <a:latin typeface="微软雅黑" panose="020B0503020204020204" pitchFamily="34" charset="-122"/>
                  <a:ea typeface="微软雅黑" panose="020B0503020204020204" pitchFamily="34" charset="-122"/>
                </a:rPr>
                <a:t>单播地址</a:t>
              </a:r>
            </a:p>
          </p:txBody>
        </p:sp>
        <p:sp>
          <p:nvSpPr>
            <p:cNvPr id="58" name="右大括号 57"/>
            <p:cNvSpPr/>
            <p:nvPr/>
          </p:nvSpPr>
          <p:spPr>
            <a:xfrm>
              <a:off x="6219141" y="1187780"/>
              <a:ext cx="172628" cy="1690420"/>
            </a:xfrm>
            <a:prstGeom prst="rightBrace">
              <a:avLst>
                <a:gd name="adj1" fmla="val 30569"/>
                <a:gd name="adj2" fmla="val 50000"/>
              </a:avLst>
            </a:prstGeom>
            <a:ln w="3810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b="1"/>
            </a:p>
          </p:txBody>
        </p:sp>
      </p:grpSp>
    </p:spTree>
    <p:extLst>
      <p:ext uri="{BB962C8B-B14F-4D97-AF65-F5344CB8AC3E}">
        <p14:creationId xmlns:p14="http://schemas.microsoft.com/office/powerpoint/2010/main" val="1643555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nodeType="afterEffect">
                                  <p:stCondLst>
                                    <p:cond delay="0"/>
                                  </p:stCondLst>
                                  <p:childTnLst>
                                    <p:anim calcmode="discrete" valueType="str">
                                      <p:cBhvr>
                                        <p:cTn id="9" dur="1000" fill="hold"/>
                                        <p:tgtEl>
                                          <p:spTgt spid="5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Line 2"/>
          <p:cNvSpPr>
            <a:spLocks noChangeShapeType="1"/>
          </p:cNvSpPr>
          <p:nvPr/>
        </p:nvSpPr>
        <p:spPr bwMode="auto">
          <a:xfrm flipV="1">
            <a:off x="3019425" y="4545013"/>
            <a:ext cx="5305425"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36868" name="Rectangle 3"/>
          <p:cNvSpPr>
            <a:spLocks noChangeArrowheads="1"/>
          </p:cNvSpPr>
          <p:nvPr/>
        </p:nvSpPr>
        <p:spPr bwMode="auto">
          <a:xfrm>
            <a:off x="5083175" y="4327525"/>
            <a:ext cx="73417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lnSpc>
                <a:spcPct val="90000"/>
              </a:lnSpc>
            </a:pPr>
            <a:r>
              <a:rPr kumimoji="1" lang="en-US" altLang="zh-CN" b="1" dirty="0" smtClean="0">
                <a:solidFill>
                  <a:srgbClr val="333399"/>
                </a:solidFill>
                <a:ea typeface="黑体" pitchFamily="2" charset="-122"/>
              </a:rPr>
              <a:t>24 </a:t>
            </a:r>
            <a:r>
              <a:rPr kumimoji="1" lang="zh-CN" altLang="en-US" b="1" dirty="0">
                <a:solidFill>
                  <a:srgbClr val="333399"/>
                </a:solidFill>
                <a:ea typeface="黑体" pitchFamily="2" charset="-122"/>
              </a:rPr>
              <a:t>位</a:t>
            </a:r>
          </a:p>
        </p:txBody>
      </p:sp>
      <p:sp>
        <p:nvSpPr>
          <p:cNvPr id="36872" name="Line 7"/>
          <p:cNvSpPr>
            <a:spLocks noChangeShapeType="1"/>
          </p:cNvSpPr>
          <p:nvPr/>
        </p:nvSpPr>
        <p:spPr bwMode="auto">
          <a:xfrm flipV="1">
            <a:off x="3073400" y="3422650"/>
            <a:ext cx="3475038"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36873" name="Rectangle 8"/>
          <p:cNvSpPr>
            <a:spLocks noChangeArrowheads="1"/>
          </p:cNvSpPr>
          <p:nvPr/>
        </p:nvSpPr>
        <p:spPr bwMode="auto">
          <a:xfrm>
            <a:off x="4197350" y="3217863"/>
            <a:ext cx="73417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lnSpc>
                <a:spcPct val="90000"/>
              </a:lnSpc>
            </a:pPr>
            <a:r>
              <a:rPr kumimoji="1" lang="en-US" altLang="zh-CN" b="1" dirty="0" smtClean="0">
                <a:solidFill>
                  <a:srgbClr val="333399"/>
                </a:solidFill>
                <a:ea typeface="黑体" pitchFamily="2" charset="-122"/>
              </a:rPr>
              <a:t>16 </a:t>
            </a:r>
            <a:r>
              <a:rPr kumimoji="1" lang="zh-CN" altLang="en-US" b="1" dirty="0">
                <a:solidFill>
                  <a:srgbClr val="333399"/>
                </a:solidFill>
                <a:ea typeface="黑体" pitchFamily="2" charset="-122"/>
              </a:rPr>
              <a:t>位</a:t>
            </a:r>
          </a:p>
        </p:txBody>
      </p:sp>
      <p:sp>
        <p:nvSpPr>
          <p:cNvPr id="36866" name="Rectangle 2"/>
          <p:cNvSpPr>
            <a:spLocks noGrp="1" noChangeArrowheads="1"/>
          </p:cNvSpPr>
          <p:nvPr>
            <p:ph type="title"/>
          </p:nvPr>
        </p:nvSpPr>
        <p:spPr/>
        <p:txBody>
          <a:bodyPr anchor="ctr"/>
          <a:lstStyle/>
          <a:p>
            <a:pPr eaLnBrk="1" hangingPunct="1"/>
            <a:r>
              <a:rPr lang="zh-CN" altLang="en-US" dirty="0"/>
              <a:t>分类的 </a:t>
            </a:r>
            <a:r>
              <a:rPr lang="en-US" altLang="zh-CN" dirty="0"/>
              <a:t>IP </a:t>
            </a:r>
            <a:r>
              <a:rPr lang="zh-CN" altLang="en-US" dirty="0"/>
              <a:t>地址</a:t>
            </a:r>
            <a:endParaRPr lang="zh-CN" altLang="en-US" dirty="0" smtClean="0"/>
          </a:p>
        </p:txBody>
      </p:sp>
      <p:sp>
        <p:nvSpPr>
          <p:cNvPr id="36869" name="Rectangle 4"/>
          <p:cNvSpPr>
            <a:spLocks noChangeArrowheads="1"/>
          </p:cNvSpPr>
          <p:nvPr/>
        </p:nvSpPr>
        <p:spPr bwMode="auto">
          <a:xfrm>
            <a:off x="3019425" y="3890963"/>
            <a:ext cx="7046913" cy="444500"/>
          </a:xfrm>
          <a:prstGeom prst="rect">
            <a:avLst/>
          </a:prstGeom>
          <a:solidFill>
            <a:srgbClr val="FFFF99"/>
          </a:solidFill>
          <a:ln w="2540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36870" name="Line 5"/>
          <p:cNvSpPr>
            <a:spLocks noChangeShapeType="1"/>
          </p:cNvSpPr>
          <p:nvPr/>
        </p:nvSpPr>
        <p:spPr bwMode="auto">
          <a:xfrm>
            <a:off x="4760913" y="2344738"/>
            <a:ext cx="5310187"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36871" name="Rectangle 6"/>
          <p:cNvSpPr>
            <a:spLocks noChangeArrowheads="1"/>
          </p:cNvSpPr>
          <p:nvPr/>
        </p:nvSpPr>
        <p:spPr bwMode="auto">
          <a:xfrm>
            <a:off x="6756818" y="2136775"/>
            <a:ext cx="73417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lnSpc>
                <a:spcPct val="90000"/>
              </a:lnSpc>
            </a:pPr>
            <a:r>
              <a:rPr kumimoji="1" lang="en-US" altLang="zh-CN" b="1" dirty="0" smtClean="0">
                <a:solidFill>
                  <a:srgbClr val="333399"/>
                </a:solidFill>
                <a:ea typeface="黑体" pitchFamily="2" charset="-122"/>
              </a:rPr>
              <a:t>24 </a:t>
            </a:r>
            <a:r>
              <a:rPr kumimoji="1" lang="zh-CN" altLang="en-US" b="1" dirty="0">
                <a:solidFill>
                  <a:srgbClr val="333399"/>
                </a:solidFill>
                <a:ea typeface="黑体" pitchFamily="2" charset="-122"/>
              </a:rPr>
              <a:t>位</a:t>
            </a:r>
          </a:p>
        </p:txBody>
      </p:sp>
      <p:sp>
        <p:nvSpPr>
          <p:cNvPr id="36874" name="Line 9"/>
          <p:cNvSpPr>
            <a:spLocks noChangeShapeType="1"/>
          </p:cNvSpPr>
          <p:nvPr/>
        </p:nvSpPr>
        <p:spPr bwMode="auto">
          <a:xfrm>
            <a:off x="2997200" y="2344738"/>
            <a:ext cx="1763713"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36875" name="Rectangle 10"/>
          <p:cNvSpPr>
            <a:spLocks noChangeArrowheads="1"/>
          </p:cNvSpPr>
          <p:nvPr/>
        </p:nvSpPr>
        <p:spPr bwMode="auto">
          <a:xfrm>
            <a:off x="3510207" y="2136775"/>
            <a:ext cx="60593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lnSpc>
                <a:spcPct val="90000"/>
              </a:lnSpc>
            </a:pPr>
            <a:r>
              <a:rPr kumimoji="1" lang="en-US" altLang="zh-CN" b="1" dirty="0" smtClean="0">
                <a:solidFill>
                  <a:srgbClr val="333399"/>
                </a:solidFill>
                <a:ea typeface="黑体" pitchFamily="2" charset="-122"/>
              </a:rPr>
              <a:t>8 </a:t>
            </a:r>
            <a:r>
              <a:rPr kumimoji="1" lang="zh-CN" altLang="en-US" b="1" dirty="0">
                <a:solidFill>
                  <a:srgbClr val="333399"/>
                </a:solidFill>
                <a:ea typeface="黑体" pitchFamily="2" charset="-122"/>
              </a:rPr>
              <a:t>位</a:t>
            </a:r>
          </a:p>
        </p:txBody>
      </p:sp>
      <p:sp>
        <p:nvSpPr>
          <p:cNvPr id="36876" name="Rectangle 11"/>
          <p:cNvSpPr>
            <a:spLocks noChangeArrowheads="1"/>
          </p:cNvSpPr>
          <p:nvPr/>
        </p:nvSpPr>
        <p:spPr bwMode="auto">
          <a:xfrm>
            <a:off x="3000375" y="1700213"/>
            <a:ext cx="7085013" cy="442912"/>
          </a:xfrm>
          <a:prstGeom prst="rect">
            <a:avLst/>
          </a:prstGeom>
          <a:solidFill>
            <a:srgbClr val="FFFF99"/>
          </a:solidFill>
          <a:ln w="1905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36877" name="Rectangle 12"/>
          <p:cNvSpPr>
            <a:spLocks noChangeArrowheads="1"/>
          </p:cNvSpPr>
          <p:nvPr/>
        </p:nvSpPr>
        <p:spPr bwMode="auto">
          <a:xfrm>
            <a:off x="3019425" y="2784475"/>
            <a:ext cx="7070725" cy="446088"/>
          </a:xfrm>
          <a:prstGeom prst="rect">
            <a:avLst/>
          </a:prstGeom>
          <a:solidFill>
            <a:srgbClr val="FFFF99"/>
          </a:solidFill>
          <a:ln w="2540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36878" name="Rectangle 14"/>
          <p:cNvSpPr>
            <a:spLocks noChangeArrowheads="1"/>
          </p:cNvSpPr>
          <p:nvPr/>
        </p:nvSpPr>
        <p:spPr bwMode="auto">
          <a:xfrm>
            <a:off x="3028950" y="3905250"/>
            <a:ext cx="5300663" cy="423863"/>
          </a:xfrm>
          <a:prstGeom prst="rect">
            <a:avLst/>
          </a:prstGeom>
          <a:solidFill>
            <a:srgbClr val="FF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b="1">
              <a:latin typeface="Tahoma" pitchFamily="34" charset="0"/>
              <a:ea typeface="黑体" pitchFamily="2" charset="-122"/>
            </a:endParaRPr>
          </a:p>
        </p:txBody>
      </p:sp>
      <p:sp>
        <p:nvSpPr>
          <p:cNvPr id="36879" name="Rectangle 15"/>
          <p:cNvSpPr>
            <a:spLocks noChangeArrowheads="1"/>
          </p:cNvSpPr>
          <p:nvPr/>
        </p:nvSpPr>
        <p:spPr bwMode="auto">
          <a:xfrm>
            <a:off x="3041650" y="2809875"/>
            <a:ext cx="3511550" cy="409575"/>
          </a:xfrm>
          <a:prstGeom prst="rect">
            <a:avLst/>
          </a:prstGeom>
          <a:solidFill>
            <a:srgbClr val="FF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b="1">
              <a:latin typeface="Tahoma" pitchFamily="34" charset="0"/>
              <a:ea typeface="黑体" pitchFamily="2" charset="-122"/>
            </a:endParaRPr>
          </a:p>
        </p:txBody>
      </p:sp>
      <p:sp>
        <p:nvSpPr>
          <p:cNvPr id="36880" name="Rectangle 16"/>
          <p:cNvSpPr>
            <a:spLocks noChangeArrowheads="1"/>
          </p:cNvSpPr>
          <p:nvPr/>
        </p:nvSpPr>
        <p:spPr bwMode="auto">
          <a:xfrm>
            <a:off x="3024188" y="1724025"/>
            <a:ext cx="1730375" cy="406400"/>
          </a:xfrm>
          <a:prstGeom prst="rect">
            <a:avLst/>
          </a:prstGeom>
          <a:solidFill>
            <a:srgbClr val="FF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b="1">
              <a:latin typeface="Tahoma" pitchFamily="34" charset="0"/>
              <a:ea typeface="黑体" pitchFamily="2" charset="-122"/>
            </a:endParaRPr>
          </a:p>
        </p:txBody>
      </p:sp>
      <p:sp>
        <p:nvSpPr>
          <p:cNvPr id="36881" name="Rectangle 17"/>
          <p:cNvSpPr>
            <a:spLocks noChangeArrowheads="1"/>
          </p:cNvSpPr>
          <p:nvPr/>
        </p:nvSpPr>
        <p:spPr bwMode="auto">
          <a:xfrm>
            <a:off x="2946400" y="169386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0</a:t>
            </a:r>
          </a:p>
        </p:txBody>
      </p:sp>
      <p:sp>
        <p:nvSpPr>
          <p:cNvPr id="36882" name="Rectangle 18"/>
          <p:cNvSpPr>
            <a:spLocks noChangeArrowheads="1"/>
          </p:cNvSpPr>
          <p:nvPr/>
        </p:nvSpPr>
        <p:spPr bwMode="auto">
          <a:xfrm>
            <a:off x="1820863" y="1722438"/>
            <a:ext cx="110229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dirty="0">
                <a:solidFill>
                  <a:srgbClr val="333399"/>
                </a:solidFill>
                <a:ea typeface="黑体" pitchFamily="2" charset="-122"/>
              </a:rPr>
              <a:t>A </a:t>
            </a:r>
            <a:r>
              <a:rPr kumimoji="1" lang="zh-CN" altLang="en-US" b="1" dirty="0">
                <a:solidFill>
                  <a:srgbClr val="333399"/>
                </a:solidFill>
                <a:ea typeface="黑体" pitchFamily="2" charset="-122"/>
              </a:rPr>
              <a:t>类地址</a:t>
            </a:r>
          </a:p>
        </p:txBody>
      </p:sp>
      <p:sp>
        <p:nvSpPr>
          <p:cNvPr id="36883" name="Line 19"/>
          <p:cNvSpPr>
            <a:spLocks noChangeShapeType="1"/>
          </p:cNvSpPr>
          <p:nvPr/>
        </p:nvSpPr>
        <p:spPr bwMode="auto">
          <a:xfrm>
            <a:off x="3255963" y="1700213"/>
            <a:ext cx="0" cy="42227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6884" name="Line 20"/>
          <p:cNvSpPr>
            <a:spLocks noChangeShapeType="1"/>
          </p:cNvSpPr>
          <p:nvPr/>
        </p:nvSpPr>
        <p:spPr bwMode="auto">
          <a:xfrm>
            <a:off x="4760913" y="1700213"/>
            <a:ext cx="0" cy="4508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6885" name="Line 21"/>
          <p:cNvSpPr>
            <a:spLocks noChangeShapeType="1"/>
          </p:cNvSpPr>
          <p:nvPr/>
        </p:nvSpPr>
        <p:spPr bwMode="auto">
          <a:xfrm>
            <a:off x="2997200" y="218281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886" name="Line 22"/>
          <p:cNvSpPr>
            <a:spLocks noChangeShapeType="1"/>
          </p:cNvSpPr>
          <p:nvPr/>
        </p:nvSpPr>
        <p:spPr bwMode="auto">
          <a:xfrm>
            <a:off x="4760913" y="218281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887" name="Line 23"/>
          <p:cNvSpPr>
            <a:spLocks noChangeShapeType="1"/>
          </p:cNvSpPr>
          <p:nvPr/>
        </p:nvSpPr>
        <p:spPr bwMode="auto">
          <a:xfrm>
            <a:off x="10071100" y="218281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888" name="Line 24"/>
          <p:cNvSpPr>
            <a:spLocks noChangeShapeType="1"/>
          </p:cNvSpPr>
          <p:nvPr/>
        </p:nvSpPr>
        <p:spPr bwMode="auto">
          <a:xfrm flipV="1">
            <a:off x="6561139" y="3425818"/>
            <a:ext cx="3495674"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36889" name="Rectangle 25"/>
          <p:cNvSpPr>
            <a:spLocks noChangeArrowheads="1"/>
          </p:cNvSpPr>
          <p:nvPr/>
        </p:nvSpPr>
        <p:spPr bwMode="auto">
          <a:xfrm>
            <a:off x="7887118" y="3244850"/>
            <a:ext cx="73417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lnSpc>
                <a:spcPct val="90000"/>
              </a:lnSpc>
            </a:pPr>
            <a:r>
              <a:rPr kumimoji="1" lang="en-US" altLang="zh-CN" b="1" dirty="0" smtClean="0">
                <a:solidFill>
                  <a:srgbClr val="333399"/>
                </a:solidFill>
                <a:ea typeface="黑体" pitchFamily="2" charset="-122"/>
              </a:rPr>
              <a:t>16 </a:t>
            </a:r>
            <a:r>
              <a:rPr kumimoji="1" lang="zh-CN" altLang="en-US" b="1" dirty="0">
                <a:solidFill>
                  <a:srgbClr val="333399"/>
                </a:solidFill>
                <a:ea typeface="黑体" pitchFamily="2" charset="-122"/>
              </a:rPr>
              <a:t>位</a:t>
            </a:r>
          </a:p>
        </p:txBody>
      </p:sp>
      <p:sp>
        <p:nvSpPr>
          <p:cNvPr id="36890" name="Line 26"/>
          <p:cNvSpPr>
            <a:spLocks noChangeShapeType="1"/>
          </p:cNvSpPr>
          <p:nvPr/>
        </p:nvSpPr>
        <p:spPr bwMode="auto">
          <a:xfrm>
            <a:off x="3033713" y="32702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891" name="Line 27"/>
          <p:cNvSpPr>
            <a:spLocks noChangeShapeType="1"/>
          </p:cNvSpPr>
          <p:nvPr/>
        </p:nvSpPr>
        <p:spPr bwMode="auto">
          <a:xfrm>
            <a:off x="6561138" y="32702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892" name="Line 28"/>
          <p:cNvSpPr>
            <a:spLocks noChangeShapeType="1"/>
          </p:cNvSpPr>
          <p:nvPr/>
        </p:nvSpPr>
        <p:spPr bwMode="auto">
          <a:xfrm>
            <a:off x="10056813" y="32702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893" name="Rectangle 29"/>
          <p:cNvSpPr>
            <a:spLocks noChangeArrowheads="1"/>
          </p:cNvSpPr>
          <p:nvPr/>
        </p:nvSpPr>
        <p:spPr bwMode="auto">
          <a:xfrm>
            <a:off x="1838325" y="2795588"/>
            <a:ext cx="1110883"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dirty="0">
                <a:solidFill>
                  <a:srgbClr val="333399"/>
                </a:solidFill>
                <a:ea typeface="黑体" pitchFamily="2" charset="-122"/>
              </a:rPr>
              <a:t>B </a:t>
            </a:r>
            <a:r>
              <a:rPr kumimoji="1" lang="zh-CN" altLang="en-US" b="1" dirty="0">
                <a:solidFill>
                  <a:srgbClr val="333399"/>
                </a:solidFill>
                <a:ea typeface="黑体" pitchFamily="2" charset="-122"/>
              </a:rPr>
              <a:t>类地址</a:t>
            </a:r>
          </a:p>
        </p:txBody>
      </p:sp>
      <p:sp>
        <p:nvSpPr>
          <p:cNvPr id="36894" name="Line 30"/>
          <p:cNvSpPr>
            <a:spLocks noChangeShapeType="1"/>
          </p:cNvSpPr>
          <p:nvPr/>
        </p:nvSpPr>
        <p:spPr bwMode="auto">
          <a:xfrm>
            <a:off x="6561138" y="2794000"/>
            <a:ext cx="0" cy="4333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6895" name="Rectangle 31"/>
          <p:cNvSpPr>
            <a:spLocks noChangeArrowheads="1"/>
          </p:cNvSpPr>
          <p:nvPr/>
        </p:nvSpPr>
        <p:spPr bwMode="auto">
          <a:xfrm>
            <a:off x="1824038" y="3900488"/>
            <a:ext cx="11064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C </a:t>
            </a:r>
            <a:r>
              <a:rPr kumimoji="1" lang="zh-CN" altLang="en-US" b="1">
                <a:solidFill>
                  <a:srgbClr val="333399"/>
                </a:solidFill>
                <a:ea typeface="黑体" pitchFamily="2" charset="-122"/>
              </a:rPr>
              <a:t>类地址</a:t>
            </a:r>
          </a:p>
        </p:txBody>
      </p:sp>
      <p:sp>
        <p:nvSpPr>
          <p:cNvPr id="36896" name="Rectangle 32"/>
          <p:cNvSpPr>
            <a:spLocks noChangeArrowheads="1"/>
          </p:cNvSpPr>
          <p:nvPr/>
        </p:nvSpPr>
        <p:spPr bwMode="auto">
          <a:xfrm>
            <a:off x="3346450" y="391953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0</a:t>
            </a:r>
          </a:p>
        </p:txBody>
      </p:sp>
      <p:sp>
        <p:nvSpPr>
          <p:cNvPr id="36897" name="Rectangle 33"/>
          <p:cNvSpPr>
            <a:spLocks noChangeArrowheads="1"/>
          </p:cNvSpPr>
          <p:nvPr/>
        </p:nvSpPr>
        <p:spPr bwMode="auto">
          <a:xfrm>
            <a:off x="2959100" y="3911600"/>
            <a:ext cx="4857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en-US" altLang="zh-CN" b="1">
                <a:solidFill>
                  <a:srgbClr val="333399"/>
                </a:solidFill>
                <a:ea typeface="黑体" pitchFamily="2" charset="-122"/>
              </a:rPr>
              <a:t>1</a:t>
            </a:r>
          </a:p>
        </p:txBody>
      </p:sp>
      <p:sp>
        <p:nvSpPr>
          <p:cNvPr id="36898" name="Rectangle 34"/>
          <p:cNvSpPr>
            <a:spLocks noChangeArrowheads="1"/>
          </p:cNvSpPr>
          <p:nvPr/>
        </p:nvSpPr>
        <p:spPr bwMode="auto">
          <a:xfrm>
            <a:off x="3154363" y="3919538"/>
            <a:ext cx="482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en-US" altLang="zh-CN" b="1">
                <a:solidFill>
                  <a:srgbClr val="333399"/>
                </a:solidFill>
                <a:ea typeface="黑体" pitchFamily="2" charset="-122"/>
              </a:rPr>
              <a:t>1</a:t>
            </a:r>
          </a:p>
        </p:txBody>
      </p:sp>
      <p:sp>
        <p:nvSpPr>
          <p:cNvPr id="36899" name="Line 35"/>
          <p:cNvSpPr>
            <a:spLocks noChangeShapeType="1"/>
          </p:cNvSpPr>
          <p:nvPr/>
        </p:nvSpPr>
        <p:spPr bwMode="auto">
          <a:xfrm>
            <a:off x="3703638" y="3889375"/>
            <a:ext cx="0" cy="439738"/>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6900" name="Line 36"/>
          <p:cNvSpPr>
            <a:spLocks noChangeShapeType="1"/>
          </p:cNvSpPr>
          <p:nvPr/>
        </p:nvSpPr>
        <p:spPr bwMode="auto">
          <a:xfrm>
            <a:off x="8348663" y="3884613"/>
            <a:ext cx="0" cy="4413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6901" name="Line 37"/>
          <p:cNvSpPr>
            <a:spLocks noChangeShapeType="1"/>
          </p:cNvSpPr>
          <p:nvPr/>
        </p:nvSpPr>
        <p:spPr bwMode="auto">
          <a:xfrm flipV="1">
            <a:off x="8353424" y="4546600"/>
            <a:ext cx="1682751"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36903" name="Line 41"/>
          <p:cNvSpPr>
            <a:spLocks noChangeShapeType="1"/>
          </p:cNvSpPr>
          <p:nvPr/>
        </p:nvSpPr>
        <p:spPr bwMode="auto">
          <a:xfrm>
            <a:off x="3019425" y="439261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904" name="Line 42"/>
          <p:cNvSpPr>
            <a:spLocks noChangeShapeType="1"/>
          </p:cNvSpPr>
          <p:nvPr/>
        </p:nvSpPr>
        <p:spPr bwMode="auto">
          <a:xfrm>
            <a:off x="8353425" y="439578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905" name="Line 43"/>
          <p:cNvSpPr>
            <a:spLocks noChangeShapeType="1"/>
          </p:cNvSpPr>
          <p:nvPr/>
        </p:nvSpPr>
        <p:spPr bwMode="auto">
          <a:xfrm>
            <a:off x="10042525" y="437673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906" name="Rectangle 44"/>
          <p:cNvSpPr>
            <a:spLocks noChangeArrowheads="1"/>
          </p:cNvSpPr>
          <p:nvPr/>
        </p:nvSpPr>
        <p:spPr bwMode="auto">
          <a:xfrm>
            <a:off x="3027363" y="5038725"/>
            <a:ext cx="7067550" cy="444500"/>
          </a:xfrm>
          <a:prstGeom prst="rect">
            <a:avLst/>
          </a:prstGeom>
          <a:solidFill>
            <a:srgbClr val="CCECFF"/>
          </a:solidFill>
          <a:ln w="2540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36907" name="Rectangle 45"/>
          <p:cNvSpPr>
            <a:spLocks noChangeArrowheads="1"/>
          </p:cNvSpPr>
          <p:nvPr/>
        </p:nvSpPr>
        <p:spPr bwMode="auto">
          <a:xfrm>
            <a:off x="1819275" y="5049838"/>
            <a:ext cx="11064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D </a:t>
            </a:r>
            <a:r>
              <a:rPr kumimoji="1" lang="zh-CN" altLang="en-US" b="1">
                <a:solidFill>
                  <a:srgbClr val="333399"/>
                </a:solidFill>
                <a:ea typeface="黑体" pitchFamily="2" charset="-122"/>
              </a:rPr>
              <a:t>类地址</a:t>
            </a:r>
          </a:p>
        </p:txBody>
      </p:sp>
      <p:sp>
        <p:nvSpPr>
          <p:cNvPr id="36908" name="Line 46"/>
          <p:cNvSpPr>
            <a:spLocks noChangeShapeType="1"/>
          </p:cNvSpPr>
          <p:nvPr/>
        </p:nvSpPr>
        <p:spPr bwMode="auto">
          <a:xfrm>
            <a:off x="3808413" y="5046663"/>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6909" name="Rectangle 47"/>
          <p:cNvSpPr>
            <a:spLocks noChangeArrowheads="1"/>
          </p:cNvSpPr>
          <p:nvPr/>
        </p:nvSpPr>
        <p:spPr bwMode="auto">
          <a:xfrm>
            <a:off x="2963863" y="5037138"/>
            <a:ext cx="8874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1 1 1 0</a:t>
            </a:r>
          </a:p>
        </p:txBody>
      </p:sp>
      <p:sp>
        <p:nvSpPr>
          <p:cNvPr id="36910" name="Rectangle 48"/>
          <p:cNvSpPr>
            <a:spLocks noChangeArrowheads="1"/>
          </p:cNvSpPr>
          <p:nvPr/>
        </p:nvSpPr>
        <p:spPr bwMode="auto">
          <a:xfrm>
            <a:off x="5795963" y="5067300"/>
            <a:ext cx="12985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b="1">
                <a:solidFill>
                  <a:srgbClr val="333399"/>
                </a:solidFill>
                <a:ea typeface="黑体" pitchFamily="2" charset="-122"/>
              </a:rPr>
              <a:t>多 播 地 址</a:t>
            </a:r>
          </a:p>
        </p:txBody>
      </p:sp>
      <p:sp>
        <p:nvSpPr>
          <p:cNvPr id="36911" name="Rectangle 49"/>
          <p:cNvSpPr>
            <a:spLocks noChangeArrowheads="1"/>
          </p:cNvSpPr>
          <p:nvPr/>
        </p:nvSpPr>
        <p:spPr bwMode="auto">
          <a:xfrm>
            <a:off x="3041650" y="5881688"/>
            <a:ext cx="7053263" cy="444500"/>
          </a:xfrm>
          <a:prstGeom prst="rect">
            <a:avLst/>
          </a:prstGeom>
          <a:solidFill>
            <a:srgbClr val="CCECFF"/>
          </a:solidFill>
          <a:ln w="2540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36912" name="Rectangle 50"/>
          <p:cNvSpPr>
            <a:spLocks noChangeArrowheads="1"/>
          </p:cNvSpPr>
          <p:nvPr/>
        </p:nvSpPr>
        <p:spPr bwMode="auto">
          <a:xfrm>
            <a:off x="1862138" y="5891213"/>
            <a:ext cx="10937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E </a:t>
            </a:r>
            <a:r>
              <a:rPr kumimoji="1" lang="zh-CN" altLang="en-US" b="1">
                <a:solidFill>
                  <a:srgbClr val="333399"/>
                </a:solidFill>
                <a:ea typeface="黑体" pitchFamily="2" charset="-122"/>
              </a:rPr>
              <a:t>类地址</a:t>
            </a:r>
          </a:p>
        </p:txBody>
      </p:sp>
      <p:sp>
        <p:nvSpPr>
          <p:cNvPr id="36913" name="Rectangle 51"/>
          <p:cNvSpPr>
            <a:spLocks noChangeArrowheads="1"/>
          </p:cNvSpPr>
          <p:nvPr/>
        </p:nvSpPr>
        <p:spPr bwMode="auto">
          <a:xfrm>
            <a:off x="5257800" y="5902325"/>
            <a:ext cx="21828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b="1">
                <a:solidFill>
                  <a:srgbClr val="333399"/>
                </a:solidFill>
                <a:ea typeface="黑体" pitchFamily="2" charset="-122"/>
              </a:rPr>
              <a:t>保 留 为 今 后 使 用</a:t>
            </a:r>
          </a:p>
        </p:txBody>
      </p:sp>
      <p:sp>
        <p:nvSpPr>
          <p:cNvPr id="36914" name="Line 52"/>
          <p:cNvSpPr>
            <a:spLocks noChangeShapeType="1"/>
          </p:cNvSpPr>
          <p:nvPr/>
        </p:nvSpPr>
        <p:spPr bwMode="auto">
          <a:xfrm>
            <a:off x="3836988" y="5907088"/>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6915" name="Rectangle 53"/>
          <p:cNvSpPr>
            <a:spLocks noChangeArrowheads="1"/>
          </p:cNvSpPr>
          <p:nvPr/>
        </p:nvSpPr>
        <p:spPr bwMode="auto">
          <a:xfrm>
            <a:off x="2970213" y="5888038"/>
            <a:ext cx="8874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1 1 1 1</a:t>
            </a:r>
          </a:p>
        </p:txBody>
      </p:sp>
      <p:sp>
        <p:nvSpPr>
          <p:cNvPr id="36916" name="Rectangle 54"/>
          <p:cNvSpPr>
            <a:spLocks noChangeArrowheads="1"/>
          </p:cNvSpPr>
          <p:nvPr/>
        </p:nvSpPr>
        <p:spPr bwMode="auto">
          <a:xfrm>
            <a:off x="3152775" y="27797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0</a:t>
            </a:r>
          </a:p>
        </p:txBody>
      </p:sp>
      <p:sp>
        <p:nvSpPr>
          <p:cNvPr id="36917" name="Rectangle 55"/>
          <p:cNvSpPr>
            <a:spLocks noChangeArrowheads="1"/>
          </p:cNvSpPr>
          <p:nvPr/>
        </p:nvSpPr>
        <p:spPr bwMode="auto">
          <a:xfrm>
            <a:off x="2960688" y="2779713"/>
            <a:ext cx="4841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en-US" altLang="zh-CN" b="1">
                <a:solidFill>
                  <a:srgbClr val="333399"/>
                </a:solidFill>
                <a:ea typeface="黑体" pitchFamily="2" charset="-122"/>
              </a:rPr>
              <a:t>1</a:t>
            </a:r>
          </a:p>
        </p:txBody>
      </p:sp>
      <p:sp>
        <p:nvSpPr>
          <p:cNvPr id="36918" name="Line 56"/>
          <p:cNvSpPr>
            <a:spLocks noChangeShapeType="1"/>
          </p:cNvSpPr>
          <p:nvPr/>
        </p:nvSpPr>
        <p:spPr bwMode="auto">
          <a:xfrm>
            <a:off x="3511550" y="2776538"/>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6919" name="AutoShape 61"/>
          <p:cNvSpPr>
            <a:spLocks noChangeArrowheads="1"/>
          </p:cNvSpPr>
          <p:nvPr/>
        </p:nvSpPr>
        <p:spPr bwMode="auto">
          <a:xfrm>
            <a:off x="2989263" y="5033467"/>
            <a:ext cx="3553618" cy="454522"/>
          </a:xfrm>
          <a:prstGeom prst="wedgeRoundRectCallout">
            <a:avLst>
              <a:gd name="adj1" fmla="val -18259"/>
              <a:gd name="adj2" fmla="val -733245"/>
              <a:gd name="adj3" fmla="val 16667"/>
            </a:avLst>
          </a:prstGeom>
          <a:solidFill>
            <a:srgbClr val="66FF99"/>
          </a:solidFill>
          <a:ln w="9525">
            <a:solidFill>
              <a:schemeClr val="tx1"/>
            </a:solidFill>
            <a:miter lim="800000"/>
            <a:headEnd/>
            <a:tailEnd/>
          </a:ln>
        </p:spPr>
        <p:txBody>
          <a:bodyPr/>
          <a:lstStyle/>
          <a:p>
            <a:pPr eaLnBrk="1" hangingPunct="1"/>
            <a:r>
              <a:rPr lang="en-US" altLang="zh-CN" b="1" dirty="0">
                <a:solidFill>
                  <a:srgbClr val="333399"/>
                </a:solidFill>
                <a:ea typeface="黑体" pitchFamily="2" charset="-122"/>
              </a:rPr>
              <a:t>A </a:t>
            </a:r>
            <a:r>
              <a:rPr lang="zh-CN" altLang="en-US" b="1" dirty="0">
                <a:solidFill>
                  <a:srgbClr val="333399"/>
                </a:solidFill>
                <a:ea typeface="黑体" pitchFamily="2" charset="-122"/>
              </a:rPr>
              <a:t>类地址的网络号</a:t>
            </a:r>
            <a:r>
              <a:rPr lang="zh-CN" altLang="en-US" b="1" dirty="0" smtClean="0">
                <a:solidFill>
                  <a:srgbClr val="333399"/>
                </a:solidFill>
                <a:ea typeface="黑体" pitchFamily="2" charset="-122"/>
              </a:rPr>
              <a:t>字段为 </a:t>
            </a:r>
            <a:r>
              <a:rPr lang="en-US" altLang="zh-CN" b="1" dirty="0">
                <a:solidFill>
                  <a:srgbClr val="333399"/>
                </a:solidFill>
                <a:ea typeface="黑体" pitchFamily="2" charset="-122"/>
              </a:rPr>
              <a:t>1 </a:t>
            </a:r>
            <a:r>
              <a:rPr lang="zh-CN" altLang="en-US" b="1" dirty="0">
                <a:solidFill>
                  <a:srgbClr val="333399"/>
                </a:solidFill>
                <a:ea typeface="黑体" pitchFamily="2" charset="-122"/>
              </a:rPr>
              <a:t>字节</a:t>
            </a:r>
          </a:p>
        </p:txBody>
      </p:sp>
      <p:sp>
        <p:nvSpPr>
          <p:cNvPr id="58" name="Rectangle 40"/>
          <p:cNvSpPr>
            <a:spLocks noChangeArrowheads="1"/>
          </p:cNvSpPr>
          <p:nvPr/>
        </p:nvSpPr>
        <p:spPr bwMode="auto">
          <a:xfrm>
            <a:off x="8962518" y="4356105"/>
            <a:ext cx="606668" cy="339260"/>
          </a:xfrm>
          <a:prstGeom prst="rect">
            <a:avLst/>
          </a:prstGeom>
          <a:solidFill>
            <a:schemeClr val="bg1"/>
          </a:solidFill>
          <a:ln>
            <a:noFill/>
          </a:ln>
          <a:extLst/>
        </p:spPr>
        <p:txBody>
          <a:bodyPr wrap="none" lIns="90488" tIns="44450" rIns="90488" bIns="44450">
            <a:spAutoFit/>
          </a:bodyPr>
          <a:lstStyle/>
          <a:p>
            <a:pPr algn="ctr" defTabSz="762000">
              <a:lnSpc>
                <a:spcPct val="90000"/>
              </a:lnSpc>
            </a:pPr>
            <a:r>
              <a:rPr kumimoji="1" lang="en-US" altLang="zh-CN" b="1" dirty="0" smtClean="0">
                <a:solidFill>
                  <a:srgbClr val="333399"/>
                </a:solidFill>
                <a:ea typeface="黑体" pitchFamily="2" charset="-122"/>
              </a:rPr>
              <a:t>8 </a:t>
            </a:r>
            <a:r>
              <a:rPr kumimoji="1" lang="zh-CN" altLang="en-US" b="1" dirty="0">
                <a:solidFill>
                  <a:srgbClr val="333399"/>
                </a:solidFill>
                <a:ea typeface="黑体" pitchFamily="2" charset="-122"/>
              </a:rPr>
              <a:t>位</a:t>
            </a:r>
          </a:p>
        </p:txBody>
      </p:sp>
    </p:spTree>
    <p:extLst>
      <p:ext uri="{BB962C8B-B14F-4D97-AF65-F5344CB8AC3E}">
        <p14:creationId xmlns:p14="http://schemas.microsoft.com/office/powerpoint/2010/main" val="3765724611"/>
      </p:ext>
    </p:extLst>
  </p:cSld>
  <p:clrMapOvr>
    <a:masterClrMapping/>
  </p:clrMapOvr>
  <p:transition spd="slow"/>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3"/>
          <p:cNvSpPr>
            <a:spLocks noGrp="1" noChangeArrowheads="1"/>
          </p:cNvSpPr>
          <p:nvPr>
            <p:ph type="title"/>
          </p:nvPr>
        </p:nvSpPr>
        <p:spPr/>
        <p:txBody>
          <a:bodyPr anchor="ctr"/>
          <a:lstStyle/>
          <a:p>
            <a:pPr eaLnBrk="1" hangingPunct="1"/>
            <a:r>
              <a:rPr lang="zh-CN" altLang="en-US" dirty="0"/>
              <a:t>分类的 </a:t>
            </a:r>
            <a:r>
              <a:rPr lang="en-US" altLang="zh-CN" dirty="0"/>
              <a:t>IP </a:t>
            </a:r>
            <a:r>
              <a:rPr lang="zh-CN" altLang="en-US" dirty="0"/>
              <a:t>地址</a:t>
            </a:r>
            <a:endParaRPr lang="zh-CN" altLang="en-US" dirty="0" smtClean="0"/>
          </a:p>
        </p:txBody>
      </p:sp>
      <p:sp>
        <p:nvSpPr>
          <p:cNvPr id="38915" name="Line 2"/>
          <p:cNvSpPr>
            <a:spLocks noChangeShapeType="1"/>
          </p:cNvSpPr>
          <p:nvPr/>
        </p:nvSpPr>
        <p:spPr bwMode="auto">
          <a:xfrm flipV="1">
            <a:off x="3019425" y="4545013"/>
            <a:ext cx="5305425"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38916" name="Rectangle 3"/>
          <p:cNvSpPr>
            <a:spLocks noChangeArrowheads="1"/>
          </p:cNvSpPr>
          <p:nvPr/>
        </p:nvSpPr>
        <p:spPr bwMode="auto">
          <a:xfrm>
            <a:off x="5083175" y="4327525"/>
            <a:ext cx="73417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lnSpc>
                <a:spcPct val="90000"/>
              </a:lnSpc>
            </a:pPr>
            <a:r>
              <a:rPr kumimoji="1" lang="en-US" altLang="zh-CN" b="1" dirty="0" smtClean="0">
                <a:solidFill>
                  <a:srgbClr val="333399"/>
                </a:solidFill>
                <a:ea typeface="黑体" pitchFamily="2" charset="-122"/>
              </a:rPr>
              <a:t>24 </a:t>
            </a:r>
            <a:r>
              <a:rPr kumimoji="1" lang="zh-CN" altLang="en-US" b="1" dirty="0">
                <a:solidFill>
                  <a:srgbClr val="333399"/>
                </a:solidFill>
                <a:ea typeface="黑体" pitchFamily="2" charset="-122"/>
              </a:rPr>
              <a:t>位</a:t>
            </a:r>
          </a:p>
        </p:txBody>
      </p:sp>
      <p:sp>
        <p:nvSpPr>
          <p:cNvPr id="38917" name="Rectangle 4"/>
          <p:cNvSpPr>
            <a:spLocks noChangeArrowheads="1"/>
          </p:cNvSpPr>
          <p:nvPr/>
        </p:nvSpPr>
        <p:spPr bwMode="auto">
          <a:xfrm>
            <a:off x="3019425" y="3890963"/>
            <a:ext cx="7046913" cy="444500"/>
          </a:xfrm>
          <a:prstGeom prst="rect">
            <a:avLst/>
          </a:prstGeom>
          <a:solidFill>
            <a:srgbClr val="FFFF99"/>
          </a:solidFill>
          <a:ln w="2540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38918" name="Line 5"/>
          <p:cNvSpPr>
            <a:spLocks noChangeShapeType="1"/>
          </p:cNvSpPr>
          <p:nvPr/>
        </p:nvSpPr>
        <p:spPr bwMode="auto">
          <a:xfrm>
            <a:off x="4760913" y="2344738"/>
            <a:ext cx="5310187"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38919" name="Rectangle 6"/>
          <p:cNvSpPr>
            <a:spLocks noChangeArrowheads="1"/>
          </p:cNvSpPr>
          <p:nvPr/>
        </p:nvSpPr>
        <p:spPr bwMode="auto">
          <a:xfrm>
            <a:off x="6756818" y="2136775"/>
            <a:ext cx="73417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lnSpc>
                <a:spcPct val="90000"/>
              </a:lnSpc>
            </a:pPr>
            <a:r>
              <a:rPr kumimoji="1" lang="en-US" altLang="zh-CN" b="1" dirty="0" smtClean="0">
                <a:solidFill>
                  <a:srgbClr val="333399"/>
                </a:solidFill>
                <a:ea typeface="黑体" pitchFamily="2" charset="-122"/>
              </a:rPr>
              <a:t>24 </a:t>
            </a:r>
            <a:r>
              <a:rPr kumimoji="1" lang="zh-CN" altLang="en-US" b="1" dirty="0">
                <a:solidFill>
                  <a:srgbClr val="333399"/>
                </a:solidFill>
                <a:ea typeface="黑体" pitchFamily="2" charset="-122"/>
              </a:rPr>
              <a:t>位</a:t>
            </a:r>
          </a:p>
        </p:txBody>
      </p:sp>
      <p:sp>
        <p:nvSpPr>
          <p:cNvPr id="38920" name="Line 7"/>
          <p:cNvSpPr>
            <a:spLocks noChangeShapeType="1"/>
          </p:cNvSpPr>
          <p:nvPr/>
        </p:nvSpPr>
        <p:spPr bwMode="auto">
          <a:xfrm flipV="1">
            <a:off x="3073400" y="3422650"/>
            <a:ext cx="3475038"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38921" name="Rectangle 8"/>
          <p:cNvSpPr>
            <a:spLocks noChangeArrowheads="1"/>
          </p:cNvSpPr>
          <p:nvPr/>
        </p:nvSpPr>
        <p:spPr bwMode="auto">
          <a:xfrm>
            <a:off x="4197350" y="3217863"/>
            <a:ext cx="73417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lnSpc>
                <a:spcPct val="90000"/>
              </a:lnSpc>
            </a:pPr>
            <a:r>
              <a:rPr kumimoji="1" lang="en-US" altLang="zh-CN" b="1" dirty="0" smtClean="0">
                <a:solidFill>
                  <a:srgbClr val="333399"/>
                </a:solidFill>
                <a:ea typeface="黑体" pitchFamily="2" charset="-122"/>
              </a:rPr>
              <a:t>16 </a:t>
            </a:r>
            <a:r>
              <a:rPr kumimoji="1" lang="zh-CN" altLang="en-US" b="1" dirty="0">
                <a:solidFill>
                  <a:srgbClr val="333399"/>
                </a:solidFill>
                <a:ea typeface="黑体" pitchFamily="2" charset="-122"/>
              </a:rPr>
              <a:t>位</a:t>
            </a:r>
          </a:p>
        </p:txBody>
      </p:sp>
      <p:sp>
        <p:nvSpPr>
          <p:cNvPr id="38922" name="Line 9"/>
          <p:cNvSpPr>
            <a:spLocks noChangeShapeType="1"/>
          </p:cNvSpPr>
          <p:nvPr/>
        </p:nvSpPr>
        <p:spPr bwMode="auto">
          <a:xfrm>
            <a:off x="2997200" y="2344738"/>
            <a:ext cx="1763713"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38923" name="Rectangle 10"/>
          <p:cNvSpPr>
            <a:spLocks noChangeArrowheads="1"/>
          </p:cNvSpPr>
          <p:nvPr/>
        </p:nvSpPr>
        <p:spPr bwMode="auto">
          <a:xfrm>
            <a:off x="3510207" y="2136775"/>
            <a:ext cx="60593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lnSpc>
                <a:spcPct val="90000"/>
              </a:lnSpc>
            </a:pPr>
            <a:r>
              <a:rPr kumimoji="1" lang="en-US" altLang="zh-CN" b="1" dirty="0" smtClean="0">
                <a:solidFill>
                  <a:srgbClr val="333399"/>
                </a:solidFill>
                <a:ea typeface="黑体" pitchFamily="2" charset="-122"/>
              </a:rPr>
              <a:t>8 </a:t>
            </a:r>
            <a:r>
              <a:rPr kumimoji="1" lang="zh-CN" altLang="en-US" b="1" dirty="0">
                <a:solidFill>
                  <a:srgbClr val="333399"/>
                </a:solidFill>
                <a:ea typeface="黑体" pitchFamily="2" charset="-122"/>
              </a:rPr>
              <a:t>位</a:t>
            </a:r>
          </a:p>
        </p:txBody>
      </p:sp>
      <p:sp>
        <p:nvSpPr>
          <p:cNvPr id="38924" name="Rectangle 11"/>
          <p:cNvSpPr>
            <a:spLocks noChangeArrowheads="1"/>
          </p:cNvSpPr>
          <p:nvPr/>
        </p:nvSpPr>
        <p:spPr bwMode="auto">
          <a:xfrm>
            <a:off x="3000375" y="1700213"/>
            <a:ext cx="7085013" cy="442912"/>
          </a:xfrm>
          <a:prstGeom prst="rect">
            <a:avLst/>
          </a:prstGeom>
          <a:solidFill>
            <a:srgbClr val="FFFF99"/>
          </a:solidFill>
          <a:ln w="1905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38925" name="Rectangle 12"/>
          <p:cNvSpPr>
            <a:spLocks noChangeArrowheads="1"/>
          </p:cNvSpPr>
          <p:nvPr/>
        </p:nvSpPr>
        <p:spPr bwMode="auto">
          <a:xfrm>
            <a:off x="3019425" y="2784475"/>
            <a:ext cx="7070725" cy="446088"/>
          </a:xfrm>
          <a:prstGeom prst="rect">
            <a:avLst/>
          </a:prstGeom>
          <a:solidFill>
            <a:srgbClr val="FFFF99"/>
          </a:solidFill>
          <a:ln w="2540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38926" name="Rectangle 14"/>
          <p:cNvSpPr>
            <a:spLocks noChangeArrowheads="1"/>
          </p:cNvSpPr>
          <p:nvPr/>
        </p:nvSpPr>
        <p:spPr bwMode="auto">
          <a:xfrm>
            <a:off x="3028950" y="3905250"/>
            <a:ext cx="5300663" cy="423863"/>
          </a:xfrm>
          <a:prstGeom prst="rect">
            <a:avLst/>
          </a:prstGeom>
          <a:solidFill>
            <a:srgbClr val="FF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b="1">
              <a:latin typeface="Tahoma" pitchFamily="34" charset="0"/>
              <a:ea typeface="黑体" pitchFamily="2" charset="-122"/>
            </a:endParaRPr>
          </a:p>
        </p:txBody>
      </p:sp>
      <p:sp>
        <p:nvSpPr>
          <p:cNvPr id="38927" name="Rectangle 15"/>
          <p:cNvSpPr>
            <a:spLocks noChangeArrowheads="1"/>
          </p:cNvSpPr>
          <p:nvPr/>
        </p:nvSpPr>
        <p:spPr bwMode="auto">
          <a:xfrm>
            <a:off x="3041650" y="2809875"/>
            <a:ext cx="3511550" cy="409575"/>
          </a:xfrm>
          <a:prstGeom prst="rect">
            <a:avLst/>
          </a:prstGeom>
          <a:solidFill>
            <a:srgbClr val="FF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b="1">
              <a:latin typeface="Tahoma" pitchFamily="34" charset="0"/>
              <a:ea typeface="黑体" pitchFamily="2" charset="-122"/>
            </a:endParaRPr>
          </a:p>
        </p:txBody>
      </p:sp>
      <p:sp>
        <p:nvSpPr>
          <p:cNvPr id="38928" name="Rectangle 16"/>
          <p:cNvSpPr>
            <a:spLocks noChangeArrowheads="1"/>
          </p:cNvSpPr>
          <p:nvPr/>
        </p:nvSpPr>
        <p:spPr bwMode="auto">
          <a:xfrm>
            <a:off x="3024188" y="1724025"/>
            <a:ext cx="1730375" cy="406400"/>
          </a:xfrm>
          <a:prstGeom prst="rect">
            <a:avLst/>
          </a:prstGeom>
          <a:solidFill>
            <a:srgbClr val="FF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b="1">
              <a:latin typeface="Tahoma" pitchFamily="34" charset="0"/>
              <a:ea typeface="黑体" pitchFamily="2" charset="-122"/>
            </a:endParaRPr>
          </a:p>
        </p:txBody>
      </p:sp>
      <p:sp>
        <p:nvSpPr>
          <p:cNvPr id="38929" name="Rectangle 17"/>
          <p:cNvSpPr>
            <a:spLocks noChangeArrowheads="1"/>
          </p:cNvSpPr>
          <p:nvPr/>
        </p:nvSpPr>
        <p:spPr bwMode="auto">
          <a:xfrm>
            <a:off x="2946400" y="169386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0</a:t>
            </a:r>
          </a:p>
        </p:txBody>
      </p:sp>
      <p:sp>
        <p:nvSpPr>
          <p:cNvPr id="38930" name="Rectangle 18"/>
          <p:cNvSpPr>
            <a:spLocks noChangeArrowheads="1"/>
          </p:cNvSpPr>
          <p:nvPr/>
        </p:nvSpPr>
        <p:spPr bwMode="auto">
          <a:xfrm>
            <a:off x="1820863" y="1722438"/>
            <a:ext cx="110229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dirty="0">
                <a:solidFill>
                  <a:srgbClr val="333399"/>
                </a:solidFill>
                <a:ea typeface="黑体" pitchFamily="2" charset="-122"/>
              </a:rPr>
              <a:t>A </a:t>
            </a:r>
            <a:r>
              <a:rPr kumimoji="1" lang="zh-CN" altLang="en-US" b="1" dirty="0">
                <a:solidFill>
                  <a:srgbClr val="333399"/>
                </a:solidFill>
                <a:ea typeface="黑体" pitchFamily="2" charset="-122"/>
              </a:rPr>
              <a:t>类地址</a:t>
            </a:r>
          </a:p>
        </p:txBody>
      </p:sp>
      <p:sp>
        <p:nvSpPr>
          <p:cNvPr id="38931" name="Line 19"/>
          <p:cNvSpPr>
            <a:spLocks noChangeShapeType="1"/>
          </p:cNvSpPr>
          <p:nvPr/>
        </p:nvSpPr>
        <p:spPr bwMode="auto">
          <a:xfrm>
            <a:off x="3255963" y="1700213"/>
            <a:ext cx="0" cy="42227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8932" name="Line 20"/>
          <p:cNvSpPr>
            <a:spLocks noChangeShapeType="1"/>
          </p:cNvSpPr>
          <p:nvPr/>
        </p:nvSpPr>
        <p:spPr bwMode="auto">
          <a:xfrm>
            <a:off x="4760913" y="1700213"/>
            <a:ext cx="0" cy="4508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8933" name="Line 21"/>
          <p:cNvSpPr>
            <a:spLocks noChangeShapeType="1"/>
          </p:cNvSpPr>
          <p:nvPr/>
        </p:nvSpPr>
        <p:spPr bwMode="auto">
          <a:xfrm>
            <a:off x="2997200" y="218281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8934" name="Line 22"/>
          <p:cNvSpPr>
            <a:spLocks noChangeShapeType="1"/>
          </p:cNvSpPr>
          <p:nvPr/>
        </p:nvSpPr>
        <p:spPr bwMode="auto">
          <a:xfrm>
            <a:off x="4760913" y="218281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8935" name="Line 23"/>
          <p:cNvSpPr>
            <a:spLocks noChangeShapeType="1"/>
          </p:cNvSpPr>
          <p:nvPr/>
        </p:nvSpPr>
        <p:spPr bwMode="auto">
          <a:xfrm>
            <a:off x="10071100" y="218281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8936" name="Line 24"/>
          <p:cNvSpPr>
            <a:spLocks noChangeShapeType="1"/>
          </p:cNvSpPr>
          <p:nvPr/>
        </p:nvSpPr>
        <p:spPr bwMode="auto">
          <a:xfrm flipV="1">
            <a:off x="6561139" y="3422650"/>
            <a:ext cx="3481386" cy="3172"/>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38937" name="Rectangle 25"/>
          <p:cNvSpPr>
            <a:spLocks noChangeArrowheads="1"/>
          </p:cNvSpPr>
          <p:nvPr/>
        </p:nvSpPr>
        <p:spPr bwMode="auto">
          <a:xfrm>
            <a:off x="7887118" y="3244850"/>
            <a:ext cx="73417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lnSpc>
                <a:spcPct val="90000"/>
              </a:lnSpc>
            </a:pPr>
            <a:r>
              <a:rPr kumimoji="1" lang="en-US" altLang="zh-CN" b="1" dirty="0" smtClean="0">
                <a:solidFill>
                  <a:srgbClr val="333399"/>
                </a:solidFill>
                <a:ea typeface="黑体" pitchFamily="2" charset="-122"/>
              </a:rPr>
              <a:t>16 </a:t>
            </a:r>
            <a:r>
              <a:rPr kumimoji="1" lang="zh-CN" altLang="en-US" b="1" dirty="0">
                <a:solidFill>
                  <a:srgbClr val="333399"/>
                </a:solidFill>
                <a:ea typeface="黑体" pitchFamily="2" charset="-122"/>
              </a:rPr>
              <a:t>位</a:t>
            </a:r>
          </a:p>
        </p:txBody>
      </p:sp>
      <p:sp>
        <p:nvSpPr>
          <p:cNvPr id="38938" name="Line 26"/>
          <p:cNvSpPr>
            <a:spLocks noChangeShapeType="1"/>
          </p:cNvSpPr>
          <p:nvPr/>
        </p:nvSpPr>
        <p:spPr bwMode="auto">
          <a:xfrm>
            <a:off x="3033713" y="32702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8939" name="Line 27"/>
          <p:cNvSpPr>
            <a:spLocks noChangeShapeType="1"/>
          </p:cNvSpPr>
          <p:nvPr/>
        </p:nvSpPr>
        <p:spPr bwMode="auto">
          <a:xfrm>
            <a:off x="6561138" y="32702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8940" name="Line 28"/>
          <p:cNvSpPr>
            <a:spLocks noChangeShapeType="1"/>
          </p:cNvSpPr>
          <p:nvPr/>
        </p:nvSpPr>
        <p:spPr bwMode="auto">
          <a:xfrm>
            <a:off x="10056813" y="32702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8941" name="Rectangle 29"/>
          <p:cNvSpPr>
            <a:spLocks noChangeArrowheads="1"/>
          </p:cNvSpPr>
          <p:nvPr/>
        </p:nvSpPr>
        <p:spPr bwMode="auto">
          <a:xfrm>
            <a:off x="1838325" y="2795588"/>
            <a:ext cx="1110883"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dirty="0">
                <a:solidFill>
                  <a:srgbClr val="333399"/>
                </a:solidFill>
                <a:ea typeface="黑体" pitchFamily="2" charset="-122"/>
              </a:rPr>
              <a:t>B </a:t>
            </a:r>
            <a:r>
              <a:rPr kumimoji="1" lang="zh-CN" altLang="en-US" b="1" dirty="0">
                <a:solidFill>
                  <a:srgbClr val="333399"/>
                </a:solidFill>
                <a:ea typeface="黑体" pitchFamily="2" charset="-122"/>
              </a:rPr>
              <a:t>类地址</a:t>
            </a:r>
          </a:p>
        </p:txBody>
      </p:sp>
      <p:sp>
        <p:nvSpPr>
          <p:cNvPr id="38942" name="Line 30"/>
          <p:cNvSpPr>
            <a:spLocks noChangeShapeType="1"/>
          </p:cNvSpPr>
          <p:nvPr/>
        </p:nvSpPr>
        <p:spPr bwMode="auto">
          <a:xfrm>
            <a:off x="6561138" y="2794000"/>
            <a:ext cx="0" cy="4333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8943" name="Rectangle 31"/>
          <p:cNvSpPr>
            <a:spLocks noChangeArrowheads="1"/>
          </p:cNvSpPr>
          <p:nvPr/>
        </p:nvSpPr>
        <p:spPr bwMode="auto">
          <a:xfrm>
            <a:off x="1824038" y="3900488"/>
            <a:ext cx="11064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C </a:t>
            </a:r>
            <a:r>
              <a:rPr kumimoji="1" lang="zh-CN" altLang="en-US" b="1">
                <a:solidFill>
                  <a:srgbClr val="333399"/>
                </a:solidFill>
                <a:ea typeface="黑体" pitchFamily="2" charset="-122"/>
              </a:rPr>
              <a:t>类地址</a:t>
            </a:r>
          </a:p>
        </p:txBody>
      </p:sp>
      <p:sp>
        <p:nvSpPr>
          <p:cNvPr id="38944" name="Rectangle 32"/>
          <p:cNvSpPr>
            <a:spLocks noChangeArrowheads="1"/>
          </p:cNvSpPr>
          <p:nvPr/>
        </p:nvSpPr>
        <p:spPr bwMode="auto">
          <a:xfrm>
            <a:off x="3346450" y="391953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0</a:t>
            </a:r>
          </a:p>
        </p:txBody>
      </p:sp>
      <p:sp>
        <p:nvSpPr>
          <p:cNvPr id="38945" name="Rectangle 33"/>
          <p:cNvSpPr>
            <a:spLocks noChangeArrowheads="1"/>
          </p:cNvSpPr>
          <p:nvPr/>
        </p:nvSpPr>
        <p:spPr bwMode="auto">
          <a:xfrm>
            <a:off x="2959100" y="3911600"/>
            <a:ext cx="4857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en-US" altLang="zh-CN" b="1">
                <a:solidFill>
                  <a:srgbClr val="333399"/>
                </a:solidFill>
                <a:ea typeface="黑体" pitchFamily="2" charset="-122"/>
              </a:rPr>
              <a:t>1</a:t>
            </a:r>
          </a:p>
        </p:txBody>
      </p:sp>
      <p:sp>
        <p:nvSpPr>
          <p:cNvPr id="38946" name="Rectangle 34"/>
          <p:cNvSpPr>
            <a:spLocks noChangeArrowheads="1"/>
          </p:cNvSpPr>
          <p:nvPr/>
        </p:nvSpPr>
        <p:spPr bwMode="auto">
          <a:xfrm>
            <a:off x="3154363" y="3919538"/>
            <a:ext cx="482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en-US" altLang="zh-CN" b="1">
                <a:solidFill>
                  <a:srgbClr val="333399"/>
                </a:solidFill>
                <a:ea typeface="黑体" pitchFamily="2" charset="-122"/>
              </a:rPr>
              <a:t>1</a:t>
            </a:r>
          </a:p>
        </p:txBody>
      </p:sp>
      <p:sp>
        <p:nvSpPr>
          <p:cNvPr id="38947" name="Line 35"/>
          <p:cNvSpPr>
            <a:spLocks noChangeShapeType="1"/>
          </p:cNvSpPr>
          <p:nvPr/>
        </p:nvSpPr>
        <p:spPr bwMode="auto">
          <a:xfrm>
            <a:off x="3703638" y="3889375"/>
            <a:ext cx="0" cy="439738"/>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8948" name="Line 36"/>
          <p:cNvSpPr>
            <a:spLocks noChangeShapeType="1"/>
          </p:cNvSpPr>
          <p:nvPr/>
        </p:nvSpPr>
        <p:spPr bwMode="auto">
          <a:xfrm>
            <a:off x="8348663" y="3884613"/>
            <a:ext cx="0" cy="4413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8949" name="Line 37"/>
          <p:cNvSpPr>
            <a:spLocks noChangeShapeType="1"/>
          </p:cNvSpPr>
          <p:nvPr/>
        </p:nvSpPr>
        <p:spPr bwMode="auto">
          <a:xfrm flipV="1">
            <a:off x="8353425" y="4545012"/>
            <a:ext cx="1682750" cy="1587"/>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38951" name="Line 41"/>
          <p:cNvSpPr>
            <a:spLocks noChangeShapeType="1"/>
          </p:cNvSpPr>
          <p:nvPr/>
        </p:nvSpPr>
        <p:spPr bwMode="auto">
          <a:xfrm>
            <a:off x="3019425" y="439261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8952" name="Line 42"/>
          <p:cNvSpPr>
            <a:spLocks noChangeShapeType="1"/>
          </p:cNvSpPr>
          <p:nvPr/>
        </p:nvSpPr>
        <p:spPr bwMode="auto">
          <a:xfrm>
            <a:off x="8353425" y="439578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8953" name="Line 43"/>
          <p:cNvSpPr>
            <a:spLocks noChangeShapeType="1"/>
          </p:cNvSpPr>
          <p:nvPr/>
        </p:nvSpPr>
        <p:spPr bwMode="auto">
          <a:xfrm>
            <a:off x="10042525" y="437673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8954" name="Rectangle 44"/>
          <p:cNvSpPr>
            <a:spLocks noChangeArrowheads="1"/>
          </p:cNvSpPr>
          <p:nvPr/>
        </p:nvSpPr>
        <p:spPr bwMode="auto">
          <a:xfrm>
            <a:off x="3027363" y="5038725"/>
            <a:ext cx="7067550" cy="444500"/>
          </a:xfrm>
          <a:prstGeom prst="rect">
            <a:avLst/>
          </a:prstGeom>
          <a:solidFill>
            <a:srgbClr val="CCECFF"/>
          </a:solidFill>
          <a:ln w="2540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38955" name="Rectangle 45"/>
          <p:cNvSpPr>
            <a:spLocks noChangeArrowheads="1"/>
          </p:cNvSpPr>
          <p:nvPr/>
        </p:nvSpPr>
        <p:spPr bwMode="auto">
          <a:xfrm>
            <a:off x="1819275" y="5049838"/>
            <a:ext cx="11064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D </a:t>
            </a:r>
            <a:r>
              <a:rPr kumimoji="1" lang="zh-CN" altLang="en-US" b="1">
                <a:solidFill>
                  <a:srgbClr val="333399"/>
                </a:solidFill>
                <a:ea typeface="黑体" pitchFamily="2" charset="-122"/>
              </a:rPr>
              <a:t>类地址</a:t>
            </a:r>
          </a:p>
        </p:txBody>
      </p:sp>
      <p:sp>
        <p:nvSpPr>
          <p:cNvPr id="38956" name="Line 46"/>
          <p:cNvSpPr>
            <a:spLocks noChangeShapeType="1"/>
          </p:cNvSpPr>
          <p:nvPr/>
        </p:nvSpPr>
        <p:spPr bwMode="auto">
          <a:xfrm>
            <a:off x="3808413" y="5046663"/>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8957" name="Rectangle 47"/>
          <p:cNvSpPr>
            <a:spLocks noChangeArrowheads="1"/>
          </p:cNvSpPr>
          <p:nvPr/>
        </p:nvSpPr>
        <p:spPr bwMode="auto">
          <a:xfrm>
            <a:off x="2963863" y="5037138"/>
            <a:ext cx="8874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1 1 1 0</a:t>
            </a:r>
          </a:p>
        </p:txBody>
      </p:sp>
      <p:sp>
        <p:nvSpPr>
          <p:cNvPr id="38958" name="Rectangle 48"/>
          <p:cNvSpPr>
            <a:spLocks noChangeArrowheads="1"/>
          </p:cNvSpPr>
          <p:nvPr/>
        </p:nvSpPr>
        <p:spPr bwMode="auto">
          <a:xfrm>
            <a:off x="5795963" y="5067300"/>
            <a:ext cx="12985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b="1">
                <a:solidFill>
                  <a:srgbClr val="333399"/>
                </a:solidFill>
                <a:ea typeface="黑体" pitchFamily="2" charset="-122"/>
              </a:rPr>
              <a:t>多 播 地 址</a:t>
            </a:r>
          </a:p>
        </p:txBody>
      </p:sp>
      <p:sp>
        <p:nvSpPr>
          <p:cNvPr id="38959" name="Rectangle 49"/>
          <p:cNvSpPr>
            <a:spLocks noChangeArrowheads="1"/>
          </p:cNvSpPr>
          <p:nvPr/>
        </p:nvSpPr>
        <p:spPr bwMode="auto">
          <a:xfrm>
            <a:off x="3041650" y="5881688"/>
            <a:ext cx="7053263" cy="444500"/>
          </a:xfrm>
          <a:prstGeom prst="rect">
            <a:avLst/>
          </a:prstGeom>
          <a:solidFill>
            <a:srgbClr val="CCECFF"/>
          </a:solidFill>
          <a:ln w="2540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38960" name="Rectangle 50"/>
          <p:cNvSpPr>
            <a:spLocks noChangeArrowheads="1"/>
          </p:cNvSpPr>
          <p:nvPr/>
        </p:nvSpPr>
        <p:spPr bwMode="auto">
          <a:xfrm>
            <a:off x="1862138" y="5891213"/>
            <a:ext cx="10937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E </a:t>
            </a:r>
            <a:r>
              <a:rPr kumimoji="1" lang="zh-CN" altLang="en-US" b="1">
                <a:solidFill>
                  <a:srgbClr val="333399"/>
                </a:solidFill>
                <a:ea typeface="黑体" pitchFamily="2" charset="-122"/>
              </a:rPr>
              <a:t>类地址</a:t>
            </a:r>
          </a:p>
        </p:txBody>
      </p:sp>
      <p:sp>
        <p:nvSpPr>
          <p:cNvPr id="38961" name="Rectangle 51"/>
          <p:cNvSpPr>
            <a:spLocks noChangeArrowheads="1"/>
          </p:cNvSpPr>
          <p:nvPr/>
        </p:nvSpPr>
        <p:spPr bwMode="auto">
          <a:xfrm>
            <a:off x="5257800" y="5902325"/>
            <a:ext cx="21828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b="1">
                <a:solidFill>
                  <a:srgbClr val="333399"/>
                </a:solidFill>
                <a:ea typeface="黑体" pitchFamily="2" charset="-122"/>
              </a:rPr>
              <a:t>保 留 为 今 后 使 用</a:t>
            </a:r>
          </a:p>
        </p:txBody>
      </p:sp>
      <p:sp>
        <p:nvSpPr>
          <p:cNvPr id="38962" name="Line 52"/>
          <p:cNvSpPr>
            <a:spLocks noChangeShapeType="1"/>
          </p:cNvSpPr>
          <p:nvPr/>
        </p:nvSpPr>
        <p:spPr bwMode="auto">
          <a:xfrm>
            <a:off x="3836988" y="5907088"/>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8963" name="Rectangle 53"/>
          <p:cNvSpPr>
            <a:spLocks noChangeArrowheads="1"/>
          </p:cNvSpPr>
          <p:nvPr/>
        </p:nvSpPr>
        <p:spPr bwMode="auto">
          <a:xfrm>
            <a:off x="2970213" y="5888038"/>
            <a:ext cx="8874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1 1 1 1</a:t>
            </a:r>
          </a:p>
        </p:txBody>
      </p:sp>
      <p:sp>
        <p:nvSpPr>
          <p:cNvPr id="38964" name="Rectangle 54"/>
          <p:cNvSpPr>
            <a:spLocks noChangeArrowheads="1"/>
          </p:cNvSpPr>
          <p:nvPr/>
        </p:nvSpPr>
        <p:spPr bwMode="auto">
          <a:xfrm>
            <a:off x="3152775" y="27797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0</a:t>
            </a:r>
          </a:p>
        </p:txBody>
      </p:sp>
      <p:sp>
        <p:nvSpPr>
          <p:cNvPr id="38965" name="Rectangle 55"/>
          <p:cNvSpPr>
            <a:spLocks noChangeArrowheads="1"/>
          </p:cNvSpPr>
          <p:nvPr/>
        </p:nvSpPr>
        <p:spPr bwMode="auto">
          <a:xfrm>
            <a:off x="2960688" y="2779713"/>
            <a:ext cx="4841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en-US" altLang="zh-CN" b="1">
                <a:solidFill>
                  <a:srgbClr val="333399"/>
                </a:solidFill>
                <a:ea typeface="黑体" pitchFamily="2" charset="-122"/>
              </a:rPr>
              <a:t>1</a:t>
            </a:r>
          </a:p>
        </p:txBody>
      </p:sp>
      <p:sp>
        <p:nvSpPr>
          <p:cNvPr id="38966" name="Line 56"/>
          <p:cNvSpPr>
            <a:spLocks noChangeShapeType="1"/>
          </p:cNvSpPr>
          <p:nvPr/>
        </p:nvSpPr>
        <p:spPr bwMode="auto">
          <a:xfrm>
            <a:off x="3511550" y="2776538"/>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8967" name="AutoShape 57"/>
          <p:cNvSpPr>
            <a:spLocks noChangeArrowheads="1"/>
          </p:cNvSpPr>
          <p:nvPr/>
        </p:nvSpPr>
        <p:spPr bwMode="auto">
          <a:xfrm>
            <a:off x="3003549" y="5032375"/>
            <a:ext cx="3557589" cy="455613"/>
          </a:xfrm>
          <a:prstGeom prst="wedgeRoundRectCallout">
            <a:avLst>
              <a:gd name="adj1" fmla="val -126"/>
              <a:gd name="adj2" fmla="val -487563"/>
              <a:gd name="adj3" fmla="val 16667"/>
            </a:avLst>
          </a:prstGeom>
          <a:solidFill>
            <a:srgbClr val="66FF99"/>
          </a:solidFill>
          <a:ln w="9525">
            <a:solidFill>
              <a:schemeClr val="tx1"/>
            </a:solidFill>
            <a:miter lim="800000"/>
            <a:headEnd/>
            <a:tailEnd/>
          </a:ln>
        </p:spPr>
        <p:txBody>
          <a:bodyPr/>
          <a:lstStyle/>
          <a:p>
            <a:pPr eaLnBrk="1" hangingPunct="1"/>
            <a:r>
              <a:rPr lang="en-US" altLang="zh-CN" b="1" dirty="0">
                <a:solidFill>
                  <a:srgbClr val="333399"/>
                </a:solidFill>
                <a:ea typeface="黑体" pitchFamily="2" charset="-122"/>
              </a:rPr>
              <a:t>B </a:t>
            </a:r>
            <a:r>
              <a:rPr lang="zh-CN" altLang="en-US" b="1" dirty="0">
                <a:solidFill>
                  <a:srgbClr val="333399"/>
                </a:solidFill>
                <a:ea typeface="黑体" pitchFamily="2" charset="-122"/>
              </a:rPr>
              <a:t>类地址的网络号</a:t>
            </a:r>
            <a:r>
              <a:rPr lang="zh-CN" altLang="en-US" b="1" dirty="0" smtClean="0">
                <a:solidFill>
                  <a:srgbClr val="333399"/>
                </a:solidFill>
                <a:ea typeface="黑体" pitchFamily="2" charset="-122"/>
              </a:rPr>
              <a:t>字段为 </a:t>
            </a:r>
            <a:r>
              <a:rPr lang="en-US" altLang="zh-CN" b="1" dirty="0">
                <a:solidFill>
                  <a:srgbClr val="333399"/>
                </a:solidFill>
                <a:ea typeface="黑体" pitchFamily="2" charset="-122"/>
              </a:rPr>
              <a:t>2 </a:t>
            </a:r>
            <a:r>
              <a:rPr lang="zh-CN" altLang="en-US" b="1" dirty="0">
                <a:solidFill>
                  <a:srgbClr val="333399"/>
                </a:solidFill>
                <a:ea typeface="黑体" pitchFamily="2" charset="-122"/>
              </a:rPr>
              <a:t>字节</a:t>
            </a:r>
          </a:p>
        </p:txBody>
      </p:sp>
      <p:sp>
        <p:nvSpPr>
          <p:cNvPr id="58" name="Rectangle 40"/>
          <p:cNvSpPr>
            <a:spLocks noChangeArrowheads="1"/>
          </p:cNvSpPr>
          <p:nvPr/>
        </p:nvSpPr>
        <p:spPr bwMode="auto">
          <a:xfrm>
            <a:off x="8962518" y="4356105"/>
            <a:ext cx="606668" cy="339260"/>
          </a:xfrm>
          <a:prstGeom prst="rect">
            <a:avLst/>
          </a:prstGeom>
          <a:solidFill>
            <a:schemeClr val="bg1"/>
          </a:solidFill>
          <a:ln>
            <a:noFill/>
          </a:ln>
          <a:extLst/>
        </p:spPr>
        <p:txBody>
          <a:bodyPr wrap="none" lIns="90488" tIns="44450" rIns="90488" bIns="44450">
            <a:spAutoFit/>
          </a:bodyPr>
          <a:lstStyle/>
          <a:p>
            <a:pPr algn="ctr" defTabSz="762000">
              <a:lnSpc>
                <a:spcPct val="90000"/>
              </a:lnSpc>
            </a:pPr>
            <a:r>
              <a:rPr kumimoji="1" lang="en-US" altLang="zh-CN" b="1" dirty="0" smtClean="0">
                <a:solidFill>
                  <a:srgbClr val="333399"/>
                </a:solidFill>
                <a:ea typeface="黑体" pitchFamily="2" charset="-122"/>
              </a:rPr>
              <a:t>8 </a:t>
            </a:r>
            <a:r>
              <a:rPr kumimoji="1" lang="zh-CN" altLang="en-US" b="1" dirty="0">
                <a:solidFill>
                  <a:srgbClr val="333399"/>
                </a:solidFill>
                <a:ea typeface="黑体" pitchFamily="2" charset="-122"/>
              </a:rPr>
              <a:t>位</a:t>
            </a:r>
          </a:p>
        </p:txBody>
      </p:sp>
    </p:spTree>
    <p:extLst>
      <p:ext uri="{BB962C8B-B14F-4D97-AF65-F5344CB8AC3E}">
        <p14:creationId xmlns:p14="http://schemas.microsoft.com/office/powerpoint/2010/main" val="2822369793"/>
      </p:ext>
    </p:extLst>
  </p:cSld>
  <p:clrMapOvr>
    <a:masterClrMapping/>
  </p:clrMapOvr>
  <p:transition spd="slow"/>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3"/>
          <p:cNvSpPr>
            <a:spLocks noGrp="1" noChangeArrowheads="1"/>
          </p:cNvSpPr>
          <p:nvPr>
            <p:ph type="title"/>
          </p:nvPr>
        </p:nvSpPr>
        <p:spPr/>
        <p:txBody>
          <a:bodyPr anchor="ctr"/>
          <a:lstStyle/>
          <a:p>
            <a:pPr eaLnBrk="1" hangingPunct="1"/>
            <a:r>
              <a:rPr lang="zh-CN" altLang="en-US" dirty="0"/>
              <a:t>分类的 </a:t>
            </a:r>
            <a:r>
              <a:rPr lang="en-US" altLang="zh-CN" dirty="0"/>
              <a:t>IP </a:t>
            </a:r>
            <a:r>
              <a:rPr lang="zh-CN" altLang="en-US" dirty="0"/>
              <a:t>地址</a:t>
            </a:r>
            <a:endParaRPr lang="zh-CN" altLang="en-US" dirty="0" smtClean="0"/>
          </a:p>
        </p:txBody>
      </p:sp>
      <p:sp>
        <p:nvSpPr>
          <p:cNvPr id="40963" name="Line 2"/>
          <p:cNvSpPr>
            <a:spLocks noChangeShapeType="1"/>
          </p:cNvSpPr>
          <p:nvPr/>
        </p:nvSpPr>
        <p:spPr bwMode="auto">
          <a:xfrm flipV="1">
            <a:off x="3019425" y="4545013"/>
            <a:ext cx="5305425"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40964" name="Rectangle 3"/>
          <p:cNvSpPr>
            <a:spLocks noChangeArrowheads="1"/>
          </p:cNvSpPr>
          <p:nvPr/>
        </p:nvSpPr>
        <p:spPr bwMode="auto">
          <a:xfrm>
            <a:off x="5083175" y="4327525"/>
            <a:ext cx="73417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lnSpc>
                <a:spcPct val="90000"/>
              </a:lnSpc>
            </a:pPr>
            <a:r>
              <a:rPr kumimoji="1" lang="en-US" altLang="zh-CN" b="1" dirty="0" smtClean="0">
                <a:solidFill>
                  <a:srgbClr val="333399"/>
                </a:solidFill>
                <a:ea typeface="黑体" pitchFamily="2" charset="-122"/>
              </a:rPr>
              <a:t>24 </a:t>
            </a:r>
            <a:r>
              <a:rPr kumimoji="1" lang="zh-CN" altLang="en-US" b="1" dirty="0">
                <a:solidFill>
                  <a:srgbClr val="333399"/>
                </a:solidFill>
                <a:ea typeface="黑体" pitchFamily="2" charset="-122"/>
              </a:rPr>
              <a:t>位</a:t>
            </a:r>
          </a:p>
        </p:txBody>
      </p:sp>
      <p:sp>
        <p:nvSpPr>
          <p:cNvPr id="40965" name="Rectangle 4"/>
          <p:cNvSpPr>
            <a:spLocks noChangeArrowheads="1"/>
          </p:cNvSpPr>
          <p:nvPr/>
        </p:nvSpPr>
        <p:spPr bwMode="auto">
          <a:xfrm>
            <a:off x="3019425" y="3890963"/>
            <a:ext cx="7046913" cy="444500"/>
          </a:xfrm>
          <a:prstGeom prst="rect">
            <a:avLst/>
          </a:prstGeom>
          <a:solidFill>
            <a:srgbClr val="FFFF99"/>
          </a:solidFill>
          <a:ln w="2540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40966" name="Line 5"/>
          <p:cNvSpPr>
            <a:spLocks noChangeShapeType="1"/>
          </p:cNvSpPr>
          <p:nvPr/>
        </p:nvSpPr>
        <p:spPr bwMode="auto">
          <a:xfrm>
            <a:off x="4760913" y="2344738"/>
            <a:ext cx="5310187"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40967" name="Rectangle 6"/>
          <p:cNvSpPr>
            <a:spLocks noChangeArrowheads="1"/>
          </p:cNvSpPr>
          <p:nvPr/>
        </p:nvSpPr>
        <p:spPr bwMode="auto">
          <a:xfrm>
            <a:off x="6756818" y="2136775"/>
            <a:ext cx="73417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lnSpc>
                <a:spcPct val="90000"/>
              </a:lnSpc>
            </a:pPr>
            <a:r>
              <a:rPr kumimoji="1" lang="en-US" altLang="zh-CN" b="1" dirty="0" smtClean="0">
                <a:solidFill>
                  <a:srgbClr val="333399"/>
                </a:solidFill>
                <a:ea typeface="黑体" pitchFamily="2" charset="-122"/>
              </a:rPr>
              <a:t>24 </a:t>
            </a:r>
            <a:r>
              <a:rPr kumimoji="1" lang="zh-CN" altLang="en-US" b="1" dirty="0">
                <a:solidFill>
                  <a:srgbClr val="333399"/>
                </a:solidFill>
                <a:ea typeface="黑体" pitchFamily="2" charset="-122"/>
              </a:rPr>
              <a:t>位</a:t>
            </a:r>
          </a:p>
        </p:txBody>
      </p:sp>
      <p:sp>
        <p:nvSpPr>
          <p:cNvPr id="40968" name="Line 7"/>
          <p:cNvSpPr>
            <a:spLocks noChangeShapeType="1"/>
          </p:cNvSpPr>
          <p:nvPr/>
        </p:nvSpPr>
        <p:spPr bwMode="auto">
          <a:xfrm flipV="1">
            <a:off x="3073400" y="3422650"/>
            <a:ext cx="3475038"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40969" name="Rectangle 8"/>
          <p:cNvSpPr>
            <a:spLocks noChangeArrowheads="1"/>
          </p:cNvSpPr>
          <p:nvPr/>
        </p:nvSpPr>
        <p:spPr bwMode="auto">
          <a:xfrm>
            <a:off x="4197350" y="3217863"/>
            <a:ext cx="73417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lnSpc>
                <a:spcPct val="90000"/>
              </a:lnSpc>
            </a:pPr>
            <a:r>
              <a:rPr kumimoji="1" lang="en-US" altLang="zh-CN" b="1" dirty="0" smtClean="0">
                <a:solidFill>
                  <a:srgbClr val="333399"/>
                </a:solidFill>
                <a:ea typeface="黑体" pitchFamily="2" charset="-122"/>
              </a:rPr>
              <a:t>16 </a:t>
            </a:r>
            <a:r>
              <a:rPr kumimoji="1" lang="zh-CN" altLang="en-US" b="1" dirty="0">
                <a:solidFill>
                  <a:srgbClr val="333399"/>
                </a:solidFill>
                <a:ea typeface="黑体" pitchFamily="2" charset="-122"/>
              </a:rPr>
              <a:t>位</a:t>
            </a:r>
          </a:p>
        </p:txBody>
      </p:sp>
      <p:sp>
        <p:nvSpPr>
          <p:cNvPr id="40970" name="Line 9"/>
          <p:cNvSpPr>
            <a:spLocks noChangeShapeType="1"/>
          </p:cNvSpPr>
          <p:nvPr/>
        </p:nvSpPr>
        <p:spPr bwMode="auto">
          <a:xfrm>
            <a:off x="2997200" y="2344738"/>
            <a:ext cx="1763713"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40971" name="Rectangle 10"/>
          <p:cNvSpPr>
            <a:spLocks noChangeArrowheads="1"/>
          </p:cNvSpPr>
          <p:nvPr/>
        </p:nvSpPr>
        <p:spPr bwMode="auto">
          <a:xfrm>
            <a:off x="3510207" y="2136775"/>
            <a:ext cx="60593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lnSpc>
                <a:spcPct val="90000"/>
              </a:lnSpc>
            </a:pPr>
            <a:r>
              <a:rPr kumimoji="1" lang="en-US" altLang="zh-CN" b="1" dirty="0" smtClean="0">
                <a:solidFill>
                  <a:srgbClr val="333399"/>
                </a:solidFill>
                <a:ea typeface="黑体" pitchFamily="2" charset="-122"/>
              </a:rPr>
              <a:t>8 </a:t>
            </a:r>
            <a:r>
              <a:rPr kumimoji="1" lang="zh-CN" altLang="en-US" b="1" dirty="0">
                <a:solidFill>
                  <a:srgbClr val="333399"/>
                </a:solidFill>
                <a:ea typeface="黑体" pitchFamily="2" charset="-122"/>
              </a:rPr>
              <a:t>位</a:t>
            </a:r>
          </a:p>
        </p:txBody>
      </p:sp>
      <p:sp>
        <p:nvSpPr>
          <p:cNvPr id="40972" name="Rectangle 11"/>
          <p:cNvSpPr>
            <a:spLocks noChangeArrowheads="1"/>
          </p:cNvSpPr>
          <p:nvPr/>
        </p:nvSpPr>
        <p:spPr bwMode="auto">
          <a:xfrm>
            <a:off x="3000375" y="1700213"/>
            <a:ext cx="7085013" cy="442912"/>
          </a:xfrm>
          <a:prstGeom prst="rect">
            <a:avLst/>
          </a:prstGeom>
          <a:solidFill>
            <a:srgbClr val="FFFF99"/>
          </a:solidFill>
          <a:ln w="1905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40973" name="Rectangle 12"/>
          <p:cNvSpPr>
            <a:spLocks noChangeArrowheads="1"/>
          </p:cNvSpPr>
          <p:nvPr/>
        </p:nvSpPr>
        <p:spPr bwMode="auto">
          <a:xfrm>
            <a:off x="3019425" y="2784475"/>
            <a:ext cx="7070725" cy="446088"/>
          </a:xfrm>
          <a:prstGeom prst="rect">
            <a:avLst/>
          </a:prstGeom>
          <a:solidFill>
            <a:srgbClr val="FFFF99"/>
          </a:solidFill>
          <a:ln w="2540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40974" name="Rectangle 14"/>
          <p:cNvSpPr>
            <a:spLocks noChangeArrowheads="1"/>
          </p:cNvSpPr>
          <p:nvPr/>
        </p:nvSpPr>
        <p:spPr bwMode="auto">
          <a:xfrm>
            <a:off x="3028950" y="3905250"/>
            <a:ext cx="5300663" cy="423863"/>
          </a:xfrm>
          <a:prstGeom prst="rect">
            <a:avLst/>
          </a:prstGeom>
          <a:solidFill>
            <a:srgbClr val="FF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b="1">
              <a:latin typeface="Tahoma" pitchFamily="34" charset="0"/>
              <a:ea typeface="黑体" pitchFamily="2" charset="-122"/>
            </a:endParaRPr>
          </a:p>
        </p:txBody>
      </p:sp>
      <p:sp>
        <p:nvSpPr>
          <p:cNvPr id="40975" name="Rectangle 15"/>
          <p:cNvSpPr>
            <a:spLocks noChangeArrowheads="1"/>
          </p:cNvSpPr>
          <p:nvPr/>
        </p:nvSpPr>
        <p:spPr bwMode="auto">
          <a:xfrm>
            <a:off x="3041650" y="2809875"/>
            <a:ext cx="3511550" cy="409575"/>
          </a:xfrm>
          <a:prstGeom prst="rect">
            <a:avLst/>
          </a:prstGeom>
          <a:solidFill>
            <a:srgbClr val="FF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b="1">
              <a:latin typeface="Tahoma" pitchFamily="34" charset="0"/>
              <a:ea typeface="黑体" pitchFamily="2" charset="-122"/>
            </a:endParaRPr>
          </a:p>
        </p:txBody>
      </p:sp>
      <p:sp>
        <p:nvSpPr>
          <p:cNvPr id="40976" name="Rectangle 16"/>
          <p:cNvSpPr>
            <a:spLocks noChangeArrowheads="1"/>
          </p:cNvSpPr>
          <p:nvPr/>
        </p:nvSpPr>
        <p:spPr bwMode="auto">
          <a:xfrm>
            <a:off x="3024188" y="1724025"/>
            <a:ext cx="1730375" cy="406400"/>
          </a:xfrm>
          <a:prstGeom prst="rect">
            <a:avLst/>
          </a:prstGeom>
          <a:solidFill>
            <a:srgbClr val="FF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b="1">
              <a:latin typeface="Tahoma" pitchFamily="34" charset="0"/>
              <a:ea typeface="黑体" pitchFamily="2" charset="-122"/>
            </a:endParaRPr>
          </a:p>
        </p:txBody>
      </p:sp>
      <p:sp>
        <p:nvSpPr>
          <p:cNvPr id="40977" name="Rectangle 17"/>
          <p:cNvSpPr>
            <a:spLocks noChangeArrowheads="1"/>
          </p:cNvSpPr>
          <p:nvPr/>
        </p:nvSpPr>
        <p:spPr bwMode="auto">
          <a:xfrm>
            <a:off x="2946400" y="169386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0</a:t>
            </a:r>
          </a:p>
        </p:txBody>
      </p:sp>
      <p:sp>
        <p:nvSpPr>
          <p:cNvPr id="40978" name="Rectangle 18"/>
          <p:cNvSpPr>
            <a:spLocks noChangeArrowheads="1"/>
          </p:cNvSpPr>
          <p:nvPr/>
        </p:nvSpPr>
        <p:spPr bwMode="auto">
          <a:xfrm>
            <a:off x="1820863" y="1722438"/>
            <a:ext cx="110229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dirty="0">
                <a:solidFill>
                  <a:srgbClr val="333399"/>
                </a:solidFill>
                <a:ea typeface="黑体" pitchFamily="2" charset="-122"/>
              </a:rPr>
              <a:t>A </a:t>
            </a:r>
            <a:r>
              <a:rPr kumimoji="1" lang="zh-CN" altLang="en-US" b="1" dirty="0">
                <a:solidFill>
                  <a:srgbClr val="333399"/>
                </a:solidFill>
                <a:ea typeface="黑体" pitchFamily="2" charset="-122"/>
              </a:rPr>
              <a:t>类地址</a:t>
            </a:r>
          </a:p>
        </p:txBody>
      </p:sp>
      <p:sp>
        <p:nvSpPr>
          <p:cNvPr id="40979" name="Line 19"/>
          <p:cNvSpPr>
            <a:spLocks noChangeShapeType="1"/>
          </p:cNvSpPr>
          <p:nvPr/>
        </p:nvSpPr>
        <p:spPr bwMode="auto">
          <a:xfrm>
            <a:off x="3255963" y="1700213"/>
            <a:ext cx="0" cy="42227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0980" name="Line 20"/>
          <p:cNvSpPr>
            <a:spLocks noChangeShapeType="1"/>
          </p:cNvSpPr>
          <p:nvPr/>
        </p:nvSpPr>
        <p:spPr bwMode="auto">
          <a:xfrm>
            <a:off x="4760913" y="1700213"/>
            <a:ext cx="0" cy="4508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0981" name="Line 21"/>
          <p:cNvSpPr>
            <a:spLocks noChangeShapeType="1"/>
          </p:cNvSpPr>
          <p:nvPr/>
        </p:nvSpPr>
        <p:spPr bwMode="auto">
          <a:xfrm>
            <a:off x="2997200" y="218281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0982" name="Line 22"/>
          <p:cNvSpPr>
            <a:spLocks noChangeShapeType="1"/>
          </p:cNvSpPr>
          <p:nvPr/>
        </p:nvSpPr>
        <p:spPr bwMode="auto">
          <a:xfrm>
            <a:off x="4760913" y="218281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0983" name="Line 23"/>
          <p:cNvSpPr>
            <a:spLocks noChangeShapeType="1"/>
          </p:cNvSpPr>
          <p:nvPr/>
        </p:nvSpPr>
        <p:spPr bwMode="auto">
          <a:xfrm>
            <a:off x="10071100" y="218281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0984" name="Line 24"/>
          <p:cNvSpPr>
            <a:spLocks noChangeShapeType="1"/>
          </p:cNvSpPr>
          <p:nvPr/>
        </p:nvSpPr>
        <p:spPr bwMode="auto">
          <a:xfrm>
            <a:off x="6561139" y="3425821"/>
            <a:ext cx="3481386"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40985" name="Rectangle 25"/>
          <p:cNvSpPr>
            <a:spLocks noChangeArrowheads="1"/>
          </p:cNvSpPr>
          <p:nvPr/>
        </p:nvSpPr>
        <p:spPr bwMode="auto">
          <a:xfrm>
            <a:off x="7887118" y="3244850"/>
            <a:ext cx="73417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lnSpc>
                <a:spcPct val="90000"/>
              </a:lnSpc>
            </a:pPr>
            <a:r>
              <a:rPr kumimoji="1" lang="en-US" altLang="zh-CN" b="1" dirty="0" smtClean="0">
                <a:solidFill>
                  <a:srgbClr val="333399"/>
                </a:solidFill>
                <a:ea typeface="黑体" pitchFamily="2" charset="-122"/>
              </a:rPr>
              <a:t>16 </a:t>
            </a:r>
            <a:r>
              <a:rPr kumimoji="1" lang="zh-CN" altLang="en-US" b="1" dirty="0">
                <a:solidFill>
                  <a:srgbClr val="333399"/>
                </a:solidFill>
                <a:ea typeface="黑体" pitchFamily="2" charset="-122"/>
              </a:rPr>
              <a:t>位</a:t>
            </a:r>
          </a:p>
        </p:txBody>
      </p:sp>
      <p:sp>
        <p:nvSpPr>
          <p:cNvPr id="40986" name="Line 26"/>
          <p:cNvSpPr>
            <a:spLocks noChangeShapeType="1"/>
          </p:cNvSpPr>
          <p:nvPr/>
        </p:nvSpPr>
        <p:spPr bwMode="auto">
          <a:xfrm>
            <a:off x="3033713" y="32702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0987" name="Line 27"/>
          <p:cNvSpPr>
            <a:spLocks noChangeShapeType="1"/>
          </p:cNvSpPr>
          <p:nvPr/>
        </p:nvSpPr>
        <p:spPr bwMode="auto">
          <a:xfrm>
            <a:off x="6561138" y="32702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0988" name="Line 28"/>
          <p:cNvSpPr>
            <a:spLocks noChangeShapeType="1"/>
          </p:cNvSpPr>
          <p:nvPr/>
        </p:nvSpPr>
        <p:spPr bwMode="auto">
          <a:xfrm>
            <a:off x="10056813" y="32702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0989" name="Rectangle 29"/>
          <p:cNvSpPr>
            <a:spLocks noChangeArrowheads="1"/>
          </p:cNvSpPr>
          <p:nvPr/>
        </p:nvSpPr>
        <p:spPr bwMode="auto">
          <a:xfrm>
            <a:off x="1838325" y="2795588"/>
            <a:ext cx="1110883"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dirty="0">
                <a:solidFill>
                  <a:srgbClr val="333399"/>
                </a:solidFill>
                <a:ea typeface="黑体" pitchFamily="2" charset="-122"/>
              </a:rPr>
              <a:t>B </a:t>
            </a:r>
            <a:r>
              <a:rPr kumimoji="1" lang="zh-CN" altLang="en-US" b="1" dirty="0">
                <a:solidFill>
                  <a:srgbClr val="333399"/>
                </a:solidFill>
                <a:ea typeface="黑体" pitchFamily="2" charset="-122"/>
              </a:rPr>
              <a:t>类地址</a:t>
            </a:r>
          </a:p>
        </p:txBody>
      </p:sp>
      <p:sp>
        <p:nvSpPr>
          <p:cNvPr id="40990" name="Line 30"/>
          <p:cNvSpPr>
            <a:spLocks noChangeShapeType="1"/>
          </p:cNvSpPr>
          <p:nvPr/>
        </p:nvSpPr>
        <p:spPr bwMode="auto">
          <a:xfrm>
            <a:off x="6561138" y="2794000"/>
            <a:ext cx="0" cy="4333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0991" name="Rectangle 31"/>
          <p:cNvSpPr>
            <a:spLocks noChangeArrowheads="1"/>
          </p:cNvSpPr>
          <p:nvPr/>
        </p:nvSpPr>
        <p:spPr bwMode="auto">
          <a:xfrm>
            <a:off x="1824038" y="3900488"/>
            <a:ext cx="11064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C </a:t>
            </a:r>
            <a:r>
              <a:rPr kumimoji="1" lang="zh-CN" altLang="en-US" b="1">
                <a:solidFill>
                  <a:srgbClr val="333399"/>
                </a:solidFill>
                <a:ea typeface="黑体" pitchFamily="2" charset="-122"/>
              </a:rPr>
              <a:t>类地址</a:t>
            </a:r>
          </a:p>
        </p:txBody>
      </p:sp>
      <p:sp>
        <p:nvSpPr>
          <p:cNvPr id="40992" name="Rectangle 32"/>
          <p:cNvSpPr>
            <a:spLocks noChangeArrowheads="1"/>
          </p:cNvSpPr>
          <p:nvPr/>
        </p:nvSpPr>
        <p:spPr bwMode="auto">
          <a:xfrm>
            <a:off x="3346450" y="391953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0</a:t>
            </a:r>
          </a:p>
        </p:txBody>
      </p:sp>
      <p:sp>
        <p:nvSpPr>
          <p:cNvPr id="40993" name="Rectangle 33"/>
          <p:cNvSpPr>
            <a:spLocks noChangeArrowheads="1"/>
          </p:cNvSpPr>
          <p:nvPr/>
        </p:nvSpPr>
        <p:spPr bwMode="auto">
          <a:xfrm>
            <a:off x="2959100" y="3911600"/>
            <a:ext cx="4857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en-US" altLang="zh-CN" b="1">
                <a:solidFill>
                  <a:srgbClr val="333399"/>
                </a:solidFill>
                <a:ea typeface="黑体" pitchFamily="2" charset="-122"/>
              </a:rPr>
              <a:t>1</a:t>
            </a:r>
          </a:p>
        </p:txBody>
      </p:sp>
      <p:sp>
        <p:nvSpPr>
          <p:cNvPr id="40994" name="Rectangle 34"/>
          <p:cNvSpPr>
            <a:spLocks noChangeArrowheads="1"/>
          </p:cNvSpPr>
          <p:nvPr/>
        </p:nvSpPr>
        <p:spPr bwMode="auto">
          <a:xfrm>
            <a:off x="3154363" y="3919538"/>
            <a:ext cx="482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en-US" altLang="zh-CN" b="1">
                <a:solidFill>
                  <a:srgbClr val="333399"/>
                </a:solidFill>
                <a:ea typeface="黑体" pitchFamily="2" charset="-122"/>
              </a:rPr>
              <a:t>1</a:t>
            </a:r>
          </a:p>
        </p:txBody>
      </p:sp>
      <p:sp>
        <p:nvSpPr>
          <p:cNvPr id="40995" name="Line 35"/>
          <p:cNvSpPr>
            <a:spLocks noChangeShapeType="1"/>
          </p:cNvSpPr>
          <p:nvPr/>
        </p:nvSpPr>
        <p:spPr bwMode="auto">
          <a:xfrm>
            <a:off x="3703638" y="3889375"/>
            <a:ext cx="0" cy="439738"/>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0996" name="Line 36"/>
          <p:cNvSpPr>
            <a:spLocks noChangeShapeType="1"/>
          </p:cNvSpPr>
          <p:nvPr/>
        </p:nvSpPr>
        <p:spPr bwMode="auto">
          <a:xfrm>
            <a:off x="8348663" y="3884613"/>
            <a:ext cx="0" cy="4413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0997" name="Line 37"/>
          <p:cNvSpPr>
            <a:spLocks noChangeShapeType="1"/>
          </p:cNvSpPr>
          <p:nvPr/>
        </p:nvSpPr>
        <p:spPr bwMode="auto">
          <a:xfrm flipV="1">
            <a:off x="8353425" y="4546599"/>
            <a:ext cx="1689100"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40999" name="Line 41"/>
          <p:cNvSpPr>
            <a:spLocks noChangeShapeType="1"/>
          </p:cNvSpPr>
          <p:nvPr/>
        </p:nvSpPr>
        <p:spPr bwMode="auto">
          <a:xfrm>
            <a:off x="3019425" y="439261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1000" name="Line 42"/>
          <p:cNvSpPr>
            <a:spLocks noChangeShapeType="1"/>
          </p:cNvSpPr>
          <p:nvPr/>
        </p:nvSpPr>
        <p:spPr bwMode="auto">
          <a:xfrm>
            <a:off x="8353425" y="439578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1001" name="Line 43"/>
          <p:cNvSpPr>
            <a:spLocks noChangeShapeType="1"/>
          </p:cNvSpPr>
          <p:nvPr/>
        </p:nvSpPr>
        <p:spPr bwMode="auto">
          <a:xfrm>
            <a:off x="10042525" y="437673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1002" name="Rectangle 44"/>
          <p:cNvSpPr>
            <a:spLocks noChangeArrowheads="1"/>
          </p:cNvSpPr>
          <p:nvPr/>
        </p:nvSpPr>
        <p:spPr bwMode="auto">
          <a:xfrm>
            <a:off x="3027363" y="5038725"/>
            <a:ext cx="7067550" cy="444500"/>
          </a:xfrm>
          <a:prstGeom prst="rect">
            <a:avLst/>
          </a:prstGeom>
          <a:solidFill>
            <a:srgbClr val="CCECFF"/>
          </a:solidFill>
          <a:ln w="2540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41003" name="Rectangle 45"/>
          <p:cNvSpPr>
            <a:spLocks noChangeArrowheads="1"/>
          </p:cNvSpPr>
          <p:nvPr/>
        </p:nvSpPr>
        <p:spPr bwMode="auto">
          <a:xfrm>
            <a:off x="1819275" y="5049838"/>
            <a:ext cx="11064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D </a:t>
            </a:r>
            <a:r>
              <a:rPr kumimoji="1" lang="zh-CN" altLang="en-US" b="1">
                <a:solidFill>
                  <a:srgbClr val="333399"/>
                </a:solidFill>
                <a:ea typeface="黑体" pitchFamily="2" charset="-122"/>
              </a:rPr>
              <a:t>类地址</a:t>
            </a:r>
          </a:p>
        </p:txBody>
      </p:sp>
      <p:sp>
        <p:nvSpPr>
          <p:cNvPr id="41004" name="Line 46"/>
          <p:cNvSpPr>
            <a:spLocks noChangeShapeType="1"/>
          </p:cNvSpPr>
          <p:nvPr/>
        </p:nvSpPr>
        <p:spPr bwMode="auto">
          <a:xfrm>
            <a:off x="3808413" y="5046663"/>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1005" name="Rectangle 47"/>
          <p:cNvSpPr>
            <a:spLocks noChangeArrowheads="1"/>
          </p:cNvSpPr>
          <p:nvPr/>
        </p:nvSpPr>
        <p:spPr bwMode="auto">
          <a:xfrm>
            <a:off x="2963863" y="5037138"/>
            <a:ext cx="8874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1 1 1 0</a:t>
            </a:r>
          </a:p>
        </p:txBody>
      </p:sp>
      <p:sp>
        <p:nvSpPr>
          <p:cNvPr id="41006" name="Rectangle 48"/>
          <p:cNvSpPr>
            <a:spLocks noChangeArrowheads="1"/>
          </p:cNvSpPr>
          <p:nvPr/>
        </p:nvSpPr>
        <p:spPr bwMode="auto">
          <a:xfrm>
            <a:off x="5795963" y="5067300"/>
            <a:ext cx="12985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b="1">
                <a:solidFill>
                  <a:srgbClr val="333399"/>
                </a:solidFill>
                <a:ea typeface="黑体" pitchFamily="2" charset="-122"/>
              </a:rPr>
              <a:t>多 播 地 址</a:t>
            </a:r>
          </a:p>
        </p:txBody>
      </p:sp>
      <p:sp>
        <p:nvSpPr>
          <p:cNvPr id="41007" name="Rectangle 49"/>
          <p:cNvSpPr>
            <a:spLocks noChangeArrowheads="1"/>
          </p:cNvSpPr>
          <p:nvPr/>
        </p:nvSpPr>
        <p:spPr bwMode="auto">
          <a:xfrm>
            <a:off x="3041650" y="5881688"/>
            <a:ext cx="7053263" cy="444500"/>
          </a:xfrm>
          <a:prstGeom prst="rect">
            <a:avLst/>
          </a:prstGeom>
          <a:solidFill>
            <a:srgbClr val="CCECFF"/>
          </a:solidFill>
          <a:ln w="2540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41008" name="Rectangle 50"/>
          <p:cNvSpPr>
            <a:spLocks noChangeArrowheads="1"/>
          </p:cNvSpPr>
          <p:nvPr/>
        </p:nvSpPr>
        <p:spPr bwMode="auto">
          <a:xfrm>
            <a:off x="1862138" y="5891213"/>
            <a:ext cx="10937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E </a:t>
            </a:r>
            <a:r>
              <a:rPr kumimoji="1" lang="zh-CN" altLang="en-US" b="1">
                <a:solidFill>
                  <a:srgbClr val="333399"/>
                </a:solidFill>
                <a:ea typeface="黑体" pitchFamily="2" charset="-122"/>
              </a:rPr>
              <a:t>类地址</a:t>
            </a:r>
          </a:p>
        </p:txBody>
      </p:sp>
      <p:sp>
        <p:nvSpPr>
          <p:cNvPr id="41009" name="Rectangle 51"/>
          <p:cNvSpPr>
            <a:spLocks noChangeArrowheads="1"/>
          </p:cNvSpPr>
          <p:nvPr/>
        </p:nvSpPr>
        <p:spPr bwMode="auto">
          <a:xfrm>
            <a:off x="5257800" y="5902325"/>
            <a:ext cx="21828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b="1">
                <a:solidFill>
                  <a:srgbClr val="333399"/>
                </a:solidFill>
                <a:ea typeface="黑体" pitchFamily="2" charset="-122"/>
              </a:rPr>
              <a:t>保 留 为 今 后 使 用</a:t>
            </a:r>
          </a:p>
        </p:txBody>
      </p:sp>
      <p:sp>
        <p:nvSpPr>
          <p:cNvPr id="41010" name="Line 52"/>
          <p:cNvSpPr>
            <a:spLocks noChangeShapeType="1"/>
          </p:cNvSpPr>
          <p:nvPr/>
        </p:nvSpPr>
        <p:spPr bwMode="auto">
          <a:xfrm>
            <a:off x="3836988" y="5907088"/>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1011" name="Rectangle 53"/>
          <p:cNvSpPr>
            <a:spLocks noChangeArrowheads="1"/>
          </p:cNvSpPr>
          <p:nvPr/>
        </p:nvSpPr>
        <p:spPr bwMode="auto">
          <a:xfrm>
            <a:off x="2970213" y="5888038"/>
            <a:ext cx="8874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1 1 1 1</a:t>
            </a:r>
          </a:p>
        </p:txBody>
      </p:sp>
      <p:sp>
        <p:nvSpPr>
          <p:cNvPr id="41012" name="Rectangle 54"/>
          <p:cNvSpPr>
            <a:spLocks noChangeArrowheads="1"/>
          </p:cNvSpPr>
          <p:nvPr/>
        </p:nvSpPr>
        <p:spPr bwMode="auto">
          <a:xfrm>
            <a:off x="3152775" y="27797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0</a:t>
            </a:r>
          </a:p>
        </p:txBody>
      </p:sp>
      <p:sp>
        <p:nvSpPr>
          <p:cNvPr id="41013" name="Rectangle 55"/>
          <p:cNvSpPr>
            <a:spLocks noChangeArrowheads="1"/>
          </p:cNvSpPr>
          <p:nvPr/>
        </p:nvSpPr>
        <p:spPr bwMode="auto">
          <a:xfrm>
            <a:off x="2960688" y="2779713"/>
            <a:ext cx="4841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en-US" altLang="zh-CN" b="1">
                <a:solidFill>
                  <a:srgbClr val="333399"/>
                </a:solidFill>
                <a:ea typeface="黑体" pitchFamily="2" charset="-122"/>
              </a:rPr>
              <a:t>1</a:t>
            </a:r>
          </a:p>
        </p:txBody>
      </p:sp>
      <p:sp>
        <p:nvSpPr>
          <p:cNvPr id="41014" name="Line 56"/>
          <p:cNvSpPr>
            <a:spLocks noChangeShapeType="1"/>
          </p:cNvSpPr>
          <p:nvPr/>
        </p:nvSpPr>
        <p:spPr bwMode="auto">
          <a:xfrm>
            <a:off x="3511550" y="2776538"/>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1015" name="AutoShape 57"/>
          <p:cNvSpPr>
            <a:spLocks noChangeArrowheads="1"/>
          </p:cNvSpPr>
          <p:nvPr/>
        </p:nvSpPr>
        <p:spPr bwMode="auto">
          <a:xfrm>
            <a:off x="2999656" y="5032375"/>
            <a:ext cx="3473186" cy="455613"/>
          </a:xfrm>
          <a:prstGeom prst="wedgeRoundRectCallout">
            <a:avLst>
              <a:gd name="adj1" fmla="val 35260"/>
              <a:gd name="adj2" fmla="val -232600"/>
              <a:gd name="adj3" fmla="val 16667"/>
            </a:avLst>
          </a:prstGeom>
          <a:solidFill>
            <a:srgbClr val="66FF99"/>
          </a:solidFill>
          <a:ln w="9525">
            <a:solidFill>
              <a:schemeClr val="tx1"/>
            </a:solidFill>
            <a:miter lim="800000"/>
            <a:headEnd/>
            <a:tailEnd/>
          </a:ln>
        </p:spPr>
        <p:txBody>
          <a:bodyPr/>
          <a:lstStyle/>
          <a:p>
            <a:pPr eaLnBrk="1" hangingPunct="1"/>
            <a:r>
              <a:rPr lang="en-US" altLang="zh-CN" b="1" dirty="0">
                <a:solidFill>
                  <a:srgbClr val="333399"/>
                </a:solidFill>
                <a:ea typeface="黑体" pitchFamily="2" charset="-122"/>
              </a:rPr>
              <a:t>C </a:t>
            </a:r>
            <a:r>
              <a:rPr lang="zh-CN" altLang="en-US" b="1" dirty="0">
                <a:solidFill>
                  <a:srgbClr val="333399"/>
                </a:solidFill>
                <a:ea typeface="黑体" pitchFamily="2" charset="-122"/>
              </a:rPr>
              <a:t>类地址的网络号</a:t>
            </a:r>
            <a:r>
              <a:rPr lang="zh-CN" altLang="en-US" b="1" dirty="0" smtClean="0">
                <a:solidFill>
                  <a:srgbClr val="333399"/>
                </a:solidFill>
                <a:ea typeface="黑体" pitchFamily="2" charset="-122"/>
              </a:rPr>
              <a:t>字段为 </a:t>
            </a:r>
            <a:r>
              <a:rPr lang="en-US" altLang="zh-CN" b="1" dirty="0">
                <a:solidFill>
                  <a:srgbClr val="333399"/>
                </a:solidFill>
                <a:ea typeface="黑体" pitchFamily="2" charset="-122"/>
              </a:rPr>
              <a:t>3 </a:t>
            </a:r>
            <a:r>
              <a:rPr lang="zh-CN" altLang="en-US" b="1" dirty="0">
                <a:solidFill>
                  <a:srgbClr val="333399"/>
                </a:solidFill>
                <a:ea typeface="黑体" pitchFamily="2" charset="-122"/>
              </a:rPr>
              <a:t>字节</a:t>
            </a:r>
          </a:p>
        </p:txBody>
      </p:sp>
      <p:sp>
        <p:nvSpPr>
          <p:cNvPr id="58" name="Rectangle 40"/>
          <p:cNvSpPr>
            <a:spLocks noChangeArrowheads="1"/>
          </p:cNvSpPr>
          <p:nvPr/>
        </p:nvSpPr>
        <p:spPr bwMode="auto">
          <a:xfrm>
            <a:off x="8962518" y="4356105"/>
            <a:ext cx="606668" cy="339260"/>
          </a:xfrm>
          <a:prstGeom prst="rect">
            <a:avLst/>
          </a:prstGeom>
          <a:solidFill>
            <a:schemeClr val="bg1"/>
          </a:solidFill>
          <a:ln>
            <a:noFill/>
          </a:ln>
          <a:extLst/>
        </p:spPr>
        <p:txBody>
          <a:bodyPr wrap="none" lIns="90488" tIns="44450" rIns="90488" bIns="44450">
            <a:spAutoFit/>
          </a:bodyPr>
          <a:lstStyle/>
          <a:p>
            <a:pPr algn="ctr" defTabSz="762000">
              <a:lnSpc>
                <a:spcPct val="90000"/>
              </a:lnSpc>
            </a:pPr>
            <a:r>
              <a:rPr kumimoji="1" lang="en-US" altLang="zh-CN" b="1" dirty="0" smtClean="0">
                <a:solidFill>
                  <a:srgbClr val="333399"/>
                </a:solidFill>
                <a:ea typeface="黑体" pitchFamily="2" charset="-122"/>
              </a:rPr>
              <a:t>8 </a:t>
            </a:r>
            <a:r>
              <a:rPr kumimoji="1" lang="zh-CN" altLang="en-US" b="1" dirty="0">
                <a:solidFill>
                  <a:srgbClr val="333399"/>
                </a:solidFill>
                <a:ea typeface="黑体" pitchFamily="2" charset="-122"/>
              </a:rPr>
              <a:t>位</a:t>
            </a:r>
          </a:p>
        </p:txBody>
      </p:sp>
    </p:spTree>
    <p:extLst>
      <p:ext uri="{BB962C8B-B14F-4D97-AF65-F5344CB8AC3E}">
        <p14:creationId xmlns:p14="http://schemas.microsoft.com/office/powerpoint/2010/main" val="4236104621"/>
      </p:ext>
    </p:extLst>
  </p:cSld>
  <p:clrMapOvr>
    <a:masterClrMapping/>
  </p:clrMapOvr>
  <p:transition spd="slow"/>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45" name="Line 37"/>
          <p:cNvSpPr>
            <a:spLocks noChangeShapeType="1"/>
          </p:cNvSpPr>
          <p:nvPr/>
        </p:nvSpPr>
        <p:spPr bwMode="auto">
          <a:xfrm>
            <a:off x="8353424" y="4546598"/>
            <a:ext cx="1703389" cy="7939"/>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58" name="Rectangle 40"/>
          <p:cNvSpPr>
            <a:spLocks noChangeArrowheads="1"/>
          </p:cNvSpPr>
          <p:nvPr/>
        </p:nvSpPr>
        <p:spPr bwMode="auto">
          <a:xfrm>
            <a:off x="8962518" y="4356105"/>
            <a:ext cx="606668" cy="339260"/>
          </a:xfrm>
          <a:prstGeom prst="rect">
            <a:avLst/>
          </a:prstGeom>
          <a:solidFill>
            <a:schemeClr val="bg1"/>
          </a:solidFill>
          <a:ln>
            <a:noFill/>
          </a:ln>
          <a:extLst/>
        </p:spPr>
        <p:txBody>
          <a:bodyPr wrap="none" lIns="90488" tIns="44450" rIns="90488" bIns="44450">
            <a:spAutoFit/>
          </a:bodyPr>
          <a:lstStyle/>
          <a:p>
            <a:pPr algn="ctr" defTabSz="762000">
              <a:lnSpc>
                <a:spcPct val="90000"/>
              </a:lnSpc>
            </a:pPr>
            <a:r>
              <a:rPr kumimoji="1" lang="en-US" altLang="zh-CN" b="1" dirty="0" smtClean="0">
                <a:solidFill>
                  <a:srgbClr val="333399"/>
                </a:solidFill>
                <a:ea typeface="黑体" pitchFamily="2" charset="-122"/>
              </a:rPr>
              <a:t>8 </a:t>
            </a:r>
            <a:r>
              <a:rPr kumimoji="1" lang="zh-CN" altLang="en-US" b="1" dirty="0">
                <a:solidFill>
                  <a:srgbClr val="333399"/>
                </a:solidFill>
                <a:ea typeface="黑体" pitchFamily="2" charset="-122"/>
              </a:rPr>
              <a:t>位</a:t>
            </a:r>
          </a:p>
        </p:txBody>
      </p:sp>
      <p:sp>
        <p:nvSpPr>
          <p:cNvPr id="43010" name="Rectangle 13"/>
          <p:cNvSpPr>
            <a:spLocks noGrp="1" noChangeArrowheads="1"/>
          </p:cNvSpPr>
          <p:nvPr>
            <p:ph type="title"/>
          </p:nvPr>
        </p:nvSpPr>
        <p:spPr/>
        <p:txBody>
          <a:bodyPr anchor="ctr"/>
          <a:lstStyle/>
          <a:p>
            <a:pPr eaLnBrk="1" hangingPunct="1"/>
            <a:r>
              <a:rPr lang="zh-CN" altLang="en-US" dirty="0"/>
              <a:t>分类的 </a:t>
            </a:r>
            <a:r>
              <a:rPr lang="en-US" altLang="zh-CN" dirty="0"/>
              <a:t>IP </a:t>
            </a:r>
            <a:r>
              <a:rPr lang="zh-CN" altLang="en-US" dirty="0"/>
              <a:t>地址</a:t>
            </a:r>
            <a:endParaRPr lang="zh-CN" altLang="en-US" dirty="0" smtClean="0"/>
          </a:p>
        </p:txBody>
      </p:sp>
      <p:sp>
        <p:nvSpPr>
          <p:cNvPr id="43011" name="Line 2"/>
          <p:cNvSpPr>
            <a:spLocks noChangeShapeType="1"/>
          </p:cNvSpPr>
          <p:nvPr/>
        </p:nvSpPr>
        <p:spPr bwMode="auto">
          <a:xfrm flipV="1">
            <a:off x="3019425" y="4545013"/>
            <a:ext cx="5305425"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43012" name="Rectangle 3"/>
          <p:cNvSpPr>
            <a:spLocks noChangeArrowheads="1"/>
          </p:cNvSpPr>
          <p:nvPr/>
        </p:nvSpPr>
        <p:spPr bwMode="auto">
          <a:xfrm>
            <a:off x="5083175" y="4327525"/>
            <a:ext cx="73417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lnSpc>
                <a:spcPct val="90000"/>
              </a:lnSpc>
            </a:pPr>
            <a:r>
              <a:rPr kumimoji="1" lang="en-US" altLang="zh-CN" b="1" dirty="0" smtClean="0">
                <a:solidFill>
                  <a:srgbClr val="333399"/>
                </a:solidFill>
                <a:ea typeface="黑体" pitchFamily="2" charset="-122"/>
              </a:rPr>
              <a:t>24 </a:t>
            </a:r>
            <a:r>
              <a:rPr kumimoji="1" lang="zh-CN" altLang="en-US" b="1" dirty="0">
                <a:solidFill>
                  <a:srgbClr val="333399"/>
                </a:solidFill>
                <a:ea typeface="黑体" pitchFamily="2" charset="-122"/>
              </a:rPr>
              <a:t>位</a:t>
            </a:r>
          </a:p>
        </p:txBody>
      </p:sp>
      <p:sp>
        <p:nvSpPr>
          <p:cNvPr id="43013" name="Rectangle 4"/>
          <p:cNvSpPr>
            <a:spLocks noChangeArrowheads="1"/>
          </p:cNvSpPr>
          <p:nvPr/>
        </p:nvSpPr>
        <p:spPr bwMode="auto">
          <a:xfrm>
            <a:off x="3019425" y="3890963"/>
            <a:ext cx="7046913" cy="444500"/>
          </a:xfrm>
          <a:prstGeom prst="rect">
            <a:avLst/>
          </a:prstGeom>
          <a:solidFill>
            <a:srgbClr val="FFFF99"/>
          </a:solidFill>
          <a:ln w="2540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43014" name="Line 5"/>
          <p:cNvSpPr>
            <a:spLocks noChangeShapeType="1"/>
          </p:cNvSpPr>
          <p:nvPr/>
        </p:nvSpPr>
        <p:spPr bwMode="auto">
          <a:xfrm>
            <a:off x="4760913" y="2344738"/>
            <a:ext cx="5310187"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43015" name="Rectangle 6"/>
          <p:cNvSpPr>
            <a:spLocks noChangeArrowheads="1"/>
          </p:cNvSpPr>
          <p:nvPr/>
        </p:nvSpPr>
        <p:spPr bwMode="auto">
          <a:xfrm>
            <a:off x="6756818" y="2136775"/>
            <a:ext cx="73417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lnSpc>
                <a:spcPct val="90000"/>
              </a:lnSpc>
            </a:pPr>
            <a:r>
              <a:rPr kumimoji="1" lang="en-US" altLang="zh-CN" b="1" dirty="0" smtClean="0">
                <a:solidFill>
                  <a:srgbClr val="333399"/>
                </a:solidFill>
                <a:ea typeface="黑体" pitchFamily="2" charset="-122"/>
              </a:rPr>
              <a:t>24 </a:t>
            </a:r>
            <a:r>
              <a:rPr kumimoji="1" lang="zh-CN" altLang="en-US" b="1" dirty="0">
                <a:solidFill>
                  <a:srgbClr val="333399"/>
                </a:solidFill>
                <a:ea typeface="黑体" pitchFamily="2" charset="-122"/>
              </a:rPr>
              <a:t>位</a:t>
            </a:r>
          </a:p>
        </p:txBody>
      </p:sp>
      <p:sp>
        <p:nvSpPr>
          <p:cNvPr id="43016" name="Line 7"/>
          <p:cNvSpPr>
            <a:spLocks noChangeShapeType="1"/>
          </p:cNvSpPr>
          <p:nvPr/>
        </p:nvSpPr>
        <p:spPr bwMode="auto">
          <a:xfrm flipV="1">
            <a:off x="3073400" y="3422650"/>
            <a:ext cx="3475038"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43017" name="Rectangle 8"/>
          <p:cNvSpPr>
            <a:spLocks noChangeArrowheads="1"/>
          </p:cNvSpPr>
          <p:nvPr/>
        </p:nvSpPr>
        <p:spPr bwMode="auto">
          <a:xfrm>
            <a:off x="4197350" y="3217863"/>
            <a:ext cx="73417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lnSpc>
                <a:spcPct val="90000"/>
              </a:lnSpc>
            </a:pPr>
            <a:r>
              <a:rPr kumimoji="1" lang="en-US" altLang="zh-CN" b="1" dirty="0" smtClean="0">
                <a:solidFill>
                  <a:srgbClr val="333399"/>
                </a:solidFill>
                <a:ea typeface="黑体" pitchFamily="2" charset="-122"/>
              </a:rPr>
              <a:t>16 </a:t>
            </a:r>
            <a:r>
              <a:rPr kumimoji="1" lang="zh-CN" altLang="en-US" b="1" dirty="0">
                <a:solidFill>
                  <a:srgbClr val="333399"/>
                </a:solidFill>
                <a:ea typeface="黑体" pitchFamily="2" charset="-122"/>
              </a:rPr>
              <a:t>位</a:t>
            </a:r>
          </a:p>
        </p:txBody>
      </p:sp>
      <p:sp>
        <p:nvSpPr>
          <p:cNvPr id="43018" name="Line 9"/>
          <p:cNvSpPr>
            <a:spLocks noChangeShapeType="1"/>
          </p:cNvSpPr>
          <p:nvPr/>
        </p:nvSpPr>
        <p:spPr bwMode="auto">
          <a:xfrm>
            <a:off x="2997200" y="2344738"/>
            <a:ext cx="1763713"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43019" name="Rectangle 10"/>
          <p:cNvSpPr>
            <a:spLocks noChangeArrowheads="1"/>
          </p:cNvSpPr>
          <p:nvPr/>
        </p:nvSpPr>
        <p:spPr bwMode="auto">
          <a:xfrm>
            <a:off x="3510207" y="2136775"/>
            <a:ext cx="60593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lnSpc>
                <a:spcPct val="90000"/>
              </a:lnSpc>
            </a:pPr>
            <a:r>
              <a:rPr kumimoji="1" lang="en-US" altLang="zh-CN" b="1" dirty="0" smtClean="0">
                <a:solidFill>
                  <a:srgbClr val="333399"/>
                </a:solidFill>
                <a:ea typeface="黑体" pitchFamily="2" charset="-122"/>
              </a:rPr>
              <a:t>8 </a:t>
            </a:r>
            <a:r>
              <a:rPr kumimoji="1" lang="zh-CN" altLang="en-US" b="1" dirty="0">
                <a:solidFill>
                  <a:srgbClr val="333399"/>
                </a:solidFill>
                <a:ea typeface="黑体" pitchFamily="2" charset="-122"/>
              </a:rPr>
              <a:t>位</a:t>
            </a:r>
          </a:p>
        </p:txBody>
      </p:sp>
      <p:sp>
        <p:nvSpPr>
          <p:cNvPr id="43020" name="Rectangle 11"/>
          <p:cNvSpPr>
            <a:spLocks noChangeArrowheads="1"/>
          </p:cNvSpPr>
          <p:nvPr/>
        </p:nvSpPr>
        <p:spPr bwMode="auto">
          <a:xfrm>
            <a:off x="3000375" y="1700213"/>
            <a:ext cx="7085013" cy="442912"/>
          </a:xfrm>
          <a:prstGeom prst="rect">
            <a:avLst/>
          </a:prstGeom>
          <a:solidFill>
            <a:srgbClr val="FFFF99"/>
          </a:solidFill>
          <a:ln w="1905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43021" name="Rectangle 12"/>
          <p:cNvSpPr>
            <a:spLocks noChangeArrowheads="1"/>
          </p:cNvSpPr>
          <p:nvPr/>
        </p:nvSpPr>
        <p:spPr bwMode="auto">
          <a:xfrm>
            <a:off x="3019425" y="2784475"/>
            <a:ext cx="7070725" cy="446088"/>
          </a:xfrm>
          <a:prstGeom prst="rect">
            <a:avLst/>
          </a:prstGeom>
          <a:solidFill>
            <a:srgbClr val="FFFF99"/>
          </a:solidFill>
          <a:ln w="2540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43022" name="Rectangle 14"/>
          <p:cNvSpPr>
            <a:spLocks noChangeArrowheads="1"/>
          </p:cNvSpPr>
          <p:nvPr/>
        </p:nvSpPr>
        <p:spPr bwMode="auto">
          <a:xfrm>
            <a:off x="3028950" y="3905250"/>
            <a:ext cx="5300663" cy="423863"/>
          </a:xfrm>
          <a:prstGeom prst="rect">
            <a:avLst/>
          </a:prstGeom>
          <a:solidFill>
            <a:srgbClr val="FF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b="1">
              <a:latin typeface="Tahoma" pitchFamily="34" charset="0"/>
              <a:ea typeface="黑体" pitchFamily="2" charset="-122"/>
            </a:endParaRPr>
          </a:p>
        </p:txBody>
      </p:sp>
      <p:sp>
        <p:nvSpPr>
          <p:cNvPr id="43023" name="Rectangle 15"/>
          <p:cNvSpPr>
            <a:spLocks noChangeArrowheads="1"/>
          </p:cNvSpPr>
          <p:nvPr/>
        </p:nvSpPr>
        <p:spPr bwMode="auto">
          <a:xfrm>
            <a:off x="3041650" y="2809875"/>
            <a:ext cx="3511550" cy="409575"/>
          </a:xfrm>
          <a:prstGeom prst="rect">
            <a:avLst/>
          </a:prstGeom>
          <a:solidFill>
            <a:srgbClr val="FF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b="1">
              <a:latin typeface="Tahoma" pitchFamily="34" charset="0"/>
              <a:ea typeface="黑体" pitchFamily="2" charset="-122"/>
            </a:endParaRPr>
          </a:p>
        </p:txBody>
      </p:sp>
      <p:sp>
        <p:nvSpPr>
          <p:cNvPr id="43024" name="Rectangle 16"/>
          <p:cNvSpPr>
            <a:spLocks noChangeArrowheads="1"/>
          </p:cNvSpPr>
          <p:nvPr/>
        </p:nvSpPr>
        <p:spPr bwMode="auto">
          <a:xfrm>
            <a:off x="3024188" y="1724025"/>
            <a:ext cx="1730375" cy="406400"/>
          </a:xfrm>
          <a:prstGeom prst="rect">
            <a:avLst/>
          </a:prstGeom>
          <a:solidFill>
            <a:srgbClr val="FF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b="1">
              <a:latin typeface="Tahoma" pitchFamily="34" charset="0"/>
              <a:ea typeface="黑体" pitchFamily="2" charset="-122"/>
            </a:endParaRPr>
          </a:p>
        </p:txBody>
      </p:sp>
      <p:sp>
        <p:nvSpPr>
          <p:cNvPr id="43025" name="Rectangle 17"/>
          <p:cNvSpPr>
            <a:spLocks noChangeArrowheads="1"/>
          </p:cNvSpPr>
          <p:nvPr/>
        </p:nvSpPr>
        <p:spPr bwMode="auto">
          <a:xfrm>
            <a:off x="2946400" y="169386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0</a:t>
            </a:r>
          </a:p>
        </p:txBody>
      </p:sp>
      <p:sp>
        <p:nvSpPr>
          <p:cNvPr id="43026" name="Rectangle 18"/>
          <p:cNvSpPr>
            <a:spLocks noChangeArrowheads="1"/>
          </p:cNvSpPr>
          <p:nvPr/>
        </p:nvSpPr>
        <p:spPr bwMode="auto">
          <a:xfrm>
            <a:off x="1820863" y="1722438"/>
            <a:ext cx="110229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dirty="0">
                <a:solidFill>
                  <a:srgbClr val="333399"/>
                </a:solidFill>
                <a:ea typeface="黑体" pitchFamily="2" charset="-122"/>
              </a:rPr>
              <a:t>A </a:t>
            </a:r>
            <a:r>
              <a:rPr kumimoji="1" lang="zh-CN" altLang="en-US" b="1" dirty="0">
                <a:solidFill>
                  <a:srgbClr val="333399"/>
                </a:solidFill>
                <a:ea typeface="黑体" pitchFamily="2" charset="-122"/>
              </a:rPr>
              <a:t>类地址</a:t>
            </a:r>
          </a:p>
        </p:txBody>
      </p:sp>
      <p:sp>
        <p:nvSpPr>
          <p:cNvPr id="43027" name="Line 19"/>
          <p:cNvSpPr>
            <a:spLocks noChangeShapeType="1"/>
          </p:cNvSpPr>
          <p:nvPr/>
        </p:nvSpPr>
        <p:spPr bwMode="auto">
          <a:xfrm>
            <a:off x="3255963" y="1700213"/>
            <a:ext cx="0" cy="42227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3028" name="Line 20"/>
          <p:cNvSpPr>
            <a:spLocks noChangeShapeType="1"/>
          </p:cNvSpPr>
          <p:nvPr/>
        </p:nvSpPr>
        <p:spPr bwMode="auto">
          <a:xfrm>
            <a:off x="4760913" y="1700213"/>
            <a:ext cx="0" cy="4508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3029" name="Line 21"/>
          <p:cNvSpPr>
            <a:spLocks noChangeShapeType="1"/>
          </p:cNvSpPr>
          <p:nvPr/>
        </p:nvSpPr>
        <p:spPr bwMode="auto">
          <a:xfrm>
            <a:off x="2997200" y="218281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3030" name="Line 22"/>
          <p:cNvSpPr>
            <a:spLocks noChangeShapeType="1"/>
          </p:cNvSpPr>
          <p:nvPr/>
        </p:nvSpPr>
        <p:spPr bwMode="auto">
          <a:xfrm>
            <a:off x="4760913" y="218281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3031" name="Line 23"/>
          <p:cNvSpPr>
            <a:spLocks noChangeShapeType="1"/>
          </p:cNvSpPr>
          <p:nvPr/>
        </p:nvSpPr>
        <p:spPr bwMode="auto">
          <a:xfrm>
            <a:off x="10071100" y="218281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3032" name="Line 24"/>
          <p:cNvSpPr>
            <a:spLocks noChangeShapeType="1"/>
          </p:cNvSpPr>
          <p:nvPr/>
        </p:nvSpPr>
        <p:spPr bwMode="auto">
          <a:xfrm>
            <a:off x="6561139" y="3425820"/>
            <a:ext cx="3495674" cy="1588"/>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43033" name="Rectangle 25"/>
          <p:cNvSpPr>
            <a:spLocks noChangeArrowheads="1"/>
          </p:cNvSpPr>
          <p:nvPr/>
        </p:nvSpPr>
        <p:spPr bwMode="auto">
          <a:xfrm>
            <a:off x="7887118" y="3244850"/>
            <a:ext cx="73417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lnSpc>
                <a:spcPct val="90000"/>
              </a:lnSpc>
            </a:pPr>
            <a:r>
              <a:rPr kumimoji="1" lang="en-US" altLang="zh-CN" b="1" dirty="0" smtClean="0">
                <a:solidFill>
                  <a:srgbClr val="333399"/>
                </a:solidFill>
                <a:ea typeface="黑体" pitchFamily="2" charset="-122"/>
              </a:rPr>
              <a:t>16 </a:t>
            </a:r>
            <a:r>
              <a:rPr kumimoji="1" lang="zh-CN" altLang="en-US" b="1" dirty="0">
                <a:solidFill>
                  <a:srgbClr val="333399"/>
                </a:solidFill>
                <a:ea typeface="黑体" pitchFamily="2" charset="-122"/>
              </a:rPr>
              <a:t>位</a:t>
            </a:r>
          </a:p>
        </p:txBody>
      </p:sp>
      <p:sp>
        <p:nvSpPr>
          <p:cNvPr id="43034" name="Line 26"/>
          <p:cNvSpPr>
            <a:spLocks noChangeShapeType="1"/>
          </p:cNvSpPr>
          <p:nvPr/>
        </p:nvSpPr>
        <p:spPr bwMode="auto">
          <a:xfrm>
            <a:off x="3033713" y="32702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3035" name="Line 27"/>
          <p:cNvSpPr>
            <a:spLocks noChangeShapeType="1"/>
          </p:cNvSpPr>
          <p:nvPr/>
        </p:nvSpPr>
        <p:spPr bwMode="auto">
          <a:xfrm>
            <a:off x="6561138" y="32702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3036" name="Line 28"/>
          <p:cNvSpPr>
            <a:spLocks noChangeShapeType="1"/>
          </p:cNvSpPr>
          <p:nvPr/>
        </p:nvSpPr>
        <p:spPr bwMode="auto">
          <a:xfrm>
            <a:off x="10056813" y="32702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3037" name="Rectangle 29"/>
          <p:cNvSpPr>
            <a:spLocks noChangeArrowheads="1"/>
          </p:cNvSpPr>
          <p:nvPr/>
        </p:nvSpPr>
        <p:spPr bwMode="auto">
          <a:xfrm>
            <a:off x="1838325" y="2795588"/>
            <a:ext cx="1110883"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dirty="0">
                <a:solidFill>
                  <a:srgbClr val="333399"/>
                </a:solidFill>
                <a:ea typeface="黑体" pitchFamily="2" charset="-122"/>
              </a:rPr>
              <a:t>B </a:t>
            </a:r>
            <a:r>
              <a:rPr kumimoji="1" lang="zh-CN" altLang="en-US" b="1" dirty="0">
                <a:solidFill>
                  <a:srgbClr val="333399"/>
                </a:solidFill>
                <a:ea typeface="黑体" pitchFamily="2" charset="-122"/>
              </a:rPr>
              <a:t>类地址</a:t>
            </a:r>
          </a:p>
        </p:txBody>
      </p:sp>
      <p:sp>
        <p:nvSpPr>
          <p:cNvPr id="43038" name="Line 30"/>
          <p:cNvSpPr>
            <a:spLocks noChangeShapeType="1"/>
          </p:cNvSpPr>
          <p:nvPr/>
        </p:nvSpPr>
        <p:spPr bwMode="auto">
          <a:xfrm>
            <a:off x="6561138" y="2794000"/>
            <a:ext cx="0" cy="4333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3039" name="Rectangle 31"/>
          <p:cNvSpPr>
            <a:spLocks noChangeArrowheads="1"/>
          </p:cNvSpPr>
          <p:nvPr/>
        </p:nvSpPr>
        <p:spPr bwMode="auto">
          <a:xfrm>
            <a:off x="1824038" y="3900488"/>
            <a:ext cx="11064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C </a:t>
            </a:r>
            <a:r>
              <a:rPr kumimoji="1" lang="zh-CN" altLang="en-US" b="1">
                <a:solidFill>
                  <a:srgbClr val="333399"/>
                </a:solidFill>
                <a:ea typeface="黑体" pitchFamily="2" charset="-122"/>
              </a:rPr>
              <a:t>类地址</a:t>
            </a:r>
          </a:p>
        </p:txBody>
      </p:sp>
      <p:sp>
        <p:nvSpPr>
          <p:cNvPr id="43040" name="Rectangle 32"/>
          <p:cNvSpPr>
            <a:spLocks noChangeArrowheads="1"/>
          </p:cNvSpPr>
          <p:nvPr/>
        </p:nvSpPr>
        <p:spPr bwMode="auto">
          <a:xfrm>
            <a:off x="3346450" y="391953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0</a:t>
            </a:r>
          </a:p>
        </p:txBody>
      </p:sp>
      <p:sp>
        <p:nvSpPr>
          <p:cNvPr id="43041" name="Rectangle 33"/>
          <p:cNvSpPr>
            <a:spLocks noChangeArrowheads="1"/>
          </p:cNvSpPr>
          <p:nvPr/>
        </p:nvSpPr>
        <p:spPr bwMode="auto">
          <a:xfrm>
            <a:off x="2959100" y="3911600"/>
            <a:ext cx="4857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en-US" altLang="zh-CN" b="1">
                <a:solidFill>
                  <a:srgbClr val="333399"/>
                </a:solidFill>
                <a:ea typeface="黑体" pitchFamily="2" charset="-122"/>
              </a:rPr>
              <a:t>1</a:t>
            </a:r>
          </a:p>
        </p:txBody>
      </p:sp>
      <p:sp>
        <p:nvSpPr>
          <p:cNvPr id="43042" name="Rectangle 34"/>
          <p:cNvSpPr>
            <a:spLocks noChangeArrowheads="1"/>
          </p:cNvSpPr>
          <p:nvPr/>
        </p:nvSpPr>
        <p:spPr bwMode="auto">
          <a:xfrm>
            <a:off x="3154363" y="3919538"/>
            <a:ext cx="482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en-US" altLang="zh-CN" b="1">
                <a:solidFill>
                  <a:srgbClr val="333399"/>
                </a:solidFill>
                <a:ea typeface="黑体" pitchFamily="2" charset="-122"/>
              </a:rPr>
              <a:t>1</a:t>
            </a:r>
          </a:p>
        </p:txBody>
      </p:sp>
      <p:sp>
        <p:nvSpPr>
          <p:cNvPr id="43043" name="Line 35"/>
          <p:cNvSpPr>
            <a:spLocks noChangeShapeType="1"/>
          </p:cNvSpPr>
          <p:nvPr/>
        </p:nvSpPr>
        <p:spPr bwMode="auto">
          <a:xfrm>
            <a:off x="3703638" y="3889375"/>
            <a:ext cx="0" cy="439738"/>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3044" name="Line 36"/>
          <p:cNvSpPr>
            <a:spLocks noChangeShapeType="1"/>
          </p:cNvSpPr>
          <p:nvPr/>
        </p:nvSpPr>
        <p:spPr bwMode="auto">
          <a:xfrm>
            <a:off x="8348663" y="3884613"/>
            <a:ext cx="0" cy="4413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3047" name="Line 41"/>
          <p:cNvSpPr>
            <a:spLocks noChangeShapeType="1"/>
          </p:cNvSpPr>
          <p:nvPr/>
        </p:nvSpPr>
        <p:spPr bwMode="auto">
          <a:xfrm>
            <a:off x="3019425" y="439261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3048" name="Line 42"/>
          <p:cNvSpPr>
            <a:spLocks noChangeShapeType="1"/>
          </p:cNvSpPr>
          <p:nvPr/>
        </p:nvSpPr>
        <p:spPr bwMode="auto">
          <a:xfrm>
            <a:off x="8353425" y="439578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3049" name="Line 43"/>
          <p:cNvSpPr>
            <a:spLocks noChangeShapeType="1"/>
          </p:cNvSpPr>
          <p:nvPr/>
        </p:nvSpPr>
        <p:spPr bwMode="auto">
          <a:xfrm>
            <a:off x="10042525" y="437673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3050" name="Rectangle 44"/>
          <p:cNvSpPr>
            <a:spLocks noChangeArrowheads="1"/>
          </p:cNvSpPr>
          <p:nvPr/>
        </p:nvSpPr>
        <p:spPr bwMode="auto">
          <a:xfrm>
            <a:off x="3027363" y="5038725"/>
            <a:ext cx="7067550" cy="444500"/>
          </a:xfrm>
          <a:prstGeom prst="rect">
            <a:avLst/>
          </a:prstGeom>
          <a:solidFill>
            <a:srgbClr val="CCECFF"/>
          </a:solidFill>
          <a:ln w="2540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43051" name="Rectangle 45"/>
          <p:cNvSpPr>
            <a:spLocks noChangeArrowheads="1"/>
          </p:cNvSpPr>
          <p:nvPr/>
        </p:nvSpPr>
        <p:spPr bwMode="auto">
          <a:xfrm>
            <a:off x="1819275" y="5049838"/>
            <a:ext cx="11064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D </a:t>
            </a:r>
            <a:r>
              <a:rPr kumimoji="1" lang="zh-CN" altLang="en-US" b="1">
                <a:solidFill>
                  <a:srgbClr val="333399"/>
                </a:solidFill>
                <a:ea typeface="黑体" pitchFamily="2" charset="-122"/>
              </a:rPr>
              <a:t>类地址</a:t>
            </a:r>
          </a:p>
        </p:txBody>
      </p:sp>
      <p:sp>
        <p:nvSpPr>
          <p:cNvPr id="43052" name="Line 46"/>
          <p:cNvSpPr>
            <a:spLocks noChangeShapeType="1"/>
          </p:cNvSpPr>
          <p:nvPr/>
        </p:nvSpPr>
        <p:spPr bwMode="auto">
          <a:xfrm>
            <a:off x="3808413" y="5046663"/>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3053" name="Rectangle 47"/>
          <p:cNvSpPr>
            <a:spLocks noChangeArrowheads="1"/>
          </p:cNvSpPr>
          <p:nvPr/>
        </p:nvSpPr>
        <p:spPr bwMode="auto">
          <a:xfrm>
            <a:off x="2963863" y="5037138"/>
            <a:ext cx="8874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1 1 1 0</a:t>
            </a:r>
          </a:p>
        </p:txBody>
      </p:sp>
      <p:sp>
        <p:nvSpPr>
          <p:cNvPr id="43054" name="Rectangle 48"/>
          <p:cNvSpPr>
            <a:spLocks noChangeArrowheads="1"/>
          </p:cNvSpPr>
          <p:nvPr/>
        </p:nvSpPr>
        <p:spPr bwMode="auto">
          <a:xfrm>
            <a:off x="5795963" y="5067300"/>
            <a:ext cx="12985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b="1">
                <a:solidFill>
                  <a:srgbClr val="333399"/>
                </a:solidFill>
                <a:ea typeface="黑体" pitchFamily="2" charset="-122"/>
              </a:rPr>
              <a:t>多 播 地 址</a:t>
            </a:r>
          </a:p>
        </p:txBody>
      </p:sp>
      <p:sp>
        <p:nvSpPr>
          <p:cNvPr id="43055" name="Rectangle 49"/>
          <p:cNvSpPr>
            <a:spLocks noChangeArrowheads="1"/>
          </p:cNvSpPr>
          <p:nvPr/>
        </p:nvSpPr>
        <p:spPr bwMode="auto">
          <a:xfrm>
            <a:off x="3041650" y="5881688"/>
            <a:ext cx="7053263" cy="444500"/>
          </a:xfrm>
          <a:prstGeom prst="rect">
            <a:avLst/>
          </a:prstGeom>
          <a:solidFill>
            <a:srgbClr val="CCECFF"/>
          </a:solidFill>
          <a:ln w="2540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43056" name="Rectangle 50"/>
          <p:cNvSpPr>
            <a:spLocks noChangeArrowheads="1"/>
          </p:cNvSpPr>
          <p:nvPr/>
        </p:nvSpPr>
        <p:spPr bwMode="auto">
          <a:xfrm>
            <a:off x="1862138" y="5891213"/>
            <a:ext cx="10937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E </a:t>
            </a:r>
            <a:r>
              <a:rPr kumimoji="1" lang="zh-CN" altLang="en-US" b="1">
                <a:solidFill>
                  <a:srgbClr val="333399"/>
                </a:solidFill>
                <a:ea typeface="黑体" pitchFamily="2" charset="-122"/>
              </a:rPr>
              <a:t>类地址</a:t>
            </a:r>
          </a:p>
        </p:txBody>
      </p:sp>
      <p:sp>
        <p:nvSpPr>
          <p:cNvPr id="43057" name="Rectangle 51"/>
          <p:cNvSpPr>
            <a:spLocks noChangeArrowheads="1"/>
          </p:cNvSpPr>
          <p:nvPr/>
        </p:nvSpPr>
        <p:spPr bwMode="auto">
          <a:xfrm>
            <a:off x="5257800" y="5902325"/>
            <a:ext cx="21828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b="1">
                <a:solidFill>
                  <a:srgbClr val="333399"/>
                </a:solidFill>
                <a:ea typeface="黑体" pitchFamily="2" charset="-122"/>
              </a:rPr>
              <a:t>保 留 为 今 后 使 用</a:t>
            </a:r>
          </a:p>
        </p:txBody>
      </p:sp>
      <p:sp>
        <p:nvSpPr>
          <p:cNvPr id="43058" name="Line 52"/>
          <p:cNvSpPr>
            <a:spLocks noChangeShapeType="1"/>
          </p:cNvSpPr>
          <p:nvPr/>
        </p:nvSpPr>
        <p:spPr bwMode="auto">
          <a:xfrm>
            <a:off x="3836988" y="5907088"/>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3059" name="Rectangle 53"/>
          <p:cNvSpPr>
            <a:spLocks noChangeArrowheads="1"/>
          </p:cNvSpPr>
          <p:nvPr/>
        </p:nvSpPr>
        <p:spPr bwMode="auto">
          <a:xfrm>
            <a:off x="2970213" y="5888038"/>
            <a:ext cx="8874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1 1 1 1</a:t>
            </a:r>
          </a:p>
        </p:txBody>
      </p:sp>
      <p:sp>
        <p:nvSpPr>
          <p:cNvPr id="43060" name="Rectangle 54"/>
          <p:cNvSpPr>
            <a:spLocks noChangeArrowheads="1"/>
          </p:cNvSpPr>
          <p:nvPr/>
        </p:nvSpPr>
        <p:spPr bwMode="auto">
          <a:xfrm>
            <a:off x="3152775" y="27797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0</a:t>
            </a:r>
          </a:p>
        </p:txBody>
      </p:sp>
      <p:sp>
        <p:nvSpPr>
          <p:cNvPr id="43061" name="Rectangle 55"/>
          <p:cNvSpPr>
            <a:spLocks noChangeArrowheads="1"/>
          </p:cNvSpPr>
          <p:nvPr/>
        </p:nvSpPr>
        <p:spPr bwMode="auto">
          <a:xfrm>
            <a:off x="2960688" y="2779713"/>
            <a:ext cx="4841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en-US" altLang="zh-CN" b="1">
                <a:solidFill>
                  <a:srgbClr val="333399"/>
                </a:solidFill>
                <a:ea typeface="黑体" pitchFamily="2" charset="-122"/>
              </a:rPr>
              <a:t>1</a:t>
            </a:r>
          </a:p>
        </p:txBody>
      </p:sp>
      <p:sp>
        <p:nvSpPr>
          <p:cNvPr id="43062" name="Line 56"/>
          <p:cNvSpPr>
            <a:spLocks noChangeShapeType="1"/>
          </p:cNvSpPr>
          <p:nvPr/>
        </p:nvSpPr>
        <p:spPr bwMode="auto">
          <a:xfrm>
            <a:off x="3511550" y="2776538"/>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3063" name="AutoShape 57"/>
          <p:cNvSpPr>
            <a:spLocks noChangeArrowheads="1"/>
          </p:cNvSpPr>
          <p:nvPr/>
        </p:nvSpPr>
        <p:spPr bwMode="auto">
          <a:xfrm>
            <a:off x="6445250" y="5049838"/>
            <a:ext cx="3586162" cy="438150"/>
          </a:xfrm>
          <a:prstGeom prst="wedgeRoundRectCallout">
            <a:avLst>
              <a:gd name="adj1" fmla="val 4190"/>
              <a:gd name="adj2" fmla="val -779289"/>
              <a:gd name="adj3" fmla="val 16667"/>
            </a:avLst>
          </a:prstGeom>
          <a:solidFill>
            <a:srgbClr val="66FF99"/>
          </a:solidFill>
          <a:ln w="9525">
            <a:solidFill>
              <a:schemeClr val="tx1"/>
            </a:solidFill>
            <a:miter lim="800000"/>
            <a:headEnd/>
            <a:tailEnd/>
          </a:ln>
        </p:spPr>
        <p:txBody>
          <a:bodyPr/>
          <a:lstStyle/>
          <a:p>
            <a:pPr eaLnBrk="1" hangingPunct="1"/>
            <a:r>
              <a:rPr lang="en-US" altLang="zh-CN" b="1" dirty="0">
                <a:solidFill>
                  <a:srgbClr val="333399"/>
                </a:solidFill>
                <a:ea typeface="黑体" pitchFamily="2" charset="-122"/>
              </a:rPr>
              <a:t>A </a:t>
            </a:r>
            <a:r>
              <a:rPr lang="zh-CN" altLang="en-US" b="1" dirty="0">
                <a:solidFill>
                  <a:srgbClr val="333399"/>
                </a:solidFill>
                <a:ea typeface="黑体" pitchFamily="2" charset="-122"/>
              </a:rPr>
              <a:t>类地址的主机号</a:t>
            </a:r>
            <a:r>
              <a:rPr lang="zh-CN" altLang="en-US" b="1" dirty="0" smtClean="0">
                <a:solidFill>
                  <a:srgbClr val="333399"/>
                </a:solidFill>
                <a:ea typeface="黑体" pitchFamily="2" charset="-122"/>
              </a:rPr>
              <a:t>字段为 </a:t>
            </a:r>
            <a:r>
              <a:rPr lang="en-US" altLang="zh-CN" b="1" dirty="0">
                <a:solidFill>
                  <a:srgbClr val="333399"/>
                </a:solidFill>
                <a:ea typeface="黑体" pitchFamily="2" charset="-122"/>
              </a:rPr>
              <a:t>3 </a:t>
            </a:r>
            <a:r>
              <a:rPr lang="zh-CN" altLang="en-US" b="1" dirty="0">
                <a:solidFill>
                  <a:srgbClr val="333399"/>
                </a:solidFill>
                <a:ea typeface="黑体" pitchFamily="2" charset="-122"/>
              </a:rPr>
              <a:t>字节</a:t>
            </a:r>
          </a:p>
        </p:txBody>
      </p:sp>
    </p:spTree>
    <p:extLst>
      <p:ext uri="{BB962C8B-B14F-4D97-AF65-F5344CB8AC3E}">
        <p14:creationId xmlns:p14="http://schemas.microsoft.com/office/powerpoint/2010/main" val="1188816803"/>
      </p:ext>
    </p:extLst>
  </p:cSld>
  <p:clrMapOvr>
    <a:masterClrMapping/>
  </p:clrMapOvr>
  <p:transition spd="slow"/>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93" name="Line 37"/>
          <p:cNvSpPr>
            <a:spLocks noChangeShapeType="1"/>
          </p:cNvSpPr>
          <p:nvPr/>
        </p:nvSpPr>
        <p:spPr bwMode="auto">
          <a:xfrm>
            <a:off x="8353425" y="4546600"/>
            <a:ext cx="1689100" cy="7938"/>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58" name="Rectangle 40"/>
          <p:cNvSpPr>
            <a:spLocks noChangeArrowheads="1"/>
          </p:cNvSpPr>
          <p:nvPr/>
        </p:nvSpPr>
        <p:spPr bwMode="auto">
          <a:xfrm>
            <a:off x="8962518" y="4356105"/>
            <a:ext cx="606668" cy="339260"/>
          </a:xfrm>
          <a:prstGeom prst="rect">
            <a:avLst/>
          </a:prstGeom>
          <a:solidFill>
            <a:schemeClr val="bg1"/>
          </a:solidFill>
          <a:ln>
            <a:noFill/>
          </a:ln>
          <a:extLst/>
        </p:spPr>
        <p:txBody>
          <a:bodyPr wrap="none" lIns="90488" tIns="44450" rIns="90488" bIns="44450">
            <a:spAutoFit/>
          </a:bodyPr>
          <a:lstStyle/>
          <a:p>
            <a:pPr algn="ctr" defTabSz="762000">
              <a:lnSpc>
                <a:spcPct val="90000"/>
              </a:lnSpc>
            </a:pPr>
            <a:r>
              <a:rPr kumimoji="1" lang="en-US" altLang="zh-CN" b="1" dirty="0" smtClean="0">
                <a:solidFill>
                  <a:srgbClr val="333399"/>
                </a:solidFill>
                <a:ea typeface="黑体" pitchFamily="2" charset="-122"/>
              </a:rPr>
              <a:t>8 </a:t>
            </a:r>
            <a:r>
              <a:rPr kumimoji="1" lang="zh-CN" altLang="en-US" b="1" dirty="0">
                <a:solidFill>
                  <a:srgbClr val="333399"/>
                </a:solidFill>
                <a:ea typeface="黑体" pitchFamily="2" charset="-122"/>
              </a:rPr>
              <a:t>位</a:t>
            </a:r>
          </a:p>
        </p:txBody>
      </p:sp>
      <p:sp>
        <p:nvSpPr>
          <p:cNvPr id="45058" name="Rectangle 13"/>
          <p:cNvSpPr>
            <a:spLocks noGrp="1" noChangeArrowheads="1"/>
          </p:cNvSpPr>
          <p:nvPr>
            <p:ph type="title"/>
          </p:nvPr>
        </p:nvSpPr>
        <p:spPr/>
        <p:txBody>
          <a:bodyPr anchor="ctr"/>
          <a:lstStyle/>
          <a:p>
            <a:pPr eaLnBrk="1" hangingPunct="1"/>
            <a:r>
              <a:rPr lang="zh-CN" altLang="en-US" dirty="0"/>
              <a:t>分类的 </a:t>
            </a:r>
            <a:r>
              <a:rPr lang="en-US" altLang="zh-CN" dirty="0"/>
              <a:t>IP </a:t>
            </a:r>
            <a:r>
              <a:rPr lang="zh-CN" altLang="en-US" dirty="0"/>
              <a:t>地址</a:t>
            </a:r>
            <a:endParaRPr lang="zh-CN" altLang="en-US" dirty="0" smtClean="0"/>
          </a:p>
        </p:txBody>
      </p:sp>
      <p:sp>
        <p:nvSpPr>
          <p:cNvPr id="45059" name="Line 2"/>
          <p:cNvSpPr>
            <a:spLocks noChangeShapeType="1"/>
          </p:cNvSpPr>
          <p:nvPr/>
        </p:nvSpPr>
        <p:spPr bwMode="auto">
          <a:xfrm flipV="1">
            <a:off x="3019425" y="4545013"/>
            <a:ext cx="5305425"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45060" name="Rectangle 3"/>
          <p:cNvSpPr>
            <a:spLocks noChangeArrowheads="1"/>
          </p:cNvSpPr>
          <p:nvPr/>
        </p:nvSpPr>
        <p:spPr bwMode="auto">
          <a:xfrm>
            <a:off x="5083175" y="4327525"/>
            <a:ext cx="73417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lnSpc>
                <a:spcPct val="90000"/>
              </a:lnSpc>
            </a:pPr>
            <a:r>
              <a:rPr kumimoji="1" lang="en-US" altLang="zh-CN" b="1" dirty="0" smtClean="0">
                <a:solidFill>
                  <a:srgbClr val="333399"/>
                </a:solidFill>
                <a:ea typeface="黑体" pitchFamily="2" charset="-122"/>
              </a:rPr>
              <a:t>24 </a:t>
            </a:r>
            <a:r>
              <a:rPr kumimoji="1" lang="zh-CN" altLang="en-US" b="1" dirty="0">
                <a:solidFill>
                  <a:srgbClr val="333399"/>
                </a:solidFill>
                <a:ea typeface="黑体" pitchFamily="2" charset="-122"/>
              </a:rPr>
              <a:t>位</a:t>
            </a:r>
          </a:p>
        </p:txBody>
      </p:sp>
      <p:sp>
        <p:nvSpPr>
          <p:cNvPr id="45061" name="Rectangle 4"/>
          <p:cNvSpPr>
            <a:spLocks noChangeArrowheads="1"/>
          </p:cNvSpPr>
          <p:nvPr/>
        </p:nvSpPr>
        <p:spPr bwMode="auto">
          <a:xfrm>
            <a:off x="3019425" y="3890963"/>
            <a:ext cx="7046913" cy="444500"/>
          </a:xfrm>
          <a:prstGeom prst="rect">
            <a:avLst/>
          </a:prstGeom>
          <a:solidFill>
            <a:srgbClr val="FFFF99"/>
          </a:solidFill>
          <a:ln w="2540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45062" name="Line 5"/>
          <p:cNvSpPr>
            <a:spLocks noChangeShapeType="1"/>
          </p:cNvSpPr>
          <p:nvPr/>
        </p:nvSpPr>
        <p:spPr bwMode="auto">
          <a:xfrm>
            <a:off x="4760913" y="2344738"/>
            <a:ext cx="5310187"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45063" name="Rectangle 6"/>
          <p:cNvSpPr>
            <a:spLocks noChangeArrowheads="1"/>
          </p:cNvSpPr>
          <p:nvPr/>
        </p:nvSpPr>
        <p:spPr bwMode="auto">
          <a:xfrm>
            <a:off x="6756818" y="2136775"/>
            <a:ext cx="73417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lnSpc>
                <a:spcPct val="90000"/>
              </a:lnSpc>
            </a:pPr>
            <a:r>
              <a:rPr kumimoji="1" lang="en-US" altLang="zh-CN" b="1" dirty="0" smtClean="0">
                <a:solidFill>
                  <a:srgbClr val="333399"/>
                </a:solidFill>
                <a:ea typeface="黑体" pitchFamily="2" charset="-122"/>
              </a:rPr>
              <a:t>24 </a:t>
            </a:r>
            <a:r>
              <a:rPr kumimoji="1" lang="zh-CN" altLang="en-US" b="1" dirty="0">
                <a:solidFill>
                  <a:srgbClr val="333399"/>
                </a:solidFill>
                <a:ea typeface="黑体" pitchFamily="2" charset="-122"/>
              </a:rPr>
              <a:t>位</a:t>
            </a:r>
          </a:p>
        </p:txBody>
      </p:sp>
      <p:sp>
        <p:nvSpPr>
          <p:cNvPr id="45064" name="Line 7"/>
          <p:cNvSpPr>
            <a:spLocks noChangeShapeType="1"/>
          </p:cNvSpPr>
          <p:nvPr/>
        </p:nvSpPr>
        <p:spPr bwMode="auto">
          <a:xfrm flipV="1">
            <a:off x="3073400" y="3422650"/>
            <a:ext cx="3475038"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45065" name="Rectangle 8"/>
          <p:cNvSpPr>
            <a:spLocks noChangeArrowheads="1"/>
          </p:cNvSpPr>
          <p:nvPr/>
        </p:nvSpPr>
        <p:spPr bwMode="auto">
          <a:xfrm>
            <a:off x="4197350" y="3217863"/>
            <a:ext cx="73417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lnSpc>
                <a:spcPct val="90000"/>
              </a:lnSpc>
            </a:pPr>
            <a:r>
              <a:rPr kumimoji="1" lang="en-US" altLang="zh-CN" b="1" dirty="0" smtClean="0">
                <a:solidFill>
                  <a:srgbClr val="333399"/>
                </a:solidFill>
                <a:ea typeface="黑体" pitchFamily="2" charset="-122"/>
              </a:rPr>
              <a:t>16 </a:t>
            </a:r>
            <a:r>
              <a:rPr kumimoji="1" lang="zh-CN" altLang="en-US" b="1" dirty="0">
                <a:solidFill>
                  <a:srgbClr val="333399"/>
                </a:solidFill>
                <a:ea typeface="黑体" pitchFamily="2" charset="-122"/>
              </a:rPr>
              <a:t>位</a:t>
            </a:r>
          </a:p>
        </p:txBody>
      </p:sp>
      <p:sp>
        <p:nvSpPr>
          <p:cNvPr id="45066" name="Line 9"/>
          <p:cNvSpPr>
            <a:spLocks noChangeShapeType="1"/>
          </p:cNvSpPr>
          <p:nvPr/>
        </p:nvSpPr>
        <p:spPr bwMode="auto">
          <a:xfrm>
            <a:off x="2997200" y="2344738"/>
            <a:ext cx="1763713"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45067" name="Rectangle 10"/>
          <p:cNvSpPr>
            <a:spLocks noChangeArrowheads="1"/>
          </p:cNvSpPr>
          <p:nvPr/>
        </p:nvSpPr>
        <p:spPr bwMode="auto">
          <a:xfrm>
            <a:off x="3510207" y="2136775"/>
            <a:ext cx="60593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lnSpc>
                <a:spcPct val="90000"/>
              </a:lnSpc>
            </a:pPr>
            <a:r>
              <a:rPr kumimoji="1" lang="en-US" altLang="zh-CN" b="1" dirty="0" smtClean="0">
                <a:solidFill>
                  <a:srgbClr val="333399"/>
                </a:solidFill>
                <a:ea typeface="黑体" pitchFamily="2" charset="-122"/>
              </a:rPr>
              <a:t>8 </a:t>
            </a:r>
            <a:r>
              <a:rPr kumimoji="1" lang="zh-CN" altLang="en-US" b="1" dirty="0">
                <a:solidFill>
                  <a:srgbClr val="333399"/>
                </a:solidFill>
                <a:ea typeface="黑体" pitchFamily="2" charset="-122"/>
              </a:rPr>
              <a:t>位</a:t>
            </a:r>
          </a:p>
        </p:txBody>
      </p:sp>
      <p:sp>
        <p:nvSpPr>
          <p:cNvPr id="45068" name="Rectangle 11"/>
          <p:cNvSpPr>
            <a:spLocks noChangeArrowheads="1"/>
          </p:cNvSpPr>
          <p:nvPr/>
        </p:nvSpPr>
        <p:spPr bwMode="auto">
          <a:xfrm>
            <a:off x="3000375" y="1700213"/>
            <a:ext cx="7085013" cy="442912"/>
          </a:xfrm>
          <a:prstGeom prst="rect">
            <a:avLst/>
          </a:prstGeom>
          <a:solidFill>
            <a:srgbClr val="FFFF99"/>
          </a:solidFill>
          <a:ln w="19050">
            <a:solidFill>
              <a:schemeClr val="tx1"/>
            </a:solidFill>
            <a:miter lim="800000"/>
            <a:headEnd/>
            <a:tailEnd/>
          </a:ln>
        </p:spPr>
        <p:txBody>
          <a:bodyPr wrap="none" anchor="ctr"/>
          <a:lstStyle/>
          <a:p>
            <a:pPr eaLnBrk="1" hangingPunct="1"/>
            <a:endParaRPr lang="zh-CN" altLang="en-US" b="1" dirty="0">
              <a:latin typeface="Tahoma" pitchFamily="34" charset="0"/>
              <a:ea typeface="黑体" pitchFamily="2" charset="-122"/>
            </a:endParaRPr>
          </a:p>
        </p:txBody>
      </p:sp>
      <p:sp>
        <p:nvSpPr>
          <p:cNvPr id="45069" name="Rectangle 12"/>
          <p:cNvSpPr>
            <a:spLocks noChangeArrowheads="1"/>
          </p:cNvSpPr>
          <p:nvPr/>
        </p:nvSpPr>
        <p:spPr bwMode="auto">
          <a:xfrm>
            <a:off x="3019425" y="2784475"/>
            <a:ext cx="7070725" cy="446088"/>
          </a:xfrm>
          <a:prstGeom prst="rect">
            <a:avLst/>
          </a:prstGeom>
          <a:solidFill>
            <a:srgbClr val="FFFF99"/>
          </a:solidFill>
          <a:ln w="25400">
            <a:solidFill>
              <a:schemeClr val="tx1"/>
            </a:solidFill>
            <a:miter lim="800000"/>
            <a:headEnd/>
            <a:tailEnd/>
          </a:ln>
        </p:spPr>
        <p:txBody>
          <a:bodyPr wrap="none" anchor="ctr"/>
          <a:lstStyle/>
          <a:p>
            <a:pPr eaLnBrk="1" hangingPunct="1"/>
            <a:endParaRPr lang="zh-CN" altLang="en-US" b="1" dirty="0">
              <a:latin typeface="Tahoma" pitchFamily="34" charset="0"/>
              <a:ea typeface="黑体" pitchFamily="2" charset="-122"/>
            </a:endParaRPr>
          </a:p>
        </p:txBody>
      </p:sp>
      <p:sp>
        <p:nvSpPr>
          <p:cNvPr id="45070" name="Rectangle 14"/>
          <p:cNvSpPr>
            <a:spLocks noChangeArrowheads="1"/>
          </p:cNvSpPr>
          <p:nvPr/>
        </p:nvSpPr>
        <p:spPr bwMode="auto">
          <a:xfrm>
            <a:off x="3028950" y="3905250"/>
            <a:ext cx="5300663" cy="423863"/>
          </a:xfrm>
          <a:prstGeom prst="rect">
            <a:avLst/>
          </a:prstGeom>
          <a:solidFill>
            <a:srgbClr val="FF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b="1">
              <a:latin typeface="Tahoma" pitchFamily="34" charset="0"/>
              <a:ea typeface="黑体" pitchFamily="2" charset="-122"/>
            </a:endParaRPr>
          </a:p>
        </p:txBody>
      </p:sp>
      <p:sp>
        <p:nvSpPr>
          <p:cNvPr id="45071" name="Rectangle 15"/>
          <p:cNvSpPr>
            <a:spLocks noChangeArrowheads="1"/>
          </p:cNvSpPr>
          <p:nvPr/>
        </p:nvSpPr>
        <p:spPr bwMode="auto">
          <a:xfrm>
            <a:off x="3041650" y="2809875"/>
            <a:ext cx="3511550" cy="409575"/>
          </a:xfrm>
          <a:prstGeom prst="rect">
            <a:avLst/>
          </a:prstGeom>
          <a:solidFill>
            <a:srgbClr val="FF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b="1" dirty="0">
              <a:latin typeface="Tahoma" pitchFamily="34" charset="0"/>
              <a:ea typeface="黑体" pitchFamily="2" charset="-122"/>
            </a:endParaRPr>
          </a:p>
        </p:txBody>
      </p:sp>
      <p:sp>
        <p:nvSpPr>
          <p:cNvPr id="45072" name="Rectangle 16"/>
          <p:cNvSpPr>
            <a:spLocks noChangeArrowheads="1"/>
          </p:cNvSpPr>
          <p:nvPr/>
        </p:nvSpPr>
        <p:spPr bwMode="auto">
          <a:xfrm>
            <a:off x="3024188" y="1724025"/>
            <a:ext cx="1730375" cy="406400"/>
          </a:xfrm>
          <a:prstGeom prst="rect">
            <a:avLst/>
          </a:prstGeom>
          <a:solidFill>
            <a:srgbClr val="FF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b="1" dirty="0">
              <a:latin typeface="Tahoma" pitchFamily="34" charset="0"/>
              <a:ea typeface="黑体" pitchFamily="2" charset="-122"/>
            </a:endParaRPr>
          </a:p>
        </p:txBody>
      </p:sp>
      <p:sp>
        <p:nvSpPr>
          <p:cNvPr id="45073" name="Rectangle 17"/>
          <p:cNvSpPr>
            <a:spLocks noChangeArrowheads="1"/>
          </p:cNvSpPr>
          <p:nvPr/>
        </p:nvSpPr>
        <p:spPr bwMode="auto">
          <a:xfrm>
            <a:off x="2946400" y="169386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dirty="0">
                <a:solidFill>
                  <a:srgbClr val="333399"/>
                </a:solidFill>
                <a:ea typeface="黑体" pitchFamily="2" charset="-122"/>
              </a:rPr>
              <a:t>0</a:t>
            </a:r>
          </a:p>
        </p:txBody>
      </p:sp>
      <p:sp>
        <p:nvSpPr>
          <p:cNvPr id="45074" name="Rectangle 18"/>
          <p:cNvSpPr>
            <a:spLocks noChangeArrowheads="1"/>
          </p:cNvSpPr>
          <p:nvPr/>
        </p:nvSpPr>
        <p:spPr bwMode="auto">
          <a:xfrm>
            <a:off x="1820863" y="1722438"/>
            <a:ext cx="110229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dirty="0">
                <a:solidFill>
                  <a:srgbClr val="333399"/>
                </a:solidFill>
                <a:ea typeface="黑体" pitchFamily="2" charset="-122"/>
              </a:rPr>
              <a:t>A </a:t>
            </a:r>
            <a:r>
              <a:rPr kumimoji="1" lang="zh-CN" altLang="en-US" b="1" dirty="0">
                <a:solidFill>
                  <a:srgbClr val="333399"/>
                </a:solidFill>
                <a:ea typeface="黑体" pitchFamily="2" charset="-122"/>
              </a:rPr>
              <a:t>类地址</a:t>
            </a:r>
          </a:p>
        </p:txBody>
      </p:sp>
      <p:sp>
        <p:nvSpPr>
          <p:cNvPr id="45075" name="Line 19"/>
          <p:cNvSpPr>
            <a:spLocks noChangeShapeType="1"/>
          </p:cNvSpPr>
          <p:nvPr/>
        </p:nvSpPr>
        <p:spPr bwMode="auto">
          <a:xfrm>
            <a:off x="3255963" y="1700213"/>
            <a:ext cx="0" cy="42227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5076" name="Line 20"/>
          <p:cNvSpPr>
            <a:spLocks noChangeShapeType="1"/>
          </p:cNvSpPr>
          <p:nvPr/>
        </p:nvSpPr>
        <p:spPr bwMode="auto">
          <a:xfrm>
            <a:off x="4760913" y="1700213"/>
            <a:ext cx="0" cy="4508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5077" name="Line 21"/>
          <p:cNvSpPr>
            <a:spLocks noChangeShapeType="1"/>
          </p:cNvSpPr>
          <p:nvPr/>
        </p:nvSpPr>
        <p:spPr bwMode="auto">
          <a:xfrm>
            <a:off x="2997200" y="218281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5078" name="Line 22"/>
          <p:cNvSpPr>
            <a:spLocks noChangeShapeType="1"/>
          </p:cNvSpPr>
          <p:nvPr/>
        </p:nvSpPr>
        <p:spPr bwMode="auto">
          <a:xfrm>
            <a:off x="4760913" y="218281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5079" name="Line 23"/>
          <p:cNvSpPr>
            <a:spLocks noChangeShapeType="1"/>
          </p:cNvSpPr>
          <p:nvPr/>
        </p:nvSpPr>
        <p:spPr bwMode="auto">
          <a:xfrm>
            <a:off x="10071100" y="218281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5080" name="Line 24"/>
          <p:cNvSpPr>
            <a:spLocks noChangeShapeType="1"/>
          </p:cNvSpPr>
          <p:nvPr/>
        </p:nvSpPr>
        <p:spPr bwMode="auto">
          <a:xfrm>
            <a:off x="6561140" y="3425822"/>
            <a:ext cx="3505197" cy="1588"/>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45081" name="Rectangle 25"/>
          <p:cNvSpPr>
            <a:spLocks noChangeArrowheads="1"/>
          </p:cNvSpPr>
          <p:nvPr/>
        </p:nvSpPr>
        <p:spPr bwMode="auto">
          <a:xfrm>
            <a:off x="7887118" y="3244850"/>
            <a:ext cx="73417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lnSpc>
                <a:spcPct val="90000"/>
              </a:lnSpc>
            </a:pPr>
            <a:r>
              <a:rPr kumimoji="1" lang="en-US" altLang="zh-CN" b="1" dirty="0" smtClean="0">
                <a:solidFill>
                  <a:srgbClr val="333399"/>
                </a:solidFill>
                <a:ea typeface="黑体" pitchFamily="2" charset="-122"/>
              </a:rPr>
              <a:t>16 </a:t>
            </a:r>
            <a:r>
              <a:rPr kumimoji="1" lang="zh-CN" altLang="en-US" b="1" dirty="0">
                <a:solidFill>
                  <a:srgbClr val="333399"/>
                </a:solidFill>
                <a:ea typeface="黑体" pitchFamily="2" charset="-122"/>
              </a:rPr>
              <a:t>位</a:t>
            </a:r>
          </a:p>
        </p:txBody>
      </p:sp>
      <p:sp>
        <p:nvSpPr>
          <p:cNvPr id="45082" name="Line 26"/>
          <p:cNvSpPr>
            <a:spLocks noChangeShapeType="1"/>
          </p:cNvSpPr>
          <p:nvPr/>
        </p:nvSpPr>
        <p:spPr bwMode="auto">
          <a:xfrm>
            <a:off x="3033713" y="32702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5083" name="Line 27"/>
          <p:cNvSpPr>
            <a:spLocks noChangeShapeType="1"/>
          </p:cNvSpPr>
          <p:nvPr/>
        </p:nvSpPr>
        <p:spPr bwMode="auto">
          <a:xfrm>
            <a:off x="6561138" y="32702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5084" name="Line 28"/>
          <p:cNvSpPr>
            <a:spLocks noChangeShapeType="1"/>
          </p:cNvSpPr>
          <p:nvPr/>
        </p:nvSpPr>
        <p:spPr bwMode="auto">
          <a:xfrm>
            <a:off x="10056813" y="32702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5085" name="Rectangle 29"/>
          <p:cNvSpPr>
            <a:spLocks noChangeArrowheads="1"/>
          </p:cNvSpPr>
          <p:nvPr/>
        </p:nvSpPr>
        <p:spPr bwMode="auto">
          <a:xfrm>
            <a:off x="1838325" y="2795588"/>
            <a:ext cx="1110883"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dirty="0">
                <a:solidFill>
                  <a:srgbClr val="333399"/>
                </a:solidFill>
                <a:ea typeface="黑体" pitchFamily="2" charset="-122"/>
              </a:rPr>
              <a:t>B </a:t>
            </a:r>
            <a:r>
              <a:rPr kumimoji="1" lang="zh-CN" altLang="en-US" b="1" dirty="0">
                <a:solidFill>
                  <a:srgbClr val="333399"/>
                </a:solidFill>
                <a:ea typeface="黑体" pitchFamily="2" charset="-122"/>
              </a:rPr>
              <a:t>类地址</a:t>
            </a:r>
          </a:p>
        </p:txBody>
      </p:sp>
      <p:sp>
        <p:nvSpPr>
          <p:cNvPr id="45086" name="Line 30"/>
          <p:cNvSpPr>
            <a:spLocks noChangeShapeType="1"/>
          </p:cNvSpPr>
          <p:nvPr/>
        </p:nvSpPr>
        <p:spPr bwMode="auto">
          <a:xfrm>
            <a:off x="6561138" y="2794000"/>
            <a:ext cx="0" cy="4333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5087" name="Rectangle 31"/>
          <p:cNvSpPr>
            <a:spLocks noChangeArrowheads="1"/>
          </p:cNvSpPr>
          <p:nvPr/>
        </p:nvSpPr>
        <p:spPr bwMode="auto">
          <a:xfrm>
            <a:off x="1824038" y="3900488"/>
            <a:ext cx="11064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C </a:t>
            </a:r>
            <a:r>
              <a:rPr kumimoji="1" lang="zh-CN" altLang="en-US" b="1">
                <a:solidFill>
                  <a:srgbClr val="333399"/>
                </a:solidFill>
                <a:ea typeface="黑体" pitchFamily="2" charset="-122"/>
              </a:rPr>
              <a:t>类地址</a:t>
            </a:r>
          </a:p>
        </p:txBody>
      </p:sp>
      <p:sp>
        <p:nvSpPr>
          <p:cNvPr id="45088" name="Rectangle 32"/>
          <p:cNvSpPr>
            <a:spLocks noChangeArrowheads="1"/>
          </p:cNvSpPr>
          <p:nvPr/>
        </p:nvSpPr>
        <p:spPr bwMode="auto">
          <a:xfrm>
            <a:off x="3346450" y="391953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0</a:t>
            </a:r>
          </a:p>
        </p:txBody>
      </p:sp>
      <p:sp>
        <p:nvSpPr>
          <p:cNvPr id="45089" name="Rectangle 33"/>
          <p:cNvSpPr>
            <a:spLocks noChangeArrowheads="1"/>
          </p:cNvSpPr>
          <p:nvPr/>
        </p:nvSpPr>
        <p:spPr bwMode="auto">
          <a:xfrm>
            <a:off x="2959100" y="3911600"/>
            <a:ext cx="4857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en-US" altLang="zh-CN" b="1">
                <a:solidFill>
                  <a:srgbClr val="333399"/>
                </a:solidFill>
                <a:ea typeface="黑体" pitchFamily="2" charset="-122"/>
              </a:rPr>
              <a:t>1</a:t>
            </a:r>
          </a:p>
        </p:txBody>
      </p:sp>
      <p:sp>
        <p:nvSpPr>
          <p:cNvPr id="45090" name="Rectangle 34"/>
          <p:cNvSpPr>
            <a:spLocks noChangeArrowheads="1"/>
          </p:cNvSpPr>
          <p:nvPr/>
        </p:nvSpPr>
        <p:spPr bwMode="auto">
          <a:xfrm>
            <a:off x="3154363" y="3919538"/>
            <a:ext cx="482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en-US" altLang="zh-CN" b="1">
                <a:solidFill>
                  <a:srgbClr val="333399"/>
                </a:solidFill>
                <a:ea typeface="黑体" pitchFamily="2" charset="-122"/>
              </a:rPr>
              <a:t>1</a:t>
            </a:r>
          </a:p>
        </p:txBody>
      </p:sp>
      <p:sp>
        <p:nvSpPr>
          <p:cNvPr id="45091" name="Line 35"/>
          <p:cNvSpPr>
            <a:spLocks noChangeShapeType="1"/>
          </p:cNvSpPr>
          <p:nvPr/>
        </p:nvSpPr>
        <p:spPr bwMode="auto">
          <a:xfrm>
            <a:off x="3703638" y="3889375"/>
            <a:ext cx="0" cy="439738"/>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5092" name="Line 36"/>
          <p:cNvSpPr>
            <a:spLocks noChangeShapeType="1"/>
          </p:cNvSpPr>
          <p:nvPr/>
        </p:nvSpPr>
        <p:spPr bwMode="auto">
          <a:xfrm>
            <a:off x="8348663" y="3884613"/>
            <a:ext cx="0" cy="4413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5095" name="Line 41"/>
          <p:cNvSpPr>
            <a:spLocks noChangeShapeType="1"/>
          </p:cNvSpPr>
          <p:nvPr/>
        </p:nvSpPr>
        <p:spPr bwMode="auto">
          <a:xfrm>
            <a:off x="3019425" y="439261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5096" name="Line 42"/>
          <p:cNvSpPr>
            <a:spLocks noChangeShapeType="1"/>
          </p:cNvSpPr>
          <p:nvPr/>
        </p:nvSpPr>
        <p:spPr bwMode="auto">
          <a:xfrm>
            <a:off x="8353425" y="439578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5097" name="Line 43"/>
          <p:cNvSpPr>
            <a:spLocks noChangeShapeType="1"/>
          </p:cNvSpPr>
          <p:nvPr/>
        </p:nvSpPr>
        <p:spPr bwMode="auto">
          <a:xfrm>
            <a:off x="10042525" y="437673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5098" name="Rectangle 44"/>
          <p:cNvSpPr>
            <a:spLocks noChangeArrowheads="1"/>
          </p:cNvSpPr>
          <p:nvPr/>
        </p:nvSpPr>
        <p:spPr bwMode="auto">
          <a:xfrm>
            <a:off x="3027363" y="5038725"/>
            <a:ext cx="7067550" cy="444500"/>
          </a:xfrm>
          <a:prstGeom prst="rect">
            <a:avLst/>
          </a:prstGeom>
          <a:solidFill>
            <a:srgbClr val="CCECFF"/>
          </a:solidFill>
          <a:ln w="2540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45099" name="Rectangle 45"/>
          <p:cNvSpPr>
            <a:spLocks noChangeArrowheads="1"/>
          </p:cNvSpPr>
          <p:nvPr/>
        </p:nvSpPr>
        <p:spPr bwMode="auto">
          <a:xfrm>
            <a:off x="1819275" y="5049838"/>
            <a:ext cx="11064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D </a:t>
            </a:r>
            <a:r>
              <a:rPr kumimoji="1" lang="zh-CN" altLang="en-US" b="1">
                <a:solidFill>
                  <a:srgbClr val="333399"/>
                </a:solidFill>
                <a:ea typeface="黑体" pitchFamily="2" charset="-122"/>
              </a:rPr>
              <a:t>类地址</a:t>
            </a:r>
          </a:p>
        </p:txBody>
      </p:sp>
      <p:sp>
        <p:nvSpPr>
          <p:cNvPr id="45100" name="Line 46"/>
          <p:cNvSpPr>
            <a:spLocks noChangeShapeType="1"/>
          </p:cNvSpPr>
          <p:nvPr/>
        </p:nvSpPr>
        <p:spPr bwMode="auto">
          <a:xfrm>
            <a:off x="3808413" y="5046663"/>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5101" name="Rectangle 47"/>
          <p:cNvSpPr>
            <a:spLocks noChangeArrowheads="1"/>
          </p:cNvSpPr>
          <p:nvPr/>
        </p:nvSpPr>
        <p:spPr bwMode="auto">
          <a:xfrm>
            <a:off x="2963863" y="5037138"/>
            <a:ext cx="8874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1 1 1 0</a:t>
            </a:r>
          </a:p>
        </p:txBody>
      </p:sp>
      <p:sp>
        <p:nvSpPr>
          <p:cNvPr id="45102" name="Rectangle 48"/>
          <p:cNvSpPr>
            <a:spLocks noChangeArrowheads="1"/>
          </p:cNvSpPr>
          <p:nvPr/>
        </p:nvSpPr>
        <p:spPr bwMode="auto">
          <a:xfrm>
            <a:off x="5795963" y="5067300"/>
            <a:ext cx="12985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b="1">
                <a:solidFill>
                  <a:srgbClr val="333399"/>
                </a:solidFill>
                <a:ea typeface="黑体" pitchFamily="2" charset="-122"/>
              </a:rPr>
              <a:t>多 播 地 址</a:t>
            </a:r>
          </a:p>
        </p:txBody>
      </p:sp>
      <p:sp>
        <p:nvSpPr>
          <p:cNvPr id="45103" name="Rectangle 49"/>
          <p:cNvSpPr>
            <a:spLocks noChangeArrowheads="1"/>
          </p:cNvSpPr>
          <p:nvPr/>
        </p:nvSpPr>
        <p:spPr bwMode="auto">
          <a:xfrm>
            <a:off x="3041650" y="5881688"/>
            <a:ext cx="7053263" cy="444500"/>
          </a:xfrm>
          <a:prstGeom prst="rect">
            <a:avLst/>
          </a:prstGeom>
          <a:solidFill>
            <a:srgbClr val="CCECFF"/>
          </a:solidFill>
          <a:ln w="2540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45104" name="Rectangle 50"/>
          <p:cNvSpPr>
            <a:spLocks noChangeArrowheads="1"/>
          </p:cNvSpPr>
          <p:nvPr/>
        </p:nvSpPr>
        <p:spPr bwMode="auto">
          <a:xfrm>
            <a:off x="1862138" y="5891213"/>
            <a:ext cx="10937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E </a:t>
            </a:r>
            <a:r>
              <a:rPr kumimoji="1" lang="zh-CN" altLang="en-US" b="1">
                <a:solidFill>
                  <a:srgbClr val="333399"/>
                </a:solidFill>
                <a:ea typeface="黑体" pitchFamily="2" charset="-122"/>
              </a:rPr>
              <a:t>类地址</a:t>
            </a:r>
          </a:p>
        </p:txBody>
      </p:sp>
      <p:sp>
        <p:nvSpPr>
          <p:cNvPr id="45105" name="Rectangle 51"/>
          <p:cNvSpPr>
            <a:spLocks noChangeArrowheads="1"/>
          </p:cNvSpPr>
          <p:nvPr/>
        </p:nvSpPr>
        <p:spPr bwMode="auto">
          <a:xfrm>
            <a:off x="5257800" y="5902325"/>
            <a:ext cx="21828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b="1">
                <a:solidFill>
                  <a:srgbClr val="333399"/>
                </a:solidFill>
                <a:ea typeface="黑体" pitchFamily="2" charset="-122"/>
              </a:rPr>
              <a:t>保 留 为 今 后 使 用</a:t>
            </a:r>
          </a:p>
        </p:txBody>
      </p:sp>
      <p:sp>
        <p:nvSpPr>
          <p:cNvPr id="45106" name="Line 52"/>
          <p:cNvSpPr>
            <a:spLocks noChangeShapeType="1"/>
          </p:cNvSpPr>
          <p:nvPr/>
        </p:nvSpPr>
        <p:spPr bwMode="auto">
          <a:xfrm>
            <a:off x="3836988" y="5907088"/>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5107" name="Rectangle 53"/>
          <p:cNvSpPr>
            <a:spLocks noChangeArrowheads="1"/>
          </p:cNvSpPr>
          <p:nvPr/>
        </p:nvSpPr>
        <p:spPr bwMode="auto">
          <a:xfrm>
            <a:off x="2970213" y="5888038"/>
            <a:ext cx="8874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1 1 1 1</a:t>
            </a:r>
          </a:p>
        </p:txBody>
      </p:sp>
      <p:sp>
        <p:nvSpPr>
          <p:cNvPr id="45108" name="Rectangle 54"/>
          <p:cNvSpPr>
            <a:spLocks noChangeArrowheads="1"/>
          </p:cNvSpPr>
          <p:nvPr/>
        </p:nvSpPr>
        <p:spPr bwMode="auto">
          <a:xfrm>
            <a:off x="3152775" y="27797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0</a:t>
            </a:r>
          </a:p>
        </p:txBody>
      </p:sp>
      <p:sp>
        <p:nvSpPr>
          <p:cNvPr id="45109" name="Rectangle 55"/>
          <p:cNvSpPr>
            <a:spLocks noChangeArrowheads="1"/>
          </p:cNvSpPr>
          <p:nvPr/>
        </p:nvSpPr>
        <p:spPr bwMode="auto">
          <a:xfrm>
            <a:off x="2960688" y="2779713"/>
            <a:ext cx="4841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en-US" altLang="zh-CN" b="1">
                <a:solidFill>
                  <a:srgbClr val="333399"/>
                </a:solidFill>
                <a:ea typeface="黑体" pitchFamily="2" charset="-122"/>
              </a:rPr>
              <a:t>1</a:t>
            </a:r>
          </a:p>
        </p:txBody>
      </p:sp>
      <p:sp>
        <p:nvSpPr>
          <p:cNvPr id="45110" name="Line 56"/>
          <p:cNvSpPr>
            <a:spLocks noChangeShapeType="1"/>
          </p:cNvSpPr>
          <p:nvPr/>
        </p:nvSpPr>
        <p:spPr bwMode="auto">
          <a:xfrm>
            <a:off x="3511550" y="2776538"/>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5111" name="AutoShape 57"/>
          <p:cNvSpPr>
            <a:spLocks noChangeArrowheads="1"/>
          </p:cNvSpPr>
          <p:nvPr/>
        </p:nvSpPr>
        <p:spPr bwMode="auto">
          <a:xfrm>
            <a:off x="6568281" y="5046333"/>
            <a:ext cx="3474244" cy="441655"/>
          </a:xfrm>
          <a:prstGeom prst="wedgeRoundRectCallout">
            <a:avLst>
              <a:gd name="adj1" fmla="val 13740"/>
              <a:gd name="adj2" fmla="val -505315"/>
              <a:gd name="adj3" fmla="val 16667"/>
            </a:avLst>
          </a:prstGeom>
          <a:solidFill>
            <a:srgbClr val="66FF99"/>
          </a:solidFill>
          <a:ln w="9525">
            <a:solidFill>
              <a:schemeClr val="tx1"/>
            </a:solidFill>
            <a:miter lim="800000"/>
            <a:headEnd/>
            <a:tailEnd/>
          </a:ln>
        </p:spPr>
        <p:txBody>
          <a:bodyPr/>
          <a:lstStyle/>
          <a:p>
            <a:pPr eaLnBrk="1" hangingPunct="1"/>
            <a:r>
              <a:rPr lang="en-US" altLang="zh-CN" b="1" dirty="0">
                <a:solidFill>
                  <a:srgbClr val="333399"/>
                </a:solidFill>
                <a:ea typeface="黑体" pitchFamily="2" charset="-122"/>
              </a:rPr>
              <a:t>B </a:t>
            </a:r>
            <a:r>
              <a:rPr lang="zh-CN" altLang="en-US" b="1" dirty="0">
                <a:solidFill>
                  <a:srgbClr val="333399"/>
                </a:solidFill>
                <a:ea typeface="黑体" pitchFamily="2" charset="-122"/>
              </a:rPr>
              <a:t>类地址的主机号</a:t>
            </a:r>
            <a:r>
              <a:rPr lang="zh-CN" altLang="en-US" b="1" dirty="0" smtClean="0">
                <a:solidFill>
                  <a:srgbClr val="333399"/>
                </a:solidFill>
                <a:ea typeface="黑体" pitchFamily="2" charset="-122"/>
              </a:rPr>
              <a:t>字段为 </a:t>
            </a:r>
            <a:r>
              <a:rPr lang="en-US" altLang="zh-CN" b="1" dirty="0">
                <a:solidFill>
                  <a:srgbClr val="333399"/>
                </a:solidFill>
                <a:ea typeface="黑体" pitchFamily="2" charset="-122"/>
              </a:rPr>
              <a:t>2 </a:t>
            </a:r>
            <a:r>
              <a:rPr lang="zh-CN" altLang="en-US" b="1" dirty="0">
                <a:solidFill>
                  <a:srgbClr val="333399"/>
                </a:solidFill>
                <a:ea typeface="黑体" pitchFamily="2" charset="-122"/>
              </a:rPr>
              <a:t>字节</a:t>
            </a:r>
          </a:p>
        </p:txBody>
      </p:sp>
    </p:spTree>
    <p:extLst>
      <p:ext uri="{BB962C8B-B14F-4D97-AF65-F5344CB8AC3E}">
        <p14:creationId xmlns:p14="http://schemas.microsoft.com/office/powerpoint/2010/main" val="890079348"/>
      </p:ext>
    </p:extLst>
  </p:cSld>
  <p:clrMapOvr>
    <a:masterClrMapping/>
  </p:clrMapOvr>
  <p:transition spd="slow"/>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3"/>
          <p:cNvSpPr>
            <a:spLocks noGrp="1" noChangeArrowheads="1"/>
          </p:cNvSpPr>
          <p:nvPr>
            <p:ph type="title"/>
          </p:nvPr>
        </p:nvSpPr>
        <p:spPr/>
        <p:txBody>
          <a:bodyPr anchor="ctr"/>
          <a:lstStyle/>
          <a:p>
            <a:pPr eaLnBrk="1" hangingPunct="1"/>
            <a:r>
              <a:rPr lang="zh-CN" altLang="en-US" dirty="0"/>
              <a:t>分类的 </a:t>
            </a:r>
            <a:r>
              <a:rPr lang="en-US" altLang="zh-CN" dirty="0"/>
              <a:t>IP </a:t>
            </a:r>
            <a:r>
              <a:rPr lang="zh-CN" altLang="en-US" dirty="0"/>
              <a:t>地址</a:t>
            </a:r>
            <a:endParaRPr lang="zh-CN" altLang="en-US" dirty="0" smtClean="0"/>
          </a:p>
        </p:txBody>
      </p:sp>
      <p:sp>
        <p:nvSpPr>
          <p:cNvPr id="47107" name="Line 2"/>
          <p:cNvSpPr>
            <a:spLocks noChangeShapeType="1"/>
          </p:cNvSpPr>
          <p:nvPr/>
        </p:nvSpPr>
        <p:spPr bwMode="auto">
          <a:xfrm flipV="1">
            <a:off x="3019425" y="4545013"/>
            <a:ext cx="5305425"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47108" name="Rectangle 3"/>
          <p:cNvSpPr>
            <a:spLocks noChangeArrowheads="1"/>
          </p:cNvSpPr>
          <p:nvPr/>
        </p:nvSpPr>
        <p:spPr bwMode="auto">
          <a:xfrm>
            <a:off x="5083175" y="4327525"/>
            <a:ext cx="73417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lnSpc>
                <a:spcPct val="90000"/>
              </a:lnSpc>
            </a:pPr>
            <a:r>
              <a:rPr kumimoji="1" lang="en-US" altLang="zh-CN" b="1" dirty="0" smtClean="0">
                <a:solidFill>
                  <a:srgbClr val="333399"/>
                </a:solidFill>
                <a:ea typeface="黑体" pitchFamily="2" charset="-122"/>
              </a:rPr>
              <a:t>24 </a:t>
            </a:r>
            <a:r>
              <a:rPr kumimoji="1" lang="zh-CN" altLang="en-US" b="1" dirty="0">
                <a:solidFill>
                  <a:srgbClr val="333399"/>
                </a:solidFill>
                <a:ea typeface="黑体" pitchFamily="2" charset="-122"/>
              </a:rPr>
              <a:t>位</a:t>
            </a:r>
          </a:p>
        </p:txBody>
      </p:sp>
      <p:sp>
        <p:nvSpPr>
          <p:cNvPr id="47109" name="Rectangle 4"/>
          <p:cNvSpPr>
            <a:spLocks noChangeArrowheads="1"/>
          </p:cNvSpPr>
          <p:nvPr/>
        </p:nvSpPr>
        <p:spPr bwMode="auto">
          <a:xfrm>
            <a:off x="3019425" y="3890963"/>
            <a:ext cx="7046913" cy="444500"/>
          </a:xfrm>
          <a:prstGeom prst="rect">
            <a:avLst/>
          </a:prstGeom>
          <a:solidFill>
            <a:srgbClr val="FFFF99"/>
          </a:solidFill>
          <a:ln w="2540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47110" name="Line 5"/>
          <p:cNvSpPr>
            <a:spLocks noChangeShapeType="1"/>
          </p:cNvSpPr>
          <p:nvPr/>
        </p:nvSpPr>
        <p:spPr bwMode="auto">
          <a:xfrm>
            <a:off x="4760913" y="2344738"/>
            <a:ext cx="5310187"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47111" name="Rectangle 6"/>
          <p:cNvSpPr>
            <a:spLocks noChangeArrowheads="1"/>
          </p:cNvSpPr>
          <p:nvPr/>
        </p:nvSpPr>
        <p:spPr bwMode="auto">
          <a:xfrm>
            <a:off x="6756818" y="2136775"/>
            <a:ext cx="73417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lnSpc>
                <a:spcPct val="90000"/>
              </a:lnSpc>
            </a:pPr>
            <a:r>
              <a:rPr kumimoji="1" lang="en-US" altLang="zh-CN" b="1" dirty="0" smtClean="0">
                <a:solidFill>
                  <a:srgbClr val="333399"/>
                </a:solidFill>
                <a:ea typeface="黑体" pitchFamily="2" charset="-122"/>
              </a:rPr>
              <a:t>24 </a:t>
            </a:r>
            <a:r>
              <a:rPr kumimoji="1" lang="zh-CN" altLang="en-US" b="1" dirty="0">
                <a:solidFill>
                  <a:srgbClr val="333399"/>
                </a:solidFill>
                <a:ea typeface="黑体" pitchFamily="2" charset="-122"/>
              </a:rPr>
              <a:t>位</a:t>
            </a:r>
          </a:p>
        </p:txBody>
      </p:sp>
      <p:sp>
        <p:nvSpPr>
          <p:cNvPr id="47112" name="Line 7"/>
          <p:cNvSpPr>
            <a:spLocks noChangeShapeType="1"/>
          </p:cNvSpPr>
          <p:nvPr/>
        </p:nvSpPr>
        <p:spPr bwMode="auto">
          <a:xfrm flipV="1">
            <a:off x="3073400" y="3422650"/>
            <a:ext cx="3475038"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47113" name="Rectangle 8"/>
          <p:cNvSpPr>
            <a:spLocks noChangeArrowheads="1"/>
          </p:cNvSpPr>
          <p:nvPr/>
        </p:nvSpPr>
        <p:spPr bwMode="auto">
          <a:xfrm>
            <a:off x="4197350" y="3217863"/>
            <a:ext cx="73417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lnSpc>
                <a:spcPct val="90000"/>
              </a:lnSpc>
            </a:pPr>
            <a:r>
              <a:rPr kumimoji="1" lang="en-US" altLang="zh-CN" b="1" dirty="0" smtClean="0">
                <a:solidFill>
                  <a:srgbClr val="333399"/>
                </a:solidFill>
                <a:ea typeface="黑体" pitchFamily="2" charset="-122"/>
              </a:rPr>
              <a:t>16 </a:t>
            </a:r>
            <a:r>
              <a:rPr kumimoji="1" lang="zh-CN" altLang="en-US" b="1" dirty="0">
                <a:solidFill>
                  <a:srgbClr val="333399"/>
                </a:solidFill>
                <a:ea typeface="黑体" pitchFamily="2" charset="-122"/>
              </a:rPr>
              <a:t>位</a:t>
            </a:r>
          </a:p>
        </p:txBody>
      </p:sp>
      <p:sp>
        <p:nvSpPr>
          <p:cNvPr id="47114" name="Line 9"/>
          <p:cNvSpPr>
            <a:spLocks noChangeShapeType="1"/>
          </p:cNvSpPr>
          <p:nvPr/>
        </p:nvSpPr>
        <p:spPr bwMode="auto">
          <a:xfrm>
            <a:off x="2997200" y="2344738"/>
            <a:ext cx="1763713"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47115" name="Rectangle 10"/>
          <p:cNvSpPr>
            <a:spLocks noChangeArrowheads="1"/>
          </p:cNvSpPr>
          <p:nvPr/>
        </p:nvSpPr>
        <p:spPr bwMode="auto">
          <a:xfrm>
            <a:off x="3510207" y="2136775"/>
            <a:ext cx="60593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lnSpc>
                <a:spcPct val="90000"/>
              </a:lnSpc>
            </a:pPr>
            <a:r>
              <a:rPr kumimoji="1" lang="en-US" altLang="zh-CN" b="1" dirty="0" smtClean="0">
                <a:solidFill>
                  <a:srgbClr val="333399"/>
                </a:solidFill>
                <a:ea typeface="黑体" pitchFamily="2" charset="-122"/>
              </a:rPr>
              <a:t>8 </a:t>
            </a:r>
            <a:r>
              <a:rPr kumimoji="1" lang="zh-CN" altLang="en-US" b="1" dirty="0">
                <a:solidFill>
                  <a:srgbClr val="333399"/>
                </a:solidFill>
                <a:ea typeface="黑体" pitchFamily="2" charset="-122"/>
              </a:rPr>
              <a:t>位</a:t>
            </a:r>
          </a:p>
        </p:txBody>
      </p:sp>
      <p:sp>
        <p:nvSpPr>
          <p:cNvPr id="47116" name="Rectangle 11"/>
          <p:cNvSpPr>
            <a:spLocks noChangeArrowheads="1"/>
          </p:cNvSpPr>
          <p:nvPr/>
        </p:nvSpPr>
        <p:spPr bwMode="auto">
          <a:xfrm>
            <a:off x="3000375" y="1700213"/>
            <a:ext cx="7085013" cy="442912"/>
          </a:xfrm>
          <a:prstGeom prst="rect">
            <a:avLst/>
          </a:prstGeom>
          <a:solidFill>
            <a:srgbClr val="FFFF99"/>
          </a:solidFill>
          <a:ln w="1905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47117" name="Rectangle 12"/>
          <p:cNvSpPr>
            <a:spLocks noChangeArrowheads="1"/>
          </p:cNvSpPr>
          <p:nvPr/>
        </p:nvSpPr>
        <p:spPr bwMode="auto">
          <a:xfrm>
            <a:off x="3019425" y="2784475"/>
            <a:ext cx="7070725" cy="446088"/>
          </a:xfrm>
          <a:prstGeom prst="rect">
            <a:avLst/>
          </a:prstGeom>
          <a:solidFill>
            <a:srgbClr val="FFFF99"/>
          </a:solidFill>
          <a:ln w="2540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47118" name="Rectangle 14"/>
          <p:cNvSpPr>
            <a:spLocks noChangeArrowheads="1"/>
          </p:cNvSpPr>
          <p:nvPr/>
        </p:nvSpPr>
        <p:spPr bwMode="auto">
          <a:xfrm>
            <a:off x="3028950" y="3905250"/>
            <a:ext cx="5300663" cy="423863"/>
          </a:xfrm>
          <a:prstGeom prst="rect">
            <a:avLst/>
          </a:prstGeom>
          <a:solidFill>
            <a:srgbClr val="FF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b="1">
              <a:latin typeface="Tahoma" pitchFamily="34" charset="0"/>
              <a:ea typeface="黑体" pitchFamily="2" charset="-122"/>
            </a:endParaRPr>
          </a:p>
        </p:txBody>
      </p:sp>
      <p:sp>
        <p:nvSpPr>
          <p:cNvPr id="47119" name="Rectangle 15"/>
          <p:cNvSpPr>
            <a:spLocks noChangeArrowheads="1"/>
          </p:cNvSpPr>
          <p:nvPr/>
        </p:nvSpPr>
        <p:spPr bwMode="auto">
          <a:xfrm>
            <a:off x="3041650" y="2809875"/>
            <a:ext cx="3511550" cy="409575"/>
          </a:xfrm>
          <a:prstGeom prst="rect">
            <a:avLst/>
          </a:prstGeom>
          <a:solidFill>
            <a:srgbClr val="FF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b="1">
              <a:latin typeface="Tahoma" pitchFamily="34" charset="0"/>
              <a:ea typeface="黑体" pitchFamily="2" charset="-122"/>
            </a:endParaRPr>
          </a:p>
        </p:txBody>
      </p:sp>
      <p:sp>
        <p:nvSpPr>
          <p:cNvPr id="47120" name="Rectangle 16"/>
          <p:cNvSpPr>
            <a:spLocks noChangeArrowheads="1"/>
          </p:cNvSpPr>
          <p:nvPr/>
        </p:nvSpPr>
        <p:spPr bwMode="auto">
          <a:xfrm>
            <a:off x="3024188" y="1724025"/>
            <a:ext cx="1730375" cy="406400"/>
          </a:xfrm>
          <a:prstGeom prst="rect">
            <a:avLst/>
          </a:prstGeom>
          <a:solidFill>
            <a:srgbClr val="FF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b="1">
              <a:latin typeface="Tahoma" pitchFamily="34" charset="0"/>
              <a:ea typeface="黑体" pitchFamily="2" charset="-122"/>
            </a:endParaRPr>
          </a:p>
        </p:txBody>
      </p:sp>
      <p:sp>
        <p:nvSpPr>
          <p:cNvPr id="47121" name="Rectangle 17"/>
          <p:cNvSpPr>
            <a:spLocks noChangeArrowheads="1"/>
          </p:cNvSpPr>
          <p:nvPr/>
        </p:nvSpPr>
        <p:spPr bwMode="auto">
          <a:xfrm>
            <a:off x="2946400" y="169386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0</a:t>
            </a:r>
          </a:p>
        </p:txBody>
      </p:sp>
      <p:sp>
        <p:nvSpPr>
          <p:cNvPr id="47122" name="Rectangle 18"/>
          <p:cNvSpPr>
            <a:spLocks noChangeArrowheads="1"/>
          </p:cNvSpPr>
          <p:nvPr/>
        </p:nvSpPr>
        <p:spPr bwMode="auto">
          <a:xfrm>
            <a:off x="1820863" y="1722438"/>
            <a:ext cx="110229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dirty="0">
                <a:solidFill>
                  <a:srgbClr val="333399"/>
                </a:solidFill>
                <a:ea typeface="黑体" pitchFamily="2" charset="-122"/>
              </a:rPr>
              <a:t>A </a:t>
            </a:r>
            <a:r>
              <a:rPr kumimoji="1" lang="zh-CN" altLang="en-US" b="1" dirty="0">
                <a:solidFill>
                  <a:srgbClr val="333399"/>
                </a:solidFill>
                <a:ea typeface="黑体" pitchFamily="2" charset="-122"/>
              </a:rPr>
              <a:t>类地址</a:t>
            </a:r>
          </a:p>
        </p:txBody>
      </p:sp>
      <p:sp>
        <p:nvSpPr>
          <p:cNvPr id="47123" name="Line 19"/>
          <p:cNvSpPr>
            <a:spLocks noChangeShapeType="1"/>
          </p:cNvSpPr>
          <p:nvPr/>
        </p:nvSpPr>
        <p:spPr bwMode="auto">
          <a:xfrm>
            <a:off x="3255963" y="1700213"/>
            <a:ext cx="0" cy="42227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7124" name="Line 20"/>
          <p:cNvSpPr>
            <a:spLocks noChangeShapeType="1"/>
          </p:cNvSpPr>
          <p:nvPr/>
        </p:nvSpPr>
        <p:spPr bwMode="auto">
          <a:xfrm>
            <a:off x="4760913" y="1700213"/>
            <a:ext cx="0" cy="4508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7125" name="Line 21"/>
          <p:cNvSpPr>
            <a:spLocks noChangeShapeType="1"/>
          </p:cNvSpPr>
          <p:nvPr/>
        </p:nvSpPr>
        <p:spPr bwMode="auto">
          <a:xfrm>
            <a:off x="2997200" y="218281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7126" name="Line 22"/>
          <p:cNvSpPr>
            <a:spLocks noChangeShapeType="1"/>
          </p:cNvSpPr>
          <p:nvPr/>
        </p:nvSpPr>
        <p:spPr bwMode="auto">
          <a:xfrm>
            <a:off x="4760913" y="218281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7127" name="Line 23"/>
          <p:cNvSpPr>
            <a:spLocks noChangeShapeType="1"/>
          </p:cNvSpPr>
          <p:nvPr/>
        </p:nvSpPr>
        <p:spPr bwMode="auto">
          <a:xfrm>
            <a:off x="10071100" y="218281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7128" name="Line 24"/>
          <p:cNvSpPr>
            <a:spLocks noChangeShapeType="1"/>
          </p:cNvSpPr>
          <p:nvPr/>
        </p:nvSpPr>
        <p:spPr bwMode="auto">
          <a:xfrm>
            <a:off x="6561138" y="3425824"/>
            <a:ext cx="3475037" cy="3175"/>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47129" name="Rectangle 25"/>
          <p:cNvSpPr>
            <a:spLocks noChangeArrowheads="1"/>
          </p:cNvSpPr>
          <p:nvPr/>
        </p:nvSpPr>
        <p:spPr bwMode="auto">
          <a:xfrm>
            <a:off x="7887118" y="3244850"/>
            <a:ext cx="73417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lnSpc>
                <a:spcPct val="90000"/>
              </a:lnSpc>
            </a:pPr>
            <a:r>
              <a:rPr kumimoji="1" lang="en-US" altLang="zh-CN" b="1" dirty="0" smtClean="0">
                <a:solidFill>
                  <a:srgbClr val="333399"/>
                </a:solidFill>
                <a:ea typeface="黑体" pitchFamily="2" charset="-122"/>
              </a:rPr>
              <a:t>16 </a:t>
            </a:r>
            <a:r>
              <a:rPr kumimoji="1" lang="zh-CN" altLang="en-US" b="1" dirty="0">
                <a:solidFill>
                  <a:srgbClr val="333399"/>
                </a:solidFill>
                <a:ea typeface="黑体" pitchFamily="2" charset="-122"/>
              </a:rPr>
              <a:t>位</a:t>
            </a:r>
          </a:p>
        </p:txBody>
      </p:sp>
      <p:sp>
        <p:nvSpPr>
          <p:cNvPr id="47130" name="Line 26"/>
          <p:cNvSpPr>
            <a:spLocks noChangeShapeType="1"/>
          </p:cNvSpPr>
          <p:nvPr/>
        </p:nvSpPr>
        <p:spPr bwMode="auto">
          <a:xfrm>
            <a:off x="3033713" y="32702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7131" name="Line 27"/>
          <p:cNvSpPr>
            <a:spLocks noChangeShapeType="1"/>
          </p:cNvSpPr>
          <p:nvPr/>
        </p:nvSpPr>
        <p:spPr bwMode="auto">
          <a:xfrm>
            <a:off x="6561138" y="32702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7132" name="Line 28"/>
          <p:cNvSpPr>
            <a:spLocks noChangeShapeType="1"/>
          </p:cNvSpPr>
          <p:nvPr/>
        </p:nvSpPr>
        <p:spPr bwMode="auto">
          <a:xfrm>
            <a:off x="10056813" y="32702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7133" name="Rectangle 29"/>
          <p:cNvSpPr>
            <a:spLocks noChangeArrowheads="1"/>
          </p:cNvSpPr>
          <p:nvPr/>
        </p:nvSpPr>
        <p:spPr bwMode="auto">
          <a:xfrm>
            <a:off x="1838325" y="2795588"/>
            <a:ext cx="1110883"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dirty="0">
                <a:solidFill>
                  <a:srgbClr val="333399"/>
                </a:solidFill>
                <a:ea typeface="黑体" pitchFamily="2" charset="-122"/>
              </a:rPr>
              <a:t>B </a:t>
            </a:r>
            <a:r>
              <a:rPr kumimoji="1" lang="zh-CN" altLang="en-US" b="1" dirty="0">
                <a:solidFill>
                  <a:srgbClr val="333399"/>
                </a:solidFill>
                <a:ea typeface="黑体" pitchFamily="2" charset="-122"/>
              </a:rPr>
              <a:t>类地址</a:t>
            </a:r>
          </a:p>
        </p:txBody>
      </p:sp>
      <p:sp>
        <p:nvSpPr>
          <p:cNvPr id="47134" name="Line 30"/>
          <p:cNvSpPr>
            <a:spLocks noChangeShapeType="1"/>
          </p:cNvSpPr>
          <p:nvPr/>
        </p:nvSpPr>
        <p:spPr bwMode="auto">
          <a:xfrm>
            <a:off x="6561138" y="2794000"/>
            <a:ext cx="0" cy="4333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7135" name="Rectangle 31"/>
          <p:cNvSpPr>
            <a:spLocks noChangeArrowheads="1"/>
          </p:cNvSpPr>
          <p:nvPr/>
        </p:nvSpPr>
        <p:spPr bwMode="auto">
          <a:xfrm>
            <a:off x="1824038" y="3900488"/>
            <a:ext cx="11064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C </a:t>
            </a:r>
            <a:r>
              <a:rPr kumimoji="1" lang="zh-CN" altLang="en-US" b="1">
                <a:solidFill>
                  <a:srgbClr val="333399"/>
                </a:solidFill>
                <a:ea typeface="黑体" pitchFamily="2" charset="-122"/>
              </a:rPr>
              <a:t>类地址</a:t>
            </a:r>
          </a:p>
        </p:txBody>
      </p:sp>
      <p:sp>
        <p:nvSpPr>
          <p:cNvPr id="47136" name="Rectangle 32"/>
          <p:cNvSpPr>
            <a:spLocks noChangeArrowheads="1"/>
          </p:cNvSpPr>
          <p:nvPr/>
        </p:nvSpPr>
        <p:spPr bwMode="auto">
          <a:xfrm>
            <a:off x="3346450" y="391953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0</a:t>
            </a:r>
          </a:p>
        </p:txBody>
      </p:sp>
      <p:sp>
        <p:nvSpPr>
          <p:cNvPr id="47137" name="Rectangle 33"/>
          <p:cNvSpPr>
            <a:spLocks noChangeArrowheads="1"/>
          </p:cNvSpPr>
          <p:nvPr/>
        </p:nvSpPr>
        <p:spPr bwMode="auto">
          <a:xfrm>
            <a:off x="2959100" y="3911600"/>
            <a:ext cx="4857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en-US" altLang="zh-CN" b="1">
                <a:solidFill>
                  <a:srgbClr val="333399"/>
                </a:solidFill>
                <a:ea typeface="黑体" pitchFamily="2" charset="-122"/>
              </a:rPr>
              <a:t>1</a:t>
            </a:r>
          </a:p>
        </p:txBody>
      </p:sp>
      <p:sp>
        <p:nvSpPr>
          <p:cNvPr id="47138" name="Rectangle 34"/>
          <p:cNvSpPr>
            <a:spLocks noChangeArrowheads="1"/>
          </p:cNvSpPr>
          <p:nvPr/>
        </p:nvSpPr>
        <p:spPr bwMode="auto">
          <a:xfrm>
            <a:off x="3154363" y="3919538"/>
            <a:ext cx="482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en-US" altLang="zh-CN" b="1">
                <a:solidFill>
                  <a:srgbClr val="333399"/>
                </a:solidFill>
                <a:ea typeface="黑体" pitchFamily="2" charset="-122"/>
              </a:rPr>
              <a:t>1</a:t>
            </a:r>
          </a:p>
        </p:txBody>
      </p:sp>
      <p:sp>
        <p:nvSpPr>
          <p:cNvPr id="47139" name="Line 35"/>
          <p:cNvSpPr>
            <a:spLocks noChangeShapeType="1"/>
          </p:cNvSpPr>
          <p:nvPr/>
        </p:nvSpPr>
        <p:spPr bwMode="auto">
          <a:xfrm>
            <a:off x="3703638" y="3889375"/>
            <a:ext cx="0" cy="439738"/>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7140" name="Line 36"/>
          <p:cNvSpPr>
            <a:spLocks noChangeShapeType="1"/>
          </p:cNvSpPr>
          <p:nvPr/>
        </p:nvSpPr>
        <p:spPr bwMode="auto">
          <a:xfrm>
            <a:off x="8348663" y="3884613"/>
            <a:ext cx="0" cy="4413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7141" name="Line 37"/>
          <p:cNvSpPr>
            <a:spLocks noChangeShapeType="1"/>
          </p:cNvSpPr>
          <p:nvPr/>
        </p:nvSpPr>
        <p:spPr bwMode="auto">
          <a:xfrm flipV="1">
            <a:off x="8353425" y="4546600"/>
            <a:ext cx="1682750"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47143" name="Line 41"/>
          <p:cNvSpPr>
            <a:spLocks noChangeShapeType="1"/>
          </p:cNvSpPr>
          <p:nvPr/>
        </p:nvSpPr>
        <p:spPr bwMode="auto">
          <a:xfrm>
            <a:off x="3019425" y="439261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7144" name="Line 42"/>
          <p:cNvSpPr>
            <a:spLocks noChangeShapeType="1"/>
          </p:cNvSpPr>
          <p:nvPr/>
        </p:nvSpPr>
        <p:spPr bwMode="auto">
          <a:xfrm>
            <a:off x="8353425" y="439578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7145" name="Line 43"/>
          <p:cNvSpPr>
            <a:spLocks noChangeShapeType="1"/>
          </p:cNvSpPr>
          <p:nvPr/>
        </p:nvSpPr>
        <p:spPr bwMode="auto">
          <a:xfrm>
            <a:off x="10042525" y="437673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7146" name="Rectangle 44"/>
          <p:cNvSpPr>
            <a:spLocks noChangeArrowheads="1"/>
          </p:cNvSpPr>
          <p:nvPr/>
        </p:nvSpPr>
        <p:spPr bwMode="auto">
          <a:xfrm>
            <a:off x="3027363" y="5038725"/>
            <a:ext cx="7067550" cy="444500"/>
          </a:xfrm>
          <a:prstGeom prst="rect">
            <a:avLst/>
          </a:prstGeom>
          <a:solidFill>
            <a:srgbClr val="CCECFF"/>
          </a:solidFill>
          <a:ln w="2540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47147" name="Rectangle 45"/>
          <p:cNvSpPr>
            <a:spLocks noChangeArrowheads="1"/>
          </p:cNvSpPr>
          <p:nvPr/>
        </p:nvSpPr>
        <p:spPr bwMode="auto">
          <a:xfrm>
            <a:off x="1819275" y="5049838"/>
            <a:ext cx="11064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D </a:t>
            </a:r>
            <a:r>
              <a:rPr kumimoji="1" lang="zh-CN" altLang="en-US" b="1">
                <a:solidFill>
                  <a:srgbClr val="333399"/>
                </a:solidFill>
                <a:ea typeface="黑体" pitchFamily="2" charset="-122"/>
              </a:rPr>
              <a:t>类地址</a:t>
            </a:r>
          </a:p>
        </p:txBody>
      </p:sp>
      <p:sp>
        <p:nvSpPr>
          <p:cNvPr id="47148" name="Line 46"/>
          <p:cNvSpPr>
            <a:spLocks noChangeShapeType="1"/>
          </p:cNvSpPr>
          <p:nvPr/>
        </p:nvSpPr>
        <p:spPr bwMode="auto">
          <a:xfrm>
            <a:off x="3808413" y="5046663"/>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7149" name="Rectangle 47"/>
          <p:cNvSpPr>
            <a:spLocks noChangeArrowheads="1"/>
          </p:cNvSpPr>
          <p:nvPr/>
        </p:nvSpPr>
        <p:spPr bwMode="auto">
          <a:xfrm>
            <a:off x="2963863" y="5037138"/>
            <a:ext cx="8874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1 1 1 0</a:t>
            </a:r>
          </a:p>
        </p:txBody>
      </p:sp>
      <p:sp>
        <p:nvSpPr>
          <p:cNvPr id="47150" name="Rectangle 48"/>
          <p:cNvSpPr>
            <a:spLocks noChangeArrowheads="1"/>
          </p:cNvSpPr>
          <p:nvPr/>
        </p:nvSpPr>
        <p:spPr bwMode="auto">
          <a:xfrm>
            <a:off x="5795963" y="5067300"/>
            <a:ext cx="12985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b="1">
                <a:solidFill>
                  <a:srgbClr val="333399"/>
                </a:solidFill>
                <a:ea typeface="黑体" pitchFamily="2" charset="-122"/>
              </a:rPr>
              <a:t>多 播 地 址</a:t>
            </a:r>
          </a:p>
        </p:txBody>
      </p:sp>
      <p:sp>
        <p:nvSpPr>
          <p:cNvPr id="47151" name="Rectangle 49"/>
          <p:cNvSpPr>
            <a:spLocks noChangeArrowheads="1"/>
          </p:cNvSpPr>
          <p:nvPr/>
        </p:nvSpPr>
        <p:spPr bwMode="auto">
          <a:xfrm>
            <a:off x="3041650" y="5881688"/>
            <a:ext cx="7053263" cy="444500"/>
          </a:xfrm>
          <a:prstGeom prst="rect">
            <a:avLst/>
          </a:prstGeom>
          <a:solidFill>
            <a:srgbClr val="CCECFF"/>
          </a:solidFill>
          <a:ln w="2540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47152" name="Rectangle 50"/>
          <p:cNvSpPr>
            <a:spLocks noChangeArrowheads="1"/>
          </p:cNvSpPr>
          <p:nvPr/>
        </p:nvSpPr>
        <p:spPr bwMode="auto">
          <a:xfrm>
            <a:off x="1862138" y="5891213"/>
            <a:ext cx="10937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E </a:t>
            </a:r>
            <a:r>
              <a:rPr kumimoji="1" lang="zh-CN" altLang="en-US" b="1">
                <a:solidFill>
                  <a:srgbClr val="333399"/>
                </a:solidFill>
                <a:ea typeface="黑体" pitchFamily="2" charset="-122"/>
              </a:rPr>
              <a:t>类地址</a:t>
            </a:r>
          </a:p>
        </p:txBody>
      </p:sp>
      <p:sp>
        <p:nvSpPr>
          <p:cNvPr id="47153" name="Rectangle 51"/>
          <p:cNvSpPr>
            <a:spLocks noChangeArrowheads="1"/>
          </p:cNvSpPr>
          <p:nvPr/>
        </p:nvSpPr>
        <p:spPr bwMode="auto">
          <a:xfrm>
            <a:off x="5257800" y="5902325"/>
            <a:ext cx="21828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b="1">
                <a:solidFill>
                  <a:srgbClr val="333399"/>
                </a:solidFill>
                <a:ea typeface="黑体" pitchFamily="2" charset="-122"/>
              </a:rPr>
              <a:t>保 留 为 今 后 使 用</a:t>
            </a:r>
          </a:p>
        </p:txBody>
      </p:sp>
      <p:sp>
        <p:nvSpPr>
          <p:cNvPr id="47154" name="Line 52"/>
          <p:cNvSpPr>
            <a:spLocks noChangeShapeType="1"/>
          </p:cNvSpPr>
          <p:nvPr/>
        </p:nvSpPr>
        <p:spPr bwMode="auto">
          <a:xfrm>
            <a:off x="3836988" y="5907088"/>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7155" name="Rectangle 53"/>
          <p:cNvSpPr>
            <a:spLocks noChangeArrowheads="1"/>
          </p:cNvSpPr>
          <p:nvPr/>
        </p:nvSpPr>
        <p:spPr bwMode="auto">
          <a:xfrm>
            <a:off x="2970213" y="5888038"/>
            <a:ext cx="8874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1 1 1 1</a:t>
            </a:r>
          </a:p>
        </p:txBody>
      </p:sp>
      <p:sp>
        <p:nvSpPr>
          <p:cNvPr id="47156" name="Rectangle 54"/>
          <p:cNvSpPr>
            <a:spLocks noChangeArrowheads="1"/>
          </p:cNvSpPr>
          <p:nvPr/>
        </p:nvSpPr>
        <p:spPr bwMode="auto">
          <a:xfrm>
            <a:off x="3152775" y="27797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0</a:t>
            </a:r>
          </a:p>
        </p:txBody>
      </p:sp>
      <p:sp>
        <p:nvSpPr>
          <p:cNvPr id="47157" name="Rectangle 55"/>
          <p:cNvSpPr>
            <a:spLocks noChangeArrowheads="1"/>
          </p:cNvSpPr>
          <p:nvPr/>
        </p:nvSpPr>
        <p:spPr bwMode="auto">
          <a:xfrm>
            <a:off x="2960688" y="2779713"/>
            <a:ext cx="4841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en-US" altLang="zh-CN" b="1">
                <a:solidFill>
                  <a:srgbClr val="333399"/>
                </a:solidFill>
                <a:ea typeface="黑体" pitchFamily="2" charset="-122"/>
              </a:rPr>
              <a:t>1</a:t>
            </a:r>
          </a:p>
        </p:txBody>
      </p:sp>
      <p:sp>
        <p:nvSpPr>
          <p:cNvPr id="47158" name="Line 56"/>
          <p:cNvSpPr>
            <a:spLocks noChangeShapeType="1"/>
          </p:cNvSpPr>
          <p:nvPr/>
        </p:nvSpPr>
        <p:spPr bwMode="auto">
          <a:xfrm>
            <a:off x="3511550" y="2776538"/>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58" name="Rectangle 40"/>
          <p:cNvSpPr>
            <a:spLocks noChangeArrowheads="1"/>
          </p:cNvSpPr>
          <p:nvPr/>
        </p:nvSpPr>
        <p:spPr bwMode="auto">
          <a:xfrm>
            <a:off x="8962518" y="4356105"/>
            <a:ext cx="606668" cy="339260"/>
          </a:xfrm>
          <a:prstGeom prst="rect">
            <a:avLst/>
          </a:prstGeom>
          <a:solidFill>
            <a:schemeClr val="bg1"/>
          </a:solidFill>
          <a:ln>
            <a:noFill/>
          </a:ln>
          <a:extLst/>
        </p:spPr>
        <p:txBody>
          <a:bodyPr wrap="none" lIns="90488" tIns="44450" rIns="90488" bIns="44450">
            <a:spAutoFit/>
          </a:bodyPr>
          <a:lstStyle/>
          <a:p>
            <a:pPr algn="ctr" defTabSz="762000">
              <a:lnSpc>
                <a:spcPct val="90000"/>
              </a:lnSpc>
            </a:pPr>
            <a:r>
              <a:rPr kumimoji="1" lang="en-US" altLang="zh-CN" b="1" dirty="0" smtClean="0">
                <a:solidFill>
                  <a:srgbClr val="333399"/>
                </a:solidFill>
                <a:ea typeface="黑体" pitchFamily="2" charset="-122"/>
              </a:rPr>
              <a:t>8 </a:t>
            </a:r>
            <a:r>
              <a:rPr kumimoji="1" lang="zh-CN" altLang="en-US" b="1" dirty="0">
                <a:solidFill>
                  <a:srgbClr val="333399"/>
                </a:solidFill>
                <a:ea typeface="黑体" pitchFamily="2" charset="-122"/>
              </a:rPr>
              <a:t>位</a:t>
            </a:r>
          </a:p>
        </p:txBody>
      </p:sp>
      <p:sp>
        <p:nvSpPr>
          <p:cNvPr id="47159" name="AutoShape 57"/>
          <p:cNvSpPr>
            <a:spLocks noChangeArrowheads="1"/>
          </p:cNvSpPr>
          <p:nvPr/>
        </p:nvSpPr>
        <p:spPr bwMode="auto">
          <a:xfrm>
            <a:off x="6548438" y="5053641"/>
            <a:ext cx="3494087" cy="429584"/>
          </a:xfrm>
          <a:prstGeom prst="wedgeRoundRectCallout">
            <a:avLst>
              <a:gd name="adj1" fmla="val 32577"/>
              <a:gd name="adj2" fmla="val -253448"/>
              <a:gd name="adj3" fmla="val 16667"/>
            </a:avLst>
          </a:prstGeom>
          <a:solidFill>
            <a:srgbClr val="66FF99"/>
          </a:solidFill>
          <a:ln w="9525">
            <a:solidFill>
              <a:schemeClr val="tx1"/>
            </a:solidFill>
            <a:miter lim="800000"/>
            <a:headEnd/>
            <a:tailEnd/>
          </a:ln>
        </p:spPr>
        <p:txBody>
          <a:bodyPr/>
          <a:lstStyle/>
          <a:p>
            <a:pPr eaLnBrk="1" hangingPunct="1"/>
            <a:r>
              <a:rPr lang="en-US" altLang="zh-CN" b="1" dirty="0">
                <a:solidFill>
                  <a:srgbClr val="333399"/>
                </a:solidFill>
                <a:ea typeface="黑体" pitchFamily="2" charset="-122"/>
              </a:rPr>
              <a:t>C </a:t>
            </a:r>
            <a:r>
              <a:rPr lang="zh-CN" altLang="en-US" b="1" dirty="0">
                <a:solidFill>
                  <a:srgbClr val="333399"/>
                </a:solidFill>
                <a:ea typeface="黑体" pitchFamily="2" charset="-122"/>
              </a:rPr>
              <a:t>类地址的主机号</a:t>
            </a:r>
            <a:r>
              <a:rPr lang="zh-CN" altLang="en-US" b="1" dirty="0" smtClean="0">
                <a:solidFill>
                  <a:srgbClr val="333399"/>
                </a:solidFill>
                <a:ea typeface="黑体" pitchFamily="2" charset="-122"/>
              </a:rPr>
              <a:t>字段为 </a:t>
            </a:r>
            <a:r>
              <a:rPr lang="en-US" altLang="zh-CN" b="1" dirty="0">
                <a:solidFill>
                  <a:srgbClr val="333399"/>
                </a:solidFill>
                <a:ea typeface="黑体" pitchFamily="2" charset="-122"/>
              </a:rPr>
              <a:t>1 </a:t>
            </a:r>
            <a:r>
              <a:rPr lang="zh-CN" altLang="en-US" b="1" dirty="0">
                <a:solidFill>
                  <a:srgbClr val="333399"/>
                </a:solidFill>
                <a:ea typeface="黑体" pitchFamily="2" charset="-122"/>
              </a:rPr>
              <a:t>字节</a:t>
            </a:r>
          </a:p>
        </p:txBody>
      </p:sp>
    </p:spTree>
    <p:extLst>
      <p:ext uri="{BB962C8B-B14F-4D97-AF65-F5344CB8AC3E}">
        <p14:creationId xmlns:p14="http://schemas.microsoft.com/office/powerpoint/2010/main" val="3934931640"/>
      </p:ext>
    </p:extLst>
  </p:cSld>
  <p:clrMapOvr>
    <a:masterClrMapping/>
  </p:clrMapOvr>
  <p:transition spd="slow"/>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89" name="Line 37"/>
          <p:cNvSpPr>
            <a:spLocks noChangeShapeType="1"/>
          </p:cNvSpPr>
          <p:nvPr/>
        </p:nvSpPr>
        <p:spPr bwMode="auto">
          <a:xfrm flipV="1">
            <a:off x="8353425" y="4545012"/>
            <a:ext cx="1682750" cy="1587"/>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58" name="Rectangle 40"/>
          <p:cNvSpPr>
            <a:spLocks noChangeArrowheads="1"/>
          </p:cNvSpPr>
          <p:nvPr/>
        </p:nvSpPr>
        <p:spPr bwMode="auto">
          <a:xfrm>
            <a:off x="8962518" y="4356105"/>
            <a:ext cx="606668" cy="339260"/>
          </a:xfrm>
          <a:prstGeom prst="rect">
            <a:avLst/>
          </a:prstGeom>
          <a:solidFill>
            <a:schemeClr val="bg1"/>
          </a:solidFill>
          <a:ln>
            <a:noFill/>
          </a:ln>
          <a:extLst/>
        </p:spPr>
        <p:txBody>
          <a:bodyPr wrap="none" lIns="90488" tIns="44450" rIns="90488" bIns="44450">
            <a:spAutoFit/>
          </a:bodyPr>
          <a:lstStyle/>
          <a:p>
            <a:pPr algn="ctr" defTabSz="762000">
              <a:lnSpc>
                <a:spcPct val="90000"/>
              </a:lnSpc>
            </a:pPr>
            <a:r>
              <a:rPr kumimoji="1" lang="en-US" altLang="zh-CN" b="1" dirty="0" smtClean="0">
                <a:solidFill>
                  <a:srgbClr val="333399"/>
                </a:solidFill>
                <a:ea typeface="黑体" pitchFamily="2" charset="-122"/>
              </a:rPr>
              <a:t>8 </a:t>
            </a:r>
            <a:r>
              <a:rPr kumimoji="1" lang="zh-CN" altLang="en-US" b="1" dirty="0">
                <a:solidFill>
                  <a:srgbClr val="333399"/>
                </a:solidFill>
                <a:ea typeface="黑体" pitchFamily="2" charset="-122"/>
              </a:rPr>
              <a:t>位</a:t>
            </a:r>
          </a:p>
        </p:txBody>
      </p:sp>
      <p:sp>
        <p:nvSpPr>
          <p:cNvPr id="49154" name="Rectangle 13"/>
          <p:cNvSpPr>
            <a:spLocks noGrp="1" noChangeArrowheads="1"/>
          </p:cNvSpPr>
          <p:nvPr>
            <p:ph type="title"/>
          </p:nvPr>
        </p:nvSpPr>
        <p:spPr/>
        <p:txBody>
          <a:bodyPr anchor="ctr"/>
          <a:lstStyle/>
          <a:p>
            <a:pPr eaLnBrk="1" hangingPunct="1"/>
            <a:r>
              <a:rPr lang="zh-CN" altLang="en-US" dirty="0"/>
              <a:t>分类的 </a:t>
            </a:r>
            <a:r>
              <a:rPr lang="en-US" altLang="zh-CN" dirty="0"/>
              <a:t>IP </a:t>
            </a:r>
            <a:r>
              <a:rPr lang="zh-CN" altLang="en-US" dirty="0"/>
              <a:t>地址</a:t>
            </a:r>
            <a:endParaRPr lang="zh-CN" altLang="en-US" dirty="0" smtClean="0"/>
          </a:p>
        </p:txBody>
      </p:sp>
      <p:sp>
        <p:nvSpPr>
          <p:cNvPr id="49155" name="Line 2"/>
          <p:cNvSpPr>
            <a:spLocks noChangeShapeType="1"/>
          </p:cNvSpPr>
          <p:nvPr/>
        </p:nvSpPr>
        <p:spPr bwMode="auto">
          <a:xfrm flipV="1">
            <a:off x="3019425" y="4545013"/>
            <a:ext cx="5305425"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49156" name="Rectangle 3"/>
          <p:cNvSpPr>
            <a:spLocks noChangeArrowheads="1"/>
          </p:cNvSpPr>
          <p:nvPr/>
        </p:nvSpPr>
        <p:spPr bwMode="auto">
          <a:xfrm>
            <a:off x="5083175" y="4327525"/>
            <a:ext cx="73417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lnSpc>
                <a:spcPct val="90000"/>
              </a:lnSpc>
            </a:pPr>
            <a:r>
              <a:rPr kumimoji="1" lang="en-US" altLang="zh-CN" b="1" dirty="0" smtClean="0">
                <a:solidFill>
                  <a:srgbClr val="333399"/>
                </a:solidFill>
                <a:ea typeface="黑体" pitchFamily="2" charset="-122"/>
              </a:rPr>
              <a:t>24 </a:t>
            </a:r>
            <a:r>
              <a:rPr kumimoji="1" lang="zh-CN" altLang="en-US" b="1" dirty="0">
                <a:solidFill>
                  <a:srgbClr val="333399"/>
                </a:solidFill>
                <a:ea typeface="黑体" pitchFamily="2" charset="-122"/>
              </a:rPr>
              <a:t>位</a:t>
            </a:r>
          </a:p>
        </p:txBody>
      </p:sp>
      <p:sp>
        <p:nvSpPr>
          <p:cNvPr id="49157" name="Rectangle 4"/>
          <p:cNvSpPr>
            <a:spLocks noChangeArrowheads="1"/>
          </p:cNvSpPr>
          <p:nvPr/>
        </p:nvSpPr>
        <p:spPr bwMode="auto">
          <a:xfrm>
            <a:off x="3019425" y="3890963"/>
            <a:ext cx="7046913" cy="444500"/>
          </a:xfrm>
          <a:prstGeom prst="rect">
            <a:avLst/>
          </a:prstGeom>
          <a:solidFill>
            <a:srgbClr val="FFFF99"/>
          </a:solidFill>
          <a:ln w="2540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49158" name="Line 5"/>
          <p:cNvSpPr>
            <a:spLocks noChangeShapeType="1"/>
          </p:cNvSpPr>
          <p:nvPr/>
        </p:nvSpPr>
        <p:spPr bwMode="auto">
          <a:xfrm>
            <a:off x="4760913" y="2344738"/>
            <a:ext cx="5310187"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49159" name="Rectangle 6"/>
          <p:cNvSpPr>
            <a:spLocks noChangeArrowheads="1"/>
          </p:cNvSpPr>
          <p:nvPr/>
        </p:nvSpPr>
        <p:spPr bwMode="auto">
          <a:xfrm>
            <a:off x="6756818" y="2136775"/>
            <a:ext cx="73417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lnSpc>
                <a:spcPct val="90000"/>
              </a:lnSpc>
            </a:pPr>
            <a:r>
              <a:rPr kumimoji="1" lang="en-US" altLang="zh-CN" b="1" dirty="0" smtClean="0">
                <a:solidFill>
                  <a:srgbClr val="333399"/>
                </a:solidFill>
                <a:ea typeface="黑体" pitchFamily="2" charset="-122"/>
              </a:rPr>
              <a:t>24 </a:t>
            </a:r>
            <a:r>
              <a:rPr kumimoji="1" lang="zh-CN" altLang="en-US" b="1" dirty="0">
                <a:solidFill>
                  <a:srgbClr val="333399"/>
                </a:solidFill>
                <a:ea typeface="黑体" pitchFamily="2" charset="-122"/>
              </a:rPr>
              <a:t>位</a:t>
            </a:r>
          </a:p>
        </p:txBody>
      </p:sp>
      <p:sp>
        <p:nvSpPr>
          <p:cNvPr id="49160" name="Line 7"/>
          <p:cNvSpPr>
            <a:spLocks noChangeShapeType="1"/>
          </p:cNvSpPr>
          <p:nvPr/>
        </p:nvSpPr>
        <p:spPr bwMode="auto">
          <a:xfrm flipV="1">
            <a:off x="3073400" y="3422650"/>
            <a:ext cx="3475038"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49161" name="Rectangle 8"/>
          <p:cNvSpPr>
            <a:spLocks noChangeArrowheads="1"/>
          </p:cNvSpPr>
          <p:nvPr/>
        </p:nvSpPr>
        <p:spPr bwMode="auto">
          <a:xfrm>
            <a:off x="4197350" y="3217863"/>
            <a:ext cx="73417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lnSpc>
                <a:spcPct val="90000"/>
              </a:lnSpc>
            </a:pPr>
            <a:r>
              <a:rPr kumimoji="1" lang="en-US" altLang="zh-CN" b="1" dirty="0" smtClean="0">
                <a:solidFill>
                  <a:srgbClr val="333399"/>
                </a:solidFill>
                <a:ea typeface="黑体" pitchFamily="2" charset="-122"/>
              </a:rPr>
              <a:t>16 </a:t>
            </a:r>
            <a:r>
              <a:rPr kumimoji="1" lang="zh-CN" altLang="en-US" b="1" dirty="0">
                <a:solidFill>
                  <a:srgbClr val="333399"/>
                </a:solidFill>
                <a:ea typeface="黑体" pitchFamily="2" charset="-122"/>
              </a:rPr>
              <a:t>位</a:t>
            </a:r>
          </a:p>
        </p:txBody>
      </p:sp>
      <p:sp>
        <p:nvSpPr>
          <p:cNvPr id="49162" name="Line 9"/>
          <p:cNvSpPr>
            <a:spLocks noChangeShapeType="1"/>
          </p:cNvSpPr>
          <p:nvPr/>
        </p:nvSpPr>
        <p:spPr bwMode="auto">
          <a:xfrm>
            <a:off x="2997200" y="2344738"/>
            <a:ext cx="1763713"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49163" name="Rectangle 10"/>
          <p:cNvSpPr>
            <a:spLocks noChangeArrowheads="1"/>
          </p:cNvSpPr>
          <p:nvPr/>
        </p:nvSpPr>
        <p:spPr bwMode="auto">
          <a:xfrm>
            <a:off x="3510207" y="2136775"/>
            <a:ext cx="60593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lnSpc>
                <a:spcPct val="90000"/>
              </a:lnSpc>
            </a:pPr>
            <a:r>
              <a:rPr kumimoji="1" lang="en-US" altLang="zh-CN" b="1" dirty="0" smtClean="0">
                <a:solidFill>
                  <a:srgbClr val="333399"/>
                </a:solidFill>
                <a:ea typeface="黑体" pitchFamily="2" charset="-122"/>
              </a:rPr>
              <a:t>8 </a:t>
            </a:r>
            <a:r>
              <a:rPr kumimoji="1" lang="zh-CN" altLang="en-US" b="1" dirty="0">
                <a:solidFill>
                  <a:srgbClr val="333399"/>
                </a:solidFill>
                <a:ea typeface="黑体" pitchFamily="2" charset="-122"/>
              </a:rPr>
              <a:t>位</a:t>
            </a:r>
          </a:p>
        </p:txBody>
      </p:sp>
      <p:sp>
        <p:nvSpPr>
          <p:cNvPr id="49164" name="Rectangle 11"/>
          <p:cNvSpPr>
            <a:spLocks noChangeArrowheads="1"/>
          </p:cNvSpPr>
          <p:nvPr/>
        </p:nvSpPr>
        <p:spPr bwMode="auto">
          <a:xfrm>
            <a:off x="3000375" y="1700213"/>
            <a:ext cx="7085013" cy="442912"/>
          </a:xfrm>
          <a:prstGeom prst="rect">
            <a:avLst/>
          </a:prstGeom>
          <a:solidFill>
            <a:srgbClr val="FFFF99"/>
          </a:solidFill>
          <a:ln w="1905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49165" name="Rectangle 12"/>
          <p:cNvSpPr>
            <a:spLocks noChangeArrowheads="1"/>
          </p:cNvSpPr>
          <p:nvPr/>
        </p:nvSpPr>
        <p:spPr bwMode="auto">
          <a:xfrm>
            <a:off x="3019425" y="2784475"/>
            <a:ext cx="7070725" cy="446088"/>
          </a:xfrm>
          <a:prstGeom prst="rect">
            <a:avLst/>
          </a:prstGeom>
          <a:solidFill>
            <a:srgbClr val="FFFF99"/>
          </a:solidFill>
          <a:ln w="2540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49166" name="Rectangle 14"/>
          <p:cNvSpPr>
            <a:spLocks noChangeArrowheads="1"/>
          </p:cNvSpPr>
          <p:nvPr/>
        </p:nvSpPr>
        <p:spPr bwMode="auto">
          <a:xfrm>
            <a:off x="3028950" y="3905250"/>
            <a:ext cx="5300663" cy="423863"/>
          </a:xfrm>
          <a:prstGeom prst="rect">
            <a:avLst/>
          </a:prstGeom>
          <a:solidFill>
            <a:srgbClr val="FF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b="1">
              <a:latin typeface="Tahoma" pitchFamily="34" charset="0"/>
              <a:ea typeface="黑体" pitchFamily="2" charset="-122"/>
            </a:endParaRPr>
          </a:p>
        </p:txBody>
      </p:sp>
      <p:sp>
        <p:nvSpPr>
          <p:cNvPr id="49167" name="Rectangle 15"/>
          <p:cNvSpPr>
            <a:spLocks noChangeArrowheads="1"/>
          </p:cNvSpPr>
          <p:nvPr/>
        </p:nvSpPr>
        <p:spPr bwMode="auto">
          <a:xfrm>
            <a:off x="3041650" y="2809875"/>
            <a:ext cx="3511550" cy="409575"/>
          </a:xfrm>
          <a:prstGeom prst="rect">
            <a:avLst/>
          </a:prstGeom>
          <a:solidFill>
            <a:srgbClr val="FF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b="1">
              <a:latin typeface="Tahoma" pitchFamily="34" charset="0"/>
              <a:ea typeface="黑体" pitchFamily="2" charset="-122"/>
            </a:endParaRPr>
          </a:p>
        </p:txBody>
      </p:sp>
      <p:sp>
        <p:nvSpPr>
          <p:cNvPr id="49168" name="Rectangle 16"/>
          <p:cNvSpPr>
            <a:spLocks noChangeArrowheads="1"/>
          </p:cNvSpPr>
          <p:nvPr/>
        </p:nvSpPr>
        <p:spPr bwMode="auto">
          <a:xfrm>
            <a:off x="3024188" y="1724025"/>
            <a:ext cx="1730375" cy="406400"/>
          </a:xfrm>
          <a:prstGeom prst="rect">
            <a:avLst/>
          </a:prstGeom>
          <a:solidFill>
            <a:srgbClr val="FF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b="1">
              <a:latin typeface="Tahoma" pitchFamily="34" charset="0"/>
              <a:ea typeface="黑体" pitchFamily="2" charset="-122"/>
            </a:endParaRPr>
          </a:p>
        </p:txBody>
      </p:sp>
      <p:sp>
        <p:nvSpPr>
          <p:cNvPr id="49169" name="Rectangle 17"/>
          <p:cNvSpPr>
            <a:spLocks noChangeArrowheads="1"/>
          </p:cNvSpPr>
          <p:nvPr/>
        </p:nvSpPr>
        <p:spPr bwMode="auto">
          <a:xfrm>
            <a:off x="2946400" y="169386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0</a:t>
            </a:r>
          </a:p>
        </p:txBody>
      </p:sp>
      <p:sp>
        <p:nvSpPr>
          <p:cNvPr id="49170" name="Rectangle 18"/>
          <p:cNvSpPr>
            <a:spLocks noChangeArrowheads="1"/>
          </p:cNvSpPr>
          <p:nvPr/>
        </p:nvSpPr>
        <p:spPr bwMode="auto">
          <a:xfrm>
            <a:off x="1820863" y="1722438"/>
            <a:ext cx="110229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dirty="0">
                <a:solidFill>
                  <a:srgbClr val="333399"/>
                </a:solidFill>
                <a:ea typeface="黑体" pitchFamily="2" charset="-122"/>
              </a:rPr>
              <a:t>A </a:t>
            </a:r>
            <a:r>
              <a:rPr kumimoji="1" lang="zh-CN" altLang="en-US" b="1" dirty="0">
                <a:solidFill>
                  <a:srgbClr val="333399"/>
                </a:solidFill>
                <a:ea typeface="黑体" pitchFamily="2" charset="-122"/>
              </a:rPr>
              <a:t>类地址</a:t>
            </a:r>
          </a:p>
        </p:txBody>
      </p:sp>
      <p:sp>
        <p:nvSpPr>
          <p:cNvPr id="49171" name="Line 19"/>
          <p:cNvSpPr>
            <a:spLocks noChangeShapeType="1"/>
          </p:cNvSpPr>
          <p:nvPr/>
        </p:nvSpPr>
        <p:spPr bwMode="auto">
          <a:xfrm>
            <a:off x="3255963" y="1700213"/>
            <a:ext cx="0" cy="42227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9172" name="Line 20"/>
          <p:cNvSpPr>
            <a:spLocks noChangeShapeType="1"/>
          </p:cNvSpPr>
          <p:nvPr/>
        </p:nvSpPr>
        <p:spPr bwMode="auto">
          <a:xfrm>
            <a:off x="4760913" y="1700213"/>
            <a:ext cx="0" cy="4508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9173" name="Line 21"/>
          <p:cNvSpPr>
            <a:spLocks noChangeShapeType="1"/>
          </p:cNvSpPr>
          <p:nvPr/>
        </p:nvSpPr>
        <p:spPr bwMode="auto">
          <a:xfrm>
            <a:off x="2997200" y="218281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9174" name="Line 22"/>
          <p:cNvSpPr>
            <a:spLocks noChangeShapeType="1"/>
          </p:cNvSpPr>
          <p:nvPr/>
        </p:nvSpPr>
        <p:spPr bwMode="auto">
          <a:xfrm>
            <a:off x="4760913" y="218281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9175" name="Line 23"/>
          <p:cNvSpPr>
            <a:spLocks noChangeShapeType="1"/>
          </p:cNvSpPr>
          <p:nvPr/>
        </p:nvSpPr>
        <p:spPr bwMode="auto">
          <a:xfrm>
            <a:off x="10071100" y="218281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9176" name="Line 24"/>
          <p:cNvSpPr>
            <a:spLocks noChangeShapeType="1"/>
          </p:cNvSpPr>
          <p:nvPr/>
        </p:nvSpPr>
        <p:spPr bwMode="auto">
          <a:xfrm>
            <a:off x="6561138" y="3425823"/>
            <a:ext cx="3475037" cy="6351"/>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49177" name="Rectangle 25"/>
          <p:cNvSpPr>
            <a:spLocks noChangeArrowheads="1"/>
          </p:cNvSpPr>
          <p:nvPr/>
        </p:nvSpPr>
        <p:spPr bwMode="auto">
          <a:xfrm>
            <a:off x="7887118" y="3244850"/>
            <a:ext cx="73417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lnSpc>
                <a:spcPct val="90000"/>
              </a:lnSpc>
            </a:pPr>
            <a:r>
              <a:rPr kumimoji="1" lang="en-US" altLang="zh-CN" b="1" dirty="0" smtClean="0">
                <a:solidFill>
                  <a:srgbClr val="333399"/>
                </a:solidFill>
                <a:ea typeface="黑体" pitchFamily="2" charset="-122"/>
              </a:rPr>
              <a:t>16 </a:t>
            </a:r>
            <a:r>
              <a:rPr kumimoji="1" lang="zh-CN" altLang="en-US" b="1" dirty="0">
                <a:solidFill>
                  <a:srgbClr val="333399"/>
                </a:solidFill>
                <a:ea typeface="黑体" pitchFamily="2" charset="-122"/>
              </a:rPr>
              <a:t>位</a:t>
            </a:r>
          </a:p>
        </p:txBody>
      </p:sp>
      <p:sp>
        <p:nvSpPr>
          <p:cNvPr id="49178" name="Line 26"/>
          <p:cNvSpPr>
            <a:spLocks noChangeShapeType="1"/>
          </p:cNvSpPr>
          <p:nvPr/>
        </p:nvSpPr>
        <p:spPr bwMode="auto">
          <a:xfrm>
            <a:off x="3033713" y="32702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9179" name="Line 27"/>
          <p:cNvSpPr>
            <a:spLocks noChangeShapeType="1"/>
          </p:cNvSpPr>
          <p:nvPr/>
        </p:nvSpPr>
        <p:spPr bwMode="auto">
          <a:xfrm>
            <a:off x="6561138" y="32702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9180" name="Line 28"/>
          <p:cNvSpPr>
            <a:spLocks noChangeShapeType="1"/>
          </p:cNvSpPr>
          <p:nvPr/>
        </p:nvSpPr>
        <p:spPr bwMode="auto">
          <a:xfrm>
            <a:off x="10056813" y="32702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9181" name="Rectangle 29"/>
          <p:cNvSpPr>
            <a:spLocks noChangeArrowheads="1"/>
          </p:cNvSpPr>
          <p:nvPr/>
        </p:nvSpPr>
        <p:spPr bwMode="auto">
          <a:xfrm>
            <a:off x="1838325" y="2795588"/>
            <a:ext cx="1110883"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dirty="0">
                <a:solidFill>
                  <a:srgbClr val="333399"/>
                </a:solidFill>
                <a:ea typeface="黑体" pitchFamily="2" charset="-122"/>
              </a:rPr>
              <a:t>B </a:t>
            </a:r>
            <a:r>
              <a:rPr kumimoji="1" lang="zh-CN" altLang="en-US" b="1" dirty="0">
                <a:solidFill>
                  <a:srgbClr val="333399"/>
                </a:solidFill>
                <a:ea typeface="黑体" pitchFamily="2" charset="-122"/>
              </a:rPr>
              <a:t>类地址</a:t>
            </a:r>
          </a:p>
        </p:txBody>
      </p:sp>
      <p:sp>
        <p:nvSpPr>
          <p:cNvPr id="49182" name="Line 30"/>
          <p:cNvSpPr>
            <a:spLocks noChangeShapeType="1"/>
          </p:cNvSpPr>
          <p:nvPr/>
        </p:nvSpPr>
        <p:spPr bwMode="auto">
          <a:xfrm>
            <a:off x="6561138" y="2794000"/>
            <a:ext cx="0" cy="4333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9183" name="Rectangle 31"/>
          <p:cNvSpPr>
            <a:spLocks noChangeArrowheads="1"/>
          </p:cNvSpPr>
          <p:nvPr/>
        </p:nvSpPr>
        <p:spPr bwMode="auto">
          <a:xfrm>
            <a:off x="1824038" y="3900488"/>
            <a:ext cx="11064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C </a:t>
            </a:r>
            <a:r>
              <a:rPr kumimoji="1" lang="zh-CN" altLang="en-US" b="1">
                <a:solidFill>
                  <a:srgbClr val="333399"/>
                </a:solidFill>
                <a:ea typeface="黑体" pitchFamily="2" charset="-122"/>
              </a:rPr>
              <a:t>类地址</a:t>
            </a:r>
          </a:p>
        </p:txBody>
      </p:sp>
      <p:sp>
        <p:nvSpPr>
          <p:cNvPr id="49184" name="Rectangle 32"/>
          <p:cNvSpPr>
            <a:spLocks noChangeArrowheads="1"/>
          </p:cNvSpPr>
          <p:nvPr/>
        </p:nvSpPr>
        <p:spPr bwMode="auto">
          <a:xfrm>
            <a:off x="3346450" y="391953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0</a:t>
            </a:r>
          </a:p>
        </p:txBody>
      </p:sp>
      <p:sp>
        <p:nvSpPr>
          <p:cNvPr id="49185" name="Rectangle 33"/>
          <p:cNvSpPr>
            <a:spLocks noChangeArrowheads="1"/>
          </p:cNvSpPr>
          <p:nvPr/>
        </p:nvSpPr>
        <p:spPr bwMode="auto">
          <a:xfrm>
            <a:off x="2959100" y="3911600"/>
            <a:ext cx="4857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en-US" altLang="zh-CN" b="1">
                <a:solidFill>
                  <a:srgbClr val="333399"/>
                </a:solidFill>
                <a:ea typeface="黑体" pitchFamily="2" charset="-122"/>
              </a:rPr>
              <a:t>1</a:t>
            </a:r>
          </a:p>
        </p:txBody>
      </p:sp>
      <p:sp>
        <p:nvSpPr>
          <p:cNvPr id="49186" name="Rectangle 34"/>
          <p:cNvSpPr>
            <a:spLocks noChangeArrowheads="1"/>
          </p:cNvSpPr>
          <p:nvPr/>
        </p:nvSpPr>
        <p:spPr bwMode="auto">
          <a:xfrm>
            <a:off x="3154363" y="3919538"/>
            <a:ext cx="482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en-US" altLang="zh-CN" b="1">
                <a:solidFill>
                  <a:srgbClr val="333399"/>
                </a:solidFill>
                <a:ea typeface="黑体" pitchFamily="2" charset="-122"/>
              </a:rPr>
              <a:t>1</a:t>
            </a:r>
          </a:p>
        </p:txBody>
      </p:sp>
      <p:sp>
        <p:nvSpPr>
          <p:cNvPr id="49187" name="Line 35"/>
          <p:cNvSpPr>
            <a:spLocks noChangeShapeType="1"/>
          </p:cNvSpPr>
          <p:nvPr/>
        </p:nvSpPr>
        <p:spPr bwMode="auto">
          <a:xfrm>
            <a:off x="3703638" y="3889375"/>
            <a:ext cx="0" cy="439738"/>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9188" name="Line 36"/>
          <p:cNvSpPr>
            <a:spLocks noChangeShapeType="1"/>
          </p:cNvSpPr>
          <p:nvPr/>
        </p:nvSpPr>
        <p:spPr bwMode="auto">
          <a:xfrm>
            <a:off x="8348663" y="3884613"/>
            <a:ext cx="0" cy="4413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9191" name="Line 41"/>
          <p:cNvSpPr>
            <a:spLocks noChangeShapeType="1"/>
          </p:cNvSpPr>
          <p:nvPr/>
        </p:nvSpPr>
        <p:spPr bwMode="auto">
          <a:xfrm>
            <a:off x="3019425" y="439261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9192" name="Line 42"/>
          <p:cNvSpPr>
            <a:spLocks noChangeShapeType="1"/>
          </p:cNvSpPr>
          <p:nvPr/>
        </p:nvSpPr>
        <p:spPr bwMode="auto">
          <a:xfrm>
            <a:off x="8353425" y="439578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9193" name="Line 43"/>
          <p:cNvSpPr>
            <a:spLocks noChangeShapeType="1"/>
          </p:cNvSpPr>
          <p:nvPr/>
        </p:nvSpPr>
        <p:spPr bwMode="auto">
          <a:xfrm>
            <a:off x="10042525" y="437673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9194" name="Rectangle 44"/>
          <p:cNvSpPr>
            <a:spLocks noChangeArrowheads="1"/>
          </p:cNvSpPr>
          <p:nvPr/>
        </p:nvSpPr>
        <p:spPr bwMode="auto">
          <a:xfrm>
            <a:off x="3027363" y="5038725"/>
            <a:ext cx="7067550" cy="444500"/>
          </a:xfrm>
          <a:prstGeom prst="rect">
            <a:avLst/>
          </a:prstGeom>
          <a:solidFill>
            <a:srgbClr val="CCECFF"/>
          </a:solidFill>
          <a:ln w="2540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49195" name="Rectangle 45"/>
          <p:cNvSpPr>
            <a:spLocks noChangeArrowheads="1"/>
          </p:cNvSpPr>
          <p:nvPr/>
        </p:nvSpPr>
        <p:spPr bwMode="auto">
          <a:xfrm>
            <a:off x="1819275" y="5049838"/>
            <a:ext cx="11064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D </a:t>
            </a:r>
            <a:r>
              <a:rPr kumimoji="1" lang="zh-CN" altLang="en-US" b="1">
                <a:solidFill>
                  <a:srgbClr val="333399"/>
                </a:solidFill>
                <a:ea typeface="黑体" pitchFamily="2" charset="-122"/>
              </a:rPr>
              <a:t>类地址</a:t>
            </a:r>
          </a:p>
        </p:txBody>
      </p:sp>
      <p:sp>
        <p:nvSpPr>
          <p:cNvPr id="49196" name="Line 46"/>
          <p:cNvSpPr>
            <a:spLocks noChangeShapeType="1"/>
          </p:cNvSpPr>
          <p:nvPr/>
        </p:nvSpPr>
        <p:spPr bwMode="auto">
          <a:xfrm>
            <a:off x="3808413" y="5046663"/>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9197" name="Rectangle 47"/>
          <p:cNvSpPr>
            <a:spLocks noChangeArrowheads="1"/>
          </p:cNvSpPr>
          <p:nvPr/>
        </p:nvSpPr>
        <p:spPr bwMode="auto">
          <a:xfrm>
            <a:off x="2963863" y="5037138"/>
            <a:ext cx="8874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1 1 1 0</a:t>
            </a:r>
          </a:p>
        </p:txBody>
      </p:sp>
      <p:sp>
        <p:nvSpPr>
          <p:cNvPr id="49198" name="Rectangle 48"/>
          <p:cNvSpPr>
            <a:spLocks noChangeArrowheads="1"/>
          </p:cNvSpPr>
          <p:nvPr/>
        </p:nvSpPr>
        <p:spPr bwMode="auto">
          <a:xfrm>
            <a:off x="5795963" y="5067300"/>
            <a:ext cx="12985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b="1">
                <a:solidFill>
                  <a:srgbClr val="333399"/>
                </a:solidFill>
                <a:ea typeface="黑体" pitchFamily="2" charset="-122"/>
              </a:rPr>
              <a:t>多 播 地 址</a:t>
            </a:r>
          </a:p>
        </p:txBody>
      </p:sp>
      <p:sp>
        <p:nvSpPr>
          <p:cNvPr id="49199" name="Rectangle 49"/>
          <p:cNvSpPr>
            <a:spLocks noChangeArrowheads="1"/>
          </p:cNvSpPr>
          <p:nvPr/>
        </p:nvSpPr>
        <p:spPr bwMode="auto">
          <a:xfrm>
            <a:off x="3041650" y="5881688"/>
            <a:ext cx="7053263" cy="444500"/>
          </a:xfrm>
          <a:prstGeom prst="rect">
            <a:avLst/>
          </a:prstGeom>
          <a:solidFill>
            <a:srgbClr val="CCECFF"/>
          </a:solidFill>
          <a:ln w="2540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49200" name="Rectangle 50"/>
          <p:cNvSpPr>
            <a:spLocks noChangeArrowheads="1"/>
          </p:cNvSpPr>
          <p:nvPr/>
        </p:nvSpPr>
        <p:spPr bwMode="auto">
          <a:xfrm>
            <a:off x="1862138" y="5891213"/>
            <a:ext cx="10937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E </a:t>
            </a:r>
            <a:r>
              <a:rPr kumimoji="1" lang="zh-CN" altLang="en-US" b="1">
                <a:solidFill>
                  <a:srgbClr val="333399"/>
                </a:solidFill>
                <a:ea typeface="黑体" pitchFamily="2" charset="-122"/>
              </a:rPr>
              <a:t>类地址</a:t>
            </a:r>
          </a:p>
        </p:txBody>
      </p:sp>
      <p:sp>
        <p:nvSpPr>
          <p:cNvPr id="49201" name="Rectangle 51"/>
          <p:cNvSpPr>
            <a:spLocks noChangeArrowheads="1"/>
          </p:cNvSpPr>
          <p:nvPr/>
        </p:nvSpPr>
        <p:spPr bwMode="auto">
          <a:xfrm>
            <a:off x="5257800" y="5902325"/>
            <a:ext cx="21828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b="1">
                <a:solidFill>
                  <a:srgbClr val="333399"/>
                </a:solidFill>
                <a:ea typeface="黑体" pitchFamily="2" charset="-122"/>
              </a:rPr>
              <a:t>保 留 为 今 后 使 用</a:t>
            </a:r>
          </a:p>
        </p:txBody>
      </p:sp>
      <p:sp>
        <p:nvSpPr>
          <p:cNvPr id="49202" name="Line 52"/>
          <p:cNvSpPr>
            <a:spLocks noChangeShapeType="1"/>
          </p:cNvSpPr>
          <p:nvPr/>
        </p:nvSpPr>
        <p:spPr bwMode="auto">
          <a:xfrm>
            <a:off x="3836988" y="5907088"/>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9203" name="Rectangle 53"/>
          <p:cNvSpPr>
            <a:spLocks noChangeArrowheads="1"/>
          </p:cNvSpPr>
          <p:nvPr/>
        </p:nvSpPr>
        <p:spPr bwMode="auto">
          <a:xfrm>
            <a:off x="2970213" y="5888038"/>
            <a:ext cx="8874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1 1 1 1</a:t>
            </a:r>
          </a:p>
        </p:txBody>
      </p:sp>
      <p:sp>
        <p:nvSpPr>
          <p:cNvPr id="49204" name="Rectangle 54"/>
          <p:cNvSpPr>
            <a:spLocks noChangeArrowheads="1"/>
          </p:cNvSpPr>
          <p:nvPr/>
        </p:nvSpPr>
        <p:spPr bwMode="auto">
          <a:xfrm>
            <a:off x="3152775" y="27797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0</a:t>
            </a:r>
          </a:p>
        </p:txBody>
      </p:sp>
      <p:sp>
        <p:nvSpPr>
          <p:cNvPr id="49205" name="Rectangle 55"/>
          <p:cNvSpPr>
            <a:spLocks noChangeArrowheads="1"/>
          </p:cNvSpPr>
          <p:nvPr/>
        </p:nvSpPr>
        <p:spPr bwMode="auto">
          <a:xfrm>
            <a:off x="2960688" y="2779713"/>
            <a:ext cx="4841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en-US" altLang="zh-CN" b="1">
                <a:solidFill>
                  <a:srgbClr val="333399"/>
                </a:solidFill>
                <a:ea typeface="黑体" pitchFamily="2" charset="-122"/>
              </a:rPr>
              <a:t>1</a:t>
            </a:r>
          </a:p>
        </p:txBody>
      </p:sp>
      <p:sp>
        <p:nvSpPr>
          <p:cNvPr id="49206" name="Line 56"/>
          <p:cNvSpPr>
            <a:spLocks noChangeShapeType="1"/>
          </p:cNvSpPr>
          <p:nvPr/>
        </p:nvSpPr>
        <p:spPr bwMode="auto">
          <a:xfrm>
            <a:off x="3511550" y="2776538"/>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9207" name="AutoShape 57"/>
          <p:cNvSpPr>
            <a:spLocks noChangeArrowheads="1"/>
          </p:cNvSpPr>
          <p:nvPr/>
        </p:nvSpPr>
        <p:spPr bwMode="auto">
          <a:xfrm>
            <a:off x="5083175" y="2781299"/>
            <a:ext cx="2957041" cy="436563"/>
          </a:xfrm>
          <a:prstGeom prst="wedgeRoundRectCallout">
            <a:avLst>
              <a:gd name="adj1" fmla="val 24628"/>
              <a:gd name="adj2" fmla="val 523731"/>
              <a:gd name="adj3" fmla="val 16667"/>
            </a:avLst>
          </a:prstGeom>
          <a:solidFill>
            <a:srgbClr val="66FF99"/>
          </a:solidFill>
          <a:ln w="9525">
            <a:solidFill>
              <a:schemeClr val="tx1"/>
            </a:solidFill>
            <a:miter lim="800000"/>
            <a:headEnd/>
            <a:tailEnd/>
          </a:ln>
        </p:spPr>
        <p:txBody>
          <a:bodyPr/>
          <a:lstStyle/>
          <a:p>
            <a:pPr algn="ctr" eaLnBrk="1" hangingPunct="1"/>
            <a:r>
              <a:rPr lang="en-US" altLang="zh-CN" b="1">
                <a:solidFill>
                  <a:srgbClr val="333399"/>
                </a:solidFill>
                <a:ea typeface="黑体" pitchFamily="2" charset="-122"/>
              </a:rPr>
              <a:t>D </a:t>
            </a:r>
            <a:r>
              <a:rPr lang="zh-CN" altLang="en-US" b="1">
                <a:solidFill>
                  <a:srgbClr val="333399"/>
                </a:solidFill>
                <a:ea typeface="黑体" pitchFamily="2" charset="-122"/>
              </a:rPr>
              <a:t>类地址是多播地址</a:t>
            </a:r>
            <a:r>
              <a:rPr lang="zh-CN" altLang="en-US" b="1">
                <a:latin typeface="Tahoma" pitchFamily="34" charset="0"/>
              </a:rPr>
              <a:t> </a:t>
            </a:r>
          </a:p>
        </p:txBody>
      </p:sp>
    </p:spTree>
    <p:extLst>
      <p:ext uri="{BB962C8B-B14F-4D97-AF65-F5344CB8AC3E}">
        <p14:creationId xmlns:p14="http://schemas.microsoft.com/office/powerpoint/2010/main" val="2220811549"/>
      </p:ext>
    </p:extLst>
  </p:cSld>
  <p:clrMapOvr>
    <a:masterClrMapping/>
  </p:clrMapOvr>
  <p:transition spd="slow"/>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3"/>
          <p:cNvSpPr>
            <a:spLocks noGrp="1" noChangeArrowheads="1"/>
          </p:cNvSpPr>
          <p:nvPr>
            <p:ph type="title"/>
          </p:nvPr>
        </p:nvSpPr>
        <p:spPr/>
        <p:txBody>
          <a:bodyPr anchor="ctr"/>
          <a:lstStyle/>
          <a:p>
            <a:pPr eaLnBrk="1" hangingPunct="1"/>
            <a:r>
              <a:rPr lang="zh-CN" altLang="en-US" dirty="0"/>
              <a:t>分类的 </a:t>
            </a:r>
            <a:r>
              <a:rPr lang="en-US" altLang="zh-CN" dirty="0"/>
              <a:t>IP </a:t>
            </a:r>
            <a:r>
              <a:rPr lang="zh-CN" altLang="en-US" dirty="0"/>
              <a:t>地址</a:t>
            </a:r>
            <a:endParaRPr lang="zh-CN" altLang="en-US" sz="3200" dirty="0" smtClean="0"/>
          </a:p>
        </p:txBody>
      </p:sp>
      <p:sp>
        <p:nvSpPr>
          <p:cNvPr id="51203" name="Line 2"/>
          <p:cNvSpPr>
            <a:spLocks noChangeShapeType="1"/>
          </p:cNvSpPr>
          <p:nvPr/>
        </p:nvSpPr>
        <p:spPr bwMode="auto">
          <a:xfrm flipV="1">
            <a:off x="3019425" y="4545013"/>
            <a:ext cx="5305425"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51204" name="Rectangle 3"/>
          <p:cNvSpPr>
            <a:spLocks noChangeArrowheads="1"/>
          </p:cNvSpPr>
          <p:nvPr/>
        </p:nvSpPr>
        <p:spPr bwMode="auto">
          <a:xfrm>
            <a:off x="5083175" y="4327525"/>
            <a:ext cx="73417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lnSpc>
                <a:spcPct val="90000"/>
              </a:lnSpc>
            </a:pPr>
            <a:r>
              <a:rPr kumimoji="1" lang="en-US" altLang="zh-CN" b="1" dirty="0" smtClean="0">
                <a:solidFill>
                  <a:srgbClr val="333399"/>
                </a:solidFill>
                <a:ea typeface="黑体" pitchFamily="2" charset="-122"/>
              </a:rPr>
              <a:t>24 </a:t>
            </a:r>
            <a:r>
              <a:rPr kumimoji="1" lang="zh-CN" altLang="en-US" b="1" dirty="0">
                <a:solidFill>
                  <a:srgbClr val="333399"/>
                </a:solidFill>
                <a:ea typeface="黑体" pitchFamily="2" charset="-122"/>
              </a:rPr>
              <a:t>位</a:t>
            </a:r>
          </a:p>
        </p:txBody>
      </p:sp>
      <p:sp>
        <p:nvSpPr>
          <p:cNvPr id="51205" name="Rectangle 4"/>
          <p:cNvSpPr>
            <a:spLocks noChangeArrowheads="1"/>
          </p:cNvSpPr>
          <p:nvPr/>
        </p:nvSpPr>
        <p:spPr bwMode="auto">
          <a:xfrm>
            <a:off x="3019425" y="3890963"/>
            <a:ext cx="7046913" cy="444500"/>
          </a:xfrm>
          <a:prstGeom prst="rect">
            <a:avLst/>
          </a:prstGeom>
          <a:solidFill>
            <a:srgbClr val="FFFF99"/>
          </a:solidFill>
          <a:ln w="2540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51206" name="Line 5"/>
          <p:cNvSpPr>
            <a:spLocks noChangeShapeType="1"/>
          </p:cNvSpPr>
          <p:nvPr/>
        </p:nvSpPr>
        <p:spPr bwMode="auto">
          <a:xfrm>
            <a:off x="4760913" y="2344738"/>
            <a:ext cx="5310187"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51207" name="Rectangle 6"/>
          <p:cNvSpPr>
            <a:spLocks noChangeArrowheads="1"/>
          </p:cNvSpPr>
          <p:nvPr/>
        </p:nvSpPr>
        <p:spPr bwMode="auto">
          <a:xfrm>
            <a:off x="6756818" y="2136775"/>
            <a:ext cx="73417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lnSpc>
                <a:spcPct val="90000"/>
              </a:lnSpc>
            </a:pPr>
            <a:r>
              <a:rPr kumimoji="1" lang="en-US" altLang="zh-CN" b="1" dirty="0" smtClean="0">
                <a:solidFill>
                  <a:srgbClr val="333399"/>
                </a:solidFill>
                <a:ea typeface="黑体" pitchFamily="2" charset="-122"/>
              </a:rPr>
              <a:t>24 </a:t>
            </a:r>
            <a:r>
              <a:rPr kumimoji="1" lang="zh-CN" altLang="en-US" b="1" dirty="0">
                <a:solidFill>
                  <a:srgbClr val="333399"/>
                </a:solidFill>
                <a:ea typeface="黑体" pitchFamily="2" charset="-122"/>
              </a:rPr>
              <a:t>位</a:t>
            </a:r>
          </a:p>
        </p:txBody>
      </p:sp>
      <p:sp>
        <p:nvSpPr>
          <p:cNvPr id="51208" name="Line 7"/>
          <p:cNvSpPr>
            <a:spLocks noChangeShapeType="1"/>
          </p:cNvSpPr>
          <p:nvPr/>
        </p:nvSpPr>
        <p:spPr bwMode="auto">
          <a:xfrm flipV="1">
            <a:off x="3073400" y="3422650"/>
            <a:ext cx="3475038"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51209" name="Rectangle 8"/>
          <p:cNvSpPr>
            <a:spLocks noChangeArrowheads="1"/>
          </p:cNvSpPr>
          <p:nvPr/>
        </p:nvSpPr>
        <p:spPr bwMode="auto">
          <a:xfrm>
            <a:off x="4197350" y="3217863"/>
            <a:ext cx="73417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lnSpc>
                <a:spcPct val="90000"/>
              </a:lnSpc>
            </a:pPr>
            <a:r>
              <a:rPr kumimoji="1" lang="en-US" altLang="zh-CN" b="1" dirty="0" smtClean="0">
                <a:solidFill>
                  <a:srgbClr val="333399"/>
                </a:solidFill>
                <a:ea typeface="黑体" pitchFamily="2" charset="-122"/>
              </a:rPr>
              <a:t>16 </a:t>
            </a:r>
            <a:r>
              <a:rPr kumimoji="1" lang="zh-CN" altLang="en-US" b="1" dirty="0">
                <a:solidFill>
                  <a:srgbClr val="333399"/>
                </a:solidFill>
                <a:ea typeface="黑体" pitchFamily="2" charset="-122"/>
              </a:rPr>
              <a:t>位</a:t>
            </a:r>
          </a:p>
        </p:txBody>
      </p:sp>
      <p:sp>
        <p:nvSpPr>
          <p:cNvPr id="51210" name="Line 9"/>
          <p:cNvSpPr>
            <a:spLocks noChangeShapeType="1"/>
          </p:cNvSpPr>
          <p:nvPr/>
        </p:nvSpPr>
        <p:spPr bwMode="auto">
          <a:xfrm>
            <a:off x="2997200" y="2344738"/>
            <a:ext cx="1763713"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51211" name="Rectangle 10"/>
          <p:cNvSpPr>
            <a:spLocks noChangeArrowheads="1"/>
          </p:cNvSpPr>
          <p:nvPr/>
        </p:nvSpPr>
        <p:spPr bwMode="auto">
          <a:xfrm>
            <a:off x="3510207" y="2136775"/>
            <a:ext cx="60593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lnSpc>
                <a:spcPct val="90000"/>
              </a:lnSpc>
            </a:pPr>
            <a:r>
              <a:rPr kumimoji="1" lang="en-US" altLang="zh-CN" b="1" dirty="0" smtClean="0">
                <a:solidFill>
                  <a:srgbClr val="333399"/>
                </a:solidFill>
                <a:ea typeface="黑体" pitchFamily="2" charset="-122"/>
              </a:rPr>
              <a:t>8 </a:t>
            </a:r>
            <a:r>
              <a:rPr kumimoji="1" lang="zh-CN" altLang="en-US" b="1" dirty="0">
                <a:solidFill>
                  <a:srgbClr val="333399"/>
                </a:solidFill>
                <a:ea typeface="黑体" pitchFamily="2" charset="-122"/>
              </a:rPr>
              <a:t>位</a:t>
            </a:r>
          </a:p>
        </p:txBody>
      </p:sp>
      <p:sp>
        <p:nvSpPr>
          <p:cNvPr id="51212" name="Rectangle 11"/>
          <p:cNvSpPr>
            <a:spLocks noChangeArrowheads="1"/>
          </p:cNvSpPr>
          <p:nvPr/>
        </p:nvSpPr>
        <p:spPr bwMode="auto">
          <a:xfrm>
            <a:off x="3000375" y="1700213"/>
            <a:ext cx="7085013" cy="442912"/>
          </a:xfrm>
          <a:prstGeom prst="rect">
            <a:avLst/>
          </a:prstGeom>
          <a:solidFill>
            <a:srgbClr val="FFFF99"/>
          </a:solidFill>
          <a:ln w="1905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51213" name="Rectangle 12"/>
          <p:cNvSpPr>
            <a:spLocks noChangeArrowheads="1"/>
          </p:cNvSpPr>
          <p:nvPr/>
        </p:nvSpPr>
        <p:spPr bwMode="auto">
          <a:xfrm>
            <a:off x="3019425" y="2784475"/>
            <a:ext cx="7070725" cy="446088"/>
          </a:xfrm>
          <a:prstGeom prst="rect">
            <a:avLst/>
          </a:prstGeom>
          <a:solidFill>
            <a:srgbClr val="FFFF99"/>
          </a:solidFill>
          <a:ln w="2540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51214" name="Rectangle 14"/>
          <p:cNvSpPr>
            <a:spLocks noChangeArrowheads="1"/>
          </p:cNvSpPr>
          <p:nvPr/>
        </p:nvSpPr>
        <p:spPr bwMode="auto">
          <a:xfrm>
            <a:off x="3028950" y="3905250"/>
            <a:ext cx="5300663" cy="423863"/>
          </a:xfrm>
          <a:prstGeom prst="rect">
            <a:avLst/>
          </a:prstGeom>
          <a:solidFill>
            <a:srgbClr val="FF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b="1">
              <a:latin typeface="Tahoma" pitchFamily="34" charset="0"/>
              <a:ea typeface="黑体" pitchFamily="2" charset="-122"/>
            </a:endParaRPr>
          </a:p>
        </p:txBody>
      </p:sp>
      <p:sp>
        <p:nvSpPr>
          <p:cNvPr id="51215" name="Rectangle 15"/>
          <p:cNvSpPr>
            <a:spLocks noChangeArrowheads="1"/>
          </p:cNvSpPr>
          <p:nvPr/>
        </p:nvSpPr>
        <p:spPr bwMode="auto">
          <a:xfrm>
            <a:off x="3041650" y="2809875"/>
            <a:ext cx="3511550" cy="409575"/>
          </a:xfrm>
          <a:prstGeom prst="rect">
            <a:avLst/>
          </a:prstGeom>
          <a:solidFill>
            <a:srgbClr val="FF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b="1">
              <a:latin typeface="Tahoma" pitchFamily="34" charset="0"/>
              <a:ea typeface="黑体" pitchFamily="2" charset="-122"/>
            </a:endParaRPr>
          </a:p>
        </p:txBody>
      </p:sp>
      <p:sp>
        <p:nvSpPr>
          <p:cNvPr id="51216" name="Rectangle 16"/>
          <p:cNvSpPr>
            <a:spLocks noChangeArrowheads="1"/>
          </p:cNvSpPr>
          <p:nvPr/>
        </p:nvSpPr>
        <p:spPr bwMode="auto">
          <a:xfrm>
            <a:off x="3024188" y="1724025"/>
            <a:ext cx="1730375" cy="406400"/>
          </a:xfrm>
          <a:prstGeom prst="rect">
            <a:avLst/>
          </a:prstGeom>
          <a:solidFill>
            <a:srgbClr val="FF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b="1">
              <a:latin typeface="Tahoma" pitchFamily="34" charset="0"/>
              <a:ea typeface="黑体" pitchFamily="2" charset="-122"/>
            </a:endParaRPr>
          </a:p>
        </p:txBody>
      </p:sp>
      <p:sp>
        <p:nvSpPr>
          <p:cNvPr id="51217" name="Rectangle 17"/>
          <p:cNvSpPr>
            <a:spLocks noChangeArrowheads="1"/>
          </p:cNvSpPr>
          <p:nvPr/>
        </p:nvSpPr>
        <p:spPr bwMode="auto">
          <a:xfrm>
            <a:off x="2946400" y="169386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0</a:t>
            </a:r>
          </a:p>
        </p:txBody>
      </p:sp>
      <p:sp>
        <p:nvSpPr>
          <p:cNvPr id="51218" name="Rectangle 18"/>
          <p:cNvSpPr>
            <a:spLocks noChangeArrowheads="1"/>
          </p:cNvSpPr>
          <p:nvPr/>
        </p:nvSpPr>
        <p:spPr bwMode="auto">
          <a:xfrm>
            <a:off x="1820863" y="1722438"/>
            <a:ext cx="110229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dirty="0">
                <a:solidFill>
                  <a:srgbClr val="333399"/>
                </a:solidFill>
                <a:ea typeface="黑体" pitchFamily="2" charset="-122"/>
              </a:rPr>
              <a:t>A </a:t>
            </a:r>
            <a:r>
              <a:rPr kumimoji="1" lang="zh-CN" altLang="en-US" b="1" dirty="0">
                <a:solidFill>
                  <a:srgbClr val="333399"/>
                </a:solidFill>
                <a:ea typeface="黑体" pitchFamily="2" charset="-122"/>
              </a:rPr>
              <a:t>类地址</a:t>
            </a:r>
          </a:p>
        </p:txBody>
      </p:sp>
      <p:sp>
        <p:nvSpPr>
          <p:cNvPr id="51219" name="Line 19"/>
          <p:cNvSpPr>
            <a:spLocks noChangeShapeType="1"/>
          </p:cNvSpPr>
          <p:nvPr/>
        </p:nvSpPr>
        <p:spPr bwMode="auto">
          <a:xfrm>
            <a:off x="3255963" y="1700213"/>
            <a:ext cx="0" cy="42227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51220" name="Line 20"/>
          <p:cNvSpPr>
            <a:spLocks noChangeShapeType="1"/>
          </p:cNvSpPr>
          <p:nvPr/>
        </p:nvSpPr>
        <p:spPr bwMode="auto">
          <a:xfrm>
            <a:off x="4760913" y="1700213"/>
            <a:ext cx="0" cy="4508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51221" name="Line 21"/>
          <p:cNvSpPr>
            <a:spLocks noChangeShapeType="1"/>
          </p:cNvSpPr>
          <p:nvPr/>
        </p:nvSpPr>
        <p:spPr bwMode="auto">
          <a:xfrm>
            <a:off x="2997200" y="218281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1222" name="Line 22"/>
          <p:cNvSpPr>
            <a:spLocks noChangeShapeType="1"/>
          </p:cNvSpPr>
          <p:nvPr/>
        </p:nvSpPr>
        <p:spPr bwMode="auto">
          <a:xfrm>
            <a:off x="4760913" y="218281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1223" name="Line 23"/>
          <p:cNvSpPr>
            <a:spLocks noChangeShapeType="1"/>
          </p:cNvSpPr>
          <p:nvPr/>
        </p:nvSpPr>
        <p:spPr bwMode="auto">
          <a:xfrm>
            <a:off x="10071100" y="218281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1224" name="Line 24"/>
          <p:cNvSpPr>
            <a:spLocks noChangeShapeType="1"/>
          </p:cNvSpPr>
          <p:nvPr/>
        </p:nvSpPr>
        <p:spPr bwMode="auto">
          <a:xfrm>
            <a:off x="6561138" y="3425824"/>
            <a:ext cx="3481387" cy="3175"/>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51225" name="Rectangle 25"/>
          <p:cNvSpPr>
            <a:spLocks noChangeArrowheads="1"/>
          </p:cNvSpPr>
          <p:nvPr/>
        </p:nvSpPr>
        <p:spPr bwMode="auto">
          <a:xfrm>
            <a:off x="7887118" y="3244850"/>
            <a:ext cx="734176" cy="33906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lnSpc>
                <a:spcPct val="90000"/>
              </a:lnSpc>
            </a:pPr>
            <a:r>
              <a:rPr kumimoji="1" lang="en-US" altLang="zh-CN" b="1" dirty="0" smtClean="0">
                <a:solidFill>
                  <a:srgbClr val="333399"/>
                </a:solidFill>
                <a:ea typeface="黑体" pitchFamily="2" charset="-122"/>
              </a:rPr>
              <a:t>16 </a:t>
            </a:r>
            <a:r>
              <a:rPr kumimoji="1" lang="zh-CN" altLang="en-US" b="1" dirty="0">
                <a:solidFill>
                  <a:srgbClr val="333399"/>
                </a:solidFill>
                <a:ea typeface="黑体" pitchFamily="2" charset="-122"/>
              </a:rPr>
              <a:t>位</a:t>
            </a:r>
          </a:p>
        </p:txBody>
      </p:sp>
      <p:sp>
        <p:nvSpPr>
          <p:cNvPr id="51226" name="Line 26"/>
          <p:cNvSpPr>
            <a:spLocks noChangeShapeType="1"/>
          </p:cNvSpPr>
          <p:nvPr/>
        </p:nvSpPr>
        <p:spPr bwMode="auto">
          <a:xfrm>
            <a:off x="3033713" y="32702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1227" name="Line 27"/>
          <p:cNvSpPr>
            <a:spLocks noChangeShapeType="1"/>
          </p:cNvSpPr>
          <p:nvPr/>
        </p:nvSpPr>
        <p:spPr bwMode="auto">
          <a:xfrm>
            <a:off x="6561138" y="32702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1228" name="Line 28"/>
          <p:cNvSpPr>
            <a:spLocks noChangeShapeType="1"/>
          </p:cNvSpPr>
          <p:nvPr/>
        </p:nvSpPr>
        <p:spPr bwMode="auto">
          <a:xfrm>
            <a:off x="10056813" y="32702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1229" name="Rectangle 29"/>
          <p:cNvSpPr>
            <a:spLocks noChangeArrowheads="1"/>
          </p:cNvSpPr>
          <p:nvPr/>
        </p:nvSpPr>
        <p:spPr bwMode="auto">
          <a:xfrm>
            <a:off x="1838325" y="2795588"/>
            <a:ext cx="1110883"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dirty="0">
                <a:solidFill>
                  <a:srgbClr val="333399"/>
                </a:solidFill>
                <a:ea typeface="黑体" pitchFamily="2" charset="-122"/>
              </a:rPr>
              <a:t>B </a:t>
            </a:r>
            <a:r>
              <a:rPr kumimoji="1" lang="zh-CN" altLang="en-US" b="1" dirty="0">
                <a:solidFill>
                  <a:srgbClr val="333399"/>
                </a:solidFill>
                <a:ea typeface="黑体" pitchFamily="2" charset="-122"/>
              </a:rPr>
              <a:t>类地址</a:t>
            </a:r>
          </a:p>
        </p:txBody>
      </p:sp>
      <p:sp>
        <p:nvSpPr>
          <p:cNvPr id="51230" name="Line 30"/>
          <p:cNvSpPr>
            <a:spLocks noChangeShapeType="1"/>
          </p:cNvSpPr>
          <p:nvPr/>
        </p:nvSpPr>
        <p:spPr bwMode="auto">
          <a:xfrm>
            <a:off x="6561138" y="2794000"/>
            <a:ext cx="0" cy="4333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51231" name="Rectangle 31"/>
          <p:cNvSpPr>
            <a:spLocks noChangeArrowheads="1"/>
          </p:cNvSpPr>
          <p:nvPr/>
        </p:nvSpPr>
        <p:spPr bwMode="auto">
          <a:xfrm>
            <a:off x="1824038" y="3900488"/>
            <a:ext cx="11064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C </a:t>
            </a:r>
            <a:r>
              <a:rPr kumimoji="1" lang="zh-CN" altLang="en-US" b="1">
                <a:solidFill>
                  <a:srgbClr val="333399"/>
                </a:solidFill>
                <a:ea typeface="黑体" pitchFamily="2" charset="-122"/>
              </a:rPr>
              <a:t>类地址</a:t>
            </a:r>
          </a:p>
        </p:txBody>
      </p:sp>
      <p:sp>
        <p:nvSpPr>
          <p:cNvPr id="51232" name="Rectangle 32"/>
          <p:cNvSpPr>
            <a:spLocks noChangeArrowheads="1"/>
          </p:cNvSpPr>
          <p:nvPr/>
        </p:nvSpPr>
        <p:spPr bwMode="auto">
          <a:xfrm>
            <a:off x="3346450" y="391953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0</a:t>
            </a:r>
          </a:p>
        </p:txBody>
      </p:sp>
      <p:sp>
        <p:nvSpPr>
          <p:cNvPr id="51233" name="Rectangle 33"/>
          <p:cNvSpPr>
            <a:spLocks noChangeArrowheads="1"/>
          </p:cNvSpPr>
          <p:nvPr/>
        </p:nvSpPr>
        <p:spPr bwMode="auto">
          <a:xfrm>
            <a:off x="2959100" y="3911600"/>
            <a:ext cx="4857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en-US" altLang="zh-CN" b="1">
                <a:solidFill>
                  <a:srgbClr val="333399"/>
                </a:solidFill>
                <a:ea typeface="黑体" pitchFamily="2" charset="-122"/>
              </a:rPr>
              <a:t>1</a:t>
            </a:r>
          </a:p>
        </p:txBody>
      </p:sp>
      <p:sp>
        <p:nvSpPr>
          <p:cNvPr id="51234" name="Rectangle 34"/>
          <p:cNvSpPr>
            <a:spLocks noChangeArrowheads="1"/>
          </p:cNvSpPr>
          <p:nvPr/>
        </p:nvSpPr>
        <p:spPr bwMode="auto">
          <a:xfrm>
            <a:off x="3154363" y="3919538"/>
            <a:ext cx="482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en-US" altLang="zh-CN" b="1">
                <a:solidFill>
                  <a:srgbClr val="333399"/>
                </a:solidFill>
                <a:ea typeface="黑体" pitchFamily="2" charset="-122"/>
              </a:rPr>
              <a:t>1</a:t>
            </a:r>
          </a:p>
        </p:txBody>
      </p:sp>
      <p:sp>
        <p:nvSpPr>
          <p:cNvPr id="51235" name="Line 35"/>
          <p:cNvSpPr>
            <a:spLocks noChangeShapeType="1"/>
          </p:cNvSpPr>
          <p:nvPr/>
        </p:nvSpPr>
        <p:spPr bwMode="auto">
          <a:xfrm>
            <a:off x="3703638" y="3889375"/>
            <a:ext cx="0" cy="439738"/>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51236" name="Line 36"/>
          <p:cNvSpPr>
            <a:spLocks noChangeShapeType="1"/>
          </p:cNvSpPr>
          <p:nvPr/>
        </p:nvSpPr>
        <p:spPr bwMode="auto">
          <a:xfrm>
            <a:off x="8348663" y="3884613"/>
            <a:ext cx="0" cy="4413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51237" name="Line 37"/>
          <p:cNvSpPr>
            <a:spLocks noChangeShapeType="1"/>
          </p:cNvSpPr>
          <p:nvPr/>
        </p:nvSpPr>
        <p:spPr bwMode="auto">
          <a:xfrm flipV="1">
            <a:off x="8353425" y="4546600"/>
            <a:ext cx="1689100"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51239" name="Line 41"/>
          <p:cNvSpPr>
            <a:spLocks noChangeShapeType="1"/>
          </p:cNvSpPr>
          <p:nvPr/>
        </p:nvSpPr>
        <p:spPr bwMode="auto">
          <a:xfrm>
            <a:off x="3019425" y="439261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1240" name="Line 42"/>
          <p:cNvSpPr>
            <a:spLocks noChangeShapeType="1"/>
          </p:cNvSpPr>
          <p:nvPr/>
        </p:nvSpPr>
        <p:spPr bwMode="auto">
          <a:xfrm>
            <a:off x="8353425" y="439578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1241" name="Line 43"/>
          <p:cNvSpPr>
            <a:spLocks noChangeShapeType="1"/>
          </p:cNvSpPr>
          <p:nvPr/>
        </p:nvSpPr>
        <p:spPr bwMode="auto">
          <a:xfrm>
            <a:off x="10042525" y="437673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1242" name="Rectangle 44"/>
          <p:cNvSpPr>
            <a:spLocks noChangeArrowheads="1"/>
          </p:cNvSpPr>
          <p:nvPr/>
        </p:nvSpPr>
        <p:spPr bwMode="auto">
          <a:xfrm>
            <a:off x="3027363" y="5038725"/>
            <a:ext cx="7067550" cy="444500"/>
          </a:xfrm>
          <a:prstGeom prst="rect">
            <a:avLst/>
          </a:prstGeom>
          <a:solidFill>
            <a:srgbClr val="CCECFF"/>
          </a:solidFill>
          <a:ln w="2540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51243" name="Rectangle 45"/>
          <p:cNvSpPr>
            <a:spLocks noChangeArrowheads="1"/>
          </p:cNvSpPr>
          <p:nvPr/>
        </p:nvSpPr>
        <p:spPr bwMode="auto">
          <a:xfrm>
            <a:off x="1819275" y="5049838"/>
            <a:ext cx="11064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D </a:t>
            </a:r>
            <a:r>
              <a:rPr kumimoji="1" lang="zh-CN" altLang="en-US" b="1">
                <a:solidFill>
                  <a:srgbClr val="333399"/>
                </a:solidFill>
                <a:ea typeface="黑体" pitchFamily="2" charset="-122"/>
              </a:rPr>
              <a:t>类地址</a:t>
            </a:r>
          </a:p>
        </p:txBody>
      </p:sp>
      <p:sp>
        <p:nvSpPr>
          <p:cNvPr id="51244" name="Line 46"/>
          <p:cNvSpPr>
            <a:spLocks noChangeShapeType="1"/>
          </p:cNvSpPr>
          <p:nvPr/>
        </p:nvSpPr>
        <p:spPr bwMode="auto">
          <a:xfrm>
            <a:off x="3808413" y="5046663"/>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51245" name="Rectangle 47"/>
          <p:cNvSpPr>
            <a:spLocks noChangeArrowheads="1"/>
          </p:cNvSpPr>
          <p:nvPr/>
        </p:nvSpPr>
        <p:spPr bwMode="auto">
          <a:xfrm>
            <a:off x="2963863" y="5037138"/>
            <a:ext cx="8874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1 1 1 0</a:t>
            </a:r>
          </a:p>
        </p:txBody>
      </p:sp>
      <p:sp>
        <p:nvSpPr>
          <p:cNvPr id="51246" name="Rectangle 48"/>
          <p:cNvSpPr>
            <a:spLocks noChangeArrowheads="1"/>
          </p:cNvSpPr>
          <p:nvPr/>
        </p:nvSpPr>
        <p:spPr bwMode="auto">
          <a:xfrm>
            <a:off x="5795963" y="5067300"/>
            <a:ext cx="12985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b="1">
                <a:solidFill>
                  <a:srgbClr val="333399"/>
                </a:solidFill>
                <a:ea typeface="黑体" pitchFamily="2" charset="-122"/>
              </a:rPr>
              <a:t>多 播 地 址</a:t>
            </a:r>
          </a:p>
        </p:txBody>
      </p:sp>
      <p:sp>
        <p:nvSpPr>
          <p:cNvPr id="51247" name="Rectangle 49"/>
          <p:cNvSpPr>
            <a:spLocks noChangeArrowheads="1"/>
          </p:cNvSpPr>
          <p:nvPr/>
        </p:nvSpPr>
        <p:spPr bwMode="auto">
          <a:xfrm>
            <a:off x="3041650" y="5881688"/>
            <a:ext cx="7053263" cy="444500"/>
          </a:xfrm>
          <a:prstGeom prst="rect">
            <a:avLst/>
          </a:prstGeom>
          <a:solidFill>
            <a:srgbClr val="CCECFF"/>
          </a:solidFill>
          <a:ln w="25400">
            <a:solidFill>
              <a:schemeClr val="tx1"/>
            </a:solidFill>
            <a:miter lim="800000"/>
            <a:headEnd/>
            <a:tailEnd/>
          </a:ln>
        </p:spPr>
        <p:txBody>
          <a:bodyPr wrap="none" anchor="ctr"/>
          <a:lstStyle/>
          <a:p>
            <a:pPr eaLnBrk="1" hangingPunct="1"/>
            <a:endParaRPr lang="zh-CN" altLang="en-US" b="1">
              <a:latin typeface="Tahoma" pitchFamily="34" charset="0"/>
              <a:ea typeface="黑体" pitchFamily="2" charset="-122"/>
            </a:endParaRPr>
          </a:p>
        </p:txBody>
      </p:sp>
      <p:sp>
        <p:nvSpPr>
          <p:cNvPr id="51248" name="Rectangle 50"/>
          <p:cNvSpPr>
            <a:spLocks noChangeArrowheads="1"/>
          </p:cNvSpPr>
          <p:nvPr/>
        </p:nvSpPr>
        <p:spPr bwMode="auto">
          <a:xfrm>
            <a:off x="1862138" y="5891213"/>
            <a:ext cx="10937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E </a:t>
            </a:r>
            <a:r>
              <a:rPr kumimoji="1" lang="zh-CN" altLang="en-US" b="1">
                <a:solidFill>
                  <a:srgbClr val="333399"/>
                </a:solidFill>
                <a:ea typeface="黑体" pitchFamily="2" charset="-122"/>
              </a:rPr>
              <a:t>类地址</a:t>
            </a:r>
          </a:p>
        </p:txBody>
      </p:sp>
      <p:sp>
        <p:nvSpPr>
          <p:cNvPr id="51249" name="Rectangle 51"/>
          <p:cNvSpPr>
            <a:spLocks noChangeArrowheads="1"/>
          </p:cNvSpPr>
          <p:nvPr/>
        </p:nvSpPr>
        <p:spPr bwMode="auto">
          <a:xfrm>
            <a:off x="5257800" y="5902325"/>
            <a:ext cx="21828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b="1">
                <a:solidFill>
                  <a:srgbClr val="333399"/>
                </a:solidFill>
                <a:ea typeface="黑体" pitchFamily="2" charset="-122"/>
              </a:rPr>
              <a:t>保 留 为 今 后 使 用</a:t>
            </a:r>
          </a:p>
        </p:txBody>
      </p:sp>
      <p:sp>
        <p:nvSpPr>
          <p:cNvPr id="51250" name="Line 52"/>
          <p:cNvSpPr>
            <a:spLocks noChangeShapeType="1"/>
          </p:cNvSpPr>
          <p:nvPr/>
        </p:nvSpPr>
        <p:spPr bwMode="auto">
          <a:xfrm>
            <a:off x="3836988" y="5907088"/>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51251" name="Rectangle 53"/>
          <p:cNvSpPr>
            <a:spLocks noChangeArrowheads="1"/>
          </p:cNvSpPr>
          <p:nvPr/>
        </p:nvSpPr>
        <p:spPr bwMode="auto">
          <a:xfrm>
            <a:off x="2970213" y="5888038"/>
            <a:ext cx="8874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1 1 1 1</a:t>
            </a:r>
          </a:p>
        </p:txBody>
      </p:sp>
      <p:sp>
        <p:nvSpPr>
          <p:cNvPr id="51252" name="Rectangle 54"/>
          <p:cNvSpPr>
            <a:spLocks noChangeArrowheads="1"/>
          </p:cNvSpPr>
          <p:nvPr/>
        </p:nvSpPr>
        <p:spPr bwMode="auto">
          <a:xfrm>
            <a:off x="3152775" y="27797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b="1">
                <a:solidFill>
                  <a:srgbClr val="333399"/>
                </a:solidFill>
                <a:ea typeface="黑体" pitchFamily="2" charset="-122"/>
              </a:rPr>
              <a:t>0</a:t>
            </a:r>
          </a:p>
        </p:txBody>
      </p:sp>
      <p:sp>
        <p:nvSpPr>
          <p:cNvPr id="51253" name="Rectangle 55"/>
          <p:cNvSpPr>
            <a:spLocks noChangeArrowheads="1"/>
          </p:cNvSpPr>
          <p:nvPr/>
        </p:nvSpPr>
        <p:spPr bwMode="auto">
          <a:xfrm>
            <a:off x="2960688" y="2779713"/>
            <a:ext cx="4841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en-US" altLang="zh-CN" b="1">
                <a:solidFill>
                  <a:srgbClr val="333399"/>
                </a:solidFill>
                <a:ea typeface="黑体" pitchFamily="2" charset="-122"/>
              </a:rPr>
              <a:t>1</a:t>
            </a:r>
          </a:p>
        </p:txBody>
      </p:sp>
      <p:sp>
        <p:nvSpPr>
          <p:cNvPr id="51254" name="Line 56"/>
          <p:cNvSpPr>
            <a:spLocks noChangeShapeType="1"/>
          </p:cNvSpPr>
          <p:nvPr/>
        </p:nvSpPr>
        <p:spPr bwMode="auto">
          <a:xfrm>
            <a:off x="3511550" y="2776538"/>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51255" name="AutoShape 57"/>
          <p:cNvSpPr>
            <a:spLocks noChangeArrowheads="1"/>
          </p:cNvSpPr>
          <p:nvPr/>
        </p:nvSpPr>
        <p:spPr bwMode="auto">
          <a:xfrm>
            <a:off x="4439817" y="2781300"/>
            <a:ext cx="3447302" cy="436563"/>
          </a:xfrm>
          <a:prstGeom prst="wedgeRoundRectCallout">
            <a:avLst>
              <a:gd name="adj1" fmla="val 46149"/>
              <a:gd name="adj2" fmla="val 724933"/>
              <a:gd name="adj3" fmla="val 16667"/>
            </a:avLst>
          </a:prstGeom>
          <a:solidFill>
            <a:srgbClr val="66FF99"/>
          </a:solidFill>
          <a:ln w="9525">
            <a:solidFill>
              <a:schemeClr val="tx1"/>
            </a:solidFill>
            <a:miter lim="800000"/>
            <a:headEnd/>
            <a:tailEnd/>
          </a:ln>
        </p:spPr>
        <p:txBody>
          <a:bodyPr/>
          <a:lstStyle/>
          <a:p>
            <a:pPr algn="ctr" eaLnBrk="1" hangingPunct="1"/>
            <a:r>
              <a:rPr lang="en-US" altLang="zh-CN" b="1">
                <a:solidFill>
                  <a:srgbClr val="333399"/>
                </a:solidFill>
                <a:ea typeface="黑体" pitchFamily="2" charset="-122"/>
              </a:rPr>
              <a:t>E </a:t>
            </a:r>
            <a:r>
              <a:rPr lang="zh-CN" altLang="en-US" b="1">
                <a:solidFill>
                  <a:srgbClr val="333399"/>
                </a:solidFill>
                <a:ea typeface="黑体" pitchFamily="2" charset="-122"/>
              </a:rPr>
              <a:t>类地址保留为今后使用</a:t>
            </a:r>
            <a:r>
              <a:rPr lang="zh-CN" altLang="en-US" b="1">
                <a:latin typeface="Tahoma" pitchFamily="34" charset="0"/>
              </a:rPr>
              <a:t> </a:t>
            </a:r>
          </a:p>
        </p:txBody>
      </p:sp>
      <p:sp>
        <p:nvSpPr>
          <p:cNvPr id="58" name="Rectangle 40"/>
          <p:cNvSpPr>
            <a:spLocks noChangeArrowheads="1"/>
          </p:cNvSpPr>
          <p:nvPr/>
        </p:nvSpPr>
        <p:spPr bwMode="auto">
          <a:xfrm>
            <a:off x="8962518" y="4356105"/>
            <a:ext cx="606668" cy="339260"/>
          </a:xfrm>
          <a:prstGeom prst="rect">
            <a:avLst/>
          </a:prstGeom>
          <a:solidFill>
            <a:schemeClr val="bg1"/>
          </a:solidFill>
          <a:ln>
            <a:noFill/>
          </a:ln>
          <a:extLst/>
        </p:spPr>
        <p:txBody>
          <a:bodyPr wrap="none" lIns="90488" tIns="44450" rIns="90488" bIns="44450">
            <a:spAutoFit/>
          </a:bodyPr>
          <a:lstStyle/>
          <a:p>
            <a:pPr algn="ctr" defTabSz="762000">
              <a:lnSpc>
                <a:spcPct val="90000"/>
              </a:lnSpc>
            </a:pPr>
            <a:r>
              <a:rPr kumimoji="1" lang="en-US" altLang="zh-CN" b="1" dirty="0" smtClean="0">
                <a:solidFill>
                  <a:srgbClr val="333399"/>
                </a:solidFill>
                <a:ea typeface="黑体" pitchFamily="2" charset="-122"/>
              </a:rPr>
              <a:t>8 </a:t>
            </a:r>
            <a:r>
              <a:rPr kumimoji="1" lang="zh-CN" altLang="en-US" b="1" dirty="0">
                <a:solidFill>
                  <a:srgbClr val="333399"/>
                </a:solidFill>
                <a:ea typeface="黑体" pitchFamily="2" charset="-122"/>
              </a:rPr>
              <a:t>位</a:t>
            </a:r>
          </a:p>
        </p:txBody>
      </p:sp>
    </p:spTree>
    <p:extLst>
      <p:ext uri="{BB962C8B-B14F-4D97-AF65-F5344CB8AC3E}">
        <p14:creationId xmlns:p14="http://schemas.microsoft.com/office/powerpoint/2010/main" val="8065124"/>
      </p:ext>
    </p:extLst>
  </p:cSld>
  <p:clrMapOvr>
    <a:masterClrMapping/>
  </p:clrMapOvr>
  <p:transition spd="slow"/>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nchor="ctr"/>
          <a:lstStyle/>
          <a:p>
            <a:pPr eaLnBrk="1" hangingPunct="1"/>
            <a:r>
              <a:rPr lang="zh-CN" altLang="en-US" dirty="0" smtClean="0"/>
              <a:t>分类的 </a:t>
            </a:r>
            <a:r>
              <a:rPr lang="en-US" altLang="zh-CN" dirty="0" smtClean="0"/>
              <a:t>IP </a:t>
            </a:r>
            <a:r>
              <a:rPr lang="zh-CN" altLang="en-US" dirty="0" smtClean="0"/>
              <a:t>地址 </a:t>
            </a:r>
          </a:p>
        </p:txBody>
      </p:sp>
      <p:sp>
        <p:nvSpPr>
          <p:cNvPr id="11" name="内容占位符 2"/>
          <p:cNvSpPr>
            <a:spLocks noGrp="1"/>
          </p:cNvSpPr>
          <p:nvPr>
            <p:ph idx="1"/>
          </p:nvPr>
        </p:nvSpPr>
        <p:spPr>
          <a:xfrm>
            <a:off x="443706" y="1267200"/>
            <a:ext cx="10800000" cy="4895850"/>
          </a:xfrm>
        </p:spPr>
        <p:txBody>
          <a:bodyPr/>
          <a:lstStyle/>
          <a:p>
            <a:r>
              <a:rPr lang="zh-CN" altLang="en-US" b="1" dirty="0">
                <a:solidFill>
                  <a:schemeClr val="tx2">
                    <a:lumMod val="60000"/>
                    <a:lumOff val="40000"/>
                  </a:schemeClr>
                </a:solidFill>
              </a:rPr>
              <a:t>网络号</a:t>
            </a:r>
            <a:r>
              <a:rPr lang="zh-CN" altLang="en-US" b="1" dirty="0">
                <a:solidFill>
                  <a:srgbClr val="FF0000"/>
                </a:solidFill>
              </a:rPr>
              <a:t> </a:t>
            </a:r>
            <a:r>
              <a:rPr lang="en-US" altLang="zh-CN" b="1" dirty="0"/>
              <a:t>0 </a:t>
            </a:r>
            <a:r>
              <a:rPr lang="zh-CN" altLang="en-US" b="1" dirty="0"/>
              <a:t>和 </a:t>
            </a:r>
            <a:r>
              <a:rPr lang="en-US" altLang="zh-CN" b="1" dirty="0"/>
              <a:t>127 </a:t>
            </a:r>
            <a:r>
              <a:rPr lang="zh-CN" altLang="en-US" b="1" dirty="0"/>
              <a:t>是保留地址，</a:t>
            </a:r>
            <a:r>
              <a:rPr lang="zh-CN" altLang="en-US" b="1" dirty="0" smtClean="0"/>
              <a:t>不进行指派</a:t>
            </a:r>
            <a:r>
              <a:rPr lang="zh-CN" altLang="en-US" b="1" dirty="0"/>
              <a:t>。</a:t>
            </a:r>
            <a:r>
              <a:rPr lang="en-US" altLang="zh-CN" b="1" dirty="0"/>
              <a:t>0 </a:t>
            </a:r>
            <a:r>
              <a:rPr lang="zh-CN" altLang="en-US" b="1" dirty="0"/>
              <a:t>表示“本网络”，</a:t>
            </a:r>
            <a:r>
              <a:rPr lang="en-US" altLang="zh-CN" b="1" dirty="0"/>
              <a:t>127 </a:t>
            </a:r>
            <a:r>
              <a:rPr lang="zh-CN" altLang="en-US" b="1" dirty="0"/>
              <a:t>保留作为本地</a:t>
            </a:r>
            <a:r>
              <a:rPr lang="zh-CN" altLang="en-US" b="1" dirty="0">
                <a:solidFill>
                  <a:srgbClr val="FF0000"/>
                </a:solidFill>
              </a:rPr>
              <a:t>环回测试</a:t>
            </a:r>
            <a:r>
              <a:rPr lang="zh-CN" altLang="en-US" b="1" dirty="0"/>
              <a:t>地址</a:t>
            </a:r>
            <a:r>
              <a:rPr lang="zh-CN" altLang="en-US" b="1" dirty="0" smtClean="0"/>
              <a:t>。</a:t>
            </a:r>
            <a:endParaRPr lang="en-US" altLang="zh-CN" b="1" dirty="0" smtClean="0"/>
          </a:p>
          <a:p>
            <a:r>
              <a:rPr lang="zh-CN" altLang="en-US" b="1" dirty="0" smtClean="0"/>
              <a:t>全 </a:t>
            </a:r>
            <a:r>
              <a:rPr lang="en-US" altLang="zh-CN" b="1" dirty="0" smtClean="0"/>
              <a:t>0 </a:t>
            </a:r>
            <a:r>
              <a:rPr lang="zh-CN" altLang="en-US" b="1" dirty="0" smtClean="0"/>
              <a:t>和全 </a:t>
            </a:r>
            <a:r>
              <a:rPr lang="en-US" altLang="zh-CN" b="1" dirty="0" smtClean="0"/>
              <a:t>1 </a:t>
            </a:r>
            <a:r>
              <a:rPr lang="zh-CN" altLang="en-US" b="1" dirty="0" smtClean="0"/>
              <a:t>的</a:t>
            </a:r>
            <a:r>
              <a:rPr lang="zh-CN" altLang="en-US" b="1" dirty="0" smtClean="0">
                <a:solidFill>
                  <a:schemeClr val="tx2">
                    <a:lumMod val="60000"/>
                    <a:lumOff val="40000"/>
                  </a:schemeClr>
                </a:solidFill>
              </a:rPr>
              <a:t>主机号</a:t>
            </a:r>
            <a:r>
              <a:rPr lang="zh-CN" altLang="en-US" b="1" dirty="0" smtClean="0"/>
              <a:t>一般不指派。主机号为全 </a:t>
            </a:r>
            <a:r>
              <a:rPr lang="en-US" altLang="zh-CN" b="1" dirty="0" smtClean="0"/>
              <a:t>0 </a:t>
            </a:r>
            <a:r>
              <a:rPr lang="zh-CN" altLang="en-US" b="1" dirty="0" smtClean="0"/>
              <a:t>的 </a:t>
            </a:r>
            <a:r>
              <a:rPr lang="en-US" altLang="zh-CN" b="1" dirty="0" smtClean="0"/>
              <a:t>IP </a:t>
            </a:r>
            <a:r>
              <a:rPr lang="zh-CN" altLang="en-US" b="1" dirty="0" smtClean="0"/>
              <a:t>地址表示该网络的地址；</a:t>
            </a:r>
            <a:r>
              <a:rPr lang="zh-CN" altLang="en-US" b="1" dirty="0"/>
              <a:t>主机号为全 </a:t>
            </a:r>
            <a:r>
              <a:rPr lang="en-US" altLang="zh-CN" b="1" dirty="0" smtClean="0"/>
              <a:t>1 </a:t>
            </a:r>
            <a:r>
              <a:rPr lang="zh-CN" altLang="en-US" b="1" dirty="0"/>
              <a:t>的 </a:t>
            </a:r>
            <a:r>
              <a:rPr lang="en-US" altLang="zh-CN" b="1" dirty="0"/>
              <a:t>IP </a:t>
            </a:r>
            <a:r>
              <a:rPr lang="zh-CN" altLang="en-US" b="1" dirty="0"/>
              <a:t>地址</a:t>
            </a:r>
            <a:r>
              <a:rPr lang="zh-CN" altLang="en-US" b="1" dirty="0" smtClean="0"/>
              <a:t>表示该网络上的所有主机，是该网络的广播地址。</a:t>
            </a:r>
            <a:endParaRPr lang="zh-CN" altLang="en-US" b="1" dirty="0"/>
          </a:p>
        </p:txBody>
      </p:sp>
    </p:spTree>
    <p:extLst>
      <p:ext uri="{BB962C8B-B14F-4D97-AF65-F5344CB8AC3E}">
        <p14:creationId xmlns:p14="http://schemas.microsoft.com/office/powerpoint/2010/main" val="1406706137"/>
      </p:ext>
    </p:extLst>
  </p:cSld>
  <p:clrMapOvr>
    <a:masterClrMapping/>
  </p:clrMapOvr>
  <p:transition spd="slow"/>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nchor="ctr"/>
          <a:lstStyle/>
          <a:p>
            <a:pPr eaLnBrk="1" hangingPunct="1"/>
            <a:r>
              <a:rPr lang="zh-CN" altLang="en-US" dirty="0" smtClean="0"/>
              <a:t>无分类编址 </a:t>
            </a:r>
            <a:r>
              <a:rPr lang="en-US" altLang="zh-CN" dirty="0" smtClean="0"/>
              <a:t>CIDR</a:t>
            </a:r>
            <a:endParaRPr lang="zh-CN" altLang="en-US" dirty="0" smtClean="0"/>
          </a:p>
        </p:txBody>
      </p:sp>
      <p:sp>
        <p:nvSpPr>
          <p:cNvPr id="215043" name="Rectangle 3"/>
          <p:cNvSpPr>
            <a:spLocks noGrp="1" noChangeArrowheads="1"/>
          </p:cNvSpPr>
          <p:nvPr>
            <p:ph idx="1"/>
          </p:nvPr>
        </p:nvSpPr>
        <p:spPr>
          <a:xfrm>
            <a:off x="442913" y="1277458"/>
            <a:ext cx="10801350" cy="4895850"/>
          </a:xfrm>
        </p:spPr>
        <p:txBody>
          <a:bodyPr/>
          <a:lstStyle/>
          <a:p>
            <a:pPr algn="just" eaLnBrk="1" hangingPunct="1"/>
            <a:r>
              <a:rPr lang="zh-CN" altLang="en-US" b="1" dirty="0" smtClean="0"/>
              <a:t>分类的 </a:t>
            </a:r>
            <a:r>
              <a:rPr lang="en-US" altLang="zh-CN" b="1" dirty="0" smtClean="0"/>
              <a:t>IP </a:t>
            </a:r>
            <a:r>
              <a:rPr lang="zh-CN" altLang="en-US" b="1" dirty="0" smtClean="0"/>
              <a:t>地址不够灵活，会造成 </a:t>
            </a:r>
            <a:r>
              <a:rPr lang="en-US" altLang="zh-CN" b="1" dirty="0" smtClean="0"/>
              <a:t>IP </a:t>
            </a:r>
            <a:r>
              <a:rPr lang="zh-CN" altLang="en-US" b="1" dirty="0" smtClean="0"/>
              <a:t>地址资源的浪费，于是新的</a:t>
            </a:r>
            <a:r>
              <a:rPr lang="zh-CN" altLang="en-US" b="1" dirty="0" smtClean="0">
                <a:solidFill>
                  <a:srgbClr val="FF0000"/>
                </a:solidFill>
              </a:rPr>
              <a:t>无分类编址</a:t>
            </a:r>
            <a:r>
              <a:rPr lang="zh-CN" altLang="en-US" b="1" dirty="0" smtClean="0"/>
              <a:t>方法取代了分类的 </a:t>
            </a:r>
            <a:r>
              <a:rPr lang="en-US" altLang="zh-CN" b="1" dirty="0" smtClean="0"/>
              <a:t>IP </a:t>
            </a:r>
            <a:r>
              <a:rPr lang="zh-CN" altLang="en-US" b="1" dirty="0" smtClean="0"/>
              <a:t>地址。</a:t>
            </a:r>
          </a:p>
          <a:p>
            <a:pPr algn="just" eaLnBrk="1" hangingPunct="1"/>
            <a:r>
              <a:rPr lang="zh-CN" altLang="en-US" b="1" dirty="0" smtClean="0"/>
              <a:t>无分类编址的全名是</a:t>
            </a:r>
            <a:r>
              <a:rPr lang="zh-CN" altLang="en-US" b="1" dirty="0" smtClean="0">
                <a:solidFill>
                  <a:srgbClr val="FF0000"/>
                </a:solidFill>
              </a:rPr>
              <a:t>无分类域间路由选择 </a:t>
            </a:r>
            <a:r>
              <a:rPr lang="en-US" altLang="zh-CN" b="1" dirty="0" smtClean="0"/>
              <a:t>CIDR</a:t>
            </a:r>
            <a:r>
              <a:rPr lang="zh-CN" altLang="en-US" b="1" dirty="0" smtClean="0"/>
              <a:t>，它把 </a:t>
            </a:r>
            <a:r>
              <a:rPr lang="en-US" altLang="zh-CN" b="1" dirty="0" smtClean="0"/>
              <a:t>IP </a:t>
            </a:r>
            <a:r>
              <a:rPr lang="zh-CN" altLang="en-US" b="1" dirty="0" smtClean="0"/>
              <a:t>地址划分为前后两个部分，前面部分是“</a:t>
            </a:r>
            <a:r>
              <a:rPr lang="zh-CN" altLang="en-US" b="1" dirty="0" smtClean="0">
                <a:solidFill>
                  <a:schemeClr val="tx2">
                    <a:lumMod val="60000"/>
                    <a:lumOff val="40000"/>
                  </a:schemeClr>
                </a:solidFill>
              </a:rPr>
              <a:t>网络前缀</a:t>
            </a:r>
            <a:r>
              <a:rPr lang="zh-CN" altLang="en-US" b="1" dirty="0" smtClean="0"/>
              <a:t>”</a:t>
            </a:r>
            <a:r>
              <a:rPr lang="en-US" altLang="zh-CN" b="1" dirty="0" smtClean="0"/>
              <a:t>(network-prefix)</a:t>
            </a:r>
            <a:r>
              <a:rPr lang="zh-CN" altLang="en-US" b="1" dirty="0" smtClean="0"/>
              <a:t>，用来指明网络；后面部分是</a:t>
            </a:r>
            <a:r>
              <a:rPr lang="zh-CN" altLang="en-US" b="1" dirty="0" smtClean="0">
                <a:solidFill>
                  <a:schemeClr val="tx2">
                    <a:lumMod val="60000"/>
                    <a:lumOff val="40000"/>
                  </a:schemeClr>
                </a:solidFill>
              </a:rPr>
              <a:t>主机号</a:t>
            </a:r>
            <a:r>
              <a:rPr lang="zh-CN" altLang="en-US" b="1" dirty="0" smtClean="0"/>
              <a:t>，用来指明主机。</a:t>
            </a:r>
          </a:p>
        </p:txBody>
      </p:sp>
    </p:spTree>
    <p:extLst>
      <p:ext uri="{BB962C8B-B14F-4D97-AF65-F5344CB8AC3E}">
        <p14:creationId xmlns:p14="http://schemas.microsoft.com/office/powerpoint/2010/main" val="3102509191"/>
      </p:ext>
    </p:extLst>
  </p:cSld>
  <p:clrMapOvr>
    <a:masterClrMapping/>
  </p:clrMapOvr>
  <p:transition spd="slow"/>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267" name="Rectangle 3"/>
          <p:cNvSpPr>
            <a:spLocks noGrp="1" noChangeArrowheads="1"/>
          </p:cNvSpPr>
          <p:nvPr>
            <p:ph idx="1"/>
          </p:nvPr>
        </p:nvSpPr>
        <p:spPr>
          <a:xfrm>
            <a:off x="442913" y="1268760"/>
            <a:ext cx="11304587" cy="4895850"/>
          </a:xfrm>
        </p:spPr>
        <p:txBody>
          <a:bodyPr/>
          <a:lstStyle/>
          <a:p>
            <a:pPr algn="just" eaLnBrk="1" hangingPunct="1"/>
            <a:r>
              <a:rPr lang="zh-CN" altLang="en-US" b="1" dirty="0" smtClean="0"/>
              <a:t>在使用 </a:t>
            </a:r>
            <a:r>
              <a:rPr lang="en-US" altLang="zh-CN" b="1" dirty="0" smtClean="0"/>
              <a:t>CIDR </a:t>
            </a:r>
            <a:r>
              <a:rPr lang="zh-CN" altLang="en-US" b="1" dirty="0" smtClean="0"/>
              <a:t>编址时，</a:t>
            </a:r>
            <a:r>
              <a:rPr lang="en-US" altLang="zh-CN" b="1" dirty="0" smtClean="0"/>
              <a:t>IP </a:t>
            </a:r>
            <a:r>
              <a:rPr lang="zh-CN" altLang="en-US" b="1" dirty="0" smtClean="0"/>
              <a:t>地址的定义及示意图如下：</a:t>
            </a:r>
            <a:endParaRPr lang="en-US" altLang="zh-CN" b="1" dirty="0" smtClean="0"/>
          </a:p>
          <a:p>
            <a:pPr algn="just" eaLnBrk="1" hangingPunct="1"/>
            <a:endParaRPr lang="en-US" altLang="zh-CN" b="1" dirty="0"/>
          </a:p>
          <a:p>
            <a:pPr algn="just" eaLnBrk="1" hangingPunct="1"/>
            <a:endParaRPr lang="en-US" altLang="zh-CN" b="1" dirty="0"/>
          </a:p>
          <a:p>
            <a:pPr algn="just" eaLnBrk="1" hangingPunct="1"/>
            <a:endParaRPr lang="en-US" altLang="zh-CN" b="1" dirty="0" smtClean="0"/>
          </a:p>
          <a:p>
            <a:pPr algn="just" eaLnBrk="1" hangingPunct="1"/>
            <a:endParaRPr lang="en-US" altLang="zh-CN" b="1" dirty="0" smtClean="0"/>
          </a:p>
          <a:p>
            <a:pPr algn="just" eaLnBrk="1" hangingPunct="1"/>
            <a:r>
              <a:rPr lang="zh-CN" altLang="en-US" b="1" dirty="0" smtClean="0"/>
              <a:t>在 </a:t>
            </a:r>
            <a:r>
              <a:rPr lang="en-US" altLang="zh-CN" b="1" dirty="0" smtClean="0"/>
              <a:t>CIDR </a:t>
            </a:r>
            <a:r>
              <a:rPr lang="zh-CN" altLang="en-US" b="1" dirty="0" smtClean="0"/>
              <a:t>编址</a:t>
            </a:r>
            <a:r>
              <a:rPr lang="zh-CN" altLang="en-US" b="1" dirty="0"/>
              <a:t>中</a:t>
            </a:r>
            <a:r>
              <a:rPr lang="zh-CN" altLang="en-US" b="1" dirty="0" smtClean="0"/>
              <a:t>，网络</a:t>
            </a:r>
            <a:r>
              <a:rPr lang="zh-CN" altLang="en-US" b="1" dirty="0"/>
              <a:t>前缀的位数 </a:t>
            </a:r>
            <a:r>
              <a:rPr lang="en-US" altLang="zh-CN" b="1" dirty="0">
                <a:solidFill>
                  <a:schemeClr val="tx2">
                    <a:lumMod val="60000"/>
                    <a:lumOff val="40000"/>
                  </a:schemeClr>
                </a:solidFill>
              </a:rPr>
              <a:t>n </a:t>
            </a:r>
            <a:r>
              <a:rPr lang="zh-CN" altLang="en-US" b="1" dirty="0">
                <a:solidFill>
                  <a:schemeClr val="tx2">
                    <a:lumMod val="60000"/>
                    <a:lumOff val="40000"/>
                  </a:schemeClr>
                </a:solidFill>
              </a:rPr>
              <a:t>不固定</a:t>
            </a:r>
            <a:r>
              <a:rPr lang="zh-CN" altLang="en-US" b="1" dirty="0"/>
              <a:t>，可以在 </a:t>
            </a:r>
            <a:r>
              <a:rPr lang="en-US" altLang="zh-CN" b="1" dirty="0"/>
              <a:t>0 ~ 32 </a:t>
            </a:r>
            <a:r>
              <a:rPr lang="zh-CN" altLang="en-US" b="1" dirty="0" smtClean="0"/>
              <a:t>之间</a:t>
            </a:r>
            <a:r>
              <a:rPr lang="zh-CN" altLang="en-US" b="1" dirty="0"/>
              <a:t>任意</a:t>
            </a:r>
            <a:r>
              <a:rPr lang="zh-CN" altLang="en-US" b="1" dirty="0" smtClean="0"/>
              <a:t>选取。</a:t>
            </a:r>
            <a:endParaRPr lang="zh-CN" altLang="en-US" b="1" dirty="0"/>
          </a:p>
          <a:p>
            <a:pPr algn="just" eaLnBrk="1" hangingPunct="1"/>
            <a:endParaRPr lang="en-US" altLang="zh-CN" b="1" dirty="0" smtClean="0"/>
          </a:p>
          <a:p>
            <a:pPr algn="just" eaLnBrk="1" hangingPunct="1"/>
            <a:endParaRPr lang="en-US" altLang="zh-CN" b="1" dirty="0" smtClean="0"/>
          </a:p>
        </p:txBody>
      </p:sp>
      <p:sp>
        <p:nvSpPr>
          <p:cNvPr id="216067" name="Rectangle 2"/>
          <p:cNvSpPr>
            <a:spLocks noChangeArrowheads="1"/>
          </p:cNvSpPr>
          <p:nvPr/>
        </p:nvSpPr>
        <p:spPr bwMode="auto">
          <a:xfrm>
            <a:off x="2044700" y="2119511"/>
            <a:ext cx="8029575" cy="733425"/>
          </a:xfrm>
          <a:prstGeom prst="rect">
            <a:avLst/>
          </a:prstGeom>
          <a:solidFill>
            <a:srgbClr val="FFFF99"/>
          </a:solidFill>
          <a:ln w="9525">
            <a:solidFill>
              <a:srgbClr val="333399"/>
            </a:solidFill>
            <a:miter lim="800000"/>
            <a:headEnd/>
            <a:tailEnd/>
          </a:ln>
          <a:effectLst>
            <a:outerShdw dist="35921" dir="2700000" algn="ctr" rotWithShape="0">
              <a:schemeClr val="bg2"/>
            </a:outerShdw>
          </a:effectLst>
        </p:spPr>
        <p:txBody>
          <a:bodyPr wrap="none" anchor="ctr"/>
          <a:lstStyle/>
          <a:p>
            <a:pPr algn="ctr" eaLnBrk="1" hangingPunct="1">
              <a:spcBef>
                <a:spcPct val="20000"/>
              </a:spcBef>
            </a:pPr>
            <a:r>
              <a:rPr lang="en-US" altLang="zh-CN" sz="2800" b="1" dirty="0">
                <a:solidFill>
                  <a:srgbClr val="4D4D4D"/>
                </a:solidFill>
              </a:rPr>
              <a:t>IP</a:t>
            </a:r>
            <a:r>
              <a:rPr lang="zh-CN" altLang="en-US" sz="2800" b="1" dirty="0">
                <a:solidFill>
                  <a:srgbClr val="4D4D4D"/>
                </a:solidFill>
              </a:rPr>
              <a:t>地址 </a:t>
            </a:r>
            <a:r>
              <a:rPr lang="en-US" altLang="zh-CN" sz="2800" b="1" dirty="0">
                <a:solidFill>
                  <a:srgbClr val="4D4D4D"/>
                </a:solidFill>
              </a:rPr>
              <a:t>::= {&lt;</a:t>
            </a:r>
            <a:r>
              <a:rPr lang="zh-CN" altLang="en-US" sz="2800" b="1" dirty="0">
                <a:solidFill>
                  <a:srgbClr val="4D4D4D"/>
                </a:solidFill>
              </a:rPr>
              <a:t>网络前缀</a:t>
            </a:r>
            <a:r>
              <a:rPr lang="en-US" altLang="zh-CN" sz="2800" b="1" dirty="0">
                <a:solidFill>
                  <a:srgbClr val="4D4D4D"/>
                </a:solidFill>
              </a:rPr>
              <a:t>&gt;, &lt;</a:t>
            </a:r>
            <a:r>
              <a:rPr lang="zh-CN" altLang="en-US" sz="2800" b="1" dirty="0">
                <a:solidFill>
                  <a:srgbClr val="4D4D4D"/>
                </a:solidFill>
              </a:rPr>
              <a:t>主机号</a:t>
            </a:r>
            <a:r>
              <a:rPr lang="en-US" altLang="zh-CN" sz="2800" b="1" dirty="0">
                <a:solidFill>
                  <a:srgbClr val="4D4D4D"/>
                </a:solidFill>
              </a:rPr>
              <a:t>&gt;}</a:t>
            </a:r>
            <a:endParaRPr lang="zh-CN" altLang="en-US" sz="2800" b="1" dirty="0">
              <a:solidFill>
                <a:srgbClr val="4D4D4D"/>
              </a:solidFill>
              <a:latin typeface="Tahoma" pitchFamily="34" charset="0"/>
              <a:ea typeface="黑体" pitchFamily="2" charset="-122"/>
            </a:endParaRPr>
          </a:p>
        </p:txBody>
      </p:sp>
      <p:sp>
        <p:nvSpPr>
          <p:cNvPr id="216068" name="Rectangle 4"/>
          <p:cNvSpPr>
            <a:spLocks noGrp="1" noChangeArrowheads="1"/>
          </p:cNvSpPr>
          <p:nvPr>
            <p:ph type="title"/>
          </p:nvPr>
        </p:nvSpPr>
        <p:spPr/>
        <p:txBody>
          <a:bodyPr anchor="ctr"/>
          <a:lstStyle/>
          <a:p>
            <a:pPr eaLnBrk="1" hangingPunct="1"/>
            <a:r>
              <a:rPr lang="zh-CN" altLang="en-US" dirty="0" smtClean="0"/>
              <a:t>无分类编址 </a:t>
            </a:r>
            <a:r>
              <a:rPr lang="en-US" altLang="zh-CN" dirty="0" smtClean="0"/>
              <a:t>CIDR</a:t>
            </a:r>
            <a:endParaRPr lang="zh-CN" altLang="en-US" dirty="0" smtClean="0"/>
          </a:p>
        </p:txBody>
      </p:sp>
      <p:grpSp>
        <p:nvGrpSpPr>
          <p:cNvPr id="5" name="组合 4"/>
          <p:cNvGrpSpPr/>
          <p:nvPr/>
        </p:nvGrpSpPr>
        <p:grpSpPr>
          <a:xfrm>
            <a:off x="3647728" y="3220200"/>
            <a:ext cx="6261812" cy="1596958"/>
            <a:chOff x="3852346" y="2085048"/>
            <a:chExt cx="3885548" cy="1108195"/>
          </a:xfrm>
        </p:grpSpPr>
        <p:sp>
          <p:nvSpPr>
            <p:cNvPr id="6" name="Line 10"/>
            <p:cNvSpPr>
              <a:spLocks noChangeShapeType="1"/>
            </p:cNvSpPr>
            <p:nvPr/>
          </p:nvSpPr>
          <p:spPr bwMode="auto">
            <a:xfrm>
              <a:off x="3852346" y="2085048"/>
              <a:ext cx="0" cy="340789"/>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7" name="Line 11"/>
            <p:cNvSpPr>
              <a:spLocks noChangeShapeType="1"/>
            </p:cNvSpPr>
            <p:nvPr/>
          </p:nvSpPr>
          <p:spPr bwMode="auto">
            <a:xfrm>
              <a:off x="7737894" y="2085048"/>
              <a:ext cx="0" cy="356611"/>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8" name="Line 12"/>
            <p:cNvSpPr>
              <a:spLocks noChangeShapeType="1"/>
            </p:cNvSpPr>
            <p:nvPr/>
          </p:nvSpPr>
          <p:spPr bwMode="auto">
            <a:xfrm>
              <a:off x="3880824" y="2230389"/>
              <a:ext cx="3837705" cy="0"/>
            </a:xfrm>
            <a:prstGeom prst="line">
              <a:avLst/>
            </a:prstGeom>
            <a:noFill/>
            <a:ln w="19050">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9" name="Text Box 13"/>
            <p:cNvSpPr txBox="1">
              <a:spLocks noChangeArrowheads="1"/>
            </p:cNvSpPr>
            <p:nvPr/>
          </p:nvSpPr>
          <p:spPr bwMode="auto">
            <a:xfrm>
              <a:off x="5521139" y="2118471"/>
              <a:ext cx="520627" cy="197819"/>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altLang="zh-CN" sz="2000" b="1" i="0" u="none" strike="noStrike" kern="0" cap="none" spc="0" normalizeH="0" baseline="0" noProof="0" dirty="0" smtClean="0">
                  <a:ln>
                    <a:noFill/>
                  </a:ln>
                  <a:solidFill>
                    <a:srgbClr val="0000FF"/>
                  </a:solidFill>
                  <a:effectLst/>
                  <a:uLnTx/>
                  <a:uFillTx/>
                  <a:latin typeface="微软雅黑" pitchFamily="34" charset="-122"/>
                  <a:ea typeface="微软雅黑" pitchFamily="34" charset="-122"/>
                </a:rPr>
                <a:t>32 </a:t>
              </a:r>
              <a:r>
                <a:rPr kumimoji="0" lang="zh-CN" altLang="en-US" sz="2000" b="1" i="0" u="none" strike="noStrike" kern="0" cap="none" spc="0" normalizeH="0" baseline="0" noProof="0" dirty="0" smtClean="0">
                  <a:ln>
                    <a:noFill/>
                  </a:ln>
                  <a:solidFill>
                    <a:srgbClr val="0000FF"/>
                  </a:solidFill>
                  <a:effectLst/>
                  <a:uLnTx/>
                  <a:uFillTx/>
                  <a:latin typeface="微软雅黑" pitchFamily="34" charset="-122"/>
                  <a:ea typeface="微软雅黑" pitchFamily="34" charset="-122"/>
                </a:rPr>
                <a:t>位</a:t>
              </a:r>
              <a:endParaRPr kumimoji="0" lang="zh-CN" altLang="en-US" sz="2000" b="1" i="0" u="none" strike="noStrike" kern="0" cap="none" spc="0" normalizeH="0" baseline="0" noProof="0" dirty="0">
                <a:ln>
                  <a:noFill/>
                </a:ln>
                <a:solidFill>
                  <a:srgbClr val="0000FF"/>
                </a:solidFill>
                <a:effectLst/>
                <a:uLnTx/>
                <a:uFillTx/>
                <a:latin typeface="微软雅黑" pitchFamily="34" charset="-122"/>
                <a:ea typeface="微软雅黑" pitchFamily="34" charset="-122"/>
              </a:endParaRPr>
            </a:p>
          </p:txBody>
        </p:sp>
        <p:grpSp>
          <p:nvGrpSpPr>
            <p:cNvPr id="10" name="Group 7"/>
            <p:cNvGrpSpPr>
              <a:grpSpLocks/>
            </p:cNvGrpSpPr>
            <p:nvPr/>
          </p:nvGrpSpPr>
          <p:grpSpPr bwMode="auto">
            <a:xfrm>
              <a:off x="3859181" y="2414669"/>
              <a:ext cx="3877574" cy="368560"/>
              <a:chOff x="1205" y="3011"/>
              <a:chExt cx="3072" cy="437"/>
            </a:xfrm>
          </p:grpSpPr>
          <p:sp>
            <p:nvSpPr>
              <p:cNvPr id="18" name="Rectangle 8"/>
              <p:cNvSpPr>
                <a:spLocks noChangeArrowheads="1"/>
              </p:cNvSpPr>
              <p:nvPr/>
            </p:nvSpPr>
            <p:spPr bwMode="auto">
              <a:xfrm>
                <a:off x="1205" y="3011"/>
                <a:ext cx="1536" cy="436"/>
              </a:xfrm>
              <a:prstGeom prst="rect">
                <a:avLst/>
              </a:prstGeom>
              <a:solidFill>
                <a:srgbClr val="FFCCFF"/>
              </a:solidFill>
              <a:ln w="19050" algn="ctr">
                <a:solidFill>
                  <a:schemeClr val="tx1"/>
                </a:solidFill>
                <a:miter lim="800000"/>
                <a:headEnd/>
                <a:tailEnd/>
              </a:ln>
              <a:effectLst/>
              <a:extLst/>
            </p:spPr>
            <p:txBody>
              <a:bodyPr wrap="none"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zh-CN" altLang="en-US" sz="2000" b="1" i="0" u="none" strike="noStrike" kern="0" cap="none" spc="0" normalizeH="0" baseline="0" noProof="0" dirty="0" smtClean="0">
                    <a:ln>
                      <a:noFill/>
                    </a:ln>
                    <a:solidFill>
                      <a:sysClr val="windowText" lastClr="000000"/>
                    </a:solidFill>
                    <a:effectLst/>
                    <a:uLnTx/>
                    <a:uFillTx/>
                    <a:latin typeface="微软雅黑" pitchFamily="34" charset="-122"/>
                    <a:ea typeface="微软雅黑" pitchFamily="34" charset="-122"/>
                  </a:rPr>
                  <a:t>网络</a:t>
                </a:r>
                <a:r>
                  <a:rPr lang="zh-CN" altLang="en-US" sz="2000" b="1" kern="0" dirty="0">
                    <a:solidFill>
                      <a:sysClr val="windowText" lastClr="000000"/>
                    </a:solidFill>
                    <a:latin typeface="微软雅黑" pitchFamily="34" charset="-122"/>
                    <a:ea typeface="微软雅黑" pitchFamily="34" charset="-122"/>
                  </a:rPr>
                  <a:t>前缀</a:t>
                </a:r>
                <a:endParaRPr kumimoji="0" lang="en-US" altLang="zh-CN" sz="2000" b="1" i="0" u="none" strike="noStrike" kern="0" cap="none" spc="0" normalizeH="0" baseline="0" noProof="0" dirty="0">
                  <a:ln>
                    <a:noFill/>
                  </a:ln>
                  <a:solidFill>
                    <a:sysClr val="windowText" lastClr="000000"/>
                  </a:solidFill>
                  <a:effectLst/>
                  <a:uLnTx/>
                  <a:uFillTx/>
                  <a:latin typeface="微软雅黑" pitchFamily="34" charset="-122"/>
                  <a:ea typeface="微软雅黑" pitchFamily="34" charset="-122"/>
                </a:endParaRPr>
              </a:p>
            </p:txBody>
          </p:sp>
          <p:sp>
            <p:nvSpPr>
              <p:cNvPr id="19" name="Rectangle 9"/>
              <p:cNvSpPr>
                <a:spLocks noChangeArrowheads="1"/>
              </p:cNvSpPr>
              <p:nvPr/>
            </p:nvSpPr>
            <p:spPr bwMode="auto">
              <a:xfrm>
                <a:off x="2741" y="3012"/>
                <a:ext cx="1536" cy="436"/>
              </a:xfrm>
              <a:prstGeom prst="rect">
                <a:avLst/>
              </a:prstGeom>
              <a:solidFill>
                <a:srgbClr val="FFFF99"/>
              </a:solidFill>
              <a:ln w="19050" algn="ctr">
                <a:solidFill>
                  <a:schemeClr val="tx1"/>
                </a:solidFill>
                <a:miter lim="800000"/>
                <a:headEnd/>
                <a:tailEnd/>
              </a:ln>
              <a:effectLst/>
              <a:extLst/>
            </p:spPr>
            <p:txBody>
              <a:bodyPr wrap="none"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zh-CN" altLang="en-US" sz="2000" b="1" i="0" u="none" strike="noStrike" kern="0" cap="none" spc="0" normalizeH="0" baseline="0" noProof="0" dirty="0" smtClean="0">
                    <a:ln>
                      <a:noFill/>
                    </a:ln>
                    <a:solidFill>
                      <a:srgbClr val="000000"/>
                    </a:solidFill>
                    <a:effectLst/>
                    <a:uLnTx/>
                    <a:uFillTx/>
                    <a:latin typeface="微软雅黑" pitchFamily="34" charset="-122"/>
                    <a:ea typeface="微软雅黑" pitchFamily="34" charset="-122"/>
                  </a:rPr>
                  <a:t>主机号</a:t>
                </a:r>
                <a:endParaRPr kumimoji="0" lang="en-US" altLang="zh-CN" sz="2000" b="1"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grpSp>
        <p:sp>
          <p:nvSpPr>
            <p:cNvPr id="11" name="Line 10"/>
            <p:cNvSpPr>
              <a:spLocks noChangeShapeType="1"/>
            </p:cNvSpPr>
            <p:nvPr/>
          </p:nvSpPr>
          <p:spPr bwMode="auto">
            <a:xfrm>
              <a:off x="3852346" y="2738467"/>
              <a:ext cx="0" cy="35876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effectLst/>
                <a:uLnTx/>
                <a:uFillTx/>
                <a:latin typeface="微软雅黑" pitchFamily="34" charset="-122"/>
                <a:ea typeface="微软雅黑" pitchFamily="34" charset="-122"/>
              </a:endParaRPr>
            </a:p>
          </p:txBody>
        </p:sp>
        <p:sp>
          <p:nvSpPr>
            <p:cNvPr id="12" name="Line 11"/>
            <p:cNvSpPr>
              <a:spLocks noChangeShapeType="1"/>
            </p:cNvSpPr>
            <p:nvPr/>
          </p:nvSpPr>
          <p:spPr bwMode="auto">
            <a:xfrm>
              <a:off x="7737894" y="2754289"/>
              <a:ext cx="0" cy="3429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effectLst/>
                <a:uLnTx/>
                <a:uFillTx/>
                <a:latin typeface="微软雅黑" pitchFamily="34" charset="-122"/>
                <a:ea typeface="微软雅黑" pitchFamily="34" charset="-122"/>
              </a:endParaRPr>
            </a:p>
          </p:txBody>
        </p:sp>
        <p:sp>
          <p:nvSpPr>
            <p:cNvPr id="13" name="Line 12"/>
            <p:cNvSpPr>
              <a:spLocks noChangeShapeType="1"/>
            </p:cNvSpPr>
            <p:nvPr/>
          </p:nvSpPr>
          <p:spPr bwMode="auto">
            <a:xfrm>
              <a:off x="3880825" y="2989758"/>
              <a:ext cx="1917144" cy="0"/>
            </a:xfrm>
            <a:prstGeom prst="line">
              <a:avLst/>
            </a:prstGeom>
            <a:noFill/>
            <a:ln w="190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effectLst/>
                <a:uLnTx/>
                <a:uFillTx/>
                <a:latin typeface="微软雅黑" pitchFamily="34" charset="-122"/>
                <a:ea typeface="微软雅黑" pitchFamily="34" charset="-122"/>
              </a:endParaRPr>
            </a:p>
          </p:txBody>
        </p:sp>
        <p:sp>
          <p:nvSpPr>
            <p:cNvPr id="14" name="Text Box 13"/>
            <p:cNvSpPr txBox="1">
              <a:spLocks noChangeArrowheads="1"/>
            </p:cNvSpPr>
            <p:nvPr/>
          </p:nvSpPr>
          <p:spPr bwMode="auto">
            <a:xfrm>
              <a:off x="4552574" y="2887825"/>
              <a:ext cx="416823" cy="305418"/>
            </a:xfrm>
            <a:prstGeom prst="rect">
              <a:avLst/>
            </a:prstGeom>
            <a:solidFill>
              <a:srgbClr val="FFFFFF"/>
            </a:solidFill>
            <a:ln w="9525" algn="ctr">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altLang="zh-CN" sz="2000" b="1" i="1" u="none" strike="noStrike" kern="0" cap="none" spc="0" normalizeH="0" baseline="0" noProof="0" dirty="0" smtClean="0">
                  <a:ln>
                    <a:noFill/>
                  </a:ln>
                  <a:solidFill>
                    <a:srgbClr val="C00000"/>
                  </a:solidFill>
                  <a:effectLst/>
                  <a:uLnTx/>
                  <a:uFillTx/>
                  <a:latin typeface="Times New Roman" panose="02020603050405020304" pitchFamily="18" charset="0"/>
                  <a:ea typeface="微软雅黑" pitchFamily="34" charset="-122"/>
                  <a:cs typeface="Times New Roman" panose="02020603050405020304" pitchFamily="18" charset="0"/>
                </a:rPr>
                <a:t>n</a:t>
              </a:r>
              <a:r>
                <a:rPr kumimoji="0" lang="en-US" altLang="zh-CN" sz="2000" b="1" i="0" u="none" strike="noStrike" kern="0" cap="none" spc="0" normalizeH="0" baseline="0" noProof="0" dirty="0" smtClean="0">
                  <a:ln>
                    <a:noFill/>
                  </a:ln>
                  <a:effectLst/>
                  <a:uLnTx/>
                  <a:uFillTx/>
                  <a:latin typeface="微软雅黑" pitchFamily="34" charset="-122"/>
                  <a:ea typeface="微软雅黑" pitchFamily="34" charset="-122"/>
                </a:rPr>
                <a:t> </a:t>
              </a:r>
              <a:r>
                <a:rPr kumimoji="0" lang="zh-CN" altLang="en-US" sz="2000" b="1" i="0" u="none" strike="noStrike" kern="0" cap="none" spc="0" normalizeH="0" baseline="0" noProof="0" dirty="0" smtClean="0">
                  <a:ln>
                    <a:noFill/>
                  </a:ln>
                  <a:solidFill>
                    <a:srgbClr val="000000"/>
                  </a:solidFill>
                  <a:effectLst/>
                  <a:uLnTx/>
                  <a:uFillTx/>
                  <a:latin typeface="微软雅黑" pitchFamily="34" charset="-122"/>
                  <a:ea typeface="微软雅黑" pitchFamily="34" charset="-122"/>
                </a:rPr>
                <a:t>位</a:t>
              </a:r>
              <a:endParaRPr kumimoji="0" lang="zh-CN" altLang="en-US" sz="2000" b="1"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sp>
          <p:nvSpPr>
            <p:cNvPr id="15" name="Line 11"/>
            <p:cNvSpPr>
              <a:spLocks noChangeShapeType="1"/>
            </p:cNvSpPr>
            <p:nvPr/>
          </p:nvSpPr>
          <p:spPr bwMode="auto">
            <a:xfrm>
              <a:off x="5797968" y="2754289"/>
              <a:ext cx="0" cy="3429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effectLst/>
                <a:uLnTx/>
                <a:uFillTx/>
                <a:latin typeface="微软雅黑" pitchFamily="34" charset="-122"/>
                <a:ea typeface="微软雅黑" pitchFamily="34" charset="-122"/>
              </a:endParaRPr>
            </a:p>
          </p:txBody>
        </p:sp>
        <p:sp>
          <p:nvSpPr>
            <p:cNvPr id="16" name="Line 12"/>
            <p:cNvSpPr>
              <a:spLocks noChangeShapeType="1"/>
            </p:cNvSpPr>
            <p:nvPr/>
          </p:nvSpPr>
          <p:spPr bwMode="auto">
            <a:xfrm>
              <a:off x="5817821" y="2989758"/>
              <a:ext cx="1917144" cy="0"/>
            </a:xfrm>
            <a:prstGeom prst="line">
              <a:avLst/>
            </a:prstGeom>
            <a:noFill/>
            <a:ln w="190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effectLst/>
                <a:uLnTx/>
                <a:uFillTx/>
                <a:latin typeface="微软雅黑" pitchFamily="34" charset="-122"/>
                <a:ea typeface="微软雅黑" pitchFamily="34" charset="-122"/>
              </a:endParaRPr>
            </a:p>
          </p:txBody>
        </p:sp>
        <p:sp>
          <p:nvSpPr>
            <p:cNvPr id="17" name="Text Box 13"/>
            <p:cNvSpPr txBox="1">
              <a:spLocks noChangeArrowheads="1"/>
            </p:cNvSpPr>
            <p:nvPr/>
          </p:nvSpPr>
          <p:spPr bwMode="auto">
            <a:xfrm>
              <a:off x="6409990" y="2885916"/>
              <a:ext cx="748827" cy="277653"/>
            </a:xfrm>
            <a:prstGeom prst="rect">
              <a:avLst/>
            </a:prstGeom>
            <a:solidFill>
              <a:srgbClr val="FFFFFF"/>
            </a:solidFill>
            <a:ln w="9525" algn="ctr">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defTabSz="914400" eaLnBrk="0" fontAlgn="auto" latinLnBrk="0" hangingPunct="0">
                <a:lnSpc>
                  <a:spcPct val="100000"/>
                </a:lnSpc>
                <a:spcBef>
                  <a:spcPts val="0"/>
                </a:spcBef>
                <a:spcAft>
                  <a:spcPts val="0"/>
                </a:spcAft>
                <a:buClrTx/>
                <a:buSzTx/>
                <a:buFontTx/>
                <a:buNone/>
                <a:tabLst/>
                <a:defRPr/>
              </a:pPr>
              <a:r>
                <a:rPr lang="en-US" altLang="zh-CN" sz="2000" b="1" i="1" kern="0" dirty="0">
                  <a:solidFill>
                    <a:srgbClr val="000000"/>
                  </a:solidFill>
                  <a:latin typeface="Times New Roman" panose="02020603050405020304" pitchFamily="18" charset="0"/>
                  <a:ea typeface="微软雅黑" pitchFamily="34" charset="-122"/>
                  <a:cs typeface="Times New Roman" panose="02020603050405020304" pitchFamily="18" charset="0"/>
                </a:rPr>
                <a:t>(</a:t>
              </a:r>
              <a:r>
                <a:rPr kumimoji="0" lang="en-US" altLang="zh-CN" sz="2000" b="1" i="1" u="none" strike="noStrike" kern="0" cap="none" spc="0" normalizeH="0" baseline="0" noProof="0" dirty="0" smtClean="0">
                  <a:ln>
                    <a:noFill/>
                  </a:ln>
                  <a:solidFill>
                    <a:srgbClr val="000000"/>
                  </a:solidFill>
                  <a:effectLst/>
                  <a:uLnTx/>
                  <a:uFillTx/>
                  <a:latin typeface="Times New Roman" panose="02020603050405020304" pitchFamily="18" charset="0"/>
                  <a:ea typeface="微软雅黑" pitchFamily="34" charset="-122"/>
                  <a:cs typeface="Times New Roman" panose="02020603050405020304" pitchFamily="18" charset="0"/>
                </a:rPr>
                <a:t>32-n) </a:t>
              </a:r>
              <a:r>
                <a:rPr kumimoji="0" lang="zh-CN" altLang="en-US" sz="2000" b="1" i="0" u="none" strike="noStrike" kern="0" cap="none" spc="0" normalizeH="0" baseline="0" noProof="0" dirty="0" smtClean="0">
                  <a:ln>
                    <a:noFill/>
                  </a:ln>
                  <a:solidFill>
                    <a:srgbClr val="000000"/>
                  </a:solidFill>
                  <a:effectLst/>
                  <a:uLnTx/>
                  <a:uFillTx/>
                  <a:latin typeface="微软雅黑" pitchFamily="34" charset="-122"/>
                  <a:ea typeface="微软雅黑" pitchFamily="34" charset="-122"/>
                </a:rPr>
                <a:t>位</a:t>
              </a:r>
              <a:endParaRPr kumimoji="0" lang="zh-CN" altLang="en-US" sz="2000" b="1"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grpSp>
      <p:sp>
        <p:nvSpPr>
          <p:cNvPr id="20" name="矩形 19"/>
          <p:cNvSpPr/>
          <p:nvPr/>
        </p:nvSpPr>
        <p:spPr>
          <a:xfrm>
            <a:off x="2258159" y="3818013"/>
            <a:ext cx="1173545" cy="400110"/>
          </a:xfrm>
          <a:prstGeom prst="rect">
            <a:avLst/>
          </a:prstGeom>
        </p:spPr>
        <p:txBody>
          <a:bodyPr wrap="square">
            <a:spAutoFit/>
          </a:bodyPr>
          <a:lstStyle/>
          <a:p>
            <a:r>
              <a:rPr lang="en-US" altLang="zh-CN" sz="2000" b="1" dirty="0" smtClean="0">
                <a:solidFill>
                  <a:srgbClr val="000000"/>
                </a:solidFill>
                <a:latin typeface="微软雅黑" panose="020B0503020204020204" pitchFamily="34" charset="-122"/>
                <a:ea typeface="微软雅黑" panose="020B0503020204020204" pitchFamily="34" charset="-122"/>
              </a:rPr>
              <a:t>IP </a:t>
            </a:r>
            <a:r>
              <a:rPr lang="zh-CN" altLang="en-US" sz="2000" b="1" dirty="0" smtClean="0">
                <a:solidFill>
                  <a:srgbClr val="000000"/>
                </a:solidFill>
                <a:latin typeface="微软雅黑" panose="020B0503020204020204" pitchFamily="34" charset="-122"/>
                <a:ea typeface="微软雅黑" panose="020B0503020204020204" pitchFamily="34" charset="-122"/>
              </a:rPr>
              <a:t>地址</a:t>
            </a:r>
            <a:endParaRPr lang="zh-CN" altLang="en-US" sz="2000" b="1" dirty="0">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58319414"/>
      </p:ext>
    </p:extLst>
  </p:cSld>
  <p:clrMapOvr>
    <a:masterClrMapping/>
  </p:clrMapOvr>
  <p:transition spd="slow"/>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267" name="Rectangle 3"/>
          <p:cNvSpPr>
            <a:spLocks noGrp="1" noChangeArrowheads="1"/>
          </p:cNvSpPr>
          <p:nvPr>
            <p:ph idx="1"/>
          </p:nvPr>
        </p:nvSpPr>
        <p:spPr>
          <a:xfrm>
            <a:off x="442913" y="1268760"/>
            <a:ext cx="11304587" cy="4895850"/>
          </a:xfrm>
        </p:spPr>
        <p:txBody>
          <a:bodyPr/>
          <a:lstStyle/>
          <a:p>
            <a:pPr algn="just" eaLnBrk="1" hangingPunct="1"/>
            <a:r>
              <a:rPr lang="en-US" altLang="zh-CN" b="1" dirty="0" smtClean="0"/>
              <a:t>CIDR </a:t>
            </a:r>
            <a:r>
              <a:rPr lang="zh-CN" altLang="en-US" b="1" dirty="0" smtClean="0"/>
              <a:t>使用“</a:t>
            </a:r>
            <a:r>
              <a:rPr lang="zh-CN" altLang="en-US" b="1" dirty="0" smtClean="0">
                <a:solidFill>
                  <a:srgbClr val="FF0000"/>
                </a:solidFill>
              </a:rPr>
              <a:t>斜线记法</a:t>
            </a:r>
            <a:r>
              <a:rPr lang="zh-CN" altLang="en-US" b="1" dirty="0" smtClean="0"/>
              <a:t>”</a:t>
            </a:r>
            <a:r>
              <a:rPr lang="en-US" altLang="zh-CN" b="1" dirty="0" smtClean="0"/>
              <a:t>(slash notation)</a:t>
            </a:r>
            <a:r>
              <a:rPr lang="zh-CN" altLang="en-US" b="1" dirty="0" smtClean="0"/>
              <a:t>，或称为 </a:t>
            </a:r>
            <a:r>
              <a:rPr lang="en-US" altLang="zh-CN" b="1" dirty="0" smtClean="0">
                <a:solidFill>
                  <a:srgbClr val="FF0000"/>
                </a:solidFill>
              </a:rPr>
              <a:t>CIDR </a:t>
            </a:r>
            <a:r>
              <a:rPr lang="zh-CN" altLang="en-US" b="1" dirty="0" smtClean="0">
                <a:solidFill>
                  <a:srgbClr val="FF0000"/>
                </a:solidFill>
              </a:rPr>
              <a:t>记法</a:t>
            </a:r>
            <a:r>
              <a:rPr lang="zh-CN" altLang="en-US" b="1" dirty="0" smtClean="0"/>
              <a:t>，即在 </a:t>
            </a:r>
            <a:r>
              <a:rPr lang="en-US" altLang="zh-CN" b="1" dirty="0" smtClean="0"/>
              <a:t>IP </a:t>
            </a:r>
            <a:r>
              <a:rPr lang="zh-CN" altLang="en-US" b="1" dirty="0" smtClean="0"/>
              <a:t>地址后面加上一个斜线“</a:t>
            </a:r>
            <a:r>
              <a:rPr lang="en-US" altLang="zh-CN" b="1" dirty="0" smtClean="0"/>
              <a:t>/”</a:t>
            </a:r>
            <a:r>
              <a:rPr lang="zh-CN" altLang="en-US" b="1" dirty="0"/>
              <a:t>，斜线后面写上网络前缀所占的位数。例如：</a:t>
            </a:r>
            <a:r>
              <a:rPr lang="en-US" altLang="zh-CN" b="1" dirty="0" smtClean="0"/>
              <a:t>128.14.35.7</a:t>
            </a:r>
            <a:r>
              <a:rPr lang="en-US" altLang="zh-CN" b="1" dirty="0" smtClean="0">
                <a:solidFill>
                  <a:schemeClr val="tx2">
                    <a:lumMod val="60000"/>
                    <a:lumOff val="40000"/>
                  </a:schemeClr>
                </a:solidFill>
              </a:rPr>
              <a:t>/20</a:t>
            </a:r>
            <a:r>
              <a:rPr lang="zh-CN" altLang="en-US" b="1" dirty="0" smtClean="0"/>
              <a:t>，前 </a:t>
            </a:r>
            <a:r>
              <a:rPr lang="en-US" altLang="zh-CN" b="1" dirty="0"/>
              <a:t>20 </a:t>
            </a:r>
            <a:r>
              <a:rPr lang="zh-CN" altLang="en-US" b="1" dirty="0"/>
              <a:t>位是网络</a:t>
            </a:r>
            <a:r>
              <a:rPr lang="zh-CN" altLang="en-US" b="1" dirty="0" smtClean="0"/>
              <a:t>前缀（相当于原来的网络号），剩下 </a:t>
            </a:r>
            <a:r>
              <a:rPr lang="en-US" altLang="zh-CN" b="1" dirty="0" smtClean="0"/>
              <a:t>12 </a:t>
            </a:r>
            <a:r>
              <a:rPr lang="zh-CN" altLang="en-US" b="1" dirty="0" smtClean="0"/>
              <a:t>位是主机号。</a:t>
            </a:r>
          </a:p>
          <a:p>
            <a:pPr algn="just" eaLnBrk="1" hangingPunct="1"/>
            <a:r>
              <a:rPr lang="en-US" altLang="zh-CN" b="1" dirty="0" smtClean="0"/>
              <a:t>CIDR </a:t>
            </a:r>
            <a:r>
              <a:rPr lang="zh-CN" altLang="en-US" b="1" dirty="0" smtClean="0"/>
              <a:t>把</a:t>
            </a:r>
            <a:r>
              <a:rPr lang="zh-CN" altLang="en-US" b="1" dirty="0" smtClean="0">
                <a:solidFill>
                  <a:schemeClr val="tx2">
                    <a:lumMod val="60000"/>
                    <a:lumOff val="40000"/>
                  </a:schemeClr>
                </a:solidFill>
              </a:rPr>
              <a:t>网络前缀都相同</a:t>
            </a:r>
            <a:r>
              <a:rPr lang="zh-CN" altLang="en-US" b="1" dirty="0" smtClean="0"/>
              <a:t>的连续的 </a:t>
            </a:r>
            <a:r>
              <a:rPr lang="en-US" altLang="zh-CN" b="1" dirty="0" smtClean="0"/>
              <a:t>IP </a:t>
            </a:r>
            <a:r>
              <a:rPr lang="zh-CN" altLang="en-US" b="1" dirty="0" smtClean="0"/>
              <a:t>地址组成一个“</a:t>
            </a:r>
            <a:r>
              <a:rPr lang="en-US" altLang="zh-CN" b="1" dirty="0" smtClean="0">
                <a:solidFill>
                  <a:srgbClr val="FF0000"/>
                </a:solidFill>
              </a:rPr>
              <a:t>CIDR </a:t>
            </a:r>
            <a:r>
              <a:rPr lang="zh-CN" altLang="en-US" b="1" dirty="0" smtClean="0">
                <a:solidFill>
                  <a:srgbClr val="FF0000"/>
                </a:solidFill>
              </a:rPr>
              <a:t>地址块</a:t>
            </a:r>
            <a:r>
              <a:rPr lang="zh-CN" altLang="en-US" b="1" dirty="0"/>
              <a:t>”。一个 </a:t>
            </a:r>
            <a:r>
              <a:rPr lang="en-US" altLang="zh-CN" b="1" dirty="0"/>
              <a:t>CIDR </a:t>
            </a:r>
            <a:r>
              <a:rPr lang="zh-CN" altLang="en-US" b="1" dirty="0"/>
              <a:t>地址块包含的 </a:t>
            </a:r>
            <a:r>
              <a:rPr lang="en-US" altLang="zh-CN" b="1" dirty="0"/>
              <a:t>IP </a:t>
            </a:r>
            <a:r>
              <a:rPr lang="zh-CN" altLang="en-US" b="1" dirty="0"/>
              <a:t>地址数目，取决于网络前缀的位数</a:t>
            </a:r>
            <a:r>
              <a:rPr lang="zh-CN" altLang="en-US" b="1" dirty="0" smtClean="0"/>
              <a:t>。</a:t>
            </a:r>
            <a:endParaRPr lang="zh-CN" altLang="en-US" b="1" dirty="0"/>
          </a:p>
        </p:txBody>
      </p:sp>
      <p:sp>
        <p:nvSpPr>
          <p:cNvPr id="216068" name="Rectangle 4"/>
          <p:cNvSpPr>
            <a:spLocks noGrp="1" noChangeArrowheads="1"/>
          </p:cNvSpPr>
          <p:nvPr>
            <p:ph type="title"/>
          </p:nvPr>
        </p:nvSpPr>
        <p:spPr/>
        <p:txBody>
          <a:bodyPr anchor="ctr"/>
          <a:lstStyle/>
          <a:p>
            <a:pPr eaLnBrk="1" hangingPunct="1"/>
            <a:r>
              <a:rPr lang="zh-CN" altLang="en-US" dirty="0" smtClean="0"/>
              <a:t>无分类编址 </a:t>
            </a:r>
            <a:r>
              <a:rPr lang="en-US" altLang="zh-CN" dirty="0" smtClean="0"/>
              <a:t>CIDR</a:t>
            </a:r>
            <a:endParaRPr lang="zh-CN" altLang="en-US" dirty="0" smtClean="0"/>
          </a:p>
        </p:txBody>
      </p:sp>
    </p:spTree>
    <p:extLst>
      <p:ext uri="{BB962C8B-B14F-4D97-AF65-F5344CB8AC3E}">
        <p14:creationId xmlns:p14="http://schemas.microsoft.com/office/powerpoint/2010/main" val="8437285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23267">
                                            <p:txEl>
                                              <p:pRg st="1" end="1"/>
                                            </p:txEl>
                                          </p:spTgt>
                                        </p:tgtEl>
                                        <p:attrNameLst>
                                          <p:attrName>style.visibility</p:attrName>
                                        </p:attrNameLst>
                                      </p:cBhvr>
                                      <p:to>
                                        <p:strVal val="visible"/>
                                      </p:to>
                                    </p:set>
                                    <p:anim calcmode="lin" valueType="num">
                                      <p:cBhvr additive="base">
                                        <p:cTn id="7" dur="500" fill="hold"/>
                                        <p:tgtEl>
                                          <p:spTgt spid="52326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2326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ChangeArrowheads="1"/>
          </p:cNvSpPr>
          <p:nvPr>
            <p:ph type="title"/>
          </p:nvPr>
        </p:nvSpPr>
        <p:spPr/>
        <p:txBody>
          <a:bodyPr/>
          <a:lstStyle/>
          <a:p>
            <a:pPr eaLnBrk="1" hangingPunct="1"/>
            <a:r>
              <a:rPr lang="zh-CN" altLang="en-US" dirty="0"/>
              <a:t>无分类编址 </a:t>
            </a:r>
            <a:r>
              <a:rPr lang="en-US" altLang="zh-CN" dirty="0"/>
              <a:t>CIDR</a:t>
            </a:r>
            <a:endParaRPr lang="zh-CN" altLang="en-US" dirty="0" smtClean="0"/>
          </a:p>
        </p:txBody>
      </p:sp>
      <p:sp>
        <p:nvSpPr>
          <p:cNvPr id="218115" name="Rectangle 3"/>
          <p:cNvSpPr>
            <a:spLocks noGrp="1" noChangeArrowheads="1"/>
          </p:cNvSpPr>
          <p:nvPr>
            <p:ph idx="1"/>
          </p:nvPr>
        </p:nvSpPr>
        <p:spPr>
          <a:xfrm>
            <a:off x="442913" y="1268760"/>
            <a:ext cx="11304587" cy="4895850"/>
          </a:xfrm>
        </p:spPr>
        <p:txBody>
          <a:bodyPr/>
          <a:lstStyle/>
          <a:p>
            <a:pPr algn="just" eaLnBrk="1" hangingPunct="1"/>
            <a:r>
              <a:rPr lang="zh-CN" altLang="en-US" b="1" dirty="0" smtClean="0"/>
              <a:t>假设 </a:t>
            </a:r>
            <a:r>
              <a:rPr lang="en-US" altLang="zh-CN" b="1" dirty="0" smtClean="0"/>
              <a:t>128.14.35.7/20 </a:t>
            </a:r>
            <a:r>
              <a:rPr lang="zh-CN" altLang="en-US" b="1" dirty="0" smtClean="0"/>
              <a:t>是某 </a:t>
            </a:r>
            <a:r>
              <a:rPr lang="en-US" altLang="zh-CN" b="1" dirty="0" smtClean="0"/>
              <a:t>CIDR </a:t>
            </a:r>
            <a:r>
              <a:rPr lang="zh-CN" altLang="en-US" b="1" dirty="0" smtClean="0"/>
              <a:t>地址块中的一个</a:t>
            </a:r>
            <a:r>
              <a:rPr lang="zh-CN" altLang="en-US" b="1" dirty="0"/>
              <a:t>地址。则此地址块</a:t>
            </a:r>
            <a:r>
              <a:rPr lang="zh-CN" altLang="en-US" b="1" dirty="0" smtClean="0"/>
              <a:t>的起始地址（即</a:t>
            </a:r>
            <a:r>
              <a:rPr lang="zh-CN" altLang="en-US" b="1" dirty="0"/>
              <a:t>最小</a:t>
            </a:r>
            <a:r>
              <a:rPr lang="zh-CN" altLang="en-US" b="1" dirty="0" smtClean="0"/>
              <a:t>地址）是</a:t>
            </a:r>
            <a:r>
              <a:rPr lang="en-US" altLang="zh-CN" b="1" dirty="0" smtClean="0"/>
              <a:t>128.14.32.0</a:t>
            </a:r>
            <a:r>
              <a:rPr lang="zh-CN" altLang="en-US" b="1" dirty="0" smtClean="0"/>
              <a:t>，最大地址是 </a:t>
            </a:r>
            <a:r>
              <a:rPr lang="en-US" altLang="zh-CN" b="1" dirty="0" smtClean="0"/>
              <a:t>128.14.47.255</a:t>
            </a:r>
            <a:r>
              <a:rPr lang="zh-CN" altLang="en-US" b="1" dirty="0" smtClean="0"/>
              <a:t>，此地址块可记为 </a:t>
            </a:r>
            <a:r>
              <a:rPr lang="en-US" altLang="zh-CN" b="1" dirty="0" smtClean="0"/>
              <a:t>128.14.32.0/20</a:t>
            </a:r>
            <a:r>
              <a:rPr lang="zh-CN" altLang="en-US" b="1" dirty="0" smtClean="0"/>
              <a:t>，即用地址块中的</a:t>
            </a:r>
            <a:r>
              <a:rPr lang="zh-CN" altLang="en-US" b="1" dirty="0" smtClean="0">
                <a:solidFill>
                  <a:srgbClr val="FF0000"/>
                </a:solidFill>
              </a:rPr>
              <a:t>最小地址</a:t>
            </a:r>
            <a:r>
              <a:rPr lang="zh-CN" altLang="en-US" b="1" dirty="0" smtClean="0"/>
              <a:t>和</a:t>
            </a:r>
            <a:r>
              <a:rPr lang="zh-CN" altLang="en-US" b="1" dirty="0" smtClean="0">
                <a:solidFill>
                  <a:srgbClr val="FF0000"/>
                </a:solidFill>
              </a:rPr>
              <a:t>网络前缀的位数</a:t>
            </a:r>
            <a:r>
              <a:rPr lang="zh-CN" altLang="en-US" b="1" dirty="0" smtClean="0"/>
              <a:t>指明一个地址块。</a:t>
            </a:r>
            <a:endParaRPr lang="en-US" altLang="zh-CN" b="1" dirty="0" smtClean="0"/>
          </a:p>
          <a:p>
            <a:pPr algn="just" eaLnBrk="1" hangingPunct="1"/>
            <a:r>
              <a:rPr lang="en-US" altLang="zh-CN" b="1" dirty="0" smtClean="0"/>
              <a:t>128.14.32.0/20 </a:t>
            </a:r>
            <a:r>
              <a:rPr lang="zh-CN" altLang="en-US" b="1" dirty="0" smtClean="0"/>
              <a:t>表示的地址块共有 </a:t>
            </a:r>
            <a:r>
              <a:rPr lang="en-US" altLang="zh-CN" b="1" dirty="0" smtClean="0"/>
              <a:t>2</a:t>
            </a:r>
            <a:r>
              <a:rPr lang="en-US" altLang="zh-CN" b="1" baseline="30000" dirty="0" smtClean="0"/>
              <a:t>12 </a:t>
            </a:r>
            <a:r>
              <a:rPr lang="zh-CN" altLang="en-US" b="1" dirty="0" smtClean="0"/>
              <a:t>个地址，但主机</a:t>
            </a:r>
            <a:r>
              <a:rPr lang="zh-CN" altLang="en-US" b="1" dirty="0"/>
              <a:t>号全 </a:t>
            </a:r>
            <a:r>
              <a:rPr lang="en-US" altLang="zh-CN" b="1" dirty="0"/>
              <a:t>0 </a:t>
            </a:r>
            <a:r>
              <a:rPr lang="zh-CN" altLang="en-US" b="1" dirty="0"/>
              <a:t>和全 </a:t>
            </a:r>
            <a:r>
              <a:rPr lang="en-US" altLang="zh-CN" b="1" dirty="0"/>
              <a:t>1 </a:t>
            </a:r>
            <a:r>
              <a:rPr lang="zh-CN" altLang="en-US" b="1" dirty="0"/>
              <a:t>的</a:t>
            </a:r>
            <a:r>
              <a:rPr lang="zh-CN" altLang="en-US" b="1" dirty="0" smtClean="0"/>
              <a:t>地址不指派。</a:t>
            </a:r>
            <a:endParaRPr lang="zh-CN" altLang="en-US" b="1" dirty="0"/>
          </a:p>
        </p:txBody>
      </p:sp>
    </p:spTree>
    <p:extLst>
      <p:ext uri="{BB962C8B-B14F-4D97-AF65-F5344CB8AC3E}">
        <p14:creationId xmlns:p14="http://schemas.microsoft.com/office/powerpoint/2010/main" val="426678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8115">
                                            <p:txEl>
                                              <p:pRg st="1" end="1"/>
                                            </p:txEl>
                                          </p:spTgt>
                                        </p:tgtEl>
                                        <p:attrNameLst>
                                          <p:attrName>style.visibility</p:attrName>
                                        </p:attrNameLst>
                                      </p:cBhvr>
                                      <p:to>
                                        <p:strVal val="visible"/>
                                      </p:to>
                                    </p:set>
                                    <p:anim calcmode="lin" valueType="num">
                                      <p:cBhvr additive="base">
                                        <p:cTn id="7" dur="500" fill="hold"/>
                                        <p:tgtEl>
                                          <p:spTgt spid="21811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811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ChangeArrowheads="1"/>
          </p:cNvSpPr>
          <p:nvPr>
            <p:ph type="title"/>
          </p:nvPr>
        </p:nvSpPr>
        <p:spPr/>
        <p:txBody>
          <a:bodyPr/>
          <a:lstStyle/>
          <a:p>
            <a:pPr eaLnBrk="1" hangingPunct="1"/>
            <a:r>
              <a:rPr lang="zh-CN" altLang="en-US" dirty="0"/>
              <a:t>无分类编址 </a:t>
            </a:r>
            <a:r>
              <a:rPr lang="en-US" altLang="zh-CN" dirty="0"/>
              <a:t>CIDR</a:t>
            </a:r>
            <a:endParaRPr lang="zh-CN" altLang="en-US" dirty="0" smtClean="0"/>
          </a:p>
        </p:txBody>
      </p:sp>
      <p:sp>
        <p:nvSpPr>
          <p:cNvPr id="218115" name="Rectangle 3"/>
          <p:cNvSpPr>
            <a:spLocks noGrp="1" noChangeArrowheads="1"/>
          </p:cNvSpPr>
          <p:nvPr>
            <p:ph idx="1"/>
          </p:nvPr>
        </p:nvSpPr>
        <p:spPr>
          <a:xfrm>
            <a:off x="442913" y="1268760"/>
            <a:ext cx="11304587" cy="4895850"/>
          </a:xfrm>
        </p:spPr>
        <p:txBody>
          <a:bodyPr/>
          <a:lstStyle/>
          <a:p>
            <a:pPr algn="just" eaLnBrk="1" hangingPunct="1"/>
            <a:r>
              <a:rPr lang="en-US" altLang="zh-CN" b="1" dirty="0"/>
              <a:t>128.14.35.7 </a:t>
            </a:r>
            <a:r>
              <a:rPr lang="zh-CN" altLang="zh-CN" b="1" dirty="0"/>
              <a:t>是 </a:t>
            </a:r>
            <a:r>
              <a:rPr lang="en-US" altLang="zh-CN" b="1" dirty="0"/>
              <a:t>IP </a:t>
            </a:r>
            <a:r>
              <a:rPr lang="zh-CN" altLang="zh-CN" b="1" dirty="0"/>
              <a:t>地址，但未指明网络前缀长度，</a:t>
            </a:r>
            <a:r>
              <a:rPr lang="zh-CN" altLang="en-US" b="1" dirty="0"/>
              <a:t>因此</a:t>
            </a:r>
            <a:r>
              <a:rPr lang="zh-CN" altLang="zh-CN" b="1" dirty="0"/>
              <a:t>不知道其网络地址</a:t>
            </a:r>
            <a:r>
              <a:rPr lang="zh-CN" altLang="en-US" b="1" dirty="0"/>
              <a:t>；</a:t>
            </a:r>
            <a:r>
              <a:rPr lang="en-US" altLang="zh-CN" b="1" dirty="0"/>
              <a:t>128.14.35.7/20 </a:t>
            </a:r>
            <a:r>
              <a:rPr lang="zh-CN" altLang="en-US" b="1" dirty="0"/>
              <a:t>也</a:t>
            </a:r>
            <a:r>
              <a:rPr lang="zh-CN" altLang="zh-CN" b="1" dirty="0"/>
              <a:t>是 </a:t>
            </a:r>
            <a:r>
              <a:rPr lang="en-US" altLang="zh-CN" b="1" dirty="0"/>
              <a:t>IP </a:t>
            </a:r>
            <a:r>
              <a:rPr lang="zh-CN" altLang="zh-CN" b="1" dirty="0"/>
              <a:t>地址，</a:t>
            </a:r>
            <a:r>
              <a:rPr lang="zh-CN" altLang="en-US" b="1" dirty="0"/>
              <a:t>且</a:t>
            </a:r>
            <a:r>
              <a:rPr lang="zh-CN" altLang="zh-CN" b="1" dirty="0"/>
              <a:t>同时指明了网络前缀为 </a:t>
            </a:r>
            <a:r>
              <a:rPr lang="en-US" altLang="zh-CN" b="1" dirty="0"/>
              <a:t>20 </a:t>
            </a:r>
            <a:r>
              <a:rPr lang="zh-CN" altLang="zh-CN" b="1" dirty="0"/>
              <a:t>位</a:t>
            </a:r>
            <a:r>
              <a:rPr lang="zh-CN" altLang="en-US" b="1" dirty="0"/>
              <a:t>，由此可算出网络</a:t>
            </a:r>
            <a:r>
              <a:rPr lang="zh-CN" altLang="zh-CN" b="1" dirty="0"/>
              <a:t>地址</a:t>
            </a:r>
            <a:r>
              <a:rPr lang="zh-CN" altLang="en-US" b="1" dirty="0" smtClean="0"/>
              <a:t>；</a:t>
            </a:r>
            <a:r>
              <a:rPr lang="en-US" altLang="zh-CN" b="1" dirty="0" smtClean="0"/>
              <a:t>128.14.32.0 /20 </a:t>
            </a:r>
            <a:r>
              <a:rPr lang="zh-CN" altLang="zh-CN" b="1" dirty="0"/>
              <a:t>是包含多个 </a:t>
            </a:r>
            <a:r>
              <a:rPr lang="en-US" altLang="zh-CN" b="1" dirty="0"/>
              <a:t>IP </a:t>
            </a:r>
            <a:r>
              <a:rPr lang="zh-CN" altLang="zh-CN" b="1" dirty="0"/>
              <a:t>地址的</a:t>
            </a:r>
            <a:r>
              <a:rPr lang="zh-CN" altLang="zh-CN" b="1" dirty="0">
                <a:solidFill>
                  <a:schemeClr val="tx2">
                    <a:lumMod val="60000"/>
                    <a:lumOff val="40000"/>
                  </a:schemeClr>
                </a:solidFill>
              </a:rPr>
              <a:t>地址块</a:t>
            </a:r>
            <a:r>
              <a:rPr lang="zh-CN" altLang="en-US" b="1" dirty="0"/>
              <a:t>或</a:t>
            </a:r>
            <a:r>
              <a:rPr lang="zh-CN" altLang="en-US" b="1" dirty="0">
                <a:solidFill>
                  <a:schemeClr val="tx2">
                    <a:lumMod val="60000"/>
                    <a:lumOff val="40000"/>
                  </a:schemeClr>
                </a:solidFill>
              </a:rPr>
              <a:t>网络地址</a:t>
            </a:r>
            <a:r>
              <a:rPr lang="zh-CN" altLang="zh-CN" b="1" dirty="0"/>
              <a:t>，同时也是这个地址块中主机号为全 </a:t>
            </a:r>
            <a:r>
              <a:rPr lang="en-US" altLang="zh-CN" b="1" dirty="0"/>
              <a:t>0 </a:t>
            </a:r>
            <a:r>
              <a:rPr lang="zh-CN" altLang="zh-CN" b="1" dirty="0"/>
              <a:t>的 </a:t>
            </a:r>
            <a:r>
              <a:rPr lang="en-US" altLang="zh-CN" b="1" dirty="0"/>
              <a:t>IP </a:t>
            </a:r>
            <a:r>
              <a:rPr lang="zh-CN" altLang="zh-CN" b="1" dirty="0"/>
              <a:t>地址</a:t>
            </a:r>
            <a:r>
              <a:rPr lang="zh-CN" altLang="en-US" b="1" dirty="0" smtClean="0"/>
              <a:t>。</a:t>
            </a:r>
            <a:endParaRPr lang="en-US" altLang="zh-CN" b="1" dirty="0" smtClean="0"/>
          </a:p>
          <a:p>
            <a:pPr algn="just" eaLnBrk="1" hangingPunct="1"/>
            <a:r>
              <a:rPr lang="zh-CN" altLang="en-US" b="1" dirty="0"/>
              <a:t>在不需要指明网络地址，或仅仅指出地址块的大小时，可将地址块简称为“</a:t>
            </a:r>
            <a:r>
              <a:rPr lang="en-US" altLang="zh-CN" b="1" dirty="0">
                <a:solidFill>
                  <a:schemeClr val="tx2">
                    <a:lumMod val="60000"/>
                    <a:lumOff val="40000"/>
                  </a:schemeClr>
                </a:solidFill>
              </a:rPr>
              <a:t>/n </a:t>
            </a:r>
            <a:r>
              <a:rPr lang="zh-CN" altLang="en-US" b="1" dirty="0">
                <a:solidFill>
                  <a:schemeClr val="tx2">
                    <a:lumMod val="60000"/>
                    <a:lumOff val="40000"/>
                  </a:schemeClr>
                </a:solidFill>
              </a:rPr>
              <a:t>地址块</a:t>
            </a:r>
            <a:r>
              <a:rPr lang="zh-CN" altLang="en-US" b="1" dirty="0" smtClean="0"/>
              <a:t>”。</a:t>
            </a:r>
            <a:endParaRPr lang="zh-CN" altLang="en-US" b="1" dirty="0"/>
          </a:p>
        </p:txBody>
      </p:sp>
    </p:spTree>
    <p:extLst>
      <p:ext uri="{BB962C8B-B14F-4D97-AF65-F5344CB8AC3E}">
        <p14:creationId xmlns:p14="http://schemas.microsoft.com/office/powerpoint/2010/main" val="13237986"/>
      </p:ext>
    </p:extLst>
  </p:cSld>
  <p:clrMapOvr>
    <a:masterClrMapping/>
  </p:clrMapOvr>
  <p:transition spd="slow"/>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ChangeArrowheads="1"/>
          </p:cNvSpPr>
          <p:nvPr>
            <p:ph type="title" idx="4294967295"/>
          </p:nvPr>
        </p:nvSpPr>
        <p:spPr>
          <a:xfrm>
            <a:off x="595808" y="19149"/>
            <a:ext cx="10972800" cy="817563"/>
          </a:xfrm>
        </p:spPr>
        <p:txBody>
          <a:bodyPr anchor="ctr"/>
          <a:lstStyle/>
          <a:p>
            <a:pPr algn="ctr" eaLnBrk="1" hangingPunct="1"/>
            <a:r>
              <a:rPr lang="en-US" altLang="zh-CN" b="1" dirty="0" smtClean="0">
                <a:solidFill>
                  <a:srgbClr val="4D4D4D"/>
                </a:solidFill>
              </a:rPr>
              <a:t>128.14.32.0/20 </a:t>
            </a:r>
            <a:r>
              <a:rPr lang="zh-CN" altLang="en-US" b="1" dirty="0" smtClean="0">
                <a:solidFill>
                  <a:srgbClr val="4D4D4D"/>
                </a:solidFill>
              </a:rPr>
              <a:t>表示的地址块（</a:t>
            </a:r>
            <a:r>
              <a:rPr lang="en-US" altLang="zh-CN" b="1" dirty="0" smtClean="0">
                <a:solidFill>
                  <a:srgbClr val="4D4D4D"/>
                </a:solidFill>
              </a:rPr>
              <a:t>2</a:t>
            </a:r>
            <a:r>
              <a:rPr lang="en-US" altLang="zh-CN" b="1" baseline="30000" dirty="0" smtClean="0">
                <a:solidFill>
                  <a:srgbClr val="4D4D4D"/>
                </a:solidFill>
              </a:rPr>
              <a:t>12 </a:t>
            </a:r>
            <a:r>
              <a:rPr lang="zh-CN" altLang="en-US" b="1" dirty="0" smtClean="0">
                <a:solidFill>
                  <a:srgbClr val="4D4D4D"/>
                </a:solidFill>
              </a:rPr>
              <a:t>个地址）</a:t>
            </a:r>
          </a:p>
        </p:txBody>
      </p:sp>
      <p:sp>
        <p:nvSpPr>
          <p:cNvPr id="219139" name="Text Box 3"/>
          <p:cNvSpPr txBox="1">
            <a:spLocks noChangeArrowheads="1"/>
          </p:cNvSpPr>
          <p:nvPr/>
        </p:nvSpPr>
        <p:spPr bwMode="auto">
          <a:xfrm>
            <a:off x="3575050" y="876300"/>
            <a:ext cx="6985000" cy="5653088"/>
          </a:xfrm>
          <a:prstGeom prst="rect">
            <a:avLst/>
          </a:prstGeom>
          <a:solidFill>
            <a:srgbClr val="CCECFF"/>
          </a:solidFill>
          <a:ln w="9525">
            <a:solidFill>
              <a:schemeClr val="tx2"/>
            </a:solidFill>
            <a:miter lim="800000"/>
            <a:headEnd/>
            <a:tailEnd/>
          </a:ln>
        </p:spPr>
        <p:txBody>
          <a:bodyPr>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800" b="1">
                <a:solidFill>
                  <a:schemeClr val="hlink"/>
                </a:solidFill>
                <a:latin typeface="Arial" charset="0"/>
                <a:ea typeface="宋体" pitchFamily="2" charset="-122"/>
              </a:rPr>
              <a:t>10000000 00001110</a:t>
            </a:r>
            <a:r>
              <a:rPr lang="en-US" altLang="zh-CN" sz="2800" b="1">
                <a:solidFill>
                  <a:srgbClr val="333399"/>
                </a:solidFill>
                <a:latin typeface="Arial" charset="0"/>
                <a:ea typeface="宋体" pitchFamily="2" charset="-122"/>
              </a:rPr>
              <a:t> </a:t>
            </a:r>
            <a:r>
              <a:rPr lang="en-US" altLang="zh-CN" sz="2800" b="1">
                <a:solidFill>
                  <a:schemeClr val="hlink"/>
                </a:solidFill>
                <a:latin typeface="Arial" charset="0"/>
                <a:ea typeface="宋体" pitchFamily="2" charset="-122"/>
              </a:rPr>
              <a:t>0010</a:t>
            </a:r>
            <a:r>
              <a:rPr lang="en-US" altLang="zh-CN" sz="2800" b="1">
                <a:solidFill>
                  <a:srgbClr val="333399"/>
                </a:solidFill>
                <a:latin typeface="Arial" charset="0"/>
                <a:ea typeface="宋体" pitchFamily="2" charset="-122"/>
              </a:rPr>
              <a:t>0000 00000000</a:t>
            </a:r>
          </a:p>
          <a:p>
            <a:pPr eaLnBrk="1" hangingPunct="1"/>
            <a:r>
              <a:rPr lang="en-US" altLang="zh-CN" sz="2800" b="1">
                <a:solidFill>
                  <a:schemeClr val="hlink"/>
                </a:solidFill>
                <a:latin typeface="Arial" charset="0"/>
                <a:ea typeface="宋体" pitchFamily="2" charset="-122"/>
              </a:rPr>
              <a:t>10000000 00001110</a:t>
            </a:r>
            <a:r>
              <a:rPr lang="en-US" altLang="zh-CN" sz="2800" b="1">
                <a:solidFill>
                  <a:srgbClr val="333399"/>
                </a:solidFill>
                <a:latin typeface="Arial" charset="0"/>
                <a:ea typeface="宋体" pitchFamily="2" charset="-122"/>
              </a:rPr>
              <a:t> </a:t>
            </a:r>
            <a:r>
              <a:rPr lang="en-US" altLang="zh-CN" sz="2800" b="1">
                <a:solidFill>
                  <a:schemeClr val="hlink"/>
                </a:solidFill>
                <a:latin typeface="Arial" charset="0"/>
                <a:ea typeface="宋体" pitchFamily="2" charset="-122"/>
              </a:rPr>
              <a:t>0010</a:t>
            </a:r>
            <a:r>
              <a:rPr lang="en-US" altLang="zh-CN" sz="2800" b="1">
                <a:solidFill>
                  <a:srgbClr val="333399"/>
                </a:solidFill>
                <a:latin typeface="Arial" charset="0"/>
                <a:ea typeface="宋体" pitchFamily="2" charset="-122"/>
              </a:rPr>
              <a:t>0000 00000001</a:t>
            </a:r>
          </a:p>
          <a:p>
            <a:pPr eaLnBrk="1" hangingPunct="1"/>
            <a:r>
              <a:rPr lang="en-US" altLang="zh-CN" sz="2800" b="1">
                <a:solidFill>
                  <a:schemeClr val="hlink"/>
                </a:solidFill>
                <a:latin typeface="Arial" charset="0"/>
                <a:ea typeface="宋体" pitchFamily="2" charset="-122"/>
              </a:rPr>
              <a:t>10000000 00001110</a:t>
            </a:r>
            <a:r>
              <a:rPr lang="en-US" altLang="zh-CN" sz="2800" b="1">
                <a:solidFill>
                  <a:srgbClr val="333399"/>
                </a:solidFill>
                <a:latin typeface="Arial" charset="0"/>
                <a:ea typeface="宋体" pitchFamily="2" charset="-122"/>
              </a:rPr>
              <a:t> </a:t>
            </a:r>
            <a:r>
              <a:rPr lang="en-US" altLang="zh-CN" sz="2800" b="1">
                <a:solidFill>
                  <a:schemeClr val="hlink"/>
                </a:solidFill>
                <a:latin typeface="Arial" charset="0"/>
                <a:ea typeface="宋体" pitchFamily="2" charset="-122"/>
              </a:rPr>
              <a:t>0010</a:t>
            </a:r>
            <a:r>
              <a:rPr lang="en-US" altLang="zh-CN" sz="2800" b="1">
                <a:solidFill>
                  <a:srgbClr val="333399"/>
                </a:solidFill>
                <a:latin typeface="Arial" charset="0"/>
                <a:ea typeface="宋体" pitchFamily="2" charset="-122"/>
              </a:rPr>
              <a:t>0000 00000010</a:t>
            </a:r>
          </a:p>
          <a:p>
            <a:pPr eaLnBrk="1" hangingPunct="1"/>
            <a:r>
              <a:rPr lang="en-US" altLang="zh-CN" sz="2800" b="1">
                <a:solidFill>
                  <a:schemeClr val="hlink"/>
                </a:solidFill>
                <a:latin typeface="Arial" charset="0"/>
                <a:ea typeface="宋体" pitchFamily="2" charset="-122"/>
              </a:rPr>
              <a:t>10000000 00001110</a:t>
            </a:r>
            <a:r>
              <a:rPr lang="en-US" altLang="zh-CN" sz="2800" b="1">
                <a:solidFill>
                  <a:srgbClr val="333399"/>
                </a:solidFill>
                <a:latin typeface="Arial" charset="0"/>
                <a:ea typeface="宋体" pitchFamily="2" charset="-122"/>
              </a:rPr>
              <a:t> </a:t>
            </a:r>
            <a:r>
              <a:rPr lang="en-US" altLang="zh-CN" sz="2800" b="1">
                <a:solidFill>
                  <a:schemeClr val="hlink"/>
                </a:solidFill>
                <a:latin typeface="Arial" charset="0"/>
                <a:ea typeface="宋体" pitchFamily="2" charset="-122"/>
              </a:rPr>
              <a:t>0010</a:t>
            </a:r>
            <a:r>
              <a:rPr lang="en-US" altLang="zh-CN" sz="2800" b="1">
                <a:solidFill>
                  <a:srgbClr val="333399"/>
                </a:solidFill>
                <a:latin typeface="Arial" charset="0"/>
                <a:ea typeface="宋体" pitchFamily="2" charset="-122"/>
              </a:rPr>
              <a:t>0000 00000011</a:t>
            </a:r>
          </a:p>
          <a:p>
            <a:pPr eaLnBrk="1" hangingPunct="1"/>
            <a:r>
              <a:rPr lang="en-US" altLang="zh-CN" sz="2800" b="1">
                <a:solidFill>
                  <a:schemeClr val="hlink"/>
                </a:solidFill>
                <a:latin typeface="Arial" charset="0"/>
                <a:ea typeface="宋体" pitchFamily="2" charset="-122"/>
              </a:rPr>
              <a:t>10000000 00001110</a:t>
            </a:r>
            <a:r>
              <a:rPr lang="en-US" altLang="zh-CN" sz="2800" b="1">
                <a:solidFill>
                  <a:srgbClr val="333399"/>
                </a:solidFill>
                <a:latin typeface="Arial" charset="0"/>
                <a:ea typeface="宋体" pitchFamily="2" charset="-122"/>
              </a:rPr>
              <a:t> </a:t>
            </a:r>
            <a:r>
              <a:rPr lang="en-US" altLang="zh-CN" sz="2800" b="1">
                <a:solidFill>
                  <a:schemeClr val="hlink"/>
                </a:solidFill>
                <a:latin typeface="Arial" charset="0"/>
                <a:ea typeface="宋体" pitchFamily="2" charset="-122"/>
              </a:rPr>
              <a:t>0010</a:t>
            </a:r>
            <a:r>
              <a:rPr lang="en-US" altLang="zh-CN" sz="2800" b="1">
                <a:solidFill>
                  <a:srgbClr val="333399"/>
                </a:solidFill>
                <a:latin typeface="Arial" charset="0"/>
                <a:ea typeface="宋体" pitchFamily="2" charset="-122"/>
              </a:rPr>
              <a:t>0000 00000100</a:t>
            </a:r>
          </a:p>
          <a:p>
            <a:pPr eaLnBrk="1" hangingPunct="1"/>
            <a:r>
              <a:rPr lang="en-US" altLang="zh-CN" sz="2800" b="1">
                <a:solidFill>
                  <a:schemeClr val="hlink"/>
                </a:solidFill>
                <a:latin typeface="Arial" charset="0"/>
                <a:ea typeface="宋体" pitchFamily="2" charset="-122"/>
              </a:rPr>
              <a:t>10000000 00001110</a:t>
            </a:r>
            <a:r>
              <a:rPr lang="en-US" altLang="zh-CN" sz="2800" b="1">
                <a:solidFill>
                  <a:srgbClr val="333399"/>
                </a:solidFill>
                <a:latin typeface="Arial" charset="0"/>
                <a:ea typeface="宋体" pitchFamily="2" charset="-122"/>
              </a:rPr>
              <a:t> </a:t>
            </a:r>
            <a:r>
              <a:rPr lang="en-US" altLang="zh-CN" sz="2800" b="1">
                <a:solidFill>
                  <a:schemeClr val="hlink"/>
                </a:solidFill>
                <a:latin typeface="Arial" charset="0"/>
                <a:ea typeface="宋体" pitchFamily="2" charset="-122"/>
              </a:rPr>
              <a:t>0010</a:t>
            </a:r>
            <a:r>
              <a:rPr lang="en-US" altLang="zh-CN" sz="2800" b="1">
                <a:solidFill>
                  <a:srgbClr val="333399"/>
                </a:solidFill>
                <a:latin typeface="Arial" charset="0"/>
                <a:ea typeface="宋体" pitchFamily="2" charset="-122"/>
              </a:rPr>
              <a:t>0000 00000101</a:t>
            </a:r>
          </a:p>
          <a:p>
            <a:pPr eaLnBrk="1" hangingPunct="1"/>
            <a:endParaRPr lang="en-US" altLang="zh-CN" sz="2800" b="1">
              <a:solidFill>
                <a:srgbClr val="333399"/>
              </a:solidFill>
              <a:latin typeface="Arial" charset="0"/>
              <a:ea typeface="宋体" pitchFamily="2" charset="-122"/>
            </a:endParaRPr>
          </a:p>
          <a:p>
            <a:pPr eaLnBrk="1" hangingPunct="1"/>
            <a:endParaRPr lang="en-US" altLang="zh-CN" sz="2800" b="1">
              <a:solidFill>
                <a:srgbClr val="333399"/>
              </a:solidFill>
              <a:latin typeface="Arial" charset="0"/>
              <a:ea typeface="宋体" pitchFamily="2" charset="-122"/>
            </a:endParaRPr>
          </a:p>
          <a:p>
            <a:pPr eaLnBrk="1" hangingPunct="1"/>
            <a:r>
              <a:rPr lang="en-US" altLang="zh-CN" sz="2800" b="1">
                <a:solidFill>
                  <a:schemeClr val="hlink"/>
                </a:solidFill>
                <a:latin typeface="Arial" charset="0"/>
                <a:ea typeface="宋体" pitchFamily="2" charset="-122"/>
              </a:rPr>
              <a:t>10000000 00001110</a:t>
            </a:r>
            <a:r>
              <a:rPr lang="en-US" altLang="zh-CN" sz="2800" b="1">
                <a:solidFill>
                  <a:srgbClr val="333399"/>
                </a:solidFill>
                <a:latin typeface="Arial" charset="0"/>
                <a:ea typeface="宋体" pitchFamily="2" charset="-122"/>
              </a:rPr>
              <a:t> </a:t>
            </a:r>
            <a:r>
              <a:rPr lang="en-US" altLang="zh-CN" sz="2800" b="1">
                <a:solidFill>
                  <a:schemeClr val="hlink"/>
                </a:solidFill>
                <a:latin typeface="Arial" charset="0"/>
                <a:ea typeface="宋体" pitchFamily="2" charset="-122"/>
              </a:rPr>
              <a:t>0010</a:t>
            </a:r>
            <a:r>
              <a:rPr lang="en-US" altLang="zh-CN" sz="2800" b="1">
                <a:solidFill>
                  <a:srgbClr val="333399"/>
                </a:solidFill>
                <a:latin typeface="Arial" charset="0"/>
                <a:ea typeface="宋体" pitchFamily="2" charset="-122"/>
              </a:rPr>
              <a:t>1111 11111011</a:t>
            </a:r>
          </a:p>
          <a:p>
            <a:pPr eaLnBrk="1" hangingPunct="1"/>
            <a:r>
              <a:rPr lang="en-US" altLang="zh-CN" sz="2800" b="1">
                <a:solidFill>
                  <a:schemeClr val="hlink"/>
                </a:solidFill>
                <a:latin typeface="Arial" charset="0"/>
                <a:ea typeface="宋体" pitchFamily="2" charset="-122"/>
              </a:rPr>
              <a:t>10000000 00001110</a:t>
            </a:r>
            <a:r>
              <a:rPr lang="en-US" altLang="zh-CN" sz="2800" b="1">
                <a:solidFill>
                  <a:srgbClr val="333399"/>
                </a:solidFill>
                <a:latin typeface="Arial" charset="0"/>
                <a:ea typeface="宋体" pitchFamily="2" charset="-122"/>
              </a:rPr>
              <a:t> </a:t>
            </a:r>
            <a:r>
              <a:rPr lang="en-US" altLang="zh-CN" sz="2800" b="1">
                <a:solidFill>
                  <a:schemeClr val="hlink"/>
                </a:solidFill>
                <a:latin typeface="Arial" charset="0"/>
                <a:ea typeface="宋体" pitchFamily="2" charset="-122"/>
              </a:rPr>
              <a:t>0010</a:t>
            </a:r>
            <a:r>
              <a:rPr lang="en-US" altLang="zh-CN" sz="2800" b="1">
                <a:solidFill>
                  <a:srgbClr val="333399"/>
                </a:solidFill>
                <a:latin typeface="Arial" charset="0"/>
                <a:ea typeface="宋体" pitchFamily="2" charset="-122"/>
              </a:rPr>
              <a:t>1111 11111100</a:t>
            </a:r>
          </a:p>
          <a:p>
            <a:pPr eaLnBrk="1" hangingPunct="1"/>
            <a:r>
              <a:rPr lang="en-US" altLang="zh-CN" sz="2800" b="1">
                <a:solidFill>
                  <a:schemeClr val="hlink"/>
                </a:solidFill>
                <a:latin typeface="Arial" charset="0"/>
                <a:ea typeface="宋体" pitchFamily="2" charset="-122"/>
              </a:rPr>
              <a:t>10000000 00001110</a:t>
            </a:r>
            <a:r>
              <a:rPr lang="en-US" altLang="zh-CN" sz="2800" b="1">
                <a:solidFill>
                  <a:srgbClr val="333399"/>
                </a:solidFill>
                <a:latin typeface="Arial" charset="0"/>
                <a:ea typeface="宋体" pitchFamily="2" charset="-122"/>
              </a:rPr>
              <a:t> </a:t>
            </a:r>
            <a:r>
              <a:rPr lang="en-US" altLang="zh-CN" sz="2800" b="1">
                <a:solidFill>
                  <a:schemeClr val="hlink"/>
                </a:solidFill>
                <a:latin typeface="Arial" charset="0"/>
                <a:ea typeface="宋体" pitchFamily="2" charset="-122"/>
              </a:rPr>
              <a:t>0010</a:t>
            </a:r>
            <a:r>
              <a:rPr lang="en-US" altLang="zh-CN" sz="2800" b="1">
                <a:solidFill>
                  <a:srgbClr val="333399"/>
                </a:solidFill>
                <a:latin typeface="Arial" charset="0"/>
                <a:ea typeface="宋体" pitchFamily="2" charset="-122"/>
              </a:rPr>
              <a:t>1111 11111101</a:t>
            </a:r>
          </a:p>
          <a:p>
            <a:pPr eaLnBrk="1" hangingPunct="1"/>
            <a:r>
              <a:rPr lang="en-US" altLang="zh-CN" sz="2800" b="1">
                <a:solidFill>
                  <a:schemeClr val="hlink"/>
                </a:solidFill>
                <a:latin typeface="Arial" charset="0"/>
                <a:ea typeface="宋体" pitchFamily="2" charset="-122"/>
              </a:rPr>
              <a:t>10000000 00001110</a:t>
            </a:r>
            <a:r>
              <a:rPr lang="en-US" altLang="zh-CN" sz="2800" b="1">
                <a:solidFill>
                  <a:srgbClr val="333399"/>
                </a:solidFill>
                <a:latin typeface="Arial" charset="0"/>
                <a:ea typeface="宋体" pitchFamily="2" charset="-122"/>
              </a:rPr>
              <a:t> </a:t>
            </a:r>
            <a:r>
              <a:rPr lang="en-US" altLang="zh-CN" sz="2800" b="1">
                <a:solidFill>
                  <a:schemeClr val="hlink"/>
                </a:solidFill>
                <a:latin typeface="Arial" charset="0"/>
                <a:ea typeface="宋体" pitchFamily="2" charset="-122"/>
              </a:rPr>
              <a:t>0010</a:t>
            </a:r>
            <a:r>
              <a:rPr lang="en-US" altLang="zh-CN" sz="2800" b="1">
                <a:solidFill>
                  <a:srgbClr val="333399"/>
                </a:solidFill>
                <a:latin typeface="Arial" charset="0"/>
                <a:ea typeface="宋体" pitchFamily="2" charset="-122"/>
              </a:rPr>
              <a:t>1111 11111110</a:t>
            </a:r>
          </a:p>
          <a:p>
            <a:pPr eaLnBrk="1" hangingPunct="1"/>
            <a:r>
              <a:rPr lang="en-US" altLang="zh-CN" sz="2800" b="1">
                <a:solidFill>
                  <a:schemeClr val="hlink"/>
                </a:solidFill>
                <a:latin typeface="Arial" charset="0"/>
                <a:ea typeface="宋体" pitchFamily="2" charset="-122"/>
              </a:rPr>
              <a:t>10000000 00001110</a:t>
            </a:r>
            <a:r>
              <a:rPr lang="en-US" altLang="zh-CN" sz="2800" b="1">
                <a:solidFill>
                  <a:srgbClr val="333399"/>
                </a:solidFill>
                <a:latin typeface="Arial" charset="0"/>
                <a:ea typeface="宋体" pitchFamily="2" charset="-122"/>
              </a:rPr>
              <a:t> </a:t>
            </a:r>
            <a:r>
              <a:rPr lang="en-US" altLang="zh-CN" sz="2800" b="1">
                <a:solidFill>
                  <a:schemeClr val="hlink"/>
                </a:solidFill>
                <a:latin typeface="Arial" charset="0"/>
                <a:ea typeface="宋体" pitchFamily="2" charset="-122"/>
              </a:rPr>
              <a:t>0010</a:t>
            </a:r>
            <a:r>
              <a:rPr lang="en-US" altLang="zh-CN" sz="2800" b="1">
                <a:solidFill>
                  <a:srgbClr val="333399"/>
                </a:solidFill>
                <a:latin typeface="Arial" charset="0"/>
                <a:ea typeface="宋体" pitchFamily="2" charset="-122"/>
              </a:rPr>
              <a:t>1111 11111111</a:t>
            </a:r>
          </a:p>
        </p:txBody>
      </p:sp>
      <p:sp>
        <p:nvSpPr>
          <p:cNvPr id="219140" name="Text Box 4"/>
          <p:cNvSpPr txBox="1">
            <a:spLocks noChangeArrowheads="1"/>
          </p:cNvSpPr>
          <p:nvPr/>
        </p:nvSpPr>
        <p:spPr bwMode="auto">
          <a:xfrm>
            <a:off x="8328025" y="3162300"/>
            <a:ext cx="8699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5400" b="1">
                <a:solidFill>
                  <a:srgbClr val="333399"/>
                </a:solidFill>
                <a:latin typeface="Tahoma" pitchFamily="34" charset="0"/>
                <a:ea typeface="宋体" pitchFamily="2" charset="-122"/>
                <a:sym typeface="Symbol" pitchFamily="18" charset="2"/>
              </a:rPr>
              <a:t></a:t>
            </a:r>
          </a:p>
        </p:txBody>
      </p:sp>
      <p:sp>
        <p:nvSpPr>
          <p:cNvPr id="219141" name="Text Box 5"/>
          <p:cNvSpPr txBox="1">
            <a:spLocks noChangeArrowheads="1"/>
          </p:cNvSpPr>
          <p:nvPr/>
        </p:nvSpPr>
        <p:spPr bwMode="auto">
          <a:xfrm>
            <a:off x="5232400" y="3162300"/>
            <a:ext cx="8699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5400" b="1">
                <a:solidFill>
                  <a:schemeClr val="hlink"/>
                </a:solidFill>
                <a:latin typeface="Tahoma" pitchFamily="34" charset="0"/>
                <a:ea typeface="宋体" pitchFamily="2" charset="-122"/>
                <a:sym typeface="Symbol" pitchFamily="18" charset="2"/>
              </a:rPr>
              <a:t></a:t>
            </a:r>
          </a:p>
        </p:txBody>
      </p:sp>
      <p:sp>
        <p:nvSpPr>
          <p:cNvPr id="525318" name="Rectangle 6"/>
          <p:cNvSpPr>
            <a:spLocks noChangeArrowheads="1"/>
          </p:cNvSpPr>
          <p:nvPr/>
        </p:nvSpPr>
        <p:spPr bwMode="auto">
          <a:xfrm>
            <a:off x="3575050" y="908050"/>
            <a:ext cx="4195763" cy="5616575"/>
          </a:xfrm>
          <a:prstGeom prst="rect">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525319" name="Text Box 7"/>
          <p:cNvSpPr txBox="1">
            <a:spLocks noChangeArrowheads="1"/>
          </p:cNvSpPr>
          <p:nvPr/>
        </p:nvSpPr>
        <p:spPr bwMode="auto">
          <a:xfrm>
            <a:off x="1127448" y="2652713"/>
            <a:ext cx="1822127" cy="1366528"/>
          </a:xfrm>
          <a:prstGeom prst="rect">
            <a:avLst/>
          </a:prstGeom>
          <a:noFill/>
          <a:ln w="952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lnSpc>
                <a:spcPct val="115000"/>
              </a:lnSpc>
            </a:pPr>
            <a:r>
              <a:rPr lang="zh-CN" altLang="en-US" sz="2400" b="1" dirty="0">
                <a:solidFill>
                  <a:srgbClr val="333399"/>
                </a:solidFill>
                <a:latin typeface="Arial" charset="0"/>
                <a:ea typeface="黑体" pitchFamily="2" charset="-122"/>
              </a:rPr>
              <a:t>所有</a:t>
            </a:r>
            <a:r>
              <a:rPr lang="zh-CN" altLang="en-US" sz="2400" b="1" dirty="0" smtClean="0">
                <a:solidFill>
                  <a:srgbClr val="333399"/>
                </a:solidFill>
                <a:latin typeface="Arial" charset="0"/>
                <a:ea typeface="黑体" pitchFamily="2" charset="-122"/>
              </a:rPr>
              <a:t>地址的前 </a:t>
            </a:r>
            <a:r>
              <a:rPr lang="en-US" altLang="zh-CN" sz="2400" b="1" dirty="0">
                <a:solidFill>
                  <a:srgbClr val="333399"/>
                </a:solidFill>
                <a:latin typeface="Arial" charset="0"/>
                <a:ea typeface="黑体" pitchFamily="2" charset="-122"/>
              </a:rPr>
              <a:t>20 </a:t>
            </a:r>
            <a:r>
              <a:rPr lang="zh-CN" altLang="en-US" sz="2400" b="1" dirty="0" smtClean="0">
                <a:solidFill>
                  <a:srgbClr val="333399"/>
                </a:solidFill>
                <a:latin typeface="Arial" charset="0"/>
                <a:ea typeface="黑体" pitchFamily="2" charset="-122"/>
              </a:rPr>
              <a:t>位都是一样</a:t>
            </a:r>
            <a:r>
              <a:rPr lang="zh-CN" altLang="en-US" sz="2400" b="1" dirty="0">
                <a:solidFill>
                  <a:srgbClr val="333399"/>
                </a:solidFill>
                <a:latin typeface="Arial" charset="0"/>
                <a:ea typeface="黑体" pitchFamily="2" charset="-122"/>
              </a:rPr>
              <a:t>的</a:t>
            </a:r>
          </a:p>
        </p:txBody>
      </p:sp>
      <p:grpSp>
        <p:nvGrpSpPr>
          <p:cNvPr id="2" name="Group 8"/>
          <p:cNvGrpSpPr>
            <a:grpSpLocks/>
          </p:cNvGrpSpPr>
          <p:nvPr/>
        </p:nvGrpSpPr>
        <p:grpSpPr bwMode="auto">
          <a:xfrm>
            <a:off x="1346200" y="849313"/>
            <a:ext cx="2206625" cy="461962"/>
            <a:chOff x="0" y="539"/>
            <a:chExt cx="1390" cy="291"/>
          </a:xfrm>
        </p:grpSpPr>
        <p:sp>
          <p:nvSpPr>
            <p:cNvPr id="219148" name="Text Box 9"/>
            <p:cNvSpPr txBox="1">
              <a:spLocks noChangeArrowheads="1"/>
            </p:cNvSpPr>
            <p:nvPr/>
          </p:nvSpPr>
          <p:spPr bwMode="auto">
            <a:xfrm>
              <a:off x="0" y="539"/>
              <a:ext cx="892" cy="291"/>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zh-CN" altLang="en-US" sz="2400" b="1">
                  <a:solidFill>
                    <a:schemeClr val="bg1"/>
                  </a:solidFill>
                  <a:latin typeface="Tahoma" pitchFamily="34" charset="0"/>
                  <a:ea typeface="黑体" pitchFamily="2" charset="-122"/>
                </a:rPr>
                <a:t>最小地址</a:t>
              </a:r>
            </a:p>
          </p:txBody>
        </p:sp>
        <p:sp>
          <p:nvSpPr>
            <p:cNvPr id="219149" name="AutoShape 10"/>
            <p:cNvSpPr>
              <a:spLocks noChangeArrowheads="1"/>
            </p:cNvSpPr>
            <p:nvPr/>
          </p:nvSpPr>
          <p:spPr bwMode="auto">
            <a:xfrm>
              <a:off x="1010" y="656"/>
              <a:ext cx="380" cy="110"/>
            </a:xfrm>
            <a:prstGeom prst="rightArrow">
              <a:avLst>
                <a:gd name="adj1" fmla="val 50000"/>
                <a:gd name="adj2" fmla="val 86364"/>
              </a:avLst>
            </a:prstGeom>
            <a:solidFill>
              <a:srgbClr val="FF0000"/>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grpSp>
      <p:grpSp>
        <p:nvGrpSpPr>
          <p:cNvPr id="3" name="Group 11"/>
          <p:cNvGrpSpPr>
            <a:grpSpLocks/>
          </p:cNvGrpSpPr>
          <p:nvPr/>
        </p:nvGrpSpPr>
        <p:grpSpPr bwMode="auto">
          <a:xfrm>
            <a:off x="1387475" y="6021388"/>
            <a:ext cx="2165350" cy="461962"/>
            <a:chOff x="8" y="3771"/>
            <a:chExt cx="1364" cy="291"/>
          </a:xfrm>
        </p:grpSpPr>
        <p:sp>
          <p:nvSpPr>
            <p:cNvPr id="219146" name="Text Box 12"/>
            <p:cNvSpPr txBox="1">
              <a:spLocks noChangeArrowheads="1"/>
            </p:cNvSpPr>
            <p:nvPr/>
          </p:nvSpPr>
          <p:spPr bwMode="auto">
            <a:xfrm>
              <a:off x="8" y="3771"/>
              <a:ext cx="89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zh-CN" altLang="en-US" sz="2400" b="1">
                  <a:solidFill>
                    <a:srgbClr val="333399"/>
                  </a:solidFill>
                  <a:latin typeface="Tahoma" pitchFamily="34" charset="0"/>
                  <a:ea typeface="黑体" pitchFamily="2" charset="-122"/>
                </a:rPr>
                <a:t>最大地址</a:t>
              </a:r>
            </a:p>
          </p:txBody>
        </p:sp>
        <p:sp>
          <p:nvSpPr>
            <p:cNvPr id="219147" name="AutoShape 13"/>
            <p:cNvSpPr>
              <a:spLocks noChangeArrowheads="1"/>
            </p:cNvSpPr>
            <p:nvPr/>
          </p:nvSpPr>
          <p:spPr bwMode="auto">
            <a:xfrm>
              <a:off x="992" y="3899"/>
              <a:ext cx="380" cy="110"/>
            </a:xfrm>
            <a:prstGeom prst="rightArrow">
              <a:avLst>
                <a:gd name="adj1" fmla="val 50000"/>
                <a:gd name="adj2" fmla="val 86364"/>
              </a:avLst>
            </a:prstGeom>
            <a:solidFill>
              <a:schemeClr val="accent1"/>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grpSp>
    </p:spTree>
    <p:extLst>
      <p:ext uri="{BB962C8B-B14F-4D97-AF65-F5344CB8AC3E}">
        <p14:creationId xmlns:p14="http://schemas.microsoft.com/office/powerpoint/2010/main" val="3607741987"/>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53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5319"/>
                                        </p:tgtEl>
                                        <p:attrNameLst>
                                          <p:attrName>style.visibility</p:attrName>
                                        </p:attrNameLst>
                                      </p:cBhvr>
                                      <p:to>
                                        <p:strVal val="visible"/>
                                      </p:to>
                                    </p:set>
                                  </p:childTnLst>
                                </p:cTn>
                              </p:par>
                            </p:childTnLst>
                          </p:cTn>
                        </p:par>
                        <p:par>
                          <p:cTn id="9" fill="hold" nodeType="afterGroup">
                            <p:stCondLst>
                              <p:cond delay="0"/>
                            </p:stCondLst>
                            <p:childTnLst>
                              <p:par>
                                <p:cTn id="10" presetID="35" presetClass="emph" presetSubtype="0" fill="remove" grpId="1" nodeType="afterEffect">
                                  <p:stCondLst>
                                    <p:cond delay="500"/>
                                  </p:stCondLst>
                                  <p:childTnLst>
                                    <p:anim calcmode="discrete" valueType="str">
                                      <p:cBhvr>
                                        <p:cTn id="11" dur="1000" fill="hold"/>
                                        <p:tgtEl>
                                          <p:spTgt spid="525318"/>
                                        </p:tgtEl>
                                        <p:attrNameLst>
                                          <p:attrName>style.visibility</p:attrName>
                                        </p:attrNameLst>
                                      </p:cBhvr>
                                      <p:tavLst>
                                        <p:tav tm="0">
                                          <p:val>
                                            <p:strVal val="hidden"/>
                                          </p:val>
                                        </p:tav>
                                        <p:tav tm="50000">
                                          <p:val>
                                            <p:strVal val="visible"/>
                                          </p:val>
                                        </p:tav>
                                      </p:tavLst>
                                    </p:anim>
                                  </p:childTnLst>
                                </p:cTn>
                              </p:par>
                              <p:par>
                                <p:cTn id="12" presetID="35" presetClass="emph" presetSubtype="0" repeatCount="3000" fill="hold" grpId="1" nodeType="withEffect">
                                  <p:stCondLst>
                                    <p:cond delay="500"/>
                                  </p:stCondLst>
                                  <p:childTnLst>
                                    <p:anim calcmode="discrete" valueType="str">
                                      <p:cBhvr>
                                        <p:cTn id="13" dur="1000" fill="hold"/>
                                        <p:tgtEl>
                                          <p:spTgt spid="525319"/>
                                        </p:tgtEl>
                                        <p:attrNameLst>
                                          <p:attrName>style.visibility</p:attrName>
                                        </p:attrNameLst>
                                      </p:cBhvr>
                                      <p:tavLst>
                                        <p:tav tm="0">
                                          <p:val>
                                            <p:strVal val="hidden"/>
                                          </p:val>
                                        </p:tav>
                                        <p:tav tm="50000">
                                          <p:val>
                                            <p:strVal val="visible"/>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5318" grpId="0" animBg="1"/>
      <p:bldP spid="525318" grpId="1" animBg="1"/>
      <p:bldP spid="525319" grpId="0" animBg="1"/>
      <p:bldP spid="525319" grpId="1"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3"/>
          <p:cNvSpPr>
            <a:spLocks noGrp="1" noChangeArrowheads="1"/>
          </p:cNvSpPr>
          <p:nvPr>
            <p:ph type="title"/>
          </p:nvPr>
        </p:nvSpPr>
        <p:spPr/>
        <p:txBody>
          <a:bodyPr anchor="ctr"/>
          <a:lstStyle/>
          <a:p>
            <a:pPr eaLnBrk="1" hangingPunct="1"/>
            <a:r>
              <a:rPr lang="zh-CN" altLang="en-US" dirty="0"/>
              <a:t>无分类编址 </a:t>
            </a:r>
            <a:r>
              <a:rPr lang="en-US" altLang="zh-CN" dirty="0"/>
              <a:t>CIDR</a:t>
            </a:r>
            <a:endParaRPr lang="en-US" altLang="zh-CN" dirty="0" smtClean="0"/>
          </a:p>
        </p:txBody>
      </p:sp>
      <p:sp>
        <p:nvSpPr>
          <p:cNvPr id="526338" name="Rectangle 2"/>
          <p:cNvSpPr>
            <a:spLocks noGrp="1" noChangeArrowheads="1"/>
          </p:cNvSpPr>
          <p:nvPr>
            <p:ph idx="1"/>
          </p:nvPr>
        </p:nvSpPr>
        <p:spPr/>
        <p:txBody>
          <a:bodyPr/>
          <a:lstStyle/>
          <a:p>
            <a:pPr algn="just" eaLnBrk="1" hangingPunct="1">
              <a:lnSpc>
                <a:spcPct val="140000"/>
              </a:lnSpc>
            </a:pPr>
            <a:r>
              <a:rPr lang="zh-CN" altLang="en-US" b="1" dirty="0" smtClean="0"/>
              <a:t>计算机使用 </a:t>
            </a:r>
            <a:r>
              <a:rPr lang="en-US" altLang="zh-CN" b="1" dirty="0" smtClean="0"/>
              <a:t>32 </a:t>
            </a:r>
            <a:r>
              <a:rPr lang="zh-CN" altLang="en-US" b="1" dirty="0" smtClean="0"/>
              <a:t>位的</a:t>
            </a:r>
            <a:r>
              <a:rPr lang="zh-CN" altLang="en-US" b="1" dirty="0" smtClean="0">
                <a:solidFill>
                  <a:srgbClr val="FF0000"/>
                </a:solidFill>
              </a:rPr>
              <a:t>地址掩码</a:t>
            </a:r>
            <a:r>
              <a:rPr lang="en-US" altLang="zh-CN" b="1" dirty="0" smtClean="0"/>
              <a:t>(address mask)</a:t>
            </a:r>
            <a:r>
              <a:rPr lang="zh-CN" altLang="en-US" b="1" dirty="0" smtClean="0"/>
              <a:t>以便从 </a:t>
            </a:r>
            <a:r>
              <a:rPr lang="en-US" altLang="zh-CN" b="1" dirty="0" smtClean="0"/>
              <a:t>IP </a:t>
            </a:r>
            <a:r>
              <a:rPr lang="zh-CN" altLang="en-US" b="1" dirty="0" smtClean="0"/>
              <a:t>地址迅速算出网络地址。地址掩码又称为</a:t>
            </a:r>
            <a:r>
              <a:rPr lang="zh-CN" altLang="en-US" b="1" dirty="0">
                <a:solidFill>
                  <a:srgbClr val="FF0000"/>
                </a:solidFill>
              </a:rPr>
              <a:t>子网</a:t>
            </a:r>
            <a:r>
              <a:rPr lang="zh-CN" altLang="en-US" b="1" dirty="0" smtClean="0">
                <a:solidFill>
                  <a:srgbClr val="FF0000"/>
                </a:solidFill>
              </a:rPr>
              <a:t>掩码</a:t>
            </a:r>
            <a:r>
              <a:rPr lang="zh-CN" altLang="en-US" b="1" dirty="0" smtClean="0"/>
              <a:t>。</a:t>
            </a:r>
            <a:endParaRPr lang="en-US" altLang="zh-CN" b="1" dirty="0" smtClean="0"/>
          </a:p>
          <a:p>
            <a:pPr algn="just" eaLnBrk="1" hangingPunct="1">
              <a:lnSpc>
                <a:spcPct val="140000"/>
              </a:lnSpc>
            </a:pPr>
            <a:r>
              <a:rPr lang="zh-CN" altLang="en-US" b="1" dirty="0"/>
              <a:t>地址掩码由一连串 </a:t>
            </a:r>
            <a:r>
              <a:rPr lang="en-US" altLang="zh-CN" b="1" dirty="0"/>
              <a:t>1 </a:t>
            </a:r>
            <a:r>
              <a:rPr lang="zh-CN" altLang="en-US" b="1" dirty="0" smtClean="0"/>
              <a:t>和一连串 </a:t>
            </a:r>
            <a:r>
              <a:rPr lang="en-US" altLang="zh-CN" b="1" dirty="0"/>
              <a:t>0 </a:t>
            </a:r>
            <a:r>
              <a:rPr lang="zh-CN" altLang="en-US" b="1" dirty="0"/>
              <a:t>组成，而 </a:t>
            </a:r>
            <a:r>
              <a:rPr lang="en-US" altLang="zh-CN" b="1" dirty="0"/>
              <a:t>1 </a:t>
            </a:r>
            <a:r>
              <a:rPr lang="zh-CN" altLang="en-US" b="1" dirty="0"/>
              <a:t>的个数就是网络前缀的长度</a:t>
            </a:r>
            <a:r>
              <a:rPr lang="zh-CN" altLang="en-US" b="1" dirty="0" smtClean="0"/>
              <a:t>。</a:t>
            </a:r>
            <a:r>
              <a:rPr lang="en-US" altLang="zh-CN" b="1" dirty="0"/>
              <a:t>CIDR </a:t>
            </a:r>
            <a:r>
              <a:rPr lang="zh-CN" altLang="en-US" b="1" dirty="0"/>
              <a:t>记法中斜线后面的数字就是地址掩码中 </a:t>
            </a:r>
            <a:r>
              <a:rPr lang="en-US" altLang="zh-CN" b="1" dirty="0"/>
              <a:t>1 </a:t>
            </a:r>
            <a:r>
              <a:rPr lang="zh-CN" altLang="en-US" b="1" dirty="0"/>
              <a:t>的个数。    </a:t>
            </a:r>
          </a:p>
          <a:p>
            <a:pPr algn="just" eaLnBrk="1" hangingPunct="1">
              <a:lnSpc>
                <a:spcPct val="140000"/>
              </a:lnSpc>
            </a:pPr>
            <a:r>
              <a:rPr lang="zh-CN" altLang="en-US" b="1" dirty="0" smtClean="0"/>
              <a:t>对于 </a:t>
            </a:r>
            <a:r>
              <a:rPr lang="en-US" altLang="zh-CN" b="1" dirty="0"/>
              <a:t>/20 </a:t>
            </a:r>
            <a:r>
              <a:rPr lang="zh-CN" altLang="en-US" b="1" dirty="0" smtClean="0"/>
              <a:t>地址</a:t>
            </a:r>
            <a:r>
              <a:rPr lang="zh-CN" altLang="en-US" b="1" dirty="0"/>
              <a:t>块，它的地址掩码是 </a:t>
            </a:r>
            <a:r>
              <a:rPr lang="en-US" altLang="zh-CN" b="1" dirty="0"/>
              <a:t>20 </a:t>
            </a:r>
            <a:r>
              <a:rPr lang="zh-CN" altLang="en-US" b="1" dirty="0"/>
              <a:t>个连续的 </a:t>
            </a:r>
            <a:r>
              <a:rPr lang="en-US" altLang="zh-CN" b="1" dirty="0"/>
              <a:t>1 </a:t>
            </a:r>
            <a:r>
              <a:rPr lang="zh-CN" altLang="en-US" b="1" dirty="0"/>
              <a:t>和 </a:t>
            </a:r>
            <a:r>
              <a:rPr lang="en-US" altLang="zh-CN" b="1" dirty="0"/>
              <a:t>12 </a:t>
            </a:r>
            <a:r>
              <a:rPr lang="zh-CN" altLang="en-US" b="1" dirty="0"/>
              <a:t>个连续的 </a:t>
            </a:r>
            <a:r>
              <a:rPr lang="en-US" altLang="zh-CN" b="1" dirty="0"/>
              <a:t>0</a:t>
            </a:r>
            <a:r>
              <a:rPr lang="zh-CN" altLang="en-US" b="1" dirty="0" smtClean="0"/>
              <a:t>。这个掩码用点分十进制表示就是 </a:t>
            </a:r>
            <a:r>
              <a:rPr lang="en-US" altLang="zh-CN" b="1" dirty="0" smtClean="0"/>
              <a:t>255.255.240.0</a:t>
            </a:r>
            <a:r>
              <a:rPr lang="zh-CN" altLang="en-US" b="1" dirty="0" smtClean="0"/>
              <a:t>。</a:t>
            </a:r>
            <a:endParaRPr lang="zh-CN" altLang="en-US" b="1" dirty="0"/>
          </a:p>
        </p:txBody>
      </p:sp>
    </p:spTree>
    <p:extLst>
      <p:ext uri="{BB962C8B-B14F-4D97-AF65-F5344CB8AC3E}">
        <p14:creationId xmlns:p14="http://schemas.microsoft.com/office/powerpoint/2010/main" val="291070786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26338">
                                            <p:txEl>
                                              <p:pRg st="2" end="2"/>
                                            </p:txEl>
                                          </p:spTgt>
                                        </p:tgtEl>
                                        <p:attrNameLst>
                                          <p:attrName>style.visibility</p:attrName>
                                        </p:attrNameLst>
                                      </p:cBhvr>
                                      <p:to>
                                        <p:strVal val="visible"/>
                                      </p:to>
                                    </p:set>
                                    <p:anim calcmode="lin" valueType="num">
                                      <p:cBhvr additive="base">
                                        <p:cTn id="7" dur="500" fill="hold"/>
                                        <p:tgtEl>
                                          <p:spTgt spid="52633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2633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3"/>
          <p:cNvSpPr>
            <a:spLocks noGrp="1" noChangeArrowheads="1"/>
          </p:cNvSpPr>
          <p:nvPr>
            <p:ph type="title"/>
          </p:nvPr>
        </p:nvSpPr>
        <p:spPr/>
        <p:txBody>
          <a:bodyPr anchor="ctr"/>
          <a:lstStyle/>
          <a:p>
            <a:pPr eaLnBrk="1" hangingPunct="1"/>
            <a:r>
              <a:rPr lang="zh-CN" altLang="en-US" dirty="0"/>
              <a:t>无分类编址 </a:t>
            </a:r>
            <a:r>
              <a:rPr lang="en-US" altLang="zh-CN" dirty="0"/>
              <a:t>CIDR</a:t>
            </a:r>
            <a:endParaRPr lang="en-US" altLang="zh-CN" dirty="0" smtClean="0"/>
          </a:p>
        </p:txBody>
      </p:sp>
      <p:sp>
        <p:nvSpPr>
          <p:cNvPr id="526338" name="Rectangle 2"/>
          <p:cNvSpPr>
            <a:spLocks noGrp="1" noChangeArrowheads="1"/>
          </p:cNvSpPr>
          <p:nvPr>
            <p:ph idx="1"/>
          </p:nvPr>
        </p:nvSpPr>
        <p:spPr/>
        <p:txBody>
          <a:bodyPr/>
          <a:lstStyle/>
          <a:p>
            <a:pPr algn="just" eaLnBrk="1" hangingPunct="1"/>
            <a:r>
              <a:rPr lang="zh-CN" altLang="en-US" b="1" dirty="0" smtClean="0"/>
              <a:t>把二进制的 </a:t>
            </a:r>
            <a:r>
              <a:rPr lang="en-US" altLang="zh-CN" b="1" dirty="0" smtClean="0"/>
              <a:t>IP </a:t>
            </a:r>
            <a:r>
              <a:rPr lang="zh-CN" altLang="en-US" b="1" dirty="0" smtClean="0"/>
              <a:t>地址和地址掩码进行</a:t>
            </a:r>
            <a:r>
              <a:rPr lang="zh-CN" altLang="en-US" b="1" dirty="0" smtClean="0">
                <a:solidFill>
                  <a:srgbClr val="FF0000"/>
                </a:solidFill>
              </a:rPr>
              <a:t>按位 </a:t>
            </a:r>
            <a:r>
              <a:rPr lang="en-US" altLang="zh-CN" b="1" dirty="0" smtClean="0">
                <a:solidFill>
                  <a:srgbClr val="FF0000"/>
                </a:solidFill>
              </a:rPr>
              <a:t>AND </a:t>
            </a:r>
            <a:r>
              <a:rPr lang="zh-CN" altLang="en-US" b="1" dirty="0" smtClean="0"/>
              <a:t>运算，即可得出网络地址：</a:t>
            </a:r>
          </a:p>
        </p:txBody>
      </p:sp>
      <p:sp>
        <p:nvSpPr>
          <p:cNvPr id="4" name="圆角矩形 3"/>
          <p:cNvSpPr/>
          <p:nvPr/>
        </p:nvSpPr>
        <p:spPr>
          <a:xfrm>
            <a:off x="1138632" y="2812772"/>
            <a:ext cx="9565880" cy="349654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Rectangle 3"/>
          <p:cNvSpPr>
            <a:spLocks noChangeArrowheads="1"/>
          </p:cNvSpPr>
          <p:nvPr/>
        </p:nvSpPr>
        <p:spPr bwMode="auto">
          <a:xfrm>
            <a:off x="2941869" y="3168878"/>
            <a:ext cx="6497221" cy="404078"/>
          </a:xfrm>
          <a:prstGeom prst="rect">
            <a:avLst/>
          </a:prstGeom>
          <a:solidFill>
            <a:srgbClr val="FFFF99"/>
          </a:solidFill>
          <a:ln w="12700">
            <a:solidFill>
              <a:srgbClr val="333399"/>
            </a:solidFill>
            <a:miter lim="800000"/>
            <a:headEnd/>
            <a:tailEnd/>
          </a:ln>
          <a:effectLst/>
          <a:extLst/>
        </p:spPr>
        <p:txBody>
          <a:bodyPr wrap="none" anchor="ctr"/>
          <a:lstStyle/>
          <a:p>
            <a:endParaRPr lang="zh-CN" altLang="en-US" sz="1300" b="1">
              <a:solidFill>
                <a:srgbClr val="0000CC"/>
              </a:solidFill>
              <a:latin typeface="微软雅黑" pitchFamily="34" charset="-122"/>
              <a:ea typeface="微软雅黑" pitchFamily="34" charset="-122"/>
            </a:endParaRPr>
          </a:p>
        </p:txBody>
      </p:sp>
      <p:sp>
        <p:nvSpPr>
          <p:cNvPr id="6" name="Rectangle 8"/>
          <p:cNvSpPr>
            <a:spLocks noChangeArrowheads="1"/>
          </p:cNvSpPr>
          <p:nvPr/>
        </p:nvSpPr>
        <p:spPr bwMode="auto">
          <a:xfrm>
            <a:off x="2945301" y="3177897"/>
            <a:ext cx="3197419" cy="392393"/>
          </a:xfrm>
          <a:prstGeom prst="rect">
            <a:avLst/>
          </a:prstGeom>
          <a:solidFill>
            <a:srgbClr val="FFCCFF"/>
          </a:solidFill>
          <a:ln>
            <a:noFill/>
          </a:ln>
          <a:effectLst/>
          <a:extLst/>
        </p:spPr>
        <p:txBody>
          <a:bodyPr wrap="none" anchor="ctr"/>
          <a:lstStyle/>
          <a:p>
            <a:endParaRPr lang="zh-CN" altLang="en-US" sz="1300" b="1">
              <a:solidFill>
                <a:srgbClr val="0000CC"/>
              </a:solidFill>
              <a:latin typeface="微软雅黑" pitchFamily="34" charset="-122"/>
              <a:ea typeface="微软雅黑" pitchFamily="34" charset="-122"/>
            </a:endParaRPr>
          </a:p>
        </p:txBody>
      </p:sp>
      <p:sp>
        <p:nvSpPr>
          <p:cNvPr id="7" name="Rectangle 9"/>
          <p:cNvSpPr>
            <a:spLocks noChangeArrowheads="1"/>
          </p:cNvSpPr>
          <p:nvPr/>
        </p:nvSpPr>
        <p:spPr bwMode="auto">
          <a:xfrm>
            <a:off x="3907907" y="3190981"/>
            <a:ext cx="1736985" cy="397545"/>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2000" b="1" dirty="0" smtClean="0">
                <a:solidFill>
                  <a:srgbClr val="000000"/>
                </a:solidFill>
                <a:latin typeface="微软雅黑" pitchFamily="34" charset="-122"/>
                <a:ea typeface="微软雅黑" pitchFamily="34" charset="-122"/>
              </a:rPr>
              <a:t>网络前缀</a:t>
            </a:r>
            <a:endParaRPr kumimoji="1" lang="zh-CN" altLang="en-US" sz="2000" b="1" dirty="0">
              <a:solidFill>
                <a:srgbClr val="000000"/>
              </a:solidFill>
              <a:latin typeface="微软雅黑" pitchFamily="34" charset="-122"/>
              <a:ea typeface="微软雅黑" pitchFamily="34" charset="-122"/>
            </a:endParaRPr>
          </a:p>
        </p:txBody>
      </p:sp>
      <p:sp>
        <p:nvSpPr>
          <p:cNvPr id="8" name="Rectangle 10"/>
          <p:cNvSpPr>
            <a:spLocks noChangeArrowheads="1"/>
          </p:cNvSpPr>
          <p:nvPr/>
        </p:nvSpPr>
        <p:spPr bwMode="auto">
          <a:xfrm>
            <a:off x="7296631" y="3190981"/>
            <a:ext cx="1103625"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2000" b="1" dirty="0">
                <a:solidFill>
                  <a:srgbClr val="000000"/>
                </a:solidFill>
                <a:latin typeface="微软雅黑" pitchFamily="34" charset="-122"/>
                <a:ea typeface="微软雅黑" pitchFamily="34" charset="-122"/>
              </a:rPr>
              <a:t>主机号</a:t>
            </a:r>
          </a:p>
        </p:txBody>
      </p:sp>
      <p:sp>
        <p:nvSpPr>
          <p:cNvPr id="9" name="Rectangle 11"/>
          <p:cNvSpPr>
            <a:spLocks noChangeArrowheads="1"/>
          </p:cNvSpPr>
          <p:nvPr/>
        </p:nvSpPr>
        <p:spPr bwMode="auto">
          <a:xfrm>
            <a:off x="1487488" y="3220429"/>
            <a:ext cx="14236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r" defTabSz="762000" eaLnBrk="0" hangingPunct="0"/>
            <a:r>
              <a:rPr kumimoji="1" lang="en-US" altLang="zh-CN" sz="2000" b="1" dirty="0" smtClean="0">
                <a:solidFill>
                  <a:srgbClr val="0000CC"/>
                </a:solidFill>
                <a:latin typeface="微软雅黑" pitchFamily="34" charset="-122"/>
                <a:ea typeface="微软雅黑" pitchFamily="34" charset="-122"/>
              </a:rPr>
              <a:t>IP </a:t>
            </a:r>
            <a:r>
              <a:rPr kumimoji="1" lang="zh-CN" altLang="en-US" sz="2000" b="1" dirty="0">
                <a:solidFill>
                  <a:srgbClr val="0000CC"/>
                </a:solidFill>
                <a:latin typeface="微软雅黑" pitchFamily="34" charset="-122"/>
                <a:ea typeface="微软雅黑" pitchFamily="34" charset="-122"/>
              </a:rPr>
              <a:t>地址</a:t>
            </a:r>
          </a:p>
        </p:txBody>
      </p:sp>
      <p:sp>
        <p:nvSpPr>
          <p:cNvPr id="10" name="Line 13"/>
          <p:cNvSpPr>
            <a:spLocks noChangeShapeType="1"/>
          </p:cNvSpPr>
          <p:nvPr/>
        </p:nvSpPr>
        <p:spPr bwMode="auto">
          <a:xfrm>
            <a:off x="6146742" y="3174515"/>
            <a:ext cx="0" cy="3957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CC"/>
              </a:solidFill>
              <a:latin typeface="微软雅黑" pitchFamily="34" charset="-122"/>
              <a:ea typeface="微软雅黑" pitchFamily="34" charset="-122"/>
            </a:endParaRPr>
          </a:p>
        </p:txBody>
      </p:sp>
      <p:sp>
        <p:nvSpPr>
          <p:cNvPr id="11" name="Rectangle 29"/>
          <p:cNvSpPr>
            <a:spLocks noChangeArrowheads="1"/>
          </p:cNvSpPr>
          <p:nvPr/>
        </p:nvSpPr>
        <p:spPr bwMode="auto">
          <a:xfrm>
            <a:off x="1487488" y="4106359"/>
            <a:ext cx="140451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r" defTabSz="762000" eaLnBrk="0" hangingPunct="0"/>
            <a:r>
              <a:rPr kumimoji="1" lang="zh-CN" altLang="en-US" sz="2000" b="1" dirty="0">
                <a:solidFill>
                  <a:srgbClr val="0000CC"/>
                </a:solidFill>
                <a:latin typeface="微软雅黑" pitchFamily="34" charset="-122"/>
                <a:ea typeface="微软雅黑" pitchFamily="34" charset="-122"/>
              </a:rPr>
              <a:t>地址</a:t>
            </a:r>
            <a:r>
              <a:rPr kumimoji="1" lang="zh-CN" altLang="en-US" sz="2000" b="1" dirty="0" smtClean="0">
                <a:solidFill>
                  <a:srgbClr val="0000CC"/>
                </a:solidFill>
                <a:latin typeface="微软雅黑" pitchFamily="34" charset="-122"/>
                <a:ea typeface="微软雅黑" pitchFamily="34" charset="-122"/>
              </a:rPr>
              <a:t>掩码</a:t>
            </a:r>
            <a:endParaRPr kumimoji="1" lang="zh-CN" altLang="en-US" sz="2000" b="1" dirty="0">
              <a:solidFill>
                <a:srgbClr val="0000CC"/>
              </a:solidFill>
              <a:latin typeface="微软雅黑" pitchFamily="34" charset="-122"/>
              <a:ea typeface="微软雅黑" pitchFamily="34" charset="-122"/>
            </a:endParaRPr>
          </a:p>
        </p:txBody>
      </p:sp>
      <p:sp>
        <p:nvSpPr>
          <p:cNvPr id="12" name="Rectangle 47"/>
          <p:cNvSpPr>
            <a:spLocks noChangeArrowheads="1"/>
          </p:cNvSpPr>
          <p:nvPr/>
        </p:nvSpPr>
        <p:spPr bwMode="auto">
          <a:xfrm>
            <a:off x="6154722" y="4080579"/>
            <a:ext cx="3283122" cy="438675"/>
          </a:xfrm>
          <a:prstGeom prst="rect">
            <a:avLst/>
          </a:prstGeom>
          <a:solidFill>
            <a:srgbClr val="FFFF99"/>
          </a:solidFill>
          <a:ln w="9525">
            <a:solidFill>
              <a:schemeClr val="tx1"/>
            </a:solidFill>
            <a:miter lim="800000"/>
            <a:headEnd/>
            <a:tailEnd/>
          </a:ln>
          <a:effectLst/>
          <a:extLst/>
        </p:spPr>
        <p:txBody>
          <a:bodyPr wrap="none" anchor="ctr"/>
          <a:lstStyle/>
          <a:p>
            <a:endParaRPr lang="zh-CN" altLang="en-US" sz="1300" b="1">
              <a:solidFill>
                <a:srgbClr val="0000CC"/>
              </a:solidFill>
              <a:latin typeface="微软雅黑" pitchFamily="34" charset="-122"/>
              <a:ea typeface="微软雅黑" pitchFamily="34" charset="-122"/>
            </a:endParaRPr>
          </a:p>
        </p:txBody>
      </p:sp>
      <p:sp>
        <p:nvSpPr>
          <p:cNvPr id="13" name="Rectangle 48"/>
          <p:cNvSpPr>
            <a:spLocks noChangeArrowheads="1"/>
          </p:cNvSpPr>
          <p:nvPr/>
        </p:nvSpPr>
        <p:spPr bwMode="auto">
          <a:xfrm>
            <a:off x="2945301" y="4080579"/>
            <a:ext cx="3206467" cy="438675"/>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CC"/>
              </a:solidFill>
              <a:latin typeface="微软雅黑" pitchFamily="34" charset="-122"/>
              <a:ea typeface="微软雅黑" pitchFamily="34" charset="-122"/>
            </a:endParaRPr>
          </a:p>
        </p:txBody>
      </p:sp>
      <p:grpSp>
        <p:nvGrpSpPr>
          <p:cNvPr id="14" name="Group 49"/>
          <p:cNvGrpSpPr>
            <a:grpSpLocks/>
          </p:cNvGrpSpPr>
          <p:nvPr/>
        </p:nvGrpSpPr>
        <p:grpSpPr bwMode="auto">
          <a:xfrm>
            <a:off x="3046076" y="4126796"/>
            <a:ext cx="6293238" cy="336270"/>
            <a:chOff x="1174" y="3062"/>
            <a:chExt cx="4391" cy="243"/>
          </a:xfrm>
        </p:grpSpPr>
        <p:sp>
          <p:nvSpPr>
            <p:cNvPr id="15" name="Rectangle 50"/>
            <p:cNvSpPr>
              <a:spLocks noChangeArrowheads="1"/>
            </p:cNvSpPr>
            <p:nvPr/>
          </p:nvSpPr>
          <p:spPr bwMode="auto">
            <a:xfrm>
              <a:off x="1174" y="3062"/>
              <a:ext cx="2194"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en-US" altLang="zh-CN" sz="1600" b="1" dirty="0">
                  <a:solidFill>
                    <a:srgbClr val="000000"/>
                  </a:solidFill>
                  <a:latin typeface="微软雅黑" pitchFamily="34" charset="-122"/>
                  <a:ea typeface="微软雅黑" pitchFamily="34" charset="-122"/>
                </a:rPr>
                <a:t>1 1 1 1 1 1 1 1 1 1 1 1 1 1 1 </a:t>
              </a:r>
              <a:r>
                <a:rPr kumimoji="1" lang="en-US" altLang="zh-CN" sz="1600" b="1" dirty="0" smtClean="0">
                  <a:solidFill>
                    <a:srgbClr val="000000"/>
                  </a:solidFill>
                  <a:latin typeface="微软雅黑" pitchFamily="34" charset="-122"/>
                  <a:ea typeface="微软雅黑" pitchFamily="34" charset="-122"/>
                </a:rPr>
                <a:t>1</a:t>
              </a:r>
              <a:endParaRPr kumimoji="1" lang="en-US" altLang="zh-CN" sz="1600" b="1" dirty="0">
                <a:solidFill>
                  <a:srgbClr val="000000"/>
                </a:solidFill>
                <a:latin typeface="微软雅黑" pitchFamily="34" charset="-122"/>
                <a:ea typeface="微软雅黑" pitchFamily="34" charset="-122"/>
              </a:endParaRPr>
            </a:p>
          </p:txBody>
        </p:sp>
        <p:sp>
          <p:nvSpPr>
            <p:cNvPr id="16" name="Rectangle 51"/>
            <p:cNvSpPr>
              <a:spLocks noChangeArrowheads="1"/>
            </p:cNvSpPr>
            <p:nvPr/>
          </p:nvSpPr>
          <p:spPr bwMode="auto">
            <a:xfrm>
              <a:off x="3391" y="3062"/>
              <a:ext cx="2174" cy="24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en-US" altLang="zh-CN" sz="1600" b="1" dirty="0">
                  <a:solidFill>
                    <a:srgbClr val="000000"/>
                  </a:solidFill>
                  <a:latin typeface="微软雅黑" pitchFamily="34" charset="-122"/>
                  <a:ea typeface="微软雅黑" pitchFamily="34" charset="-122"/>
                </a:rPr>
                <a:t>0 0 0 0 0 0 0 0 0 0 0 0 0 0 0 0</a:t>
              </a:r>
            </a:p>
          </p:txBody>
        </p:sp>
      </p:grpSp>
      <p:sp>
        <p:nvSpPr>
          <p:cNvPr id="17" name="AutoShape 61"/>
          <p:cNvSpPr>
            <a:spLocks noChangeArrowheads="1"/>
          </p:cNvSpPr>
          <p:nvPr/>
        </p:nvSpPr>
        <p:spPr bwMode="auto">
          <a:xfrm>
            <a:off x="5879976" y="4581128"/>
            <a:ext cx="512306" cy="438673"/>
          </a:xfrm>
          <a:prstGeom prst="downArrow">
            <a:avLst>
              <a:gd name="adj1" fmla="val 47126"/>
              <a:gd name="adj2" fmla="val 34655"/>
            </a:avLst>
          </a:prstGeom>
          <a:solidFill>
            <a:srgbClr val="FFC000"/>
          </a:solidFill>
          <a:ln w="9525">
            <a:solidFill>
              <a:schemeClr val="tx1"/>
            </a:solidFill>
            <a:miter lim="800000"/>
            <a:headEnd/>
            <a:tailEnd/>
          </a:ln>
          <a:effectLst/>
          <a:extLst/>
        </p:spPr>
        <p:txBody>
          <a:bodyPr vert="eaVert" wrap="none" anchor="ctr"/>
          <a:lstStyle/>
          <a:p>
            <a:endParaRPr lang="zh-CN" altLang="en-US" sz="1300" b="1">
              <a:solidFill>
                <a:srgbClr val="0000CC"/>
              </a:solidFill>
              <a:latin typeface="微软雅黑" pitchFamily="34" charset="-122"/>
              <a:ea typeface="微软雅黑" pitchFamily="34" charset="-122"/>
            </a:endParaRPr>
          </a:p>
        </p:txBody>
      </p:sp>
      <p:sp>
        <p:nvSpPr>
          <p:cNvPr id="18" name="Rectangle 60"/>
          <p:cNvSpPr>
            <a:spLocks noChangeArrowheads="1"/>
          </p:cNvSpPr>
          <p:nvPr/>
        </p:nvSpPr>
        <p:spPr bwMode="auto">
          <a:xfrm>
            <a:off x="2938815" y="3575248"/>
            <a:ext cx="6500275" cy="505331"/>
          </a:xfrm>
          <a:prstGeom prst="rect">
            <a:avLst/>
          </a:prstGeom>
          <a:solidFill>
            <a:srgbClr val="0000CC"/>
          </a:solidFill>
          <a:ln>
            <a:noFill/>
          </a:ln>
          <a:effectLst/>
          <a:extLst/>
        </p:spPr>
        <p:txBody>
          <a:bodyPr wrap="none" anchor="ctr"/>
          <a:lstStyle/>
          <a:p>
            <a:pPr algn="ctr"/>
            <a:r>
              <a:rPr lang="zh-CN" altLang="en-US" b="1" dirty="0">
                <a:solidFill>
                  <a:schemeClr val="bg1"/>
                </a:solidFill>
                <a:latin typeface="微软雅黑" pitchFamily="34" charset="-122"/>
                <a:ea typeface="微软雅黑" pitchFamily="34" charset="-122"/>
              </a:rPr>
              <a:t>逐位进行 </a:t>
            </a:r>
            <a:r>
              <a:rPr lang="en-US" altLang="zh-CN" b="1" dirty="0">
                <a:solidFill>
                  <a:schemeClr val="bg1"/>
                </a:solidFill>
                <a:latin typeface="微软雅黑" pitchFamily="34" charset="-122"/>
                <a:ea typeface="微软雅黑" pitchFamily="34" charset="-122"/>
              </a:rPr>
              <a:t>AND </a:t>
            </a:r>
            <a:r>
              <a:rPr lang="zh-CN" altLang="en-US" b="1" dirty="0">
                <a:solidFill>
                  <a:schemeClr val="bg1"/>
                </a:solidFill>
                <a:latin typeface="微软雅黑" pitchFamily="34" charset="-122"/>
                <a:ea typeface="微软雅黑" pitchFamily="34" charset="-122"/>
              </a:rPr>
              <a:t>运算</a:t>
            </a:r>
          </a:p>
        </p:txBody>
      </p:sp>
      <p:grpSp>
        <p:nvGrpSpPr>
          <p:cNvPr id="19" name="组合 18"/>
          <p:cNvGrpSpPr/>
          <p:nvPr/>
        </p:nvGrpSpPr>
        <p:grpSpPr>
          <a:xfrm>
            <a:off x="1717789" y="5067164"/>
            <a:ext cx="7690579" cy="450068"/>
            <a:chOff x="1327791" y="3130150"/>
            <a:chExt cx="6474857" cy="366649"/>
          </a:xfrm>
        </p:grpSpPr>
        <p:sp>
          <p:nvSpPr>
            <p:cNvPr id="20" name="Rectangle 46"/>
            <p:cNvSpPr>
              <a:spLocks noChangeArrowheads="1"/>
            </p:cNvSpPr>
            <p:nvPr/>
          </p:nvSpPr>
          <p:spPr bwMode="auto">
            <a:xfrm>
              <a:off x="1327791" y="3157391"/>
              <a:ext cx="1017600" cy="323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defTabSz="762000" eaLnBrk="0" hangingPunct="0"/>
              <a:r>
                <a:rPr kumimoji="1" lang="zh-CN" altLang="en-US" sz="2000" b="1" dirty="0" smtClean="0">
                  <a:solidFill>
                    <a:srgbClr val="0000CC"/>
                  </a:solidFill>
                  <a:latin typeface="微软雅黑" pitchFamily="34" charset="-122"/>
                  <a:ea typeface="微软雅黑" pitchFamily="34" charset="-122"/>
                </a:rPr>
                <a:t>网络</a:t>
              </a:r>
              <a:r>
                <a:rPr kumimoji="1" lang="zh-CN" altLang="en-US" sz="2000" b="1" dirty="0">
                  <a:solidFill>
                    <a:srgbClr val="0000CC"/>
                  </a:solidFill>
                  <a:latin typeface="微软雅黑" pitchFamily="34" charset="-122"/>
                  <a:ea typeface="微软雅黑" pitchFamily="34" charset="-122"/>
                </a:rPr>
                <a:t>地址</a:t>
              </a:r>
            </a:p>
          </p:txBody>
        </p:sp>
        <p:sp>
          <p:nvSpPr>
            <p:cNvPr id="21" name="Rectangle 53"/>
            <p:cNvSpPr>
              <a:spLocks noChangeArrowheads="1"/>
            </p:cNvSpPr>
            <p:nvPr/>
          </p:nvSpPr>
          <p:spPr bwMode="auto">
            <a:xfrm>
              <a:off x="5057826" y="3130150"/>
              <a:ext cx="2744822" cy="357368"/>
            </a:xfrm>
            <a:prstGeom prst="rect">
              <a:avLst/>
            </a:prstGeom>
            <a:solidFill>
              <a:srgbClr val="FFFF99"/>
            </a:solidFill>
            <a:ln w="9525">
              <a:solidFill>
                <a:schemeClr val="tx1"/>
              </a:solidFill>
              <a:miter lim="800000"/>
              <a:headEnd/>
              <a:tailEnd/>
            </a:ln>
            <a:effectLst/>
            <a:extLst/>
          </p:spPr>
          <p:txBody>
            <a:bodyPr wrap="none" anchor="ctr"/>
            <a:lstStyle/>
            <a:p>
              <a:endParaRPr lang="zh-CN" altLang="en-US" sz="1300" b="1">
                <a:solidFill>
                  <a:srgbClr val="0000CC"/>
                </a:solidFill>
                <a:latin typeface="微软雅黑" pitchFamily="34" charset="-122"/>
                <a:ea typeface="微软雅黑" pitchFamily="34" charset="-122"/>
              </a:endParaRPr>
            </a:p>
          </p:txBody>
        </p:sp>
        <p:sp>
          <p:nvSpPr>
            <p:cNvPr id="22" name="Rectangle 54"/>
            <p:cNvSpPr>
              <a:spLocks noChangeArrowheads="1"/>
            </p:cNvSpPr>
            <p:nvPr/>
          </p:nvSpPr>
          <p:spPr bwMode="auto">
            <a:xfrm>
              <a:off x="2351813" y="3130150"/>
              <a:ext cx="2699591" cy="35736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CC"/>
                </a:solidFill>
                <a:latin typeface="微软雅黑" pitchFamily="34" charset="-122"/>
                <a:ea typeface="微软雅黑" pitchFamily="34" charset="-122"/>
              </a:endParaRPr>
            </a:p>
          </p:txBody>
        </p:sp>
        <p:sp>
          <p:nvSpPr>
            <p:cNvPr id="23" name="Rectangle 57"/>
            <p:cNvSpPr>
              <a:spLocks noChangeArrowheads="1"/>
            </p:cNvSpPr>
            <p:nvPr/>
          </p:nvSpPr>
          <p:spPr bwMode="auto">
            <a:xfrm>
              <a:off x="3349605" y="3172938"/>
              <a:ext cx="1017600" cy="323861"/>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smtClean="0">
                  <a:solidFill>
                    <a:srgbClr val="000000"/>
                  </a:solidFill>
                  <a:latin typeface="微软雅黑" pitchFamily="34" charset="-122"/>
                  <a:ea typeface="微软雅黑" pitchFamily="34" charset="-122"/>
                </a:rPr>
                <a:t>网络前缀</a:t>
              </a:r>
              <a:endParaRPr kumimoji="1" lang="zh-CN" altLang="en-US" sz="2000" b="1" dirty="0">
                <a:solidFill>
                  <a:srgbClr val="000000"/>
                </a:solidFill>
                <a:latin typeface="微软雅黑" pitchFamily="34" charset="-122"/>
                <a:ea typeface="微软雅黑" pitchFamily="34" charset="-122"/>
              </a:endParaRPr>
            </a:p>
          </p:txBody>
        </p:sp>
        <p:sp>
          <p:nvSpPr>
            <p:cNvPr id="24" name="Rectangle 51"/>
            <p:cNvSpPr>
              <a:spLocks noChangeArrowheads="1"/>
            </p:cNvSpPr>
            <p:nvPr/>
          </p:nvSpPr>
          <p:spPr bwMode="auto">
            <a:xfrm>
              <a:off x="5114108" y="3170646"/>
              <a:ext cx="2623260" cy="27371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en-US" altLang="zh-CN" sz="1600" b="1" dirty="0">
                  <a:solidFill>
                    <a:srgbClr val="000000"/>
                  </a:solidFill>
                  <a:latin typeface="微软雅黑" pitchFamily="34" charset="-122"/>
                  <a:ea typeface="微软雅黑" pitchFamily="34" charset="-122"/>
                </a:rPr>
                <a:t>0 0 0 0 0 0 0 0 0 0 0 0 0 0 0 0</a:t>
              </a:r>
            </a:p>
          </p:txBody>
        </p:sp>
      </p:grpSp>
    </p:spTree>
    <p:extLst>
      <p:ext uri="{BB962C8B-B14F-4D97-AF65-F5344CB8AC3E}">
        <p14:creationId xmlns:p14="http://schemas.microsoft.com/office/powerpoint/2010/main" val="279098970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35" presetClass="emph" presetSubtype="0" repeatCount="3000" fill="hold" nodeType="withEffect">
                                  <p:stCondLst>
                                    <p:cond delay="1000"/>
                                  </p:stCondLst>
                                  <p:childTnLst>
                                    <p:anim calcmode="discrete" valueType="str">
                                      <p:cBhvr>
                                        <p:cTn id="8" dur="1000" fill="hold"/>
                                        <p:tgtEl>
                                          <p:spTgt spid="14"/>
                                        </p:tgtEl>
                                        <p:attrNameLst>
                                          <p:attrName>style.visibility</p:attrName>
                                        </p:attrNameLst>
                                      </p:cBhvr>
                                      <p:tavLst>
                                        <p:tav tm="0">
                                          <p:val>
                                            <p:strVal val="hidden"/>
                                          </p:val>
                                        </p:tav>
                                        <p:tav tm="50000">
                                          <p:val>
                                            <p:strVal val="visible"/>
                                          </p:val>
                                        </p:tav>
                                      </p:tavLst>
                                    </p:anim>
                                  </p:childTnLst>
                                </p:cTn>
                              </p:par>
                            </p:childTnLst>
                          </p:cTn>
                        </p:par>
                        <p:par>
                          <p:cTn id="9" fill="hold">
                            <p:stCondLst>
                              <p:cond delay="4000"/>
                            </p:stCondLst>
                            <p:childTnLst>
                              <p:par>
                                <p:cTn id="10" presetID="22" presetClass="entr" presetSubtype="1" fill="hold" grpId="0" nodeType="after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up)">
                                      <p:cBhvr>
                                        <p:cTn id="12" dur="1500"/>
                                        <p:tgtEl>
                                          <p:spTgt spid="17"/>
                                        </p:tgtEl>
                                      </p:cBhvr>
                                    </p:animEffect>
                                  </p:childTnLst>
                                </p:cTn>
                              </p:par>
                            </p:childTnLst>
                          </p:cTn>
                        </p:par>
                        <p:par>
                          <p:cTn id="13" fill="hold">
                            <p:stCondLst>
                              <p:cond delay="5500"/>
                            </p:stCondLst>
                            <p:childTnLst>
                              <p:par>
                                <p:cTn id="14" presetID="22" presetClass="entr" presetSubtype="1" fill="hold" nodeType="after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up)">
                                      <p:cBhvr>
                                        <p:cTn id="16" dur="1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3"/>
          <p:cNvSpPr>
            <a:spLocks noGrp="1" noChangeArrowheads="1"/>
          </p:cNvSpPr>
          <p:nvPr>
            <p:ph type="title"/>
          </p:nvPr>
        </p:nvSpPr>
        <p:spPr/>
        <p:txBody>
          <a:bodyPr anchor="ctr"/>
          <a:lstStyle/>
          <a:p>
            <a:pPr eaLnBrk="1" hangingPunct="1"/>
            <a:r>
              <a:rPr lang="zh-CN" altLang="en-US" dirty="0"/>
              <a:t>无分类编址 </a:t>
            </a:r>
            <a:r>
              <a:rPr lang="en-US" altLang="zh-CN" dirty="0"/>
              <a:t>CIDR</a:t>
            </a:r>
            <a:endParaRPr lang="en-US" altLang="zh-CN" dirty="0" smtClean="0"/>
          </a:p>
        </p:txBody>
      </p:sp>
      <p:sp>
        <p:nvSpPr>
          <p:cNvPr id="5" name="圆角矩形 4"/>
          <p:cNvSpPr/>
          <p:nvPr/>
        </p:nvSpPr>
        <p:spPr>
          <a:xfrm>
            <a:off x="545144" y="1546231"/>
            <a:ext cx="10087360" cy="483509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6" name="组合 5"/>
          <p:cNvGrpSpPr/>
          <p:nvPr/>
        </p:nvGrpSpPr>
        <p:grpSpPr>
          <a:xfrm>
            <a:off x="828136" y="2298650"/>
            <a:ext cx="9102512" cy="410270"/>
            <a:chOff x="828136" y="1708850"/>
            <a:chExt cx="7267413" cy="281959"/>
          </a:xfrm>
        </p:grpSpPr>
        <p:sp>
          <p:nvSpPr>
            <p:cNvPr id="7" name="Rectangle 33"/>
            <p:cNvSpPr>
              <a:spLocks noChangeArrowheads="1"/>
            </p:cNvSpPr>
            <p:nvPr/>
          </p:nvSpPr>
          <p:spPr bwMode="auto">
            <a:xfrm>
              <a:off x="3642866" y="1708850"/>
              <a:ext cx="4452683" cy="27266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00"/>
                </a:solidFill>
                <a:latin typeface="微软雅黑" pitchFamily="34" charset="-122"/>
                <a:ea typeface="微软雅黑" pitchFamily="34" charset="-122"/>
              </a:endParaRPr>
            </a:p>
          </p:txBody>
        </p:sp>
        <p:sp>
          <p:nvSpPr>
            <p:cNvPr id="8" name="Rectangle 34"/>
            <p:cNvSpPr>
              <a:spLocks noChangeArrowheads="1"/>
            </p:cNvSpPr>
            <p:nvPr/>
          </p:nvSpPr>
          <p:spPr bwMode="auto">
            <a:xfrm>
              <a:off x="828136" y="1738748"/>
              <a:ext cx="2033654" cy="252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dirty="0">
                  <a:solidFill>
                    <a:srgbClr val="000000"/>
                  </a:solidFill>
                  <a:latin typeface="微软雅黑" pitchFamily="34" charset="-122"/>
                  <a:ea typeface="微软雅黑" pitchFamily="34" charset="-122"/>
                </a:rPr>
                <a:t>(a) </a:t>
              </a:r>
              <a:r>
                <a:rPr kumimoji="1" lang="zh-CN" altLang="en-US" b="1" dirty="0">
                  <a:solidFill>
                    <a:srgbClr val="000000"/>
                  </a:solidFill>
                  <a:latin typeface="微软雅黑" pitchFamily="34" charset="-122"/>
                  <a:ea typeface="微软雅黑" pitchFamily="34" charset="-122"/>
                </a:rPr>
                <a:t>点分</a:t>
              </a:r>
              <a:r>
                <a:rPr kumimoji="1" lang="zh-CN" altLang="en-US" b="1" dirty="0" smtClean="0">
                  <a:solidFill>
                    <a:srgbClr val="000000"/>
                  </a:solidFill>
                  <a:latin typeface="微软雅黑" pitchFamily="34" charset="-122"/>
                  <a:ea typeface="微软雅黑" pitchFamily="34" charset="-122"/>
                </a:rPr>
                <a:t>十进制 </a:t>
              </a:r>
              <a:r>
                <a:rPr kumimoji="1" lang="en-US" altLang="zh-CN" b="1" dirty="0">
                  <a:solidFill>
                    <a:srgbClr val="000000"/>
                  </a:solidFill>
                  <a:latin typeface="微软雅黑" pitchFamily="34" charset="-122"/>
                  <a:ea typeface="微软雅黑" pitchFamily="34" charset="-122"/>
                </a:rPr>
                <a:t>IP </a:t>
              </a:r>
              <a:r>
                <a:rPr kumimoji="1" lang="zh-CN" altLang="en-US" b="1" dirty="0">
                  <a:solidFill>
                    <a:srgbClr val="000000"/>
                  </a:solidFill>
                  <a:latin typeface="微软雅黑" pitchFamily="34" charset="-122"/>
                  <a:ea typeface="微软雅黑" pitchFamily="34" charset="-122"/>
                </a:rPr>
                <a:t>地址</a:t>
              </a:r>
            </a:p>
          </p:txBody>
        </p:sp>
        <p:sp>
          <p:nvSpPr>
            <p:cNvPr id="9" name="Text Box 45"/>
            <p:cNvSpPr txBox="1">
              <a:spLocks noChangeArrowheads="1"/>
            </p:cNvSpPr>
            <p:nvPr/>
          </p:nvSpPr>
          <p:spPr bwMode="auto">
            <a:xfrm>
              <a:off x="3941652" y="1741152"/>
              <a:ext cx="1998073" cy="222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00" b="1" dirty="0" smtClean="0">
                  <a:solidFill>
                    <a:srgbClr val="000000"/>
                  </a:solidFill>
                  <a:latin typeface="微软雅黑" pitchFamily="34" charset="-122"/>
                  <a:ea typeface="微软雅黑" pitchFamily="34" charset="-122"/>
                </a:rPr>
                <a:t>128         .         14          </a:t>
              </a:r>
              <a:r>
                <a:rPr kumimoji="1" lang="en-US" altLang="zh-CN" sz="1500" b="1" dirty="0">
                  <a:solidFill>
                    <a:srgbClr val="000000"/>
                  </a:solidFill>
                  <a:latin typeface="微软雅黑" pitchFamily="34" charset="-122"/>
                  <a:ea typeface="微软雅黑" pitchFamily="34" charset="-122"/>
                </a:rPr>
                <a:t>.</a:t>
              </a:r>
            </a:p>
          </p:txBody>
        </p:sp>
        <p:sp>
          <p:nvSpPr>
            <p:cNvPr id="10" name="Text Box 46"/>
            <p:cNvSpPr txBox="1">
              <a:spLocks noChangeArrowheads="1"/>
            </p:cNvSpPr>
            <p:nvPr/>
          </p:nvSpPr>
          <p:spPr bwMode="auto">
            <a:xfrm>
              <a:off x="5945345" y="1741154"/>
              <a:ext cx="1719070" cy="222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00" b="1" dirty="0">
                  <a:solidFill>
                    <a:srgbClr val="000000"/>
                  </a:solidFill>
                  <a:latin typeface="微软雅黑" pitchFamily="34" charset="-122"/>
                  <a:ea typeface="微软雅黑" pitchFamily="34" charset="-122"/>
                </a:rPr>
                <a:t> </a:t>
              </a:r>
              <a:r>
                <a:rPr kumimoji="1" lang="en-US" altLang="zh-CN" sz="1500" b="1" dirty="0" smtClean="0">
                  <a:solidFill>
                    <a:srgbClr val="000000"/>
                  </a:solidFill>
                  <a:latin typeface="微软雅黑" pitchFamily="34" charset="-122"/>
                  <a:ea typeface="微软雅黑" pitchFamily="34" charset="-122"/>
                </a:rPr>
                <a:t>      35         </a:t>
              </a:r>
              <a:r>
                <a:rPr kumimoji="1" lang="en-US" altLang="zh-CN" sz="1500" b="1" dirty="0">
                  <a:solidFill>
                    <a:srgbClr val="000000"/>
                  </a:solidFill>
                  <a:latin typeface="微软雅黑" pitchFamily="34" charset="-122"/>
                  <a:ea typeface="微软雅黑" pitchFamily="34" charset="-122"/>
                </a:rPr>
                <a:t>.     </a:t>
              </a:r>
              <a:r>
                <a:rPr kumimoji="1" lang="en-US" altLang="zh-CN" sz="1500" b="1" dirty="0" smtClean="0">
                  <a:solidFill>
                    <a:srgbClr val="000000"/>
                  </a:solidFill>
                  <a:latin typeface="微软雅黑" pitchFamily="34" charset="-122"/>
                  <a:ea typeface="微软雅黑" pitchFamily="34" charset="-122"/>
                </a:rPr>
                <a:t>      7</a:t>
              </a:r>
              <a:endParaRPr kumimoji="1" lang="en-US" altLang="zh-CN" sz="1500" b="1" dirty="0">
                <a:solidFill>
                  <a:srgbClr val="000000"/>
                </a:solidFill>
                <a:latin typeface="微软雅黑" pitchFamily="34" charset="-122"/>
                <a:ea typeface="微软雅黑" pitchFamily="34" charset="-122"/>
              </a:endParaRPr>
            </a:p>
          </p:txBody>
        </p:sp>
      </p:grpSp>
      <p:grpSp>
        <p:nvGrpSpPr>
          <p:cNvPr id="11" name="组合 10"/>
          <p:cNvGrpSpPr/>
          <p:nvPr/>
        </p:nvGrpSpPr>
        <p:grpSpPr>
          <a:xfrm>
            <a:off x="828136" y="4020672"/>
            <a:ext cx="9132605" cy="416440"/>
            <a:chOff x="828136" y="2681779"/>
            <a:chExt cx="7291439" cy="286199"/>
          </a:xfrm>
        </p:grpSpPr>
        <p:sp>
          <p:nvSpPr>
            <p:cNvPr id="12" name="Rectangle 40"/>
            <p:cNvSpPr>
              <a:spLocks noChangeArrowheads="1"/>
            </p:cNvSpPr>
            <p:nvPr/>
          </p:nvSpPr>
          <p:spPr bwMode="auto">
            <a:xfrm>
              <a:off x="3642865" y="2684182"/>
              <a:ext cx="4452681" cy="27266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00"/>
                </a:solidFill>
                <a:latin typeface="微软雅黑" pitchFamily="34" charset="-122"/>
                <a:ea typeface="微软雅黑" pitchFamily="34" charset="-122"/>
              </a:endParaRPr>
            </a:p>
          </p:txBody>
        </p:sp>
        <p:sp>
          <p:nvSpPr>
            <p:cNvPr id="13" name="Rectangle 36"/>
            <p:cNvSpPr>
              <a:spLocks noChangeArrowheads="1"/>
            </p:cNvSpPr>
            <p:nvPr/>
          </p:nvSpPr>
          <p:spPr bwMode="auto">
            <a:xfrm>
              <a:off x="3648131" y="2691388"/>
              <a:ext cx="2742054" cy="259447"/>
            </a:xfrm>
            <a:prstGeom prst="rect">
              <a:avLst/>
            </a:prstGeom>
            <a:solidFill>
              <a:srgbClr val="FF99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00"/>
                </a:solidFill>
                <a:latin typeface="微软雅黑" pitchFamily="34" charset="-122"/>
                <a:ea typeface="微软雅黑" pitchFamily="34" charset="-122"/>
              </a:endParaRPr>
            </a:p>
          </p:txBody>
        </p:sp>
        <p:sp>
          <p:nvSpPr>
            <p:cNvPr id="14" name="Rectangle 41"/>
            <p:cNvSpPr>
              <a:spLocks noChangeArrowheads="1"/>
            </p:cNvSpPr>
            <p:nvPr/>
          </p:nvSpPr>
          <p:spPr bwMode="auto">
            <a:xfrm>
              <a:off x="3553481" y="2742411"/>
              <a:ext cx="3478584" cy="220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500" b="1" dirty="0">
                  <a:solidFill>
                    <a:srgbClr val="000000"/>
                  </a:solidFill>
                  <a:latin typeface="微软雅黑" pitchFamily="34" charset="-122"/>
                  <a:ea typeface="微软雅黑" pitchFamily="34" charset="-122"/>
                </a:rPr>
                <a:t>1 1 1 1 1 1 1 1 1 1 1 1 1 1 1 1 </a:t>
              </a:r>
              <a:r>
                <a:rPr kumimoji="1" lang="en-US" altLang="zh-CN" sz="1500" b="1" dirty="0" smtClean="0">
                  <a:solidFill>
                    <a:srgbClr val="000000"/>
                  </a:solidFill>
                  <a:latin typeface="微软雅黑" pitchFamily="34" charset="-122"/>
                  <a:ea typeface="微软雅黑" pitchFamily="34" charset="-122"/>
                </a:rPr>
                <a:t>1 </a:t>
              </a:r>
              <a:r>
                <a:rPr kumimoji="1" lang="en-US" altLang="zh-CN" sz="1500" b="1" dirty="0">
                  <a:solidFill>
                    <a:srgbClr val="000000"/>
                  </a:solidFill>
                  <a:latin typeface="微软雅黑" pitchFamily="34" charset="-122"/>
                  <a:ea typeface="微软雅黑" pitchFamily="34" charset="-122"/>
                </a:rPr>
                <a:t>1 </a:t>
              </a:r>
              <a:r>
                <a:rPr kumimoji="1" lang="en-US" altLang="zh-CN" sz="1500" b="1" dirty="0" smtClean="0">
                  <a:solidFill>
                    <a:srgbClr val="000000"/>
                  </a:solidFill>
                  <a:latin typeface="微软雅黑" pitchFamily="34" charset="-122"/>
                  <a:ea typeface="微软雅黑" pitchFamily="34" charset="-122"/>
                </a:rPr>
                <a:t>1 1 </a:t>
              </a:r>
              <a:r>
                <a:rPr kumimoji="1" lang="en-US" altLang="zh-CN" sz="1500" b="1" dirty="0">
                  <a:solidFill>
                    <a:srgbClr val="000000"/>
                  </a:solidFill>
                  <a:latin typeface="微软雅黑" pitchFamily="34" charset="-122"/>
                  <a:ea typeface="微软雅黑" pitchFamily="34" charset="-122"/>
                </a:rPr>
                <a:t>0 0 0 0</a:t>
              </a:r>
            </a:p>
          </p:txBody>
        </p:sp>
        <p:sp>
          <p:nvSpPr>
            <p:cNvPr id="15" name="Rectangle 37"/>
            <p:cNvSpPr>
              <a:spLocks noChangeArrowheads="1"/>
            </p:cNvSpPr>
            <p:nvPr/>
          </p:nvSpPr>
          <p:spPr bwMode="auto">
            <a:xfrm>
              <a:off x="828136" y="2715917"/>
              <a:ext cx="2711965" cy="252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dirty="0">
                  <a:solidFill>
                    <a:srgbClr val="000000"/>
                  </a:solidFill>
                  <a:latin typeface="微软雅黑" pitchFamily="34" charset="-122"/>
                  <a:ea typeface="微软雅黑" pitchFamily="34" charset="-122"/>
                </a:rPr>
                <a:t>(c) </a:t>
              </a:r>
              <a:r>
                <a:rPr kumimoji="1" lang="zh-CN" altLang="en-US" b="1" dirty="0">
                  <a:solidFill>
                    <a:srgbClr val="000000"/>
                  </a:solidFill>
                  <a:latin typeface="微软雅黑" pitchFamily="34" charset="-122"/>
                  <a:ea typeface="微软雅黑" pitchFamily="34" charset="-122"/>
                </a:rPr>
                <a:t>地址</a:t>
              </a:r>
              <a:r>
                <a:rPr kumimoji="1" lang="zh-CN" altLang="en-US" b="1" dirty="0" smtClean="0">
                  <a:solidFill>
                    <a:srgbClr val="000000"/>
                  </a:solidFill>
                  <a:latin typeface="微软雅黑" pitchFamily="34" charset="-122"/>
                  <a:ea typeface="微软雅黑" pitchFamily="34" charset="-122"/>
                </a:rPr>
                <a:t>掩码</a:t>
              </a:r>
              <a:r>
                <a:rPr kumimoji="1" lang="zh-CN" altLang="en-US" b="1" dirty="0">
                  <a:solidFill>
                    <a:srgbClr val="000000"/>
                  </a:solidFill>
                  <a:latin typeface="微软雅黑" pitchFamily="34" charset="-122"/>
                  <a:ea typeface="微软雅黑" pitchFamily="34" charset="-122"/>
                </a:rPr>
                <a:t>是 </a:t>
              </a:r>
              <a:r>
                <a:rPr kumimoji="1" lang="en-US" altLang="zh-CN" b="1" dirty="0" smtClean="0">
                  <a:solidFill>
                    <a:srgbClr val="000000"/>
                  </a:solidFill>
                  <a:latin typeface="微软雅黑" pitchFamily="34" charset="-122"/>
                  <a:ea typeface="微软雅黑" pitchFamily="34" charset="-122"/>
                </a:rPr>
                <a:t>255.255.240.0</a:t>
              </a:r>
              <a:endParaRPr kumimoji="1" lang="en-US" altLang="zh-CN" b="1" dirty="0">
                <a:solidFill>
                  <a:srgbClr val="000000"/>
                </a:solidFill>
                <a:latin typeface="微软雅黑" pitchFamily="34" charset="-122"/>
                <a:ea typeface="微软雅黑" pitchFamily="34" charset="-122"/>
              </a:endParaRPr>
            </a:p>
          </p:txBody>
        </p:sp>
        <p:sp>
          <p:nvSpPr>
            <p:cNvPr id="16" name="Line 38"/>
            <p:cNvSpPr>
              <a:spLocks noChangeShapeType="1"/>
            </p:cNvSpPr>
            <p:nvPr/>
          </p:nvSpPr>
          <p:spPr bwMode="auto">
            <a:xfrm>
              <a:off x="5846958" y="2688986"/>
              <a:ext cx="0" cy="266655"/>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00"/>
                </a:solidFill>
                <a:latin typeface="微软雅黑" pitchFamily="34" charset="-122"/>
                <a:ea typeface="微软雅黑" pitchFamily="34" charset="-122"/>
              </a:endParaRPr>
            </a:p>
          </p:txBody>
        </p:sp>
        <p:sp>
          <p:nvSpPr>
            <p:cNvPr id="17" name="Line 39"/>
            <p:cNvSpPr>
              <a:spLocks noChangeShapeType="1"/>
            </p:cNvSpPr>
            <p:nvPr/>
          </p:nvSpPr>
          <p:spPr bwMode="auto">
            <a:xfrm>
              <a:off x="6952197" y="2681779"/>
              <a:ext cx="0" cy="270258"/>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00"/>
                </a:solidFill>
                <a:latin typeface="微软雅黑" pitchFamily="34" charset="-122"/>
                <a:ea typeface="微软雅黑" pitchFamily="34" charset="-122"/>
              </a:endParaRPr>
            </a:p>
          </p:txBody>
        </p:sp>
        <p:sp>
          <p:nvSpPr>
            <p:cNvPr id="18" name="Rectangle 42"/>
            <p:cNvSpPr>
              <a:spLocks noChangeArrowheads="1"/>
            </p:cNvSpPr>
            <p:nvPr/>
          </p:nvSpPr>
          <p:spPr bwMode="auto">
            <a:xfrm>
              <a:off x="6893495" y="2742411"/>
              <a:ext cx="1226080" cy="22033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500" b="1" dirty="0">
                  <a:solidFill>
                    <a:srgbClr val="000000"/>
                  </a:solidFill>
                  <a:latin typeface="微软雅黑" pitchFamily="34" charset="-122"/>
                  <a:ea typeface="微软雅黑" pitchFamily="34" charset="-122"/>
                </a:rPr>
                <a:t>0 0 0 0 0 0 0 0</a:t>
              </a:r>
            </a:p>
          </p:txBody>
        </p:sp>
        <p:sp>
          <p:nvSpPr>
            <p:cNvPr id="19" name="Line 51"/>
            <p:cNvSpPr>
              <a:spLocks noChangeShapeType="1"/>
            </p:cNvSpPr>
            <p:nvPr/>
          </p:nvSpPr>
          <p:spPr bwMode="auto">
            <a:xfrm>
              <a:off x="4733758" y="2681779"/>
              <a:ext cx="0" cy="266655"/>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00"/>
                </a:solidFill>
                <a:latin typeface="微软雅黑" pitchFamily="34" charset="-122"/>
                <a:ea typeface="微软雅黑" pitchFamily="34" charset="-122"/>
              </a:endParaRPr>
            </a:p>
          </p:txBody>
        </p:sp>
      </p:grpSp>
      <p:grpSp>
        <p:nvGrpSpPr>
          <p:cNvPr id="20" name="组合 19"/>
          <p:cNvGrpSpPr/>
          <p:nvPr/>
        </p:nvGrpSpPr>
        <p:grpSpPr>
          <a:xfrm>
            <a:off x="828136" y="4884767"/>
            <a:ext cx="9132605" cy="416441"/>
            <a:chOff x="828136" y="3217268"/>
            <a:chExt cx="7291439" cy="286200"/>
          </a:xfrm>
        </p:grpSpPr>
        <p:sp>
          <p:nvSpPr>
            <p:cNvPr id="21" name="Rectangle 59"/>
            <p:cNvSpPr>
              <a:spLocks noChangeArrowheads="1"/>
            </p:cNvSpPr>
            <p:nvPr/>
          </p:nvSpPr>
          <p:spPr bwMode="auto">
            <a:xfrm>
              <a:off x="828136" y="3251407"/>
              <a:ext cx="2859145" cy="252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dirty="0">
                  <a:solidFill>
                    <a:srgbClr val="000000"/>
                  </a:solidFill>
                  <a:latin typeface="微软雅黑" pitchFamily="34" charset="-122"/>
                  <a:ea typeface="微软雅黑" pitchFamily="34" charset="-122"/>
                </a:rPr>
                <a:t>(d) IP </a:t>
              </a:r>
              <a:r>
                <a:rPr kumimoji="1" lang="zh-CN" altLang="en-US" b="1" dirty="0">
                  <a:solidFill>
                    <a:srgbClr val="000000"/>
                  </a:solidFill>
                  <a:latin typeface="微软雅黑" pitchFamily="34" charset="-122"/>
                  <a:ea typeface="微软雅黑" pitchFamily="34" charset="-122"/>
                </a:rPr>
                <a:t>地址</a:t>
              </a:r>
              <a:r>
                <a:rPr kumimoji="1" lang="zh-CN" altLang="en-US" b="1" dirty="0" smtClean="0">
                  <a:solidFill>
                    <a:srgbClr val="000000"/>
                  </a:solidFill>
                  <a:latin typeface="微软雅黑" pitchFamily="34" charset="-122"/>
                  <a:ea typeface="微软雅黑" pitchFamily="34" charset="-122"/>
                </a:rPr>
                <a:t>与</a:t>
              </a:r>
              <a:r>
                <a:rPr kumimoji="1" lang="zh-CN" altLang="en-US" b="1" dirty="0">
                  <a:solidFill>
                    <a:srgbClr val="000000"/>
                  </a:solidFill>
                  <a:latin typeface="微软雅黑" pitchFamily="34" charset="-122"/>
                  <a:ea typeface="微软雅黑" pitchFamily="34" charset="-122"/>
                </a:rPr>
                <a:t>地址</a:t>
              </a:r>
              <a:r>
                <a:rPr kumimoji="1" lang="zh-CN" altLang="en-US" b="1" dirty="0" smtClean="0">
                  <a:solidFill>
                    <a:srgbClr val="000000"/>
                  </a:solidFill>
                  <a:latin typeface="微软雅黑" pitchFamily="34" charset="-122"/>
                  <a:ea typeface="微软雅黑" pitchFamily="34" charset="-122"/>
                </a:rPr>
                <a:t>掩码按位 </a:t>
              </a:r>
              <a:r>
                <a:rPr kumimoji="1" lang="en-US" altLang="zh-CN" b="1" dirty="0" smtClean="0">
                  <a:solidFill>
                    <a:srgbClr val="000000"/>
                  </a:solidFill>
                  <a:latin typeface="微软雅黑" pitchFamily="34" charset="-122"/>
                  <a:ea typeface="微软雅黑" pitchFamily="34" charset="-122"/>
                </a:rPr>
                <a:t>AND</a:t>
              </a:r>
              <a:endParaRPr kumimoji="1" lang="zh-CN" altLang="en-US" b="1" dirty="0">
                <a:solidFill>
                  <a:srgbClr val="000000"/>
                </a:solidFill>
                <a:latin typeface="微软雅黑" pitchFamily="34" charset="-122"/>
                <a:ea typeface="微软雅黑" pitchFamily="34" charset="-122"/>
              </a:endParaRPr>
            </a:p>
          </p:txBody>
        </p:sp>
        <p:sp>
          <p:nvSpPr>
            <p:cNvPr id="22" name="Rectangle 40"/>
            <p:cNvSpPr>
              <a:spLocks noChangeArrowheads="1"/>
            </p:cNvSpPr>
            <p:nvPr/>
          </p:nvSpPr>
          <p:spPr bwMode="auto">
            <a:xfrm>
              <a:off x="3642865" y="3219671"/>
              <a:ext cx="4452681" cy="27266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00"/>
                </a:solidFill>
                <a:latin typeface="微软雅黑" pitchFamily="34" charset="-122"/>
                <a:ea typeface="微软雅黑" pitchFamily="34" charset="-122"/>
              </a:endParaRPr>
            </a:p>
          </p:txBody>
        </p:sp>
        <p:sp>
          <p:nvSpPr>
            <p:cNvPr id="23" name="Rectangle 36"/>
            <p:cNvSpPr>
              <a:spLocks noChangeArrowheads="1"/>
            </p:cNvSpPr>
            <p:nvPr/>
          </p:nvSpPr>
          <p:spPr bwMode="auto">
            <a:xfrm>
              <a:off x="3648131" y="3226878"/>
              <a:ext cx="2742054" cy="259447"/>
            </a:xfrm>
            <a:prstGeom prst="rect">
              <a:avLst/>
            </a:prstGeom>
            <a:solidFill>
              <a:srgbClr val="FF99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00"/>
                </a:solidFill>
                <a:latin typeface="微软雅黑" pitchFamily="34" charset="-122"/>
                <a:ea typeface="微软雅黑" pitchFamily="34" charset="-122"/>
              </a:endParaRPr>
            </a:p>
          </p:txBody>
        </p:sp>
        <p:sp>
          <p:nvSpPr>
            <p:cNvPr id="24" name="Rectangle 41"/>
            <p:cNvSpPr>
              <a:spLocks noChangeArrowheads="1"/>
            </p:cNvSpPr>
            <p:nvPr/>
          </p:nvSpPr>
          <p:spPr bwMode="auto">
            <a:xfrm>
              <a:off x="3553481" y="3256300"/>
              <a:ext cx="3478584" cy="220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500" b="1" dirty="0">
                  <a:solidFill>
                    <a:srgbClr val="000000"/>
                  </a:solidFill>
                  <a:latin typeface="微软雅黑" pitchFamily="34" charset="-122"/>
                  <a:ea typeface="微软雅黑" pitchFamily="34" charset="-122"/>
                </a:rPr>
                <a:t>1 0</a:t>
              </a:r>
              <a:r>
                <a:rPr kumimoji="1" lang="en-US" altLang="zh-CN" sz="1500" b="1" dirty="0" smtClean="0">
                  <a:solidFill>
                    <a:srgbClr val="000000"/>
                  </a:solidFill>
                  <a:latin typeface="微软雅黑" pitchFamily="34" charset="-122"/>
                  <a:ea typeface="微软雅黑" pitchFamily="34" charset="-122"/>
                </a:rPr>
                <a:t> 0 0 0 0 0 0 0 0 0 0 </a:t>
              </a:r>
              <a:r>
                <a:rPr kumimoji="1" lang="en-US" altLang="zh-CN" sz="1500" b="1" dirty="0">
                  <a:solidFill>
                    <a:srgbClr val="000000"/>
                  </a:solidFill>
                  <a:latin typeface="微软雅黑" pitchFamily="34" charset="-122"/>
                  <a:ea typeface="微软雅黑" pitchFamily="34" charset="-122"/>
                </a:rPr>
                <a:t>1 1 1 </a:t>
              </a:r>
              <a:r>
                <a:rPr kumimoji="1" lang="en-US" altLang="zh-CN" sz="1500" b="1" dirty="0" smtClean="0">
                  <a:solidFill>
                    <a:srgbClr val="000000"/>
                  </a:solidFill>
                  <a:latin typeface="微软雅黑" pitchFamily="34" charset="-122"/>
                  <a:ea typeface="微软雅黑" pitchFamily="34" charset="-122"/>
                </a:rPr>
                <a:t>0 0 0 1 0 </a:t>
              </a:r>
              <a:r>
                <a:rPr kumimoji="1" lang="en-US" altLang="zh-CN" sz="1500" b="1" dirty="0">
                  <a:solidFill>
                    <a:srgbClr val="000000"/>
                  </a:solidFill>
                  <a:latin typeface="微软雅黑" pitchFamily="34" charset="-122"/>
                  <a:ea typeface="微软雅黑" pitchFamily="34" charset="-122"/>
                </a:rPr>
                <a:t>0 0 </a:t>
              </a:r>
              <a:r>
                <a:rPr kumimoji="1" lang="en-US" altLang="zh-CN" sz="1500" b="1" dirty="0" smtClean="0">
                  <a:solidFill>
                    <a:srgbClr val="000000"/>
                  </a:solidFill>
                  <a:latin typeface="微软雅黑" pitchFamily="34" charset="-122"/>
                  <a:ea typeface="微软雅黑" pitchFamily="34" charset="-122"/>
                </a:rPr>
                <a:t>0 0</a:t>
              </a:r>
              <a:endParaRPr kumimoji="1" lang="en-US" altLang="zh-CN" sz="1500" b="1" dirty="0">
                <a:solidFill>
                  <a:srgbClr val="000000"/>
                </a:solidFill>
                <a:latin typeface="微软雅黑" pitchFamily="34" charset="-122"/>
                <a:ea typeface="微软雅黑" pitchFamily="34" charset="-122"/>
              </a:endParaRPr>
            </a:p>
          </p:txBody>
        </p:sp>
        <p:sp>
          <p:nvSpPr>
            <p:cNvPr id="25" name="Line 38"/>
            <p:cNvSpPr>
              <a:spLocks noChangeShapeType="1"/>
            </p:cNvSpPr>
            <p:nvPr/>
          </p:nvSpPr>
          <p:spPr bwMode="auto">
            <a:xfrm>
              <a:off x="5846958" y="3224475"/>
              <a:ext cx="0" cy="266655"/>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00"/>
                </a:solidFill>
                <a:latin typeface="微软雅黑" pitchFamily="34" charset="-122"/>
                <a:ea typeface="微软雅黑" pitchFamily="34" charset="-122"/>
              </a:endParaRPr>
            </a:p>
          </p:txBody>
        </p:sp>
        <p:sp>
          <p:nvSpPr>
            <p:cNvPr id="26" name="Line 39"/>
            <p:cNvSpPr>
              <a:spLocks noChangeShapeType="1"/>
            </p:cNvSpPr>
            <p:nvPr/>
          </p:nvSpPr>
          <p:spPr bwMode="auto">
            <a:xfrm>
              <a:off x="6952197" y="3217268"/>
              <a:ext cx="0" cy="270258"/>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00"/>
                </a:solidFill>
                <a:latin typeface="微软雅黑" pitchFamily="34" charset="-122"/>
                <a:ea typeface="微软雅黑" pitchFamily="34" charset="-122"/>
              </a:endParaRPr>
            </a:p>
          </p:txBody>
        </p:sp>
        <p:sp>
          <p:nvSpPr>
            <p:cNvPr id="27" name="Rectangle 42"/>
            <p:cNvSpPr>
              <a:spLocks noChangeArrowheads="1"/>
            </p:cNvSpPr>
            <p:nvPr/>
          </p:nvSpPr>
          <p:spPr bwMode="auto">
            <a:xfrm>
              <a:off x="6893495" y="3256300"/>
              <a:ext cx="1226080" cy="2203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500" b="1" dirty="0">
                  <a:solidFill>
                    <a:srgbClr val="000000"/>
                  </a:solidFill>
                  <a:latin typeface="微软雅黑" pitchFamily="34" charset="-122"/>
                  <a:ea typeface="微软雅黑" pitchFamily="34" charset="-122"/>
                </a:rPr>
                <a:t>0 0 0 0 0 0 0 0</a:t>
              </a:r>
            </a:p>
          </p:txBody>
        </p:sp>
        <p:sp>
          <p:nvSpPr>
            <p:cNvPr id="28" name="Line 51"/>
            <p:cNvSpPr>
              <a:spLocks noChangeShapeType="1"/>
            </p:cNvSpPr>
            <p:nvPr/>
          </p:nvSpPr>
          <p:spPr bwMode="auto">
            <a:xfrm>
              <a:off x="4733758" y="3217268"/>
              <a:ext cx="0" cy="266655"/>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00"/>
                </a:solidFill>
                <a:latin typeface="微软雅黑" pitchFamily="34" charset="-122"/>
                <a:ea typeface="微软雅黑" pitchFamily="34" charset="-122"/>
              </a:endParaRPr>
            </a:p>
          </p:txBody>
        </p:sp>
      </p:grpSp>
      <p:grpSp>
        <p:nvGrpSpPr>
          <p:cNvPr id="29" name="组合 28"/>
          <p:cNvGrpSpPr/>
          <p:nvPr/>
        </p:nvGrpSpPr>
        <p:grpSpPr>
          <a:xfrm>
            <a:off x="828136" y="5768563"/>
            <a:ext cx="9102510" cy="396741"/>
            <a:chOff x="828136" y="3768817"/>
            <a:chExt cx="7267411" cy="272661"/>
          </a:xfrm>
        </p:grpSpPr>
        <p:sp>
          <p:nvSpPr>
            <p:cNvPr id="30" name="Rectangle 35"/>
            <p:cNvSpPr>
              <a:spLocks noChangeArrowheads="1"/>
            </p:cNvSpPr>
            <p:nvPr/>
          </p:nvSpPr>
          <p:spPr bwMode="auto">
            <a:xfrm>
              <a:off x="3642866" y="3768817"/>
              <a:ext cx="4452681" cy="272661"/>
            </a:xfrm>
            <a:prstGeom prst="rect">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00"/>
                </a:solidFill>
                <a:latin typeface="微软雅黑" pitchFamily="34" charset="-122"/>
                <a:ea typeface="微软雅黑" pitchFamily="34" charset="-122"/>
              </a:endParaRPr>
            </a:p>
          </p:txBody>
        </p:sp>
        <p:sp>
          <p:nvSpPr>
            <p:cNvPr id="31" name="Rectangle 60"/>
            <p:cNvSpPr>
              <a:spLocks noChangeArrowheads="1"/>
            </p:cNvSpPr>
            <p:nvPr/>
          </p:nvSpPr>
          <p:spPr bwMode="auto">
            <a:xfrm>
              <a:off x="828136" y="3788868"/>
              <a:ext cx="2479035" cy="252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dirty="0">
                  <a:solidFill>
                    <a:srgbClr val="000000"/>
                  </a:solidFill>
                  <a:latin typeface="微软雅黑" pitchFamily="34" charset="-122"/>
                  <a:ea typeface="微软雅黑" pitchFamily="34" charset="-122"/>
                </a:rPr>
                <a:t>(e) </a:t>
              </a:r>
              <a:r>
                <a:rPr kumimoji="1" lang="zh-CN" altLang="en-US" b="1" dirty="0">
                  <a:solidFill>
                    <a:srgbClr val="000000"/>
                  </a:solidFill>
                  <a:latin typeface="微软雅黑" pitchFamily="34" charset="-122"/>
                  <a:ea typeface="微软雅黑" pitchFamily="34" charset="-122"/>
                </a:rPr>
                <a:t>网络地址（点分</a:t>
              </a:r>
              <a:r>
                <a:rPr kumimoji="1" lang="zh-CN" altLang="en-US" b="1" dirty="0" smtClean="0">
                  <a:solidFill>
                    <a:srgbClr val="000000"/>
                  </a:solidFill>
                  <a:latin typeface="微软雅黑" pitchFamily="34" charset="-122"/>
                  <a:ea typeface="微软雅黑" pitchFamily="34" charset="-122"/>
                </a:rPr>
                <a:t>十进制）</a:t>
              </a:r>
              <a:endParaRPr kumimoji="1" lang="zh-CN" altLang="en-US" b="1" dirty="0">
                <a:solidFill>
                  <a:srgbClr val="000000"/>
                </a:solidFill>
                <a:latin typeface="微软雅黑" pitchFamily="34" charset="-122"/>
                <a:ea typeface="微软雅黑" pitchFamily="34" charset="-122"/>
              </a:endParaRPr>
            </a:p>
          </p:txBody>
        </p:sp>
        <p:sp>
          <p:nvSpPr>
            <p:cNvPr id="32" name="Text Box 45"/>
            <p:cNvSpPr txBox="1">
              <a:spLocks noChangeArrowheads="1"/>
            </p:cNvSpPr>
            <p:nvPr/>
          </p:nvSpPr>
          <p:spPr bwMode="auto">
            <a:xfrm>
              <a:off x="3965528" y="3818528"/>
              <a:ext cx="2044147" cy="222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00" b="1" dirty="0" smtClean="0">
                  <a:solidFill>
                    <a:srgbClr val="000000"/>
                  </a:solidFill>
                  <a:latin typeface="微软雅黑" pitchFamily="34" charset="-122"/>
                  <a:ea typeface="微软雅黑" pitchFamily="34" charset="-122"/>
                </a:rPr>
                <a:t>128         .          14         </a:t>
              </a:r>
              <a:r>
                <a:rPr kumimoji="1" lang="en-US" altLang="zh-CN" sz="1500" b="1" dirty="0">
                  <a:solidFill>
                    <a:srgbClr val="000000"/>
                  </a:solidFill>
                  <a:latin typeface="微软雅黑" pitchFamily="34" charset="-122"/>
                  <a:ea typeface="微软雅黑" pitchFamily="34" charset="-122"/>
                </a:rPr>
                <a:t>.</a:t>
              </a:r>
            </a:p>
          </p:txBody>
        </p:sp>
        <p:sp>
          <p:nvSpPr>
            <p:cNvPr id="33" name="Text Box 46"/>
            <p:cNvSpPr txBox="1">
              <a:spLocks noChangeArrowheads="1"/>
            </p:cNvSpPr>
            <p:nvPr/>
          </p:nvSpPr>
          <p:spPr bwMode="auto">
            <a:xfrm>
              <a:off x="5959492" y="3818528"/>
              <a:ext cx="1719070" cy="222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00" b="1" dirty="0">
                  <a:solidFill>
                    <a:srgbClr val="000000"/>
                  </a:solidFill>
                  <a:latin typeface="微软雅黑" pitchFamily="34" charset="-122"/>
                  <a:ea typeface="微软雅黑" pitchFamily="34" charset="-122"/>
                </a:rPr>
                <a:t> </a:t>
              </a:r>
              <a:r>
                <a:rPr kumimoji="1" lang="en-US" altLang="zh-CN" sz="1500" b="1" dirty="0" smtClean="0">
                  <a:solidFill>
                    <a:srgbClr val="000000"/>
                  </a:solidFill>
                  <a:latin typeface="微软雅黑" pitchFamily="34" charset="-122"/>
                  <a:ea typeface="微软雅黑" pitchFamily="34" charset="-122"/>
                </a:rPr>
                <a:t>     32          .           0</a:t>
              </a:r>
              <a:endParaRPr kumimoji="1" lang="en-US" altLang="zh-CN" sz="1500" b="1" dirty="0">
                <a:solidFill>
                  <a:srgbClr val="000000"/>
                </a:solidFill>
                <a:latin typeface="微软雅黑" pitchFamily="34" charset="-122"/>
                <a:ea typeface="微软雅黑" pitchFamily="34" charset="-122"/>
              </a:endParaRPr>
            </a:p>
          </p:txBody>
        </p:sp>
      </p:grpSp>
      <p:grpSp>
        <p:nvGrpSpPr>
          <p:cNvPr id="34" name="组合 33"/>
          <p:cNvGrpSpPr/>
          <p:nvPr/>
        </p:nvGrpSpPr>
        <p:grpSpPr>
          <a:xfrm>
            <a:off x="828136" y="3165789"/>
            <a:ext cx="9367656" cy="407227"/>
            <a:chOff x="828136" y="2188108"/>
            <a:chExt cx="7479103" cy="279868"/>
          </a:xfrm>
        </p:grpSpPr>
        <p:sp>
          <p:nvSpPr>
            <p:cNvPr id="35" name="Rectangle 53"/>
            <p:cNvSpPr>
              <a:spLocks noChangeArrowheads="1"/>
            </p:cNvSpPr>
            <p:nvPr/>
          </p:nvSpPr>
          <p:spPr bwMode="auto">
            <a:xfrm>
              <a:off x="3640234" y="2188108"/>
              <a:ext cx="4455314" cy="272661"/>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00"/>
                </a:solidFill>
                <a:latin typeface="微软雅黑" pitchFamily="34" charset="-122"/>
                <a:ea typeface="微软雅黑" pitchFamily="34" charset="-122"/>
              </a:endParaRPr>
            </a:p>
          </p:txBody>
        </p:sp>
        <p:sp>
          <p:nvSpPr>
            <p:cNvPr id="36" name="Rectangle 58"/>
            <p:cNvSpPr>
              <a:spLocks noChangeArrowheads="1"/>
            </p:cNvSpPr>
            <p:nvPr/>
          </p:nvSpPr>
          <p:spPr bwMode="auto">
            <a:xfrm>
              <a:off x="828136" y="2210879"/>
              <a:ext cx="1681700" cy="252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dirty="0">
                  <a:solidFill>
                    <a:srgbClr val="000000"/>
                  </a:solidFill>
                  <a:latin typeface="微软雅黑" pitchFamily="34" charset="-122"/>
                  <a:ea typeface="微软雅黑" pitchFamily="34" charset="-122"/>
                </a:rPr>
                <a:t>(b) </a:t>
              </a:r>
              <a:r>
                <a:rPr kumimoji="1" lang="zh-CN" altLang="en-US" b="1" dirty="0" smtClean="0">
                  <a:solidFill>
                    <a:srgbClr val="000000"/>
                  </a:solidFill>
                  <a:latin typeface="微软雅黑" pitchFamily="34" charset="-122"/>
                  <a:ea typeface="微软雅黑" pitchFamily="34" charset="-122"/>
                </a:rPr>
                <a:t>二进制 </a:t>
              </a:r>
              <a:r>
                <a:rPr kumimoji="1" lang="en-US" altLang="zh-CN" b="1" dirty="0" smtClean="0">
                  <a:solidFill>
                    <a:srgbClr val="000000"/>
                  </a:solidFill>
                  <a:latin typeface="微软雅黑" pitchFamily="34" charset="-122"/>
                  <a:ea typeface="微软雅黑" pitchFamily="34" charset="-122"/>
                </a:rPr>
                <a:t>IP </a:t>
              </a:r>
              <a:r>
                <a:rPr kumimoji="1" lang="zh-CN" altLang="en-US" b="1" dirty="0" smtClean="0">
                  <a:solidFill>
                    <a:srgbClr val="000000"/>
                  </a:solidFill>
                  <a:latin typeface="微软雅黑" pitchFamily="34" charset="-122"/>
                  <a:ea typeface="微软雅黑" pitchFamily="34" charset="-122"/>
                </a:rPr>
                <a:t>地址</a:t>
              </a:r>
              <a:endParaRPr kumimoji="1" lang="zh-CN" altLang="en-US" b="1" dirty="0">
                <a:solidFill>
                  <a:srgbClr val="000000"/>
                </a:solidFill>
                <a:latin typeface="微软雅黑" pitchFamily="34" charset="-122"/>
                <a:ea typeface="微软雅黑" pitchFamily="34" charset="-122"/>
              </a:endParaRPr>
            </a:p>
          </p:txBody>
        </p:sp>
        <p:sp>
          <p:nvSpPr>
            <p:cNvPr id="37" name="矩形 36"/>
            <p:cNvSpPr/>
            <p:nvPr/>
          </p:nvSpPr>
          <p:spPr>
            <a:xfrm>
              <a:off x="3559425" y="2236959"/>
              <a:ext cx="4747814" cy="2203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en-US" altLang="zh-CN" sz="1500" b="1" dirty="0" smtClean="0">
                  <a:solidFill>
                    <a:srgbClr val="000000"/>
                  </a:solidFill>
                  <a:latin typeface="微软雅黑" pitchFamily="34" charset="-122"/>
                  <a:ea typeface="微软雅黑" pitchFamily="34" charset="-122"/>
                </a:rPr>
                <a:t>1 0 0 0 0 0 0 0 0 0 0 0 1 1 1 0 0 0 1 0 0 0 1 1 0 0 0 0 0 1 1 1</a:t>
              </a:r>
              <a:endParaRPr kumimoji="1" lang="en-US" altLang="zh-CN" sz="1500" b="1" dirty="0">
                <a:solidFill>
                  <a:srgbClr val="000000"/>
                </a:solidFill>
                <a:latin typeface="微软雅黑" pitchFamily="34" charset="-122"/>
                <a:ea typeface="微软雅黑" pitchFamily="34" charset="-122"/>
              </a:endParaRPr>
            </a:p>
          </p:txBody>
        </p:sp>
        <p:sp>
          <p:nvSpPr>
            <p:cNvPr id="38" name="Line 38"/>
            <p:cNvSpPr>
              <a:spLocks noChangeShapeType="1"/>
            </p:cNvSpPr>
            <p:nvPr/>
          </p:nvSpPr>
          <p:spPr bwMode="auto">
            <a:xfrm>
              <a:off x="5846958" y="2201321"/>
              <a:ext cx="0" cy="266655"/>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00"/>
                </a:solidFill>
                <a:latin typeface="微软雅黑" pitchFamily="34" charset="-122"/>
                <a:ea typeface="微软雅黑" pitchFamily="34" charset="-122"/>
              </a:endParaRPr>
            </a:p>
          </p:txBody>
        </p:sp>
        <p:sp>
          <p:nvSpPr>
            <p:cNvPr id="39" name="Line 39"/>
            <p:cNvSpPr>
              <a:spLocks noChangeShapeType="1"/>
            </p:cNvSpPr>
            <p:nvPr/>
          </p:nvSpPr>
          <p:spPr bwMode="auto">
            <a:xfrm>
              <a:off x="6952197" y="2194114"/>
              <a:ext cx="0" cy="270258"/>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00"/>
                </a:solidFill>
                <a:latin typeface="微软雅黑" pitchFamily="34" charset="-122"/>
                <a:ea typeface="微软雅黑" pitchFamily="34" charset="-122"/>
              </a:endParaRPr>
            </a:p>
          </p:txBody>
        </p:sp>
        <p:sp>
          <p:nvSpPr>
            <p:cNvPr id="40" name="Line 51"/>
            <p:cNvSpPr>
              <a:spLocks noChangeShapeType="1"/>
            </p:cNvSpPr>
            <p:nvPr/>
          </p:nvSpPr>
          <p:spPr bwMode="auto">
            <a:xfrm>
              <a:off x="4733758" y="2194114"/>
              <a:ext cx="0" cy="266655"/>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00"/>
                </a:solidFill>
                <a:latin typeface="微软雅黑" pitchFamily="34" charset="-122"/>
                <a:ea typeface="微软雅黑" pitchFamily="34" charset="-122"/>
              </a:endParaRPr>
            </a:p>
          </p:txBody>
        </p:sp>
      </p:grpSp>
      <p:sp>
        <p:nvSpPr>
          <p:cNvPr id="41" name="Text Box 155"/>
          <p:cNvSpPr txBox="1">
            <a:spLocks noChangeArrowheads="1"/>
          </p:cNvSpPr>
          <p:nvPr/>
        </p:nvSpPr>
        <p:spPr bwMode="auto">
          <a:xfrm>
            <a:off x="767408" y="1642693"/>
            <a:ext cx="9793088" cy="430887"/>
          </a:xfrm>
          <a:prstGeom prst="rect">
            <a:avLst/>
          </a:prstGeom>
          <a:noFill/>
          <a:ln w="9525">
            <a:noFill/>
            <a:miter lim="800000"/>
            <a:headEnd/>
            <a:tailEnd/>
          </a:ln>
          <a:effectLst/>
          <a:extLst/>
        </p:spPr>
        <p:txBody>
          <a:bodyPr wrap="square">
            <a:spAutoFit/>
          </a:bodyPr>
          <a:lstStyle/>
          <a:p>
            <a:pPr algn="ctr">
              <a:lnSpc>
                <a:spcPct val="110000"/>
              </a:lnSpc>
            </a:pPr>
            <a:r>
              <a:rPr lang="en-US" altLang="zh-CN" sz="2000" b="1" dirty="0" smtClean="0">
                <a:solidFill>
                  <a:srgbClr val="0000FF"/>
                </a:solidFill>
                <a:latin typeface="微软雅黑" pitchFamily="34" charset="-122"/>
                <a:ea typeface="微软雅黑" pitchFamily="34" charset="-122"/>
              </a:rPr>
              <a:t>【</a:t>
            </a:r>
            <a:r>
              <a:rPr lang="zh-CN" altLang="en-US" sz="2000" b="1" dirty="0" smtClean="0">
                <a:solidFill>
                  <a:srgbClr val="0000FF"/>
                </a:solidFill>
                <a:latin typeface="微软雅黑" pitchFamily="34" charset="-122"/>
                <a:ea typeface="微软雅黑" pitchFamily="34" charset="-122"/>
              </a:rPr>
              <a:t>例</a:t>
            </a:r>
            <a:r>
              <a:rPr lang="en-US" altLang="zh-CN" sz="2000" b="1" dirty="0" smtClean="0">
                <a:solidFill>
                  <a:srgbClr val="0000FF"/>
                </a:solidFill>
                <a:latin typeface="微软雅黑" pitchFamily="34" charset="-122"/>
                <a:ea typeface="微软雅黑" pitchFamily="34" charset="-122"/>
              </a:rPr>
              <a:t>】</a:t>
            </a:r>
            <a:r>
              <a:rPr lang="zh-CN" altLang="en-US" sz="2000" b="1" dirty="0">
                <a:solidFill>
                  <a:srgbClr val="0000FF"/>
                </a:solidFill>
                <a:latin typeface="微软雅黑" pitchFamily="34" charset="-122"/>
                <a:ea typeface="微软雅黑" pitchFamily="34" charset="-122"/>
              </a:rPr>
              <a:t>已知 </a:t>
            </a:r>
            <a:r>
              <a:rPr lang="en-US" altLang="zh-CN" sz="2000" b="1" dirty="0">
                <a:solidFill>
                  <a:srgbClr val="0000FF"/>
                </a:solidFill>
                <a:latin typeface="微软雅黑" pitchFamily="34" charset="-122"/>
                <a:ea typeface="微软雅黑" pitchFamily="34" charset="-122"/>
              </a:rPr>
              <a:t>IP </a:t>
            </a:r>
            <a:r>
              <a:rPr lang="zh-CN" altLang="en-US" sz="2000" b="1" dirty="0">
                <a:solidFill>
                  <a:srgbClr val="0000FF"/>
                </a:solidFill>
                <a:latin typeface="微软雅黑" pitchFamily="34" charset="-122"/>
                <a:ea typeface="微软雅黑" pitchFamily="34" charset="-122"/>
              </a:rPr>
              <a:t>地址是 </a:t>
            </a:r>
            <a:r>
              <a:rPr lang="en-US" altLang="zh-CN" sz="2000" b="1" dirty="0" smtClean="0">
                <a:solidFill>
                  <a:srgbClr val="0000FF"/>
                </a:solidFill>
                <a:latin typeface="微软雅黑" pitchFamily="34" charset="-122"/>
                <a:ea typeface="微软雅黑" pitchFamily="34" charset="-122"/>
              </a:rPr>
              <a:t>128.14.35.7</a:t>
            </a:r>
            <a:r>
              <a:rPr lang="zh-CN" altLang="en-US" sz="2000" b="1" dirty="0" smtClean="0">
                <a:solidFill>
                  <a:srgbClr val="0000FF"/>
                </a:solidFill>
                <a:latin typeface="微软雅黑" pitchFamily="34" charset="-122"/>
                <a:ea typeface="微软雅黑" pitchFamily="34" charset="-122"/>
              </a:rPr>
              <a:t>，地址掩码是 </a:t>
            </a:r>
            <a:r>
              <a:rPr lang="en-US" altLang="zh-CN" sz="2000" b="1" dirty="0" smtClean="0">
                <a:solidFill>
                  <a:srgbClr val="0000FF"/>
                </a:solidFill>
                <a:latin typeface="微软雅黑" pitchFamily="34" charset="-122"/>
                <a:ea typeface="微软雅黑" pitchFamily="34" charset="-122"/>
              </a:rPr>
              <a:t>255.255.240.0</a:t>
            </a:r>
            <a:r>
              <a:rPr lang="zh-CN" altLang="en-US" sz="2000" b="1" dirty="0" smtClean="0">
                <a:solidFill>
                  <a:srgbClr val="0000FF"/>
                </a:solidFill>
                <a:latin typeface="微软雅黑" pitchFamily="34" charset="-122"/>
                <a:ea typeface="微软雅黑" pitchFamily="34" charset="-122"/>
              </a:rPr>
              <a:t>，求</a:t>
            </a:r>
            <a:r>
              <a:rPr lang="zh-CN" altLang="en-US" sz="2000" b="1" dirty="0">
                <a:solidFill>
                  <a:srgbClr val="0000FF"/>
                </a:solidFill>
                <a:latin typeface="微软雅黑" pitchFamily="34" charset="-122"/>
                <a:ea typeface="微软雅黑" pitchFamily="34" charset="-122"/>
              </a:rPr>
              <a:t>网络地址。 </a:t>
            </a:r>
          </a:p>
        </p:txBody>
      </p:sp>
    </p:spTree>
    <p:extLst>
      <p:ext uri="{BB962C8B-B14F-4D97-AF65-F5344CB8AC3E}">
        <p14:creationId xmlns:p14="http://schemas.microsoft.com/office/powerpoint/2010/main" val="2360309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wipe(up)">
                                      <p:cBhvr>
                                        <p:cTn id="12" dur="20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up)">
                                      <p:cBhvr>
                                        <p:cTn id="17" dur="20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up)">
                                      <p:cBhvr>
                                        <p:cTn id="22" dur="20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wipe(up)">
                                      <p:cBhvr>
                                        <p:cTn id="27" dur="2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3"/>
          <p:cNvSpPr>
            <a:spLocks noGrp="1" noChangeArrowheads="1"/>
          </p:cNvSpPr>
          <p:nvPr>
            <p:ph type="title"/>
          </p:nvPr>
        </p:nvSpPr>
        <p:spPr/>
        <p:txBody>
          <a:bodyPr anchor="ctr"/>
          <a:lstStyle/>
          <a:p>
            <a:pPr eaLnBrk="1" hangingPunct="1"/>
            <a:r>
              <a:rPr lang="zh-CN" altLang="en-US" dirty="0"/>
              <a:t>无分类编址 </a:t>
            </a:r>
            <a:r>
              <a:rPr lang="en-US" altLang="zh-CN" dirty="0"/>
              <a:t>CIDR</a:t>
            </a:r>
            <a:endParaRPr lang="en-US" altLang="zh-CN" dirty="0" smtClean="0"/>
          </a:p>
        </p:txBody>
      </p:sp>
      <p:sp>
        <p:nvSpPr>
          <p:cNvPr id="526338" name="Rectangle 2"/>
          <p:cNvSpPr>
            <a:spLocks noGrp="1" noChangeArrowheads="1"/>
          </p:cNvSpPr>
          <p:nvPr>
            <p:ph idx="1"/>
          </p:nvPr>
        </p:nvSpPr>
        <p:spPr/>
        <p:txBody>
          <a:bodyPr/>
          <a:lstStyle/>
          <a:p>
            <a:pPr algn="just" eaLnBrk="1" hangingPunct="1"/>
            <a:r>
              <a:rPr lang="zh-CN" altLang="en-US" b="1" dirty="0"/>
              <a:t>有时称 </a:t>
            </a:r>
            <a:r>
              <a:rPr lang="en-US" altLang="zh-CN" b="1" dirty="0"/>
              <a:t>CIDR </a:t>
            </a:r>
            <a:r>
              <a:rPr lang="zh-CN" altLang="en-US" b="1" dirty="0"/>
              <a:t>编址为</a:t>
            </a:r>
            <a:r>
              <a:rPr lang="zh-CN" altLang="en-US" b="1" dirty="0" smtClean="0"/>
              <a:t>“</a:t>
            </a:r>
            <a:r>
              <a:rPr lang="zh-CN" altLang="en-US" b="1" dirty="0" smtClean="0">
                <a:solidFill>
                  <a:schemeClr val="tx2">
                    <a:lumMod val="60000"/>
                    <a:lumOff val="40000"/>
                  </a:schemeClr>
                </a:solidFill>
              </a:rPr>
              <a:t>构造超网</a:t>
            </a:r>
            <a:r>
              <a:rPr lang="zh-CN" altLang="en-US" b="1" dirty="0" smtClean="0"/>
              <a:t>”：</a:t>
            </a:r>
            <a:endParaRPr lang="zh-CN" altLang="en-US" b="1" dirty="0"/>
          </a:p>
          <a:p>
            <a:pPr algn="just" eaLnBrk="1" hangingPunct="1"/>
            <a:endParaRPr lang="zh-CN" altLang="en-US" sz="2800" b="1" dirty="0" smtClean="0"/>
          </a:p>
        </p:txBody>
      </p:sp>
      <p:grpSp>
        <p:nvGrpSpPr>
          <p:cNvPr id="2" name="组合 1"/>
          <p:cNvGrpSpPr/>
          <p:nvPr/>
        </p:nvGrpSpPr>
        <p:grpSpPr>
          <a:xfrm>
            <a:off x="1221378" y="2544792"/>
            <a:ext cx="9555142" cy="3764528"/>
            <a:chOff x="1221378" y="2544792"/>
            <a:chExt cx="6611407" cy="2105940"/>
          </a:xfrm>
        </p:grpSpPr>
        <p:sp>
          <p:nvSpPr>
            <p:cNvPr id="4" name="Cloud"/>
            <p:cNvSpPr>
              <a:spLocks noChangeAspect="1" noEditPoints="1" noChangeArrowheads="1"/>
            </p:cNvSpPr>
            <p:nvPr/>
          </p:nvSpPr>
          <p:spPr bwMode="auto">
            <a:xfrm>
              <a:off x="1221378" y="2544792"/>
              <a:ext cx="6611407" cy="210594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DDDDDD"/>
            </a:solidFill>
            <a:ln w="19050">
              <a:solidFill>
                <a:srgbClr val="000000"/>
              </a:solidFill>
              <a:miter lim="800000"/>
              <a:headEnd/>
              <a:tailEnd/>
            </a:ln>
            <a:effectLst>
              <a:outerShdw blurRad="50800" dist="38100" dir="2700000" algn="tl" rotWithShape="0">
                <a:prstClr val="black">
                  <a:alpha val="40000"/>
                </a:prstClr>
              </a:outerShdw>
            </a:effectLst>
          </p:spPr>
          <p:txBody>
            <a:bodyPr/>
            <a:lstStyle/>
            <a:p>
              <a:endParaRPr lang="zh-CN" altLang="en-US" sz="1400" b="1"/>
            </a:p>
          </p:txBody>
        </p:sp>
        <p:grpSp>
          <p:nvGrpSpPr>
            <p:cNvPr id="5" name="组合 4"/>
            <p:cNvGrpSpPr/>
            <p:nvPr/>
          </p:nvGrpSpPr>
          <p:grpSpPr>
            <a:xfrm>
              <a:off x="1501738" y="3137639"/>
              <a:ext cx="1854679" cy="846448"/>
              <a:chOff x="1468310" y="3244699"/>
              <a:chExt cx="1854679" cy="846448"/>
            </a:xfrm>
          </p:grpSpPr>
          <p:sp>
            <p:nvSpPr>
              <p:cNvPr id="6" name="Cloud"/>
              <p:cNvSpPr>
                <a:spLocks noChangeAspect="1" noEditPoints="1" noChangeArrowheads="1"/>
              </p:cNvSpPr>
              <p:nvPr/>
            </p:nvSpPr>
            <p:spPr bwMode="auto">
              <a:xfrm>
                <a:off x="1468310" y="3244699"/>
                <a:ext cx="1854679" cy="846448"/>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BE7D"/>
              </a:solidFill>
              <a:ln w="9525">
                <a:solidFill>
                  <a:srgbClr val="000000"/>
                </a:solidFill>
                <a:miter lim="800000"/>
                <a:headEnd/>
                <a:tailEnd/>
              </a:ln>
              <a:effectLst>
                <a:outerShdw blurRad="50800" dist="38100" dir="2700000" algn="tl" rotWithShape="0">
                  <a:prstClr val="black">
                    <a:alpha val="40000"/>
                  </a:prstClr>
                </a:outerShdw>
              </a:effectLst>
            </p:spPr>
            <p:txBody>
              <a:bodyPr/>
              <a:lstStyle/>
              <a:p>
                <a:endParaRPr lang="zh-CN" altLang="en-US" sz="1400" b="1"/>
              </a:p>
            </p:txBody>
          </p:sp>
          <p:sp>
            <p:nvSpPr>
              <p:cNvPr id="7" name="Rectangle 13"/>
              <p:cNvSpPr>
                <a:spLocks noChangeArrowheads="1"/>
              </p:cNvSpPr>
              <p:nvPr/>
            </p:nvSpPr>
            <p:spPr bwMode="auto">
              <a:xfrm>
                <a:off x="1653778" y="3443863"/>
                <a:ext cx="1459279" cy="39832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dirty="0" smtClean="0">
                    <a:solidFill>
                      <a:srgbClr val="000000"/>
                    </a:solidFill>
                    <a:ea typeface="宋体" pitchFamily="2" charset="-122"/>
                  </a:rPr>
                  <a:t>Subnet=128.14.0.0</a:t>
                </a:r>
                <a:endParaRPr lang="en-US" altLang="zh-CN" sz="1600" b="1" dirty="0">
                  <a:solidFill>
                    <a:srgbClr val="000000"/>
                  </a:solidFill>
                  <a:ea typeface="宋体" pitchFamily="2" charset="-122"/>
                </a:endParaRPr>
              </a:p>
              <a:p>
                <a:r>
                  <a:rPr lang="en-US" altLang="zh-CN" sz="1600" b="1" dirty="0">
                    <a:solidFill>
                      <a:srgbClr val="000000"/>
                    </a:solidFill>
                    <a:ea typeface="宋体" pitchFamily="2" charset="-122"/>
                  </a:rPr>
                  <a:t>Mask=255.255.255.0</a:t>
                </a:r>
              </a:p>
            </p:txBody>
          </p:sp>
        </p:grpSp>
        <p:grpSp>
          <p:nvGrpSpPr>
            <p:cNvPr id="8" name="组合 7"/>
            <p:cNvGrpSpPr/>
            <p:nvPr/>
          </p:nvGrpSpPr>
          <p:grpSpPr>
            <a:xfrm>
              <a:off x="5806316" y="3137639"/>
              <a:ext cx="1854679" cy="846448"/>
              <a:chOff x="5659670" y="3249777"/>
              <a:chExt cx="1854679" cy="846448"/>
            </a:xfrm>
            <a:effectLst>
              <a:outerShdw blurRad="50800" dist="38100" dir="2700000" algn="tl" rotWithShape="0">
                <a:prstClr val="black">
                  <a:alpha val="40000"/>
                </a:prstClr>
              </a:outerShdw>
            </a:effectLst>
          </p:grpSpPr>
          <p:sp>
            <p:nvSpPr>
              <p:cNvPr id="9" name="Cloud"/>
              <p:cNvSpPr>
                <a:spLocks noChangeAspect="1" noEditPoints="1" noChangeArrowheads="1"/>
              </p:cNvSpPr>
              <p:nvPr/>
            </p:nvSpPr>
            <p:spPr bwMode="auto">
              <a:xfrm>
                <a:off x="5659670" y="3249777"/>
                <a:ext cx="1854679" cy="846448"/>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BE7D"/>
              </a:solidFill>
              <a:ln w="9525">
                <a:solidFill>
                  <a:srgbClr val="000000"/>
                </a:solidFill>
                <a:miter lim="800000"/>
                <a:headEnd/>
                <a:tailEnd/>
              </a:ln>
              <a:effectLst>
                <a:outerShdw blurRad="50800" dist="38100" dir="2700000" algn="tl" rotWithShape="0">
                  <a:prstClr val="black">
                    <a:alpha val="40000"/>
                  </a:prstClr>
                </a:outerShdw>
              </a:effectLst>
            </p:spPr>
            <p:txBody>
              <a:bodyPr/>
              <a:lstStyle/>
              <a:p>
                <a:endParaRPr lang="zh-CN" altLang="en-US" sz="1400" b="1"/>
              </a:p>
            </p:txBody>
          </p:sp>
          <p:sp>
            <p:nvSpPr>
              <p:cNvPr id="10" name="Rectangle 15"/>
              <p:cNvSpPr>
                <a:spLocks noChangeArrowheads="1"/>
              </p:cNvSpPr>
              <p:nvPr/>
            </p:nvSpPr>
            <p:spPr bwMode="auto">
              <a:xfrm>
                <a:off x="5844074" y="3448941"/>
                <a:ext cx="1479754" cy="39832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dirty="0" smtClean="0">
                    <a:solidFill>
                      <a:srgbClr val="000000"/>
                    </a:solidFill>
                    <a:ea typeface="宋体" pitchFamily="2" charset="-122"/>
                  </a:rPr>
                  <a:t>Subnet=128.14.15.0</a:t>
                </a:r>
                <a:endParaRPr lang="en-US" altLang="zh-CN" sz="1600" b="1" dirty="0">
                  <a:solidFill>
                    <a:srgbClr val="000000"/>
                  </a:solidFill>
                  <a:ea typeface="宋体" pitchFamily="2" charset="-122"/>
                </a:endParaRPr>
              </a:p>
              <a:p>
                <a:r>
                  <a:rPr lang="en-US" altLang="zh-CN" sz="1600" b="1" dirty="0">
                    <a:solidFill>
                      <a:srgbClr val="000000"/>
                    </a:solidFill>
                    <a:ea typeface="宋体" pitchFamily="2" charset="-122"/>
                  </a:rPr>
                  <a:t>Mask=255.255.255.0</a:t>
                </a:r>
              </a:p>
            </p:txBody>
          </p:sp>
        </p:grpSp>
        <p:sp>
          <p:nvSpPr>
            <p:cNvPr id="11" name="Line 17"/>
            <p:cNvSpPr>
              <a:spLocks noChangeShapeType="1"/>
            </p:cNvSpPr>
            <p:nvPr/>
          </p:nvSpPr>
          <p:spPr bwMode="auto">
            <a:xfrm>
              <a:off x="5435382" y="3644384"/>
              <a:ext cx="325309" cy="0"/>
            </a:xfrm>
            <a:prstGeom prst="line">
              <a:avLst/>
            </a:prstGeom>
            <a:noFill/>
            <a:ln w="57150">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p>
          </p:txBody>
        </p:sp>
        <p:sp>
          <p:nvSpPr>
            <p:cNvPr id="12" name="Text Box 10"/>
            <p:cNvSpPr txBox="1">
              <a:spLocks noChangeArrowheads="1"/>
            </p:cNvSpPr>
            <p:nvPr/>
          </p:nvSpPr>
          <p:spPr bwMode="auto">
            <a:xfrm>
              <a:off x="3439106" y="2748390"/>
              <a:ext cx="2367210" cy="348537"/>
            </a:xfrm>
            <a:prstGeom prst="rect">
              <a:avLst/>
            </a:prstGeom>
            <a:solidFill>
              <a:srgbClr val="FFFF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zh-CN" sz="2000" b="1" dirty="0" smtClean="0">
                  <a:solidFill>
                    <a:srgbClr val="000000"/>
                  </a:solidFill>
                  <a:latin typeface="Tahoma" pitchFamily="34" charset="0"/>
                  <a:ea typeface="宋体" pitchFamily="2" charset="-122"/>
                  <a:cs typeface="Arial" charset="0"/>
                </a:rPr>
                <a:t>128.14.0.0/20</a:t>
              </a:r>
              <a:endParaRPr lang="en-US" altLang="zh-CN" sz="2000" b="1" dirty="0">
                <a:solidFill>
                  <a:srgbClr val="000000"/>
                </a:solidFill>
                <a:latin typeface="Tahoma" pitchFamily="34" charset="0"/>
                <a:ea typeface="宋体" pitchFamily="2" charset="-122"/>
                <a:cs typeface="Arial" charset="0"/>
              </a:endParaRPr>
            </a:p>
          </p:txBody>
        </p:sp>
        <p:grpSp>
          <p:nvGrpSpPr>
            <p:cNvPr id="13" name="组合 12"/>
            <p:cNvGrpSpPr/>
            <p:nvPr/>
          </p:nvGrpSpPr>
          <p:grpSpPr>
            <a:xfrm>
              <a:off x="3437121" y="3137639"/>
              <a:ext cx="1854679" cy="846448"/>
              <a:chOff x="1468310" y="3244699"/>
              <a:chExt cx="1854679" cy="846448"/>
            </a:xfrm>
          </p:grpSpPr>
          <p:sp>
            <p:nvSpPr>
              <p:cNvPr id="14" name="Cloud"/>
              <p:cNvSpPr>
                <a:spLocks noChangeAspect="1" noEditPoints="1" noChangeArrowheads="1"/>
              </p:cNvSpPr>
              <p:nvPr/>
            </p:nvSpPr>
            <p:spPr bwMode="auto">
              <a:xfrm>
                <a:off x="1468310" y="3244699"/>
                <a:ext cx="1854679" cy="846448"/>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BE7D"/>
              </a:solidFill>
              <a:ln w="9525">
                <a:solidFill>
                  <a:srgbClr val="000000"/>
                </a:solidFill>
                <a:miter lim="800000"/>
                <a:headEnd/>
                <a:tailEnd/>
              </a:ln>
              <a:effectLst>
                <a:outerShdw blurRad="50800" dist="38100" dir="2700000" algn="tl" rotWithShape="0">
                  <a:prstClr val="black">
                    <a:alpha val="40000"/>
                  </a:prstClr>
                </a:outerShdw>
              </a:effectLst>
            </p:spPr>
            <p:txBody>
              <a:bodyPr/>
              <a:lstStyle/>
              <a:p>
                <a:endParaRPr lang="zh-CN" altLang="en-US" sz="1400" b="1"/>
              </a:p>
            </p:txBody>
          </p:sp>
          <p:sp>
            <p:nvSpPr>
              <p:cNvPr id="15" name="Rectangle 13"/>
              <p:cNvSpPr>
                <a:spLocks noChangeArrowheads="1"/>
              </p:cNvSpPr>
              <p:nvPr/>
            </p:nvSpPr>
            <p:spPr bwMode="auto">
              <a:xfrm>
                <a:off x="1653778" y="3443863"/>
                <a:ext cx="1459279" cy="39832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600" b="1" dirty="0" smtClean="0">
                    <a:solidFill>
                      <a:srgbClr val="000000"/>
                    </a:solidFill>
                    <a:ea typeface="宋体" pitchFamily="2" charset="-122"/>
                  </a:rPr>
                  <a:t>Subnet=128.14.1.0</a:t>
                </a:r>
                <a:endParaRPr lang="en-US" altLang="zh-CN" sz="1600" b="1" dirty="0">
                  <a:solidFill>
                    <a:srgbClr val="000000"/>
                  </a:solidFill>
                  <a:ea typeface="宋体" pitchFamily="2" charset="-122"/>
                </a:endParaRPr>
              </a:p>
              <a:p>
                <a:r>
                  <a:rPr lang="en-US" altLang="zh-CN" sz="1600" b="1" dirty="0">
                    <a:solidFill>
                      <a:srgbClr val="000000"/>
                    </a:solidFill>
                    <a:ea typeface="宋体" pitchFamily="2" charset="-122"/>
                  </a:rPr>
                  <a:t>Mask=255.255.255.0</a:t>
                </a:r>
              </a:p>
            </p:txBody>
          </p:sp>
        </p:grpSp>
        <p:sp>
          <p:nvSpPr>
            <p:cNvPr id="16" name="矩形 15"/>
            <p:cNvSpPr/>
            <p:nvPr/>
          </p:nvSpPr>
          <p:spPr>
            <a:xfrm>
              <a:off x="4308171" y="4195140"/>
              <a:ext cx="553689" cy="258263"/>
            </a:xfrm>
            <a:prstGeom prst="rect">
              <a:avLst/>
            </a:prstGeom>
          </p:spPr>
          <p:txBody>
            <a:bodyPr wrap="none">
              <a:spAutoFit/>
            </a:bodyPr>
            <a:lstStyle/>
            <a:p>
              <a:r>
                <a:rPr lang="zh-CN" altLang="en-US" sz="2400" b="1" dirty="0">
                  <a:solidFill>
                    <a:srgbClr val="C00000"/>
                  </a:solidFill>
                  <a:latin typeface="微软雅黑" pitchFamily="34" charset="-122"/>
                  <a:ea typeface="微软雅黑" pitchFamily="34" charset="-122"/>
                </a:rPr>
                <a:t>超网</a:t>
              </a:r>
              <a:endParaRPr lang="zh-CN" altLang="en-US" sz="2400" b="1" dirty="0"/>
            </a:p>
          </p:txBody>
        </p:sp>
      </p:grpSp>
    </p:spTree>
    <p:extLst>
      <p:ext uri="{BB962C8B-B14F-4D97-AF65-F5344CB8AC3E}">
        <p14:creationId xmlns:p14="http://schemas.microsoft.com/office/powerpoint/2010/main" val="2892568319"/>
      </p:ext>
    </p:extLst>
  </p:cSld>
  <p:clrMapOvr>
    <a:masterClrMapping/>
  </p:clrMapOvr>
  <p:transition spd="slow"/>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3"/>
          <p:cNvSpPr>
            <a:spLocks noGrp="1" noChangeArrowheads="1"/>
          </p:cNvSpPr>
          <p:nvPr>
            <p:ph type="title"/>
          </p:nvPr>
        </p:nvSpPr>
        <p:spPr/>
        <p:txBody>
          <a:bodyPr anchor="ctr"/>
          <a:lstStyle/>
          <a:p>
            <a:pPr eaLnBrk="1" hangingPunct="1"/>
            <a:r>
              <a:rPr lang="zh-CN" altLang="en-US" dirty="0"/>
              <a:t>无分类编址 </a:t>
            </a:r>
            <a:r>
              <a:rPr lang="en-US" altLang="zh-CN" dirty="0"/>
              <a:t>CIDR</a:t>
            </a:r>
            <a:endParaRPr lang="en-US" altLang="zh-CN" dirty="0" smtClean="0"/>
          </a:p>
        </p:txBody>
      </p:sp>
      <p:sp>
        <p:nvSpPr>
          <p:cNvPr id="526338" name="Rectangle 2"/>
          <p:cNvSpPr>
            <a:spLocks noGrp="1" noChangeArrowheads="1"/>
          </p:cNvSpPr>
          <p:nvPr>
            <p:ph idx="1"/>
          </p:nvPr>
        </p:nvSpPr>
        <p:spPr/>
        <p:txBody>
          <a:bodyPr/>
          <a:lstStyle/>
          <a:p>
            <a:pPr algn="just" eaLnBrk="1" hangingPunct="1"/>
            <a:r>
              <a:rPr lang="zh-CN" altLang="en-US" b="1" dirty="0" smtClean="0"/>
              <a:t>在路由器的转发表中</a:t>
            </a:r>
            <a:r>
              <a:rPr lang="zh-CN" altLang="en-US" b="1" dirty="0"/>
              <a:t>，如果几个</a:t>
            </a:r>
            <a:r>
              <a:rPr lang="zh-CN" altLang="en-US" b="1" dirty="0" smtClean="0">
                <a:solidFill>
                  <a:schemeClr val="tx2">
                    <a:lumMod val="60000"/>
                    <a:lumOff val="40000"/>
                  </a:schemeClr>
                </a:solidFill>
              </a:rPr>
              <a:t>连续</a:t>
            </a:r>
            <a:r>
              <a:rPr lang="zh-CN" altLang="en-US" b="1" dirty="0" smtClean="0"/>
              <a:t>的、小的 </a:t>
            </a:r>
            <a:r>
              <a:rPr lang="en-US" altLang="zh-CN" b="1" dirty="0" smtClean="0"/>
              <a:t>CIDR </a:t>
            </a:r>
            <a:r>
              <a:rPr lang="zh-CN" altLang="en-US" b="1" dirty="0" smtClean="0"/>
              <a:t>地址块具有相同的下一跳路由器，则可以把这几个小的地址块合并成一个大的地址块，并用一个转发表项代替原来的多个转发表项。</a:t>
            </a:r>
            <a:endParaRPr lang="en-US" altLang="zh-CN" b="1" dirty="0" smtClean="0"/>
          </a:p>
          <a:p>
            <a:pPr algn="just" eaLnBrk="1" hangingPunct="1"/>
            <a:r>
              <a:rPr lang="zh-CN" altLang="en-US" b="1" dirty="0" smtClean="0"/>
              <a:t>这种方法称为</a:t>
            </a:r>
            <a:r>
              <a:rPr lang="zh-CN" altLang="en-US" b="1" dirty="0" smtClean="0">
                <a:solidFill>
                  <a:srgbClr val="FF0000"/>
                </a:solidFill>
              </a:rPr>
              <a:t>路由聚合</a:t>
            </a:r>
            <a:r>
              <a:rPr lang="zh-CN" altLang="en-US" b="1" dirty="0" smtClean="0"/>
              <a:t>，可以大大压缩转发表所占的空间，减少查找转发表所需的时间。</a:t>
            </a:r>
          </a:p>
          <a:p>
            <a:pPr algn="just" eaLnBrk="1" hangingPunct="1"/>
            <a:endParaRPr lang="zh-CN" altLang="en-US" b="1" dirty="0" smtClean="0"/>
          </a:p>
        </p:txBody>
      </p:sp>
    </p:spTree>
    <p:extLst>
      <p:ext uri="{BB962C8B-B14F-4D97-AF65-F5344CB8AC3E}">
        <p14:creationId xmlns:p14="http://schemas.microsoft.com/office/powerpoint/2010/main" val="1742702871"/>
      </p:ext>
    </p:extLst>
  </p:cSld>
  <p:clrMapOvr>
    <a:masterClrMapping/>
  </p:clrMapOvr>
  <p:transition spd="slow"/>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3"/>
          <p:cNvSpPr>
            <a:spLocks noGrp="1" noChangeArrowheads="1"/>
          </p:cNvSpPr>
          <p:nvPr>
            <p:ph type="title"/>
          </p:nvPr>
        </p:nvSpPr>
        <p:spPr/>
        <p:txBody>
          <a:bodyPr anchor="ctr"/>
          <a:lstStyle/>
          <a:p>
            <a:pPr eaLnBrk="1" hangingPunct="1"/>
            <a:r>
              <a:rPr lang="zh-CN" altLang="en-US" dirty="0"/>
              <a:t>无分类编址 </a:t>
            </a:r>
            <a:r>
              <a:rPr lang="en-US" altLang="zh-CN" dirty="0"/>
              <a:t>CIDR</a:t>
            </a:r>
            <a:endParaRPr lang="en-US" altLang="zh-CN" dirty="0" smtClean="0"/>
          </a:p>
        </p:txBody>
      </p:sp>
      <p:sp>
        <p:nvSpPr>
          <p:cNvPr id="5" name="AutoShape 5"/>
          <p:cNvSpPr>
            <a:spLocks noChangeArrowheads="1"/>
          </p:cNvSpPr>
          <p:nvPr/>
        </p:nvSpPr>
        <p:spPr bwMode="auto">
          <a:xfrm>
            <a:off x="1991544" y="1378270"/>
            <a:ext cx="8053711" cy="402897"/>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p>
        </p:txBody>
      </p:sp>
      <p:sp>
        <p:nvSpPr>
          <p:cNvPr id="6" name="矩形 5"/>
          <p:cNvSpPr/>
          <p:nvPr/>
        </p:nvSpPr>
        <p:spPr>
          <a:xfrm>
            <a:off x="3952816" y="1340768"/>
            <a:ext cx="4574201" cy="461665"/>
          </a:xfrm>
          <a:prstGeom prst="rect">
            <a:avLst/>
          </a:prstGeom>
        </p:spPr>
        <p:txBody>
          <a:bodyPr wrap="none" anchor="t">
            <a:spAutoFit/>
          </a:bodyPr>
          <a:lstStyle/>
          <a:p>
            <a:r>
              <a:rPr lang="zh-CN" altLang="en-US" sz="2400" b="1" dirty="0">
                <a:solidFill>
                  <a:srgbClr val="000000"/>
                </a:solidFill>
                <a:latin typeface="微软雅黑" pitchFamily="34" charset="-122"/>
                <a:ea typeface="微软雅黑" pitchFamily="34" charset="-122"/>
              </a:rPr>
              <a:t>路由</a:t>
            </a:r>
            <a:r>
              <a:rPr lang="zh-CN" altLang="en-US" sz="2400" b="1" dirty="0" smtClean="0">
                <a:solidFill>
                  <a:srgbClr val="000000"/>
                </a:solidFill>
                <a:latin typeface="微软雅黑" pitchFamily="34" charset="-122"/>
                <a:ea typeface="微软雅黑" pitchFamily="34" charset="-122"/>
              </a:rPr>
              <a:t>聚合 </a:t>
            </a:r>
            <a:r>
              <a:rPr lang="en-US" altLang="zh-CN" sz="2400" b="1" dirty="0" smtClean="0">
                <a:solidFill>
                  <a:srgbClr val="000000"/>
                </a:solidFill>
                <a:latin typeface="微软雅黑" pitchFamily="34" charset="-122"/>
                <a:ea typeface="微软雅黑" pitchFamily="34" charset="-122"/>
              </a:rPr>
              <a:t>(</a:t>
            </a:r>
            <a:r>
              <a:rPr lang="en-US" altLang="zh-CN" sz="2400" b="1" dirty="0">
                <a:solidFill>
                  <a:srgbClr val="000000"/>
                </a:solidFill>
                <a:latin typeface="微软雅黑" pitchFamily="34" charset="-122"/>
                <a:ea typeface="微软雅黑" pitchFamily="34" charset="-122"/>
              </a:rPr>
              <a:t>route aggregation)</a:t>
            </a:r>
            <a:endParaRPr lang="zh-CN" altLang="en-US" sz="2400" b="1" dirty="0">
              <a:solidFill>
                <a:srgbClr val="000000"/>
              </a:solidFill>
              <a:latin typeface="微软雅黑" pitchFamily="34" charset="-122"/>
              <a:ea typeface="微软雅黑" pitchFamily="34" charset="-122"/>
            </a:endParaRPr>
          </a:p>
        </p:txBody>
      </p:sp>
      <p:sp>
        <p:nvSpPr>
          <p:cNvPr id="7" name="Rectangle 4"/>
          <p:cNvSpPr>
            <a:spLocks noChangeArrowheads="1"/>
          </p:cNvSpPr>
          <p:nvPr/>
        </p:nvSpPr>
        <p:spPr bwMode="auto">
          <a:xfrm>
            <a:off x="5297901" y="1844824"/>
            <a:ext cx="1438340" cy="4930118"/>
          </a:xfrm>
          <a:prstGeom prst="rect">
            <a:avLst/>
          </a:prstGeom>
          <a:solidFill>
            <a:srgbClr val="FFFF99"/>
          </a:solidFill>
          <a:ln w="19050" algn="ctr">
            <a:solidFill>
              <a:schemeClr val="tx1"/>
            </a:solidFill>
            <a:miter lim="800000"/>
            <a:headEnd/>
            <a:tailEnd/>
          </a:ln>
          <a:effectLst/>
          <a:extLst/>
        </p:spPr>
        <p:txBody>
          <a:bodyPr wrap="none"/>
          <a:lstStyle/>
          <a:p>
            <a:r>
              <a:rPr lang="en-US" altLang="zh-CN" sz="2000" b="1" dirty="0">
                <a:solidFill>
                  <a:srgbClr val="000000"/>
                </a:solidFill>
                <a:latin typeface="Tahoma" pitchFamily="34" charset="0"/>
                <a:ea typeface="宋体" pitchFamily="2" charset="-122"/>
              </a:rPr>
              <a:t>192.24.0</a:t>
            </a:r>
          </a:p>
          <a:p>
            <a:r>
              <a:rPr lang="en-US" altLang="zh-CN" sz="2000" b="1" dirty="0">
                <a:solidFill>
                  <a:srgbClr val="000000"/>
                </a:solidFill>
                <a:latin typeface="Tahoma" pitchFamily="34" charset="0"/>
                <a:ea typeface="宋体" pitchFamily="2" charset="-122"/>
              </a:rPr>
              <a:t>192.24.1</a:t>
            </a:r>
          </a:p>
          <a:p>
            <a:r>
              <a:rPr lang="en-US" altLang="zh-CN" sz="2000" b="1" dirty="0">
                <a:solidFill>
                  <a:srgbClr val="000000"/>
                </a:solidFill>
                <a:latin typeface="Tahoma" pitchFamily="34" charset="0"/>
                <a:ea typeface="宋体" pitchFamily="2" charset="-122"/>
              </a:rPr>
              <a:t>192.24.2</a:t>
            </a:r>
          </a:p>
          <a:p>
            <a:r>
              <a:rPr lang="en-US" altLang="zh-CN" sz="2000" b="1" dirty="0">
                <a:solidFill>
                  <a:srgbClr val="000000"/>
                </a:solidFill>
                <a:latin typeface="Tahoma" pitchFamily="34" charset="0"/>
                <a:ea typeface="宋体" pitchFamily="2" charset="-122"/>
              </a:rPr>
              <a:t>192.24.3</a:t>
            </a:r>
          </a:p>
          <a:p>
            <a:r>
              <a:rPr lang="en-US" altLang="zh-CN" sz="2000" b="1" dirty="0">
                <a:solidFill>
                  <a:srgbClr val="000000"/>
                </a:solidFill>
                <a:latin typeface="Tahoma" pitchFamily="34" charset="0"/>
                <a:ea typeface="宋体" pitchFamily="2" charset="-122"/>
              </a:rPr>
              <a:t>192.24.4</a:t>
            </a:r>
          </a:p>
          <a:p>
            <a:r>
              <a:rPr lang="en-US" altLang="zh-CN" sz="2000" b="1" dirty="0">
                <a:solidFill>
                  <a:srgbClr val="000000"/>
                </a:solidFill>
                <a:latin typeface="Tahoma" pitchFamily="34" charset="0"/>
                <a:ea typeface="宋体" pitchFamily="2" charset="-122"/>
              </a:rPr>
              <a:t>192.24.5</a:t>
            </a:r>
          </a:p>
          <a:p>
            <a:r>
              <a:rPr lang="en-US" altLang="zh-CN" sz="2000" b="1" dirty="0">
                <a:solidFill>
                  <a:srgbClr val="000000"/>
                </a:solidFill>
                <a:latin typeface="Tahoma" pitchFamily="34" charset="0"/>
                <a:ea typeface="宋体" pitchFamily="2" charset="-122"/>
              </a:rPr>
              <a:t>192.24.6</a:t>
            </a:r>
          </a:p>
          <a:p>
            <a:r>
              <a:rPr lang="en-US" altLang="zh-CN" sz="2000" b="1" dirty="0">
                <a:solidFill>
                  <a:srgbClr val="000000"/>
                </a:solidFill>
                <a:latin typeface="Tahoma" pitchFamily="34" charset="0"/>
                <a:ea typeface="宋体" pitchFamily="2" charset="-122"/>
              </a:rPr>
              <a:t>192.24.7</a:t>
            </a:r>
          </a:p>
          <a:p>
            <a:r>
              <a:rPr lang="en-US" altLang="zh-CN" sz="2000" b="1" dirty="0">
                <a:solidFill>
                  <a:srgbClr val="000000"/>
                </a:solidFill>
                <a:latin typeface="Tahoma" pitchFamily="34" charset="0"/>
                <a:ea typeface="宋体" pitchFamily="2" charset="-122"/>
              </a:rPr>
              <a:t>192.24.8</a:t>
            </a:r>
          </a:p>
          <a:p>
            <a:r>
              <a:rPr lang="en-US" altLang="zh-CN" sz="2000" b="1" dirty="0">
                <a:solidFill>
                  <a:srgbClr val="000000"/>
                </a:solidFill>
                <a:latin typeface="Tahoma" pitchFamily="34" charset="0"/>
                <a:ea typeface="宋体" pitchFamily="2" charset="-122"/>
              </a:rPr>
              <a:t>192.24.9</a:t>
            </a:r>
          </a:p>
          <a:p>
            <a:r>
              <a:rPr lang="en-US" altLang="zh-CN" sz="2000" b="1" dirty="0">
                <a:solidFill>
                  <a:srgbClr val="000000"/>
                </a:solidFill>
                <a:latin typeface="Tahoma" pitchFamily="34" charset="0"/>
                <a:ea typeface="宋体" pitchFamily="2" charset="-122"/>
              </a:rPr>
              <a:t>192.24.10</a:t>
            </a:r>
          </a:p>
          <a:p>
            <a:r>
              <a:rPr lang="en-US" altLang="zh-CN" sz="2000" b="1" dirty="0">
                <a:solidFill>
                  <a:srgbClr val="000000"/>
                </a:solidFill>
                <a:latin typeface="Tahoma" pitchFamily="34" charset="0"/>
                <a:ea typeface="宋体" pitchFamily="2" charset="-122"/>
              </a:rPr>
              <a:t>192.24.11</a:t>
            </a:r>
          </a:p>
          <a:p>
            <a:r>
              <a:rPr lang="en-US" altLang="zh-CN" sz="2000" b="1" dirty="0">
                <a:solidFill>
                  <a:srgbClr val="000000"/>
                </a:solidFill>
                <a:latin typeface="Tahoma" pitchFamily="34" charset="0"/>
                <a:ea typeface="宋体" pitchFamily="2" charset="-122"/>
              </a:rPr>
              <a:t>192.24.12</a:t>
            </a:r>
          </a:p>
          <a:p>
            <a:r>
              <a:rPr lang="en-US" altLang="zh-CN" sz="2000" b="1" dirty="0">
                <a:solidFill>
                  <a:srgbClr val="000000"/>
                </a:solidFill>
                <a:latin typeface="Tahoma" pitchFamily="34" charset="0"/>
                <a:ea typeface="宋体" pitchFamily="2" charset="-122"/>
              </a:rPr>
              <a:t>192.24.13</a:t>
            </a:r>
          </a:p>
          <a:p>
            <a:r>
              <a:rPr lang="en-US" altLang="zh-CN" sz="2000" b="1" dirty="0">
                <a:solidFill>
                  <a:srgbClr val="000000"/>
                </a:solidFill>
                <a:latin typeface="Tahoma" pitchFamily="34" charset="0"/>
                <a:ea typeface="宋体" pitchFamily="2" charset="-122"/>
              </a:rPr>
              <a:t>192.24.14</a:t>
            </a:r>
          </a:p>
          <a:p>
            <a:r>
              <a:rPr lang="en-US" altLang="zh-CN" sz="2000" b="1" dirty="0">
                <a:solidFill>
                  <a:srgbClr val="000000"/>
                </a:solidFill>
                <a:latin typeface="Tahoma" pitchFamily="34" charset="0"/>
                <a:ea typeface="宋体" pitchFamily="2" charset="-122"/>
              </a:rPr>
              <a:t>192.24.15</a:t>
            </a:r>
          </a:p>
        </p:txBody>
      </p:sp>
      <p:sp>
        <p:nvSpPr>
          <p:cNvPr id="8" name="Rectangle 6"/>
          <p:cNvSpPr>
            <a:spLocks noChangeArrowheads="1"/>
          </p:cNvSpPr>
          <p:nvPr/>
        </p:nvSpPr>
        <p:spPr bwMode="auto">
          <a:xfrm>
            <a:off x="7442613" y="2958209"/>
            <a:ext cx="2901859" cy="456229"/>
          </a:xfrm>
          <a:prstGeom prst="rect">
            <a:avLst/>
          </a:prstGeom>
          <a:solidFill>
            <a:srgbClr val="FFC000"/>
          </a:solidFill>
          <a:ln w="19050" algn="ctr">
            <a:solidFill>
              <a:schemeClr val="tx1"/>
            </a:solidFill>
            <a:miter lim="800000"/>
            <a:headEnd/>
            <a:tailEnd/>
          </a:ln>
          <a:effectLst/>
          <a:extLst/>
        </p:spPr>
        <p:txBody>
          <a:bodyPr wrap="none" anchor="ctr"/>
          <a:lstStyle/>
          <a:p>
            <a:pPr algn="ctr"/>
            <a:r>
              <a:rPr lang="en-US" altLang="zh-CN" sz="2000" b="1" dirty="0" smtClean="0">
                <a:solidFill>
                  <a:srgbClr val="000000"/>
                </a:solidFill>
                <a:latin typeface="微软雅黑" panose="020B0503020204020204" pitchFamily="34" charset="-122"/>
                <a:ea typeface="微软雅黑" panose="020B0503020204020204" pitchFamily="34" charset="-122"/>
              </a:rPr>
              <a:t>192.24.0.0/20</a:t>
            </a:r>
            <a:endParaRPr lang="en-US" altLang="zh-CN" sz="2000" b="1" dirty="0">
              <a:solidFill>
                <a:srgbClr val="000000"/>
              </a:solidFill>
              <a:latin typeface="微软雅黑" panose="020B0503020204020204" pitchFamily="34" charset="-122"/>
              <a:ea typeface="微软雅黑" panose="020B0503020204020204" pitchFamily="34" charset="-122"/>
            </a:endParaRPr>
          </a:p>
        </p:txBody>
      </p:sp>
      <p:grpSp>
        <p:nvGrpSpPr>
          <p:cNvPr id="9" name="组合 8"/>
          <p:cNvGrpSpPr/>
          <p:nvPr/>
        </p:nvGrpSpPr>
        <p:grpSpPr>
          <a:xfrm>
            <a:off x="6745454" y="2531586"/>
            <a:ext cx="687946" cy="3224243"/>
            <a:chOff x="4794484" y="1134420"/>
            <a:chExt cx="687946" cy="3224243"/>
          </a:xfrm>
        </p:grpSpPr>
        <p:sp>
          <p:nvSpPr>
            <p:cNvPr id="10" name="Line 8"/>
            <p:cNvSpPr>
              <a:spLocks noChangeShapeType="1"/>
            </p:cNvSpPr>
            <p:nvPr/>
          </p:nvSpPr>
          <p:spPr bwMode="auto">
            <a:xfrm>
              <a:off x="4794484" y="1134420"/>
              <a:ext cx="687946" cy="433262"/>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a:p>
          </p:txBody>
        </p:sp>
        <p:sp>
          <p:nvSpPr>
            <p:cNvPr id="11" name="Line 9"/>
            <p:cNvSpPr>
              <a:spLocks noChangeShapeType="1"/>
            </p:cNvSpPr>
            <p:nvPr/>
          </p:nvSpPr>
          <p:spPr bwMode="auto">
            <a:xfrm flipV="1">
              <a:off x="4794484" y="2017271"/>
              <a:ext cx="687946" cy="2341392"/>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a:p>
          </p:txBody>
        </p:sp>
      </p:grpSp>
      <p:grpSp>
        <p:nvGrpSpPr>
          <p:cNvPr id="12" name="组合 11"/>
          <p:cNvGrpSpPr/>
          <p:nvPr/>
        </p:nvGrpSpPr>
        <p:grpSpPr>
          <a:xfrm>
            <a:off x="1416400" y="2527184"/>
            <a:ext cx="3455464" cy="1510399"/>
            <a:chOff x="264272" y="1376377"/>
            <a:chExt cx="3207531" cy="1510399"/>
          </a:xfrm>
        </p:grpSpPr>
        <p:sp>
          <p:nvSpPr>
            <p:cNvPr id="13" name="Text Box 7"/>
            <p:cNvSpPr txBox="1">
              <a:spLocks noChangeArrowheads="1"/>
            </p:cNvSpPr>
            <p:nvPr/>
          </p:nvSpPr>
          <p:spPr bwMode="auto">
            <a:xfrm>
              <a:off x="264272" y="1871113"/>
              <a:ext cx="3207531" cy="1015663"/>
            </a:xfrm>
            <a:prstGeom prst="rect">
              <a:avLst/>
            </a:prstGeom>
            <a:noFill/>
            <a:ln w="19050">
              <a:solidFill>
                <a:srgbClr val="00B0F0"/>
              </a:solidFill>
            </a:ln>
            <a:effectLst/>
            <a:extLst/>
          </p:spPr>
          <p:txBody>
            <a:bodyPr wrap="squar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nSpc>
                  <a:spcPts val="2400"/>
                </a:lnSpc>
              </a:pPr>
              <a:r>
                <a:rPr lang="en-US" altLang="zh-CN" sz="2000" b="1" dirty="0" smtClean="0">
                  <a:solidFill>
                    <a:srgbClr val="000000"/>
                  </a:solidFill>
                  <a:latin typeface="微软雅黑" panose="020B0503020204020204" pitchFamily="34" charset="-122"/>
                  <a:ea typeface="微软雅黑" panose="020B0503020204020204" pitchFamily="34" charset="-122"/>
                </a:rPr>
                <a:t>16 </a:t>
              </a:r>
              <a:r>
                <a:rPr lang="zh-CN" altLang="en-US" sz="2000" b="1" dirty="0" smtClean="0">
                  <a:solidFill>
                    <a:srgbClr val="000000"/>
                  </a:solidFill>
                  <a:latin typeface="微软雅黑" panose="020B0503020204020204" pitchFamily="34" charset="-122"/>
                  <a:ea typeface="微软雅黑" panose="020B0503020204020204" pitchFamily="34" charset="-122"/>
                </a:rPr>
                <a:t>个地址块，</a:t>
              </a:r>
              <a:endParaRPr lang="en-US" altLang="zh-CN" sz="2000" b="1" dirty="0" smtClean="0">
                <a:solidFill>
                  <a:srgbClr val="000000"/>
                </a:solidFill>
                <a:latin typeface="微软雅黑" panose="020B0503020204020204" pitchFamily="34" charset="-122"/>
                <a:ea typeface="微软雅黑" panose="020B0503020204020204" pitchFamily="34" charset="-122"/>
              </a:endParaRPr>
            </a:p>
            <a:p>
              <a:pPr>
                <a:lnSpc>
                  <a:spcPts val="2400"/>
                </a:lnSpc>
              </a:pPr>
              <a:r>
                <a:rPr lang="zh-CN" altLang="en-US" sz="2000" b="1" dirty="0" smtClean="0">
                  <a:solidFill>
                    <a:srgbClr val="000000"/>
                  </a:solidFill>
                  <a:latin typeface="微软雅黑" panose="020B0503020204020204" pitchFamily="34" charset="-122"/>
                  <a:ea typeface="微软雅黑" panose="020B0503020204020204" pitchFamily="34" charset="-122"/>
                </a:rPr>
                <a:t>地址</a:t>
              </a:r>
              <a:r>
                <a:rPr lang="zh-CN" altLang="en-US" sz="2000" b="1" dirty="0">
                  <a:solidFill>
                    <a:srgbClr val="000000"/>
                  </a:solidFill>
                  <a:latin typeface="微软雅黑" panose="020B0503020204020204" pitchFamily="34" charset="-122"/>
                  <a:ea typeface="微软雅黑" panose="020B0503020204020204" pitchFamily="34" charset="-122"/>
                </a:rPr>
                <a:t>掩码</a:t>
              </a:r>
              <a:r>
                <a:rPr lang="en-US" altLang="zh-CN" sz="2000" b="1" dirty="0" smtClean="0">
                  <a:solidFill>
                    <a:srgbClr val="000000"/>
                  </a:solidFill>
                  <a:latin typeface="微软雅黑" panose="020B0503020204020204" pitchFamily="34" charset="-122"/>
                  <a:ea typeface="微软雅黑" panose="020B0503020204020204" pitchFamily="34" charset="-122"/>
                </a:rPr>
                <a:t>=255.255.255.0</a:t>
              </a:r>
              <a:r>
                <a:rPr lang="zh-CN" altLang="en-US" sz="2000" b="1" dirty="0" smtClean="0">
                  <a:solidFill>
                    <a:srgbClr val="000000"/>
                  </a:solidFill>
                  <a:latin typeface="微软雅黑" panose="020B0503020204020204" pitchFamily="34" charset="-122"/>
                  <a:ea typeface="微软雅黑" panose="020B0503020204020204" pitchFamily="34" charset="-122"/>
                </a:rPr>
                <a:t>，</a:t>
              </a:r>
              <a:endParaRPr lang="en-US" altLang="zh-CN" sz="2000" b="1" dirty="0">
                <a:solidFill>
                  <a:srgbClr val="000000"/>
                </a:solidFill>
                <a:latin typeface="微软雅黑" panose="020B0503020204020204" pitchFamily="34" charset="-122"/>
                <a:ea typeface="微软雅黑" panose="020B0503020204020204" pitchFamily="34" charset="-122"/>
              </a:endParaRPr>
            </a:p>
            <a:p>
              <a:pPr>
                <a:lnSpc>
                  <a:spcPts val="2400"/>
                </a:lnSpc>
              </a:pPr>
              <a:r>
                <a:rPr lang="zh-CN" altLang="en-US" sz="2000" b="1" dirty="0">
                  <a:solidFill>
                    <a:srgbClr val="000000"/>
                  </a:solidFill>
                  <a:latin typeface="微软雅黑" panose="020B0503020204020204" pitchFamily="34" charset="-122"/>
                  <a:ea typeface="微软雅黑" panose="020B0503020204020204" pitchFamily="34" charset="-122"/>
                </a:rPr>
                <a:t>转发</a:t>
              </a:r>
              <a:r>
                <a:rPr lang="zh-CN" altLang="en-US" sz="2000" b="1" dirty="0" smtClean="0">
                  <a:solidFill>
                    <a:srgbClr val="000000"/>
                  </a:solidFill>
                  <a:latin typeface="微软雅黑" panose="020B0503020204020204" pitchFamily="34" charset="-122"/>
                  <a:ea typeface="微软雅黑" panose="020B0503020204020204" pitchFamily="34" charset="-122"/>
                </a:rPr>
                <a:t>表中需要 </a:t>
              </a:r>
              <a:r>
                <a:rPr lang="en-US" altLang="zh-CN" sz="2000" b="1" dirty="0" smtClean="0">
                  <a:solidFill>
                    <a:srgbClr val="000000"/>
                  </a:solidFill>
                  <a:latin typeface="微软雅黑" panose="020B0503020204020204" pitchFamily="34" charset="-122"/>
                  <a:ea typeface="微软雅黑" panose="020B0503020204020204" pitchFamily="34" charset="-122"/>
                </a:rPr>
                <a:t>16 </a:t>
              </a:r>
              <a:r>
                <a:rPr lang="zh-CN" altLang="en-US" sz="2000" b="1" dirty="0" smtClean="0">
                  <a:solidFill>
                    <a:srgbClr val="000000"/>
                  </a:solidFill>
                  <a:latin typeface="微软雅黑" panose="020B0503020204020204" pitchFamily="34" charset="-122"/>
                  <a:ea typeface="微软雅黑" panose="020B0503020204020204" pitchFamily="34" charset="-122"/>
                </a:rPr>
                <a:t>个项目。</a:t>
              </a:r>
              <a:endParaRPr lang="en-US" altLang="zh-CN" sz="2000" b="1" dirty="0" smtClean="0">
                <a:solidFill>
                  <a:srgbClr val="000000"/>
                </a:solidFill>
                <a:latin typeface="微软雅黑" panose="020B0503020204020204" pitchFamily="34" charset="-122"/>
                <a:ea typeface="微软雅黑" panose="020B0503020204020204" pitchFamily="34" charset="-122"/>
              </a:endParaRPr>
            </a:p>
          </p:txBody>
        </p:sp>
        <p:sp>
          <p:nvSpPr>
            <p:cNvPr id="14" name="矩形 13"/>
            <p:cNvSpPr/>
            <p:nvPr/>
          </p:nvSpPr>
          <p:spPr>
            <a:xfrm>
              <a:off x="1266038" y="1376377"/>
              <a:ext cx="1113311" cy="461665"/>
            </a:xfrm>
            <a:prstGeom prst="rect">
              <a:avLst/>
            </a:prstGeom>
            <a:solidFill>
              <a:srgbClr val="00B0F0"/>
            </a:solidFill>
          </p:spPr>
          <p:txBody>
            <a:bodyPr wrap="none">
              <a:spAutoFit/>
            </a:bodyPr>
            <a:lstStyle/>
            <a:p>
              <a:r>
                <a:rPr lang="zh-CN" altLang="en-US" sz="2400" b="1" dirty="0" smtClean="0">
                  <a:solidFill>
                    <a:srgbClr val="000000"/>
                  </a:solidFill>
                  <a:latin typeface="微软雅黑" pitchFamily="34" charset="-122"/>
                  <a:ea typeface="微软雅黑" pitchFamily="34" charset="-122"/>
                </a:rPr>
                <a:t>聚合前 </a:t>
              </a:r>
              <a:endParaRPr lang="zh-CN" altLang="en-US" sz="2400" dirty="0">
                <a:solidFill>
                  <a:srgbClr val="000000"/>
                </a:solidFill>
              </a:endParaRPr>
            </a:p>
          </p:txBody>
        </p:sp>
      </p:grpSp>
      <p:grpSp>
        <p:nvGrpSpPr>
          <p:cNvPr id="15" name="组合 14"/>
          <p:cNvGrpSpPr/>
          <p:nvPr/>
        </p:nvGrpSpPr>
        <p:grpSpPr>
          <a:xfrm>
            <a:off x="7460017" y="3700085"/>
            <a:ext cx="3460519" cy="1507849"/>
            <a:chOff x="5509047" y="2302919"/>
            <a:chExt cx="3460519" cy="1507849"/>
          </a:xfrm>
        </p:grpSpPr>
        <p:sp>
          <p:nvSpPr>
            <p:cNvPr id="16" name="矩形 15"/>
            <p:cNvSpPr/>
            <p:nvPr/>
          </p:nvSpPr>
          <p:spPr>
            <a:xfrm>
              <a:off x="6462322" y="2302919"/>
              <a:ext cx="1533454" cy="461665"/>
            </a:xfrm>
            <a:prstGeom prst="rect">
              <a:avLst/>
            </a:prstGeom>
            <a:solidFill>
              <a:srgbClr val="00B050"/>
            </a:solidFill>
          </p:spPr>
          <p:txBody>
            <a:bodyPr wrap="square">
              <a:spAutoFit/>
            </a:bodyPr>
            <a:lstStyle/>
            <a:p>
              <a:pPr algn="ctr"/>
              <a:r>
                <a:rPr lang="zh-CN" altLang="en-US" sz="2400" b="1" dirty="0" smtClean="0">
                  <a:solidFill>
                    <a:srgbClr val="000000"/>
                  </a:solidFill>
                  <a:latin typeface="微软雅黑" panose="020B0503020204020204" pitchFamily="34" charset="-122"/>
                  <a:ea typeface="微软雅黑" panose="020B0503020204020204" pitchFamily="34" charset="-122"/>
                </a:rPr>
                <a:t>聚合后 </a:t>
              </a:r>
              <a:endParaRPr lang="zh-CN" altLang="en-US" sz="2400" dirty="0">
                <a:solidFill>
                  <a:srgbClr val="000000"/>
                </a:solidFill>
                <a:latin typeface="微软雅黑" panose="020B0503020204020204" pitchFamily="34" charset="-122"/>
                <a:ea typeface="微软雅黑" panose="020B0503020204020204" pitchFamily="34" charset="-122"/>
              </a:endParaRPr>
            </a:p>
          </p:txBody>
        </p:sp>
        <p:sp>
          <p:nvSpPr>
            <p:cNvPr id="17" name="Text Box 7"/>
            <p:cNvSpPr txBox="1">
              <a:spLocks noChangeArrowheads="1"/>
            </p:cNvSpPr>
            <p:nvPr/>
          </p:nvSpPr>
          <p:spPr bwMode="auto">
            <a:xfrm>
              <a:off x="5509047" y="2795105"/>
              <a:ext cx="3460519" cy="1015663"/>
            </a:xfrm>
            <a:prstGeom prst="rect">
              <a:avLst/>
            </a:prstGeom>
            <a:noFill/>
            <a:ln w="19050">
              <a:solidFill>
                <a:srgbClr val="00B050"/>
              </a:solidFill>
            </a:ln>
            <a:effectLst/>
            <a:extLst/>
          </p:spPr>
          <p:txBody>
            <a:bodyPr wrap="squar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nSpc>
                  <a:spcPts val="2400"/>
                </a:lnSpc>
              </a:pPr>
              <a:r>
                <a:rPr lang="zh-CN" altLang="en-US" sz="2000" b="1" dirty="0">
                  <a:solidFill>
                    <a:srgbClr val="000000"/>
                  </a:solidFill>
                  <a:latin typeface="微软雅黑" panose="020B0503020204020204" pitchFamily="34" charset="-122"/>
                  <a:ea typeface="微软雅黑" panose="020B0503020204020204" pitchFamily="34" charset="-122"/>
                </a:rPr>
                <a:t>聚合为 </a:t>
              </a:r>
              <a:r>
                <a:rPr lang="en-US" altLang="zh-CN" sz="2000" b="1" dirty="0">
                  <a:solidFill>
                    <a:srgbClr val="000000"/>
                  </a:solidFill>
                  <a:latin typeface="微软雅黑" panose="020B0503020204020204" pitchFamily="34" charset="-122"/>
                  <a:ea typeface="微软雅黑" panose="020B0503020204020204" pitchFamily="34" charset="-122"/>
                </a:rPr>
                <a:t>1 </a:t>
              </a:r>
              <a:r>
                <a:rPr lang="zh-CN" altLang="en-US" sz="2000" b="1" dirty="0">
                  <a:solidFill>
                    <a:srgbClr val="000000"/>
                  </a:solidFill>
                  <a:latin typeface="微软雅黑" panose="020B0503020204020204" pitchFamily="34" charset="-122"/>
                  <a:ea typeface="微软雅黑" panose="020B0503020204020204" pitchFamily="34" charset="-122"/>
                </a:rPr>
                <a:t>个 </a:t>
              </a:r>
              <a:r>
                <a:rPr lang="zh-CN" altLang="en-US" sz="2000" b="1" dirty="0" smtClean="0">
                  <a:solidFill>
                    <a:srgbClr val="000000"/>
                  </a:solidFill>
                  <a:latin typeface="微软雅黑" panose="020B0503020204020204" pitchFamily="34" charset="-122"/>
                  <a:ea typeface="微软雅黑" panose="020B0503020204020204" pitchFamily="34" charset="-122"/>
                </a:rPr>
                <a:t>地址块，</a:t>
              </a:r>
              <a:endParaRPr lang="en-US" altLang="zh-CN" sz="2000" b="1" dirty="0">
                <a:solidFill>
                  <a:srgbClr val="000000"/>
                </a:solidFill>
                <a:latin typeface="微软雅黑" panose="020B0503020204020204" pitchFamily="34" charset="-122"/>
                <a:ea typeface="微软雅黑" panose="020B0503020204020204" pitchFamily="34" charset="-122"/>
              </a:endParaRPr>
            </a:p>
            <a:p>
              <a:pPr>
                <a:lnSpc>
                  <a:spcPts val="2400"/>
                </a:lnSpc>
              </a:pPr>
              <a:r>
                <a:rPr lang="zh-CN" altLang="en-US" sz="2000" b="1" dirty="0" smtClean="0">
                  <a:solidFill>
                    <a:srgbClr val="000000"/>
                  </a:solidFill>
                  <a:latin typeface="微软雅黑" panose="020B0503020204020204" pitchFamily="34" charset="-122"/>
                  <a:ea typeface="微软雅黑" panose="020B0503020204020204" pitchFamily="34" charset="-122"/>
                </a:rPr>
                <a:t>地址</a:t>
              </a:r>
              <a:r>
                <a:rPr lang="zh-CN" altLang="en-US" sz="2000" b="1" dirty="0">
                  <a:solidFill>
                    <a:srgbClr val="000000"/>
                  </a:solidFill>
                  <a:latin typeface="微软雅黑" panose="020B0503020204020204" pitchFamily="34" charset="-122"/>
                  <a:ea typeface="微软雅黑" panose="020B0503020204020204" pitchFamily="34" charset="-122"/>
                </a:rPr>
                <a:t>掩码</a:t>
              </a:r>
              <a:r>
                <a:rPr lang="en-US" altLang="zh-CN" sz="2000" b="1" dirty="0" smtClean="0">
                  <a:solidFill>
                    <a:srgbClr val="000000"/>
                  </a:solidFill>
                  <a:latin typeface="微软雅黑" panose="020B0503020204020204" pitchFamily="34" charset="-122"/>
                  <a:ea typeface="微软雅黑" panose="020B0503020204020204" pitchFamily="34" charset="-122"/>
                </a:rPr>
                <a:t>=255.255.240.0</a:t>
              </a:r>
              <a:r>
                <a:rPr lang="zh-CN" altLang="en-US" sz="2000" b="1" dirty="0" smtClean="0">
                  <a:solidFill>
                    <a:srgbClr val="000000"/>
                  </a:solidFill>
                  <a:latin typeface="微软雅黑" panose="020B0503020204020204" pitchFamily="34" charset="-122"/>
                  <a:ea typeface="微软雅黑" panose="020B0503020204020204" pitchFamily="34" charset="-122"/>
                </a:rPr>
                <a:t>，</a:t>
              </a:r>
              <a:endParaRPr lang="en-US" altLang="zh-CN" sz="2000" b="1" dirty="0">
                <a:solidFill>
                  <a:srgbClr val="000000"/>
                </a:solidFill>
                <a:latin typeface="微软雅黑" panose="020B0503020204020204" pitchFamily="34" charset="-122"/>
                <a:ea typeface="微软雅黑" panose="020B0503020204020204" pitchFamily="34" charset="-122"/>
              </a:endParaRPr>
            </a:p>
            <a:p>
              <a:pPr>
                <a:lnSpc>
                  <a:spcPts val="2400"/>
                </a:lnSpc>
              </a:pPr>
              <a:r>
                <a:rPr lang="zh-CN" altLang="en-US" sz="2000" b="1" dirty="0" smtClean="0">
                  <a:solidFill>
                    <a:srgbClr val="000000"/>
                  </a:solidFill>
                  <a:latin typeface="微软雅黑" panose="020B0503020204020204" pitchFamily="34" charset="-122"/>
                  <a:ea typeface="微软雅黑" panose="020B0503020204020204" pitchFamily="34" charset="-122"/>
                </a:rPr>
                <a:t>转发表中只需 </a:t>
              </a:r>
              <a:r>
                <a:rPr lang="en-US" altLang="zh-CN" sz="2000" b="1" dirty="0" smtClean="0">
                  <a:solidFill>
                    <a:srgbClr val="000000"/>
                  </a:solidFill>
                  <a:latin typeface="微软雅黑" panose="020B0503020204020204" pitchFamily="34" charset="-122"/>
                  <a:ea typeface="微软雅黑" panose="020B0503020204020204" pitchFamily="34" charset="-122"/>
                </a:rPr>
                <a:t>1 </a:t>
              </a:r>
              <a:r>
                <a:rPr lang="zh-CN" altLang="en-US" sz="2000" b="1" dirty="0" smtClean="0">
                  <a:solidFill>
                    <a:srgbClr val="000000"/>
                  </a:solidFill>
                  <a:latin typeface="微软雅黑" panose="020B0503020204020204" pitchFamily="34" charset="-122"/>
                  <a:ea typeface="微软雅黑" panose="020B0503020204020204" pitchFamily="34" charset="-122"/>
                </a:rPr>
                <a:t>个项目。</a:t>
              </a:r>
              <a:endParaRPr lang="en-US" altLang="zh-CN" sz="2000" b="1" dirty="0" smtClean="0">
                <a:solidFill>
                  <a:srgbClr val="000000"/>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11479365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1000"/>
                                        <p:tgtEl>
                                          <p:spTgt spid="9"/>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1000"/>
                                        <p:tgtEl>
                                          <p:spTgt spid="8"/>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p:cNvSpPr>
            <a:spLocks noGrp="1" noChangeArrowheads="1"/>
          </p:cNvSpPr>
          <p:nvPr>
            <p:ph type="title" idx="4294967295"/>
          </p:nvPr>
        </p:nvSpPr>
        <p:spPr>
          <a:xfrm>
            <a:off x="3527102" y="-3175"/>
            <a:ext cx="5233194" cy="695325"/>
          </a:xfrm>
        </p:spPr>
        <p:txBody>
          <a:bodyPr anchor="b"/>
          <a:lstStyle/>
          <a:p>
            <a:pPr eaLnBrk="1" hangingPunct="1"/>
            <a:r>
              <a:rPr lang="en-US" altLang="zh-CN" b="1" dirty="0" smtClean="0">
                <a:solidFill>
                  <a:srgbClr val="4D4D4D"/>
                </a:solidFill>
              </a:rPr>
              <a:t>CIDR </a:t>
            </a:r>
            <a:r>
              <a:rPr lang="zh-CN" altLang="en-US" b="1" dirty="0" smtClean="0">
                <a:solidFill>
                  <a:srgbClr val="4D4D4D"/>
                </a:solidFill>
              </a:rPr>
              <a:t>地址块划分举例 </a:t>
            </a:r>
          </a:p>
        </p:txBody>
      </p:sp>
      <p:sp>
        <p:nvSpPr>
          <p:cNvPr id="224259" name="Rectangle 3"/>
          <p:cNvSpPr>
            <a:spLocks noChangeArrowheads="1"/>
          </p:cNvSpPr>
          <p:nvPr/>
        </p:nvSpPr>
        <p:spPr bwMode="auto">
          <a:xfrm>
            <a:off x="2490788" y="4238625"/>
            <a:ext cx="6946900" cy="2390775"/>
          </a:xfrm>
          <a:prstGeom prst="rect">
            <a:avLst/>
          </a:prstGeom>
          <a:solidFill>
            <a:srgbClr val="CCECFF"/>
          </a:solidFill>
          <a:ln w="28575">
            <a:solidFill>
              <a:srgbClr val="333399"/>
            </a:solidFill>
            <a:miter lim="800000"/>
            <a:headEnd/>
            <a:tailEnd/>
          </a:ln>
          <a:effectLst>
            <a:outerShdw dist="35921" dir="2700000" algn="ctr" rotWithShape="0">
              <a:schemeClr val="bg2"/>
            </a:outerShdw>
          </a:effectLst>
        </p:spPr>
        <p:txBody>
          <a:bodyPr wrap="none" anchor="ctr"/>
          <a:lstStyle/>
          <a:p>
            <a:pPr eaLnBrk="1" hangingPunct="1"/>
            <a:endParaRPr lang="zh-CN" altLang="en-US" sz="2800" b="1">
              <a:latin typeface="Tahoma" pitchFamily="34" charset="0"/>
              <a:ea typeface="黑体" pitchFamily="2" charset="-122"/>
            </a:endParaRPr>
          </a:p>
        </p:txBody>
      </p:sp>
      <p:grpSp>
        <p:nvGrpSpPr>
          <p:cNvPr id="224260" name="Group 4"/>
          <p:cNvGrpSpPr>
            <a:grpSpLocks/>
          </p:cNvGrpSpPr>
          <p:nvPr/>
        </p:nvGrpSpPr>
        <p:grpSpPr bwMode="auto">
          <a:xfrm>
            <a:off x="1682750" y="1104900"/>
            <a:ext cx="1511300" cy="738188"/>
            <a:chOff x="2592" y="1200"/>
            <a:chExt cx="2400" cy="1584"/>
          </a:xfrm>
        </p:grpSpPr>
        <p:grpSp>
          <p:nvGrpSpPr>
            <p:cNvPr id="224299" name="Group 5"/>
            <p:cNvGrpSpPr>
              <a:grpSpLocks/>
            </p:cNvGrpSpPr>
            <p:nvPr/>
          </p:nvGrpSpPr>
          <p:grpSpPr bwMode="auto">
            <a:xfrm>
              <a:off x="2606" y="1231"/>
              <a:ext cx="2386" cy="1553"/>
              <a:chOff x="3134" y="1375"/>
              <a:chExt cx="2386" cy="1553"/>
            </a:xfrm>
          </p:grpSpPr>
          <p:sp>
            <p:nvSpPr>
              <p:cNvPr id="224309" name="Oval 6"/>
              <p:cNvSpPr>
                <a:spLocks noChangeArrowheads="1"/>
              </p:cNvSpPr>
              <p:nvPr/>
            </p:nvSpPr>
            <p:spPr bwMode="auto">
              <a:xfrm>
                <a:off x="3959" y="1375"/>
                <a:ext cx="1026" cy="628"/>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24310" name="Oval 7"/>
              <p:cNvSpPr>
                <a:spLocks noChangeArrowheads="1"/>
              </p:cNvSpPr>
              <p:nvPr/>
            </p:nvSpPr>
            <p:spPr bwMode="auto">
              <a:xfrm>
                <a:off x="3380" y="1548"/>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24311" name="Oval 8"/>
              <p:cNvSpPr>
                <a:spLocks noChangeArrowheads="1"/>
              </p:cNvSpPr>
              <p:nvPr/>
            </p:nvSpPr>
            <p:spPr bwMode="auto">
              <a:xfrm>
                <a:off x="3134" y="1940"/>
                <a:ext cx="521" cy="502"/>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24312" name="Oval 9"/>
              <p:cNvSpPr>
                <a:spLocks noChangeArrowheads="1"/>
              </p:cNvSpPr>
              <p:nvPr/>
            </p:nvSpPr>
            <p:spPr bwMode="auto">
              <a:xfrm>
                <a:off x="3293" y="2175"/>
                <a:ext cx="796"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24313" name="Oval 10"/>
              <p:cNvSpPr>
                <a:spLocks noChangeArrowheads="1"/>
              </p:cNvSpPr>
              <p:nvPr/>
            </p:nvSpPr>
            <p:spPr bwMode="auto">
              <a:xfrm>
                <a:off x="3872" y="2269"/>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24314" name="Oval 11"/>
              <p:cNvSpPr>
                <a:spLocks noChangeArrowheads="1"/>
              </p:cNvSpPr>
              <p:nvPr/>
            </p:nvSpPr>
            <p:spPr bwMode="auto">
              <a:xfrm>
                <a:off x="4653" y="1564"/>
                <a:ext cx="751"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24315" name="Oval 12"/>
              <p:cNvSpPr>
                <a:spLocks noChangeArrowheads="1"/>
              </p:cNvSpPr>
              <p:nvPr/>
            </p:nvSpPr>
            <p:spPr bwMode="auto">
              <a:xfrm>
                <a:off x="4768" y="1893"/>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24316" name="Oval 13"/>
              <p:cNvSpPr>
                <a:spLocks noChangeArrowheads="1"/>
              </p:cNvSpPr>
              <p:nvPr/>
            </p:nvSpPr>
            <p:spPr bwMode="auto">
              <a:xfrm>
                <a:off x="4696" y="2003"/>
                <a:ext cx="752" cy="815"/>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24317" name="Oval 14"/>
              <p:cNvSpPr>
                <a:spLocks noChangeArrowheads="1"/>
              </p:cNvSpPr>
              <p:nvPr/>
            </p:nvSpPr>
            <p:spPr bwMode="auto">
              <a:xfrm>
                <a:off x="3568" y="1752"/>
                <a:ext cx="1547" cy="815"/>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grpSp>
        <p:sp>
          <p:nvSpPr>
            <p:cNvPr id="224300" name="Oval 15"/>
            <p:cNvSpPr>
              <a:spLocks noChangeArrowheads="1"/>
            </p:cNvSpPr>
            <p:nvPr/>
          </p:nvSpPr>
          <p:spPr bwMode="auto">
            <a:xfrm>
              <a:off x="3416" y="1200"/>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24301" name="Oval 16"/>
            <p:cNvSpPr>
              <a:spLocks noChangeArrowheads="1"/>
            </p:cNvSpPr>
            <p:nvPr/>
          </p:nvSpPr>
          <p:spPr bwMode="auto">
            <a:xfrm>
              <a:off x="2838" y="1373"/>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24302" name="Oval 17"/>
            <p:cNvSpPr>
              <a:spLocks noChangeArrowheads="1"/>
            </p:cNvSpPr>
            <p:nvPr/>
          </p:nvSpPr>
          <p:spPr bwMode="auto">
            <a:xfrm>
              <a:off x="2592" y="1765"/>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24303" name="Oval 18"/>
            <p:cNvSpPr>
              <a:spLocks noChangeArrowheads="1"/>
            </p:cNvSpPr>
            <p:nvPr/>
          </p:nvSpPr>
          <p:spPr bwMode="auto">
            <a:xfrm>
              <a:off x="2751" y="2000"/>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24304" name="Oval 19"/>
            <p:cNvSpPr>
              <a:spLocks noChangeArrowheads="1"/>
            </p:cNvSpPr>
            <p:nvPr/>
          </p:nvSpPr>
          <p:spPr bwMode="auto">
            <a:xfrm>
              <a:off x="3329" y="2094"/>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24305" name="Oval 20"/>
            <p:cNvSpPr>
              <a:spLocks noChangeArrowheads="1"/>
            </p:cNvSpPr>
            <p:nvPr/>
          </p:nvSpPr>
          <p:spPr bwMode="auto">
            <a:xfrm>
              <a:off x="4110" y="1388"/>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24306" name="Oval 21"/>
            <p:cNvSpPr>
              <a:spLocks noChangeArrowheads="1"/>
            </p:cNvSpPr>
            <p:nvPr/>
          </p:nvSpPr>
          <p:spPr bwMode="auto">
            <a:xfrm>
              <a:off x="4226" y="1718"/>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24307" name="Oval 22"/>
            <p:cNvSpPr>
              <a:spLocks noChangeArrowheads="1"/>
            </p:cNvSpPr>
            <p:nvPr/>
          </p:nvSpPr>
          <p:spPr bwMode="auto">
            <a:xfrm>
              <a:off x="4153" y="1827"/>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224308" name="Oval 23"/>
            <p:cNvSpPr>
              <a:spLocks noChangeArrowheads="1"/>
            </p:cNvSpPr>
            <p:nvPr/>
          </p:nvSpPr>
          <p:spPr bwMode="auto">
            <a:xfrm>
              <a:off x="3026" y="1576"/>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grpSp>
      <p:sp>
        <p:nvSpPr>
          <p:cNvPr id="224261" name="Text Box 24"/>
          <p:cNvSpPr txBox="1">
            <a:spLocks noChangeArrowheads="1"/>
          </p:cNvSpPr>
          <p:nvPr/>
        </p:nvSpPr>
        <p:spPr bwMode="auto">
          <a:xfrm>
            <a:off x="1919288" y="1212850"/>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400" b="1" dirty="0">
                <a:solidFill>
                  <a:srgbClr val="000066"/>
                </a:solidFill>
                <a:latin typeface="Times New Roman" pitchFamily="18" charset="0"/>
                <a:ea typeface="黑体" pitchFamily="2" charset="-122"/>
              </a:rPr>
              <a:t>互联</a:t>
            </a:r>
            <a:r>
              <a:rPr kumimoji="1" lang="zh-CN" altLang="en-US" sz="2400" b="1" dirty="0" smtClean="0">
                <a:solidFill>
                  <a:srgbClr val="000066"/>
                </a:solidFill>
                <a:latin typeface="Times New Roman" pitchFamily="18" charset="0"/>
                <a:ea typeface="黑体" pitchFamily="2" charset="-122"/>
              </a:rPr>
              <a:t>网</a:t>
            </a:r>
            <a:endParaRPr kumimoji="1" lang="zh-CN" altLang="en-US" sz="2400" b="1" dirty="0">
              <a:solidFill>
                <a:srgbClr val="000066"/>
              </a:solidFill>
              <a:latin typeface="Times New Roman" pitchFamily="18" charset="0"/>
              <a:ea typeface="黑体" pitchFamily="2" charset="-122"/>
            </a:endParaRPr>
          </a:p>
        </p:txBody>
      </p:sp>
      <p:sp>
        <p:nvSpPr>
          <p:cNvPr id="224262" name="Oval 25"/>
          <p:cNvSpPr>
            <a:spLocks noChangeArrowheads="1"/>
          </p:cNvSpPr>
          <p:nvPr/>
        </p:nvSpPr>
        <p:spPr bwMode="auto">
          <a:xfrm>
            <a:off x="5100638" y="957263"/>
            <a:ext cx="2625725" cy="958850"/>
          </a:xfrm>
          <a:prstGeom prst="ellipse">
            <a:avLst/>
          </a:prstGeom>
          <a:solidFill>
            <a:srgbClr val="3399FF"/>
          </a:solidFill>
          <a:ln w="9525">
            <a:solidFill>
              <a:schemeClr val="tx1"/>
            </a:solidFill>
            <a:round/>
            <a:headEnd/>
            <a:tailEnd/>
          </a:ln>
          <a:effectLst>
            <a:outerShdw dist="35921" dir="2700000" algn="ctr" rotWithShape="0">
              <a:schemeClr val="bg2"/>
            </a:outerShdw>
          </a:effectLst>
        </p:spPr>
        <p:txBody>
          <a:bodyPr wrap="none" anchor="ctr"/>
          <a:lstStyle/>
          <a:p>
            <a:pPr eaLnBrk="1" hangingPunct="1"/>
            <a:endParaRPr lang="zh-CN" altLang="en-US" sz="2800" b="1">
              <a:latin typeface="Tahoma" pitchFamily="34" charset="0"/>
              <a:ea typeface="黑体" pitchFamily="2" charset="-122"/>
            </a:endParaRPr>
          </a:p>
        </p:txBody>
      </p:sp>
      <p:sp>
        <p:nvSpPr>
          <p:cNvPr id="224263" name="Oval 26"/>
          <p:cNvSpPr>
            <a:spLocks noChangeArrowheads="1"/>
          </p:cNvSpPr>
          <p:nvPr/>
        </p:nvSpPr>
        <p:spPr bwMode="auto">
          <a:xfrm>
            <a:off x="5657850" y="1104900"/>
            <a:ext cx="1671638" cy="665163"/>
          </a:xfrm>
          <a:prstGeom prst="ellipse">
            <a:avLst/>
          </a:prstGeom>
          <a:solidFill>
            <a:srgbClr val="CCECFF"/>
          </a:solidFill>
          <a:ln w="9525">
            <a:solidFill>
              <a:schemeClr val="tx1"/>
            </a:solidFill>
            <a:round/>
            <a:headEnd/>
            <a:tailEnd/>
          </a:ln>
          <a:effectLst>
            <a:outerShdw dist="35921" dir="2700000" algn="ctr" rotWithShape="0">
              <a:schemeClr val="bg2"/>
            </a:outerShdw>
          </a:effectLst>
        </p:spPr>
        <p:txBody>
          <a:bodyPr wrap="none" anchor="ctr"/>
          <a:lstStyle/>
          <a:p>
            <a:pPr eaLnBrk="1" hangingPunct="1"/>
            <a:endParaRPr lang="zh-CN" altLang="en-US" sz="2800" b="1">
              <a:latin typeface="Tahoma" pitchFamily="34" charset="0"/>
              <a:ea typeface="黑体" pitchFamily="2" charset="-122"/>
            </a:endParaRPr>
          </a:p>
        </p:txBody>
      </p:sp>
      <p:sp>
        <p:nvSpPr>
          <p:cNvPr id="224264" name="Text Box 27"/>
          <p:cNvSpPr txBox="1">
            <a:spLocks noChangeArrowheads="1"/>
          </p:cNvSpPr>
          <p:nvPr/>
        </p:nvSpPr>
        <p:spPr bwMode="auto">
          <a:xfrm>
            <a:off x="5743575" y="1252538"/>
            <a:ext cx="1447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a:solidFill>
                  <a:srgbClr val="000066"/>
                </a:solidFill>
                <a:latin typeface="Times New Roman" pitchFamily="18" charset="0"/>
                <a:ea typeface="黑体" pitchFamily="2" charset="-122"/>
              </a:rPr>
              <a:t>206.0.68.0/22</a:t>
            </a:r>
          </a:p>
        </p:txBody>
      </p:sp>
      <p:sp>
        <p:nvSpPr>
          <p:cNvPr id="224265" name="Text Box 28"/>
          <p:cNvSpPr txBox="1">
            <a:spLocks noChangeArrowheads="1"/>
          </p:cNvSpPr>
          <p:nvPr/>
        </p:nvSpPr>
        <p:spPr bwMode="auto">
          <a:xfrm>
            <a:off x="3513138" y="1030288"/>
            <a:ext cx="1447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a:solidFill>
                  <a:srgbClr val="000066"/>
                </a:solidFill>
                <a:latin typeface="Times New Roman" pitchFamily="18" charset="0"/>
                <a:ea typeface="黑体" pitchFamily="2" charset="-122"/>
              </a:rPr>
              <a:t>206.0.64.0/18</a:t>
            </a:r>
          </a:p>
        </p:txBody>
      </p:sp>
      <p:sp>
        <p:nvSpPr>
          <p:cNvPr id="224266" name="AutoShape 29"/>
          <p:cNvSpPr>
            <a:spLocks noChangeArrowheads="1"/>
          </p:cNvSpPr>
          <p:nvPr/>
        </p:nvSpPr>
        <p:spPr bwMode="auto">
          <a:xfrm>
            <a:off x="3273425" y="1344613"/>
            <a:ext cx="1749425" cy="220662"/>
          </a:xfrm>
          <a:prstGeom prst="leftArrow">
            <a:avLst>
              <a:gd name="adj1" fmla="val 50000"/>
              <a:gd name="adj2" fmla="val 198202"/>
            </a:avLst>
          </a:prstGeom>
          <a:solidFill>
            <a:schemeClr val="hlink"/>
          </a:solidFill>
          <a:ln w="9525">
            <a:solidFill>
              <a:srgbClr val="333399"/>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24267" name="Text Box 30"/>
          <p:cNvSpPr txBox="1">
            <a:spLocks noChangeArrowheads="1"/>
          </p:cNvSpPr>
          <p:nvPr/>
        </p:nvSpPr>
        <p:spPr bwMode="auto">
          <a:xfrm>
            <a:off x="4943475" y="739775"/>
            <a:ext cx="658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400" b="1">
                <a:solidFill>
                  <a:srgbClr val="000066"/>
                </a:solidFill>
                <a:latin typeface="Times New Roman" pitchFamily="18" charset="0"/>
                <a:ea typeface="黑体" pitchFamily="2" charset="-122"/>
              </a:rPr>
              <a:t>ISP</a:t>
            </a:r>
          </a:p>
        </p:txBody>
      </p:sp>
      <p:sp>
        <p:nvSpPr>
          <p:cNvPr id="224268" name="Text Box 31"/>
          <p:cNvSpPr txBox="1">
            <a:spLocks noChangeArrowheads="1"/>
          </p:cNvSpPr>
          <p:nvPr/>
        </p:nvSpPr>
        <p:spPr bwMode="auto">
          <a:xfrm>
            <a:off x="7885113" y="811213"/>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400" b="1" dirty="0" smtClean="0">
                <a:solidFill>
                  <a:srgbClr val="000066"/>
                </a:solidFill>
                <a:latin typeface="Times New Roman" pitchFamily="18" charset="0"/>
                <a:ea typeface="黑体" pitchFamily="2" charset="-122"/>
              </a:rPr>
              <a:t>大学</a:t>
            </a:r>
            <a:endParaRPr kumimoji="1" lang="en-US" altLang="zh-CN" sz="2400" b="1" dirty="0">
              <a:solidFill>
                <a:srgbClr val="000066"/>
              </a:solidFill>
              <a:latin typeface="Times New Roman" pitchFamily="18" charset="0"/>
              <a:ea typeface="黑体" pitchFamily="2" charset="-122"/>
            </a:endParaRPr>
          </a:p>
        </p:txBody>
      </p:sp>
      <p:sp>
        <p:nvSpPr>
          <p:cNvPr id="224269" name="Line 32"/>
          <p:cNvSpPr>
            <a:spLocks noChangeShapeType="1"/>
          </p:cNvSpPr>
          <p:nvPr/>
        </p:nvSpPr>
        <p:spPr bwMode="auto">
          <a:xfrm flipV="1">
            <a:off x="7248525" y="1104900"/>
            <a:ext cx="636588" cy="22066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24270" name="Text Box 33"/>
          <p:cNvSpPr txBox="1">
            <a:spLocks noChangeArrowheads="1"/>
          </p:cNvSpPr>
          <p:nvPr/>
        </p:nvSpPr>
        <p:spPr bwMode="auto">
          <a:xfrm>
            <a:off x="3459163" y="3684588"/>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000066"/>
                </a:solidFill>
                <a:latin typeface="Times New Roman" pitchFamily="18" charset="0"/>
                <a:ea typeface="黑体" pitchFamily="2" charset="-122"/>
              </a:rPr>
              <a:t>一系</a:t>
            </a:r>
          </a:p>
        </p:txBody>
      </p:sp>
      <p:sp>
        <p:nvSpPr>
          <p:cNvPr id="224271" name="Text Box 34"/>
          <p:cNvSpPr txBox="1">
            <a:spLocks noChangeArrowheads="1"/>
          </p:cNvSpPr>
          <p:nvPr/>
        </p:nvSpPr>
        <p:spPr bwMode="auto">
          <a:xfrm>
            <a:off x="6167438" y="3613150"/>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000066"/>
                </a:solidFill>
                <a:latin typeface="Times New Roman" pitchFamily="18" charset="0"/>
                <a:ea typeface="黑体" pitchFamily="2" charset="-122"/>
              </a:rPr>
              <a:t>二系</a:t>
            </a:r>
          </a:p>
        </p:txBody>
      </p:sp>
      <p:sp>
        <p:nvSpPr>
          <p:cNvPr id="224272" name="Text Box 35"/>
          <p:cNvSpPr txBox="1">
            <a:spLocks noChangeArrowheads="1"/>
          </p:cNvSpPr>
          <p:nvPr/>
        </p:nvSpPr>
        <p:spPr bwMode="auto">
          <a:xfrm>
            <a:off x="7248525" y="3429000"/>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000066"/>
                </a:solidFill>
                <a:latin typeface="Times New Roman" pitchFamily="18" charset="0"/>
                <a:ea typeface="黑体" pitchFamily="2" charset="-122"/>
              </a:rPr>
              <a:t>三系</a:t>
            </a:r>
          </a:p>
        </p:txBody>
      </p:sp>
      <p:sp>
        <p:nvSpPr>
          <p:cNvPr id="224273" name="Text Box 36"/>
          <p:cNvSpPr txBox="1">
            <a:spLocks noChangeArrowheads="1"/>
          </p:cNvSpPr>
          <p:nvPr/>
        </p:nvSpPr>
        <p:spPr bwMode="auto">
          <a:xfrm>
            <a:off x="9409113" y="3429000"/>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000066"/>
                </a:solidFill>
                <a:latin typeface="Times New Roman" pitchFamily="18" charset="0"/>
                <a:ea typeface="黑体" pitchFamily="2" charset="-122"/>
              </a:rPr>
              <a:t>四系</a:t>
            </a:r>
          </a:p>
        </p:txBody>
      </p:sp>
      <p:sp>
        <p:nvSpPr>
          <p:cNvPr id="224274" name="AutoShape 37"/>
          <p:cNvSpPr>
            <a:spLocks noChangeArrowheads="1"/>
          </p:cNvSpPr>
          <p:nvPr/>
        </p:nvSpPr>
        <p:spPr bwMode="auto">
          <a:xfrm rot="1625099">
            <a:off x="6985000" y="2012950"/>
            <a:ext cx="2503488" cy="173038"/>
          </a:xfrm>
          <a:prstGeom prst="leftArrow">
            <a:avLst>
              <a:gd name="adj1" fmla="val 27083"/>
              <a:gd name="adj2" fmla="val 410994"/>
            </a:avLst>
          </a:prstGeom>
          <a:solidFill>
            <a:srgbClr val="66CCFF"/>
          </a:solidFill>
          <a:ln w="9525">
            <a:solidFill>
              <a:srgbClr val="333399"/>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24275" name="Oval 38"/>
          <p:cNvSpPr>
            <a:spLocks noChangeArrowheads="1"/>
          </p:cNvSpPr>
          <p:nvPr/>
        </p:nvSpPr>
        <p:spPr bwMode="auto">
          <a:xfrm>
            <a:off x="8680450" y="2579688"/>
            <a:ext cx="1987550" cy="887412"/>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p>
            <a:pPr eaLnBrk="1" hangingPunct="1"/>
            <a:endParaRPr lang="zh-CN" altLang="en-US" sz="2800" b="1">
              <a:latin typeface="Tahoma" pitchFamily="34" charset="0"/>
              <a:ea typeface="黑体" pitchFamily="2" charset="-122"/>
            </a:endParaRPr>
          </a:p>
        </p:txBody>
      </p:sp>
      <p:sp>
        <p:nvSpPr>
          <p:cNvPr id="224276" name="Text Box 39"/>
          <p:cNvSpPr txBox="1">
            <a:spLocks noChangeArrowheads="1"/>
          </p:cNvSpPr>
          <p:nvPr/>
        </p:nvSpPr>
        <p:spPr bwMode="auto">
          <a:xfrm>
            <a:off x="8759825" y="2733675"/>
            <a:ext cx="16922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a:solidFill>
                  <a:srgbClr val="000066"/>
                </a:solidFill>
                <a:latin typeface="Times New Roman" pitchFamily="18" charset="0"/>
                <a:ea typeface="黑体" pitchFamily="2" charset="-122"/>
              </a:rPr>
              <a:t>206.0.71.128/26</a:t>
            </a:r>
          </a:p>
          <a:p>
            <a:pPr eaLnBrk="1" hangingPunct="1"/>
            <a:r>
              <a:rPr kumimoji="1" lang="en-US" altLang="zh-CN" sz="1800" b="1">
                <a:solidFill>
                  <a:srgbClr val="000066"/>
                </a:solidFill>
                <a:latin typeface="Times New Roman" pitchFamily="18" charset="0"/>
                <a:ea typeface="黑体" pitchFamily="2" charset="-122"/>
              </a:rPr>
              <a:t>206.0.71.192/26</a:t>
            </a:r>
          </a:p>
        </p:txBody>
      </p:sp>
      <p:sp>
        <p:nvSpPr>
          <p:cNvPr id="224277" name="AutoShape 40"/>
          <p:cNvSpPr>
            <a:spLocks noChangeArrowheads="1"/>
          </p:cNvSpPr>
          <p:nvPr/>
        </p:nvSpPr>
        <p:spPr bwMode="auto">
          <a:xfrm rot="8870696">
            <a:off x="3321050" y="2108200"/>
            <a:ext cx="2674938" cy="184150"/>
          </a:xfrm>
          <a:prstGeom prst="leftArrow">
            <a:avLst>
              <a:gd name="adj1" fmla="val 27083"/>
              <a:gd name="adj2" fmla="val 412642"/>
            </a:avLst>
          </a:prstGeom>
          <a:solidFill>
            <a:srgbClr val="66CCFF"/>
          </a:solidFill>
          <a:ln w="9525">
            <a:solidFill>
              <a:srgbClr val="333399"/>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24278" name="Oval 41"/>
          <p:cNvSpPr>
            <a:spLocks noChangeArrowheads="1"/>
          </p:cNvSpPr>
          <p:nvPr/>
        </p:nvSpPr>
        <p:spPr bwMode="auto">
          <a:xfrm>
            <a:off x="1524000" y="2579688"/>
            <a:ext cx="2384425" cy="1403350"/>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p>
            <a:pPr eaLnBrk="1" hangingPunct="1"/>
            <a:endParaRPr lang="zh-CN" altLang="en-US" sz="2800" b="1">
              <a:latin typeface="Tahoma" pitchFamily="34" charset="0"/>
              <a:ea typeface="黑体" pitchFamily="2" charset="-122"/>
            </a:endParaRPr>
          </a:p>
        </p:txBody>
      </p:sp>
      <p:sp>
        <p:nvSpPr>
          <p:cNvPr id="224279" name="Text Box 42"/>
          <p:cNvSpPr txBox="1">
            <a:spLocks noChangeArrowheads="1"/>
          </p:cNvSpPr>
          <p:nvPr/>
        </p:nvSpPr>
        <p:spPr bwMode="auto">
          <a:xfrm>
            <a:off x="1920875" y="2682875"/>
            <a:ext cx="16764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a:solidFill>
                  <a:srgbClr val="000066"/>
                </a:solidFill>
                <a:latin typeface="Times New Roman" pitchFamily="18" charset="0"/>
                <a:ea typeface="黑体" pitchFamily="2" charset="-122"/>
              </a:rPr>
              <a:t>206.0.68.0/25</a:t>
            </a:r>
          </a:p>
          <a:p>
            <a:pPr eaLnBrk="1" hangingPunct="1"/>
            <a:r>
              <a:rPr kumimoji="1" lang="en-US" altLang="zh-CN" sz="1800" b="1">
                <a:solidFill>
                  <a:srgbClr val="000066"/>
                </a:solidFill>
                <a:latin typeface="Times New Roman" pitchFamily="18" charset="0"/>
                <a:ea typeface="黑体" pitchFamily="2" charset="-122"/>
              </a:rPr>
              <a:t>206.0.68.128/25</a:t>
            </a:r>
          </a:p>
          <a:p>
            <a:pPr eaLnBrk="1" hangingPunct="1"/>
            <a:r>
              <a:rPr kumimoji="1" lang="en-US" altLang="zh-CN" sz="1800" b="1">
                <a:solidFill>
                  <a:srgbClr val="000066"/>
                </a:solidFill>
                <a:latin typeface="Times New Roman" pitchFamily="18" charset="0"/>
                <a:ea typeface="黑体" pitchFamily="2" charset="-122"/>
              </a:rPr>
              <a:t>206.0.69.0/25</a:t>
            </a:r>
          </a:p>
          <a:p>
            <a:pPr eaLnBrk="1" hangingPunct="1"/>
            <a:r>
              <a:rPr kumimoji="1" lang="en-US" altLang="zh-CN" sz="1800" b="1">
                <a:solidFill>
                  <a:srgbClr val="000066"/>
                </a:solidFill>
                <a:latin typeface="Times New Roman" pitchFamily="18" charset="0"/>
                <a:ea typeface="黑体" pitchFamily="2" charset="-122"/>
              </a:rPr>
              <a:t>206.0.69.128/25</a:t>
            </a:r>
          </a:p>
        </p:txBody>
      </p:sp>
      <p:sp>
        <p:nvSpPr>
          <p:cNvPr id="224280" name="AutoShape 43"/>
          <p:cNvSpPr>
            <a:spLocks noChangeArrowheads="1"/>
          </p:cNvSpPr>
          <p:nvPr/>
        </p:nvSpPr>
        <p:spPr bwMode="auto">
          <a:xfrm rot="7490917">
            <a:off x="4706144" y="2329656"/>
            <a:ext cx="2143125" cy="188913"/>
          </a:xfrm>
          <a:prstGeom prst="leftArrow">
            <a:avLst>
              <a:gd name="adj1" fmla="val 27083"/>
              <a:gd name="adj2" fmla="val 322268"/>
            </a:avLst>
          </a:prstGeom>
          <a:solidFill>
            <a:srgbClr val="66CCFF"/>
          </a:solidFill>
          <a:ln w="9525">
            <a:solidFill>
              <a:srgbClr val="333399"/>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24281" name="Oval 44"/>
          <p:cNvSpPr>
            <a:spLocks noChangeArrowheads="1"/>
          </p:cNvSpPr>
          <p:nvPr/>
        </p:nvSpPr>
        <p:spPr bwMode="auto">
          <a:xfrm>
            <a:off x="4068763" y="2579688"/>
            <a:ext cx="2384425" cy="1403350"/>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p>
            <a:pPr eaLnBrk="1" hangingPunct="1"/>
            <a:endParaRPr lang="zh-CN" altLang="en-US" sz="2800" b="1">
              <a:latin typeface="Tahoma" pitchFamily="34" charset="0"/>
              <a:ea typeface="黑体" pitchFamily="2" charset="-122"/>
            </a:endParaRPr>
          </a:p>
        </p:txBody>
      </p:sp>
      <p:sp>
        <p:nvSpPr>
          <p:cNvPr id="224282" name="Text Box 45"/>
          <p:cNvSpPr txBox="1">
            <a:spLocks noChangeArrowheads="1"/>
          </p:cNvSpPr>
          <p:nvPr/>
        </p:nvSpPr>
        <p:spPr bwMode="auto">
          <a:xfrm>
            <a:off x="4465638" y="2682875"/>
            <a:ext cx="16764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a:solidFill>
                  <a:srgbClr val="000066"/>
                </a:solidFill>
                <a:latin typeface="Times New Roman" pitchFamily="18" charset="0"/>
                <a:ea typeface="黑体" pitchFamily="2" charset="-122"/>
              </a:rPr>
              <a:t>206.0.70.0/26</a:t>
            </a:r>
          </a:p>
          <a:p>
            <a:pPr eaLnBrk="1" hangingPunct="1"/>
            <a:r>
              <a:rPr kumimoji="1" lang="en-US" altLang="zh-CN" sz="1800" b="1">
                <a:solidFill>
                  <a:srgbClr val="000066"/>
                </a:solidFill>
                <a:latin typeface="Times New Roman" pitchFamily="18" charset="0"/>
                <a:ea typeface="黑体" pitchFamily="2" charset="-122"/>
              </a:rPr>
              <a:t>206.0.70.64/26</a:t>
            </a:r>
          </a:p>
          <a:p>
            <a:pPr eaLnBrk="1" hangingPunct="1"/>
            <a:r>
              <a:rPr kumimoji="1" lang="en-US" altLang="zh-CN" sz="1800" b="1">
                <a:solidFill>
                  <a:srgbClr val="000066"/>
                </a:solidFill>
                <a:latin typeface="Times New Roman" pitchFamily="18" charset="0"/>
                <a:ea typeface="黑体" pitchFamily="2" charset="-122"/>
              </a:rPr>
              <a:t>206.0.70.128/26</a:t>
            </a:r>
          </a:p>
          <a:p>
            <a:pPr eaLnBrk="1" hangingPunct="1"/>
            <a:r>
              <a:rPr kumimoji="1" lang="en-US" altLang="zh-CN" sz="1800" b="1">
                <a:solidFill>
                  <a:srgbClr val="000066"/>
                </a:solidFill>
                <a:latin typeface="Times New Roman" pitchFamily="18" charset="0"/>
                <a:ea typeface="黑体" pitchFamily="2" charset="-122"/>
              </a:rPr>
              <a:t>206.0.70.192/26</a:t>
            </a:r>
          </a:p>
        </p:txBody>
      </p:sp>
      <p:sp>
        <p:nvSpPr>
          <p:cNvPr id="224283" name="Rectangle 46"/>
          <p:cNvSpPr>
            <a:spLocks noChangeArrowheads="1"/>
          </p:cNvSpPr>
          <p:nvPr/>
        </p:nvSpPr>
        <p:spPr bwMode="auto">
          <a:xfrm>
            <a:off x="5022850" y="2293938"/>
            <a:ext cx="1350963" cy="1952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224284" name="Text Box 47"/>
          <p:cNvSpPr txBox="1">
            <a:spLocks noChangeArrowheads="1"/>
          </p:cNvSpPr>
          <p:nvPr/>
        </p:nvSpPr>
        <p:spPr bwMode="auto">
          <a:xfrm>
            <a:off x="4943475" y="2181225"/>
            <a:ext cx="1447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a:solidFill>
                  <a:srgbClr val="000066"/>
                </a:solidFill>
                <a:latin typeface="Times New Roman" pitchFamily="18" charset="0"/>
                <a:ea typeface="黑体" pitchFamily="2" charset="-122"/>
              </a:rPr>
              <a:t>206.0.70.0/24</a:t>
            </a:r>
          </a:p>
        </p:txBody>
      </p:sp>
      <p:sp>
        <p:nvSpPr>
          <p:cNvPr id="224285" name="AutoShape 48"/>
          <p:cNvSpPr>
            <a:spLocks noChangeArrowheads="1"/>
          </p:cNvSpPr>
          <p:nvPr/>
        </p:nvSpPr>
        <p:spPr bwMode="auto">
          <a:xfrm rot="14362323" flipH="1">
            <a:off x="6211887" y="2378076"/>
            <a:ext cx="2144713" cy="188912"/>
          </a:xfrm>
          <a:prstGeom prst="leftArrow">
            <a:avLst>
              <a:gd name="adj1" fmla="val 27083"/>
              <a:gd name="adj2" fmla="val 322509"/>
            </a:avLst>
          </a:prstGeom>
          <a:solidFill>
            <a:srgbClr val="66CCFF"/>
          </a:solidFill>
          <a:ln w="9525">
            <a:solidFill>
              <a:srgbClr val="333399"/>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24286" name="Rectangle 49"/>
          <p:cNvSpPr>
            <a:spLocks noChangeArrowheads="1"/>
          </p:cNvSpPr>
          <p:nvPr/>
        </p:nvSpPr>
        <p:spPr bwMode="auto">
          <a:xfrm>
            <a:off x="6692900" y="2312988"/>
            <a:ext cx="1341438" cy="184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224287" name="Text Box 50"/>
          <p:cNvSpPr txBox="1">
            <a:spLocks noChangeArrowheads="1"/>
          </p:cNvSpPr>
          <p:nvPr/>
        </p:nvSpPr>
        <p:spPr bwMode="auto">
          <a:xfrm>
            <a:off x="6611938" y="2195513"/>
            <a:ext cx="1447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a:solidFill>
                  <a:srgbClr val="000066"/>
                </a:solidFill>
                <a:latin typeface="Times New Roman" pitchFamily="18" charset="0"/>
                <a:ea typeface="黑体" pitchFamily="2" charset="-122"/>
              </a:rPr>
              <a:t>206.0.71.0/25</a:t>
            </a:r>
          </a:p>
        </p:txBody>
      </p:sp>
      <p:sp>
        <p:nvSpPr>
          <p:cNvPr id="224288" name="Oval 51"/>
          <p:cNvSpPr>
            <a:spLocks noChangeArrowheads="1"/>
          </p:cNvSpPr>
          <p:nvPr/>
        </p:nvSpPr>
        <p:spPr bwMode="auto">
          <a:xfrm>
            <a:off x="6534150" y="2579688"/>
            <a:ext cx="1987550" cy="887412"/>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p>
            <a:pPr eaLnBrk="1" hangingPunct="1"/>
            <a:endParaRPr lang="zh-CN" altLang="en-US" sz="2800" b="1">
              <a:latin typeface="Tahoma" pitchFamily="34" charset="0"/>
              <a:ea typeface="黑体" pitchFamily="2" charset="-122"/>
            </a:endParaRPr>
          </a:p>
        </p:txBody>
      </p:sp>
      <p:sp>
        <p:nvSpPr>
          <p:cNvPr id="224289" name="Text Box 52"/>
          <p:cNvSpPr txBox="1">
            <a:spLocks noChangeArrowheads="1"/>
          </p:cNvSpPr>
          <p:nvPr/>
        </p:nvSpPr>
        <p:spPr bwMode="auto">
          <a:xfrm>
            <a:off x="6692900" y="2733675"/>
            <a:ext cx="15621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a:solidFill>
                  <a:srgbClr val="000066"/>
                </a:solidFill>
                <a:latin typeface="Times New Roman" pitchFamily="18" charset="0"/>
                <a:ea typeface="黑体" pitchFamily="2" charset="-122"/>
              </a:rPr>
              <a:t>206.0.71.0/26</a:t>
            </a:r>
          </a:p>
          <a:p>
            <a:pPr eaLnBrk="1" hangingPunct="1"/>
            <a:r>
              <a:rPr kumimoji="1" lang="en-US" altLang="zh-CN" sz="1800" b="1">
                <a:solidFill>
                  <a:srgbClr val="000066"/>
                </a:solidFill>
                <a:latin typeface="Times New Roman" pitchFamily="18" charset="0"/>
                <a:ea typeface="黑体" pitchFamily="2" charset="-122"/>
              </a:rPr>
              <a:t>206.0.71.64/26</a:t>
            </a:r>
          </a:p>
        </p:txBody>
      </p:sp>
      <p:sp>
        <p:nvSpPr>
          <p:cNvPr id="224290" name="Rectangle 53"/>
          <p:cNvSpPr>
            <a:spLocks noChangeArrowheads="1"/>
          </p:cNvSpPr>
          <p:nvPr/>
        </p:nvSpPr>
        <p:spPr bwMode="auto">
          <a:xfrm>
            <a:off x="8680450" y="2286000"/>
            <a:ext cx="1581150" cy="211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224291" name="Text Box 54"/>
          <p:cNvSpPr txBox="1">
            <a:spLocks noChangeArrowheads="1"/>
          </p:cNvSpPr>
          <p:nvPr/>
        </p:nvSpPr>
        <p:spPr bwMode="auto">
          <a:xfrm>
            <a:off x="8599488" y="2149475"/>
            <a:ext cx="1676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a:solidFill>
                  <a:srgbClr val="000066"/>
                </a:solidFill>
                <a:latin typeface="Times New Roman" pitchFamily="18" charset="0"/>
                <a:ea typeface="黑体" pitchFamily="2" charset="-122"/>
              </a:rPr>
              <a:t>206.0.71.128/25</a:t>
            </a:r>
          </a:p>
        </p:txBody>
      </p:sp>
      <p:sp>
        <p:nvSpPr>
          <p:cNvPr id="224292" name="Rectangle 55"/>
          <p:cNvSpPr>
            <a:spLocks noChangeArrowheads="1"/>
          </p:cNvSpPr>
          <p:nvPr/>
        </p:nvSpPr>
        <p:spPr bwMode="auto">
          <a:xfrm>
            <a:off x="3352800" y="2286000"/>
            <a:ext cx="1341438" cy="211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224293" name="Text Box 56"/>
          <p:cNvSpPr txBox="1">
            <a:spLocks noChangeArrowheads="1"/>
          </p:cNvSpPr>
          <p:nvPr/>
        </p:nvSpPr>
        <p:spPr bwMode="auto">
          <a:xfrm>
            <a:off x="3271838" y="2181225"/>
            <a:ext cx="1447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a:solidFill>
                  <a:srgbClr val="000066"/>
                </a:solidFill>
                <a:latin typeface="Times New Roman" pitchFamily="18" charset="0"/>
                <a:ea typeface="黑体" pitchFamily="2" charset="-122"/>
              </a:rPr>
              <a:t>206.0.68.0/23</a:t>
            </a:r>
          </a:p>
        </p:txBody>
      </p:sp>
      <p:sp>
        <p:nvSpPr>
          <p:cNvPr id="224294" name="Text Box 57"/>
          <p:cNvSpPr txBox="1">
            <a:spLocks noChangeArrowheads="1"/>
          </p:cNvSpPr>
          <p:nvPr/>
        </p:nvSpPr>
        <p:spPr bwMode="auto">
          <a:xfrm>
            <a:off x="2444750" y="4221163"/>
            <a:ext cx="7189788" cy="2488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lnSpc>
                <a:spcPct val="145000"/>
              </a:lnSpc>
            </a:pPr>
            <a:r>
              <a:rPr kumimoji="1" lang="en-US" altLang="zh-CN" sz="1800" b="1" dirty="0">
                <a:solidFill>
                  <a:srgbClr val="000066"/>
                </a:solidFill>
                <a:latin typeface="Times New Roman" pitchFamily="18" charset="0"/>
                <a:ea typeface="黑体" pitchFamily="2" charset="-122"/>
              </a:rPr>
              <a:t> </a:t>
            </a:r>
            <a:r>
              <a:rPr kumimoji="1" lang="zh-CN" altLang="en-US" sz="1800" b="1" dirty="0">
                <a:solidFill>
                  <a:srgbClr val="000066"/>
                </a:solidFill>
                <a:latin typeface="Times New Roman" pitchFamily="18" charset="0"/>
                <a:ea typeface="黑体" pitchFamily="2" charset="-122"/>
              </a:rPr>
              <a:t>单位        地址块                       </a:t>
            </a:r>
            <a:r>
              <a:rPr kumimoji="1" lang="zh-CN" altLang="en-US" sz="1800" b="1" dirty="0" smtClean="0">
                <a:solidFill>
                  <a:srgbClr val="000066"/>
                </a:solidFill>
                <a:latin typeface="Times New Roman" pitchFamily="18" charset="0"/>
                <a:ea typeface="黑体" pitchFamily="2" charset="-122"/>
              </a:rPr>
              <a:t>二进制表示的地址块              地址</a:t>
            </a:r>
            <a:r>
              <a:rPr kumimoji="1" lang="zh-CN" altLang="en-US" sz="1800" b="1" dirty="0">
                <a:solidFill>
                  <a:srgbClr val="000066"/>
                </a:solidFill>
                <a:latin typeface="Times New Roman" pitchFamily="18" charset="0"/>
                <a:ea typeface="黑体" pitchFamily="2" charset="-122"/>
              </a:rPr>
              <a:t>数</a:t>
            </a:r>
          </a:p>
          <a:p>
            <a:pPr eaLnBrk="1" hangingPunct="1">
              <a:lnSpc>
                <a:spcPct val="120000"/>
              </a:lnSpc>
            </a:pPr>
            <a:r>
              <a:rPr kumimoji="1" lang="zh-CN" altLang="en-US" sz="1800" b="1" dirty="0">
                <a:solidFill>
                  <a:srgbClr val="000066"/>
                </a:solidFill>
                <a:latin typeface="Times New Roman" pitchFamily="18" charset="0"/>
                <a:ea typeface="黑体" pitchFamily="2" charset="-122"/>
              </a:rPr>
              <a:t>   </a:t>
            </a:r>
            <a:r>
              <a:rPr kumimoji="1" lang="en-US" altLang="zh-CN" sz="1800" b="1" dirty="0">
                <a:solidFill>
                  <a:srgbClr val="000066"/>
                </a:solidFill>
                <a:latin typeface="Times New Roman" pitchFamily="18" charset="0"/>
                <a:ea typeface="黑体" pitchFamily="2" charset="-122"/>
              </a:rPr>
              <a:t>ISP    206.0.64.0/18        11001110.00000000.01*                     16384</a:t>
            </a:r>
          </a:p>
          <a:p>
            <a:pPr eaLnBrk="1" hangingPunct="1">
              <a:lnSpc>
                <a:spcPct val="120000"/>
              </a:lnSpc>
            </a:pPr>
            <a:r>
              <a:rPr kumimoji="1" lang="en-US" altLang="zh-CN" sz="1800" b="1" dirty="0">
                <a:solidFill>
                  <a:srgbClr val="000066"/>
                </a:solidFill>
                <a:latin typeface="Times New Roman" pitchFamily="18" charset="0"/>
                <a:ea typeface="黑体" pitchFamily="2" charset="-122"/>
              </a:rPr>
              <a:t> </a:t>
            </a:r>
            <a:r>
              <a:rPr kumimoji="1" lang="zh-CN" altLang="en-US" sz="1800" b="1" dirty="0">
                <a:solidFill>
                  <a:srgbClr val="000066"/>
                </a:solidFill>
                <a:latin typeface="Times New Roman" pitchFamily="18" charset="0"/>
                <a:ea typeface="黑体" pitchFamily="2" charset="-122"/>
              </a:rPr>
              <a:t>大学    </a:t>
            </a:r>
            <a:r>
              <a:rPr kumimoji="1" lang="en-US" altLang="zh-CN" sz="1800" b="1" dirty="0">
                <a:solidFill>
                  <a:srgbClr val="000066"/>
                </a:solidFill>
                <a:latin typeface="Times New Roman" pitchFamily="18" charset="0"/>
                <a:ea typeface="黑体" pitchFamily="2" charset="-122"/>
              </a:rPr>
              <a:t>206.0.68.0/22        11001110.00000000.010001*               1024</a:t>
            </a:r>
          </a:p>
          <a:p>
            <a:pPr eaLnBrk="1" hangingPunct="1">
              <a:lnSpc>
                <a:spcPct val="120000"/>
              </a:lnSpc>
            </a:pPr>
            <a:r>
              <a:rPr kumimoji="1" lang="en-US" altLang="zh-CN" sz="1800" b="1" dirty="0">
                <a:solidFill>
                  <a:srgbClr val="000066"/>
                </a:solidFill>
                <a:latin typeface="Times New Roman" pitchFamily="18" charset="0"/>
                <a:ea typeface="黑体" pitchFamily="2" charset="-122"/>
              </a:rPr>
              <a:t> </a:t>
            </a:r>
            <a:r>
              <a:rPr kumimoji="1" lang="zh-CN" altLang="en-US" sz="1800" b="1" dirty="0">
                <a:solidFill>
                  <a:srgbClr val="000066"/>
                </a:solidFill>
                <a:latin typeface="Times New Roman" pitchFamily="18" charset="0"/>
                <a:ea typeface="黑体" pitchFamily="2" charset="-122"/>
              </a:rPr>
              <a:t>一系    </a:t>
            </a:r>
            <a:r>
              <a:rPr kumimoji="1" lang="en-US" altLang="zh-CN" sz="1800" b="1" dirty="0">
                <a:solidFill>
                  <a:srgbClr val="000066"/>
                </a:solidFill>
                <a:latin typeface="Times New Roman" pitchFamily="18" charset="0"/>
                <a:ea typeface="黑体" pitchFamily="2" charset="-122"/>
              </a:rPr>
              <a:t>206.0.68.0/23        11001110.00000000.0100010*               512</a:t>
            </a:r>
          </a:p>
          <a:p>
            <a:pPr eaLnBrk="1" hangingPunct="1">
              <a:lnSpc>
                <a:spcPct val="120000"/>
              </a:lnSpc>
            </a:pPr>
            <a:r>
              <a:rPr kumimoji="1" lang="en-US" altLang="zh-CN" sz="1800" b="1" dirty="0">
                <a:solidFill>
                  <a:srgbClr val="000066"/>
                </a:solidFill>
                <a:latin typeface="Times New Roman" pitchFamily="18" charset="0"/>
                <a:ea typeface="黑体" pitchFamily="2" charset="-122"/>
              </a:rPr>
              <a:t> </a:t>
            </a:r>
            <a:r>
              <a:rPr kumimoji="1" lang="zh-CN" altLang="en-US" sz="1800" b="1" dirty="0">
                <a:solidFill>
                  <a:srgbClr val="000066"/>
                </a:solidFill>
                <a:latin typeface="Times New Roman" pitchFamily="18" charset="0"/>
                <a:ea typeface="黑体" pitchFamily="2" charset="-122"/>
              </a:rPr>
              <a:t>二系    </a:t>
            </a:r>
            <a:r>
              <a:rPr kumimoji="1" lang="en-US" altLang="zh-CN" sz="1800" b="1" dirty="0">
                <a:solidFill>
                  <a:srgbClr val="000066"/>
                </a:solidFill>
                <a:latin typeface="Times New Roman" pitchFamily="18" charset="0"/>
                <a:ea typeface="黑体" pitchFamily="2" charset="-122"/>
              </a:rPr>
              <a:t>206.0.70.0/24        11001110.00000000.01000110.*            256</a:t>
            </a:r>
          </a:p>
          <a:p>
            <a:pPr eaLnBrk="1" hangingPunct="1">
              <a:lnSpc>
                <a:spcPct val="120000"/>
              </a:lnSpc>
            </a:pPr>
            <a:r>
              <a:rPr kumimoji="1" lang="en-US" altLang="zh-CN" sz="1800" b="1" dirty="0">
                <a:solidFill>
                  <a:srgbClr val="000066"/>
                </a:solidFill>
                <a:latin typeface="Times New Roman" pitchFamily="18" charset="0"/>
                <a:ea typeface="黑体" pitchFamily="2" charset="-122"/>
              </a:rPr>
              <a:t> </a:t>
            </a:r>
            <a:r>
              <a:rPr kumimoji="1" lang="zh-CN" altLang="en-US" sz="1800" b="1" dirty="0">
                <a:solidFill>
                  <a:srgbClr val="000066"/>
                </a:solidFill>
                <a:latin typeface="Times New Roman" pitchFamily="18" charset="0"/>
                <a:ea typeface="黑体" pitchFamily="2" charset="-122"/>
              </a:rPr>
              <a:t>三系    </a:t>
            </a:r>
            <a:r>
              <a:rPr kumimoji="1" lang="en-US" altLang="zh-CN" sz="1800" b="1" dirty="0">
                <a:solidFill>
                  <a:srgbClr val="000066"/>
                </a:solidFill>
                <a:latin typeface="Times New Roman" pitchFamily="18" charset="0"/>
                <a:ea typeface="黑体" pitchFamily="2" charset="-122"/>
              </a:rPr>
              <a:t>206.0.71.0/25        11001110.00000000.01000111.0*          128</a:t>
            </a:r>
          </a:p>
          <a:p>
            <a:pPr eaLnBrk="1" hangingPunct="1">
              <a:lnSpc>
                <a:spcPct val="120000"/>
              </a:lnSpc>
              <a:spcAft>
                <a:spcPct val="25000"/>
              </a:spcAft>
            </a:pPr>
            <a:r>
              <a:rPr kumimoji="1" lang="en-US" altLang="zh-CN" sz="1800" b="1" dirty="0">
                <a:solidFill>
                  <a:srgbClr val="000066"/>
                </a:solidFill>
                <a:latin typeface="Times New Roman" pitchFamily="18" charset="0"/>
                <a:ea typeface="黑体" pitchFamily="2" charset="-122"/>
              </a:rPr>
              <a:t> </a:t>
            </a:r>
            <a:r>
              <a:rPr kumimoji="1" lang="zh-CN" altLang="en-US" sz="1800" b="1" dirty="0">
                <a:solidFill>
                  <a:srgbClr val="000066"/>
                </a:solidFill>
                <a:latin typeface="Times New Roman" pitchFamily="18" charset="0"/>
                <a:ea typeface="黑体" pitchFamily="2" charset="-122"/>
              </a:rPr>
              <a:t>四系    </a:t>
            </a:r>
            <a:r>
              <a:rPr kumimoji="1" lang="en-US" altLang="zh-CN" sz="1800" b="1" dirty="0">
                <a:solidFill>
                  <a:srgbClr val="000066"/>
                </a:solidFill>
                <a:latin typeface="Times New Roman" pitchFamily="18" charset="0"/>
                <a:ea typeface="黑体" pitchFamily="2" charset="-122"/>
              </a:rPr>
              <a:t>206.0.71.128/25    11001110.00000000.01000111.1*          128</a:t>
            </a:r>
          </a:p>
        </p:txBody>
      </p:sp>
      <p:sp>
        <p:nvSpPr>
          <p:cNvPr id="224295" name="Line 58"/>
          <p:cNvSpPr>
            <a:spLocks noChangeShapeType="1"/>
          </p:cNvSpPr>
          <p:nvPr/>
        </p:nvSpPr>
        <p:spPr bwMode="auto">
          <a:xfrm>
            <a:off x="2481263" y="4635500"/>
            <a:ext cx="69770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24296" name="Line 59"/>
          <p:cNvSpPr>
            <a:spLocks noChangeShapeType="1"/>
          </p:cNvSpPr>
          <p:nvPr/>
        </p:nvSpPr>
        <p:spPr bwMode="auto">
          <a:xfrm>
            <a:off x="3185234" y="4238625"/>
            <a:ext cx="8816" cy="23907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24297" name="Line 60"/>
          <p:cNvSpPr>
            <a:spLocks noChangeShapeType="1"/>
          </p:cNvSpPr>
          <p:nvPr/>
        </p:nvSpPr>
        <p:spPr bwMode="auto">
          <a:xfrm>
            <a:off x="4871864" y="4238625"/>
            <a:ext cx="174" cy="24034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24298" name="Line 61"/>
          <p:cNvSpPr>
            <a:spLocks noChangeShapeType="1"/>
          </p:cNvSpPr>
          <p:nvPr/>
        </p:nvSpPr>
        <p:spPr bwMode="auto">
          <a:xfrm flipH="1">
            <a:off x="8256588" y="4238625"/>
            <a:ext cx="3175" cy="24034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62" name="Text Box 28"/>
          <p:cNvSpPr txBox="1">
            <a:spLocks noChangeArrowheads="1"/>
          </p:cNvSpPr>
          <p:nvPr/>
        </p:nvSpPr>
        <p:spPr bwMode="auto">
          <a:xfrm>
            <a:off x="3763868" y="1494696"/>
            <a:ext cx="110799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b="1" dirty="0">
                <a:solidFill>
                  <a:schemeClr val="tx2"/>
                </a:solidFill>
                <a:latin typeface="微软雅黑" pitchFamily="34" charset="-122"/>
                <a:ea typeface="微软雅黑" pitchFamily="34" charset="-122"/>
              </a:rPr>
              <a:t>路由聚合</a:t>
            </a:r>
            <a:endParaRPr kumimoji="1" lang="en-US" altLang="zh-CN" b="1" dirty="0">
              <a:solidFill>
                <a:schemeClr val="tx2"/>
              </a:solidFill>
              <a:latin typeface="微软雅黑" pitchFamily="34" charset="-122"/>
              <a:ea typeface="微软雅黑" pitchFamily="34" charset="-122"/>
            </a:endParaRPr>
          </a:p>
        </p:txBody>
      </p:sp>
      <p:sp>
        <p:nvSpPr>
          <p:cNvPr id="63" name="Text Box 28"/>
          <p:cNvSpPr txBox="1">
            <a:spLocks noChangeArrowheads="1"/>
          </p:cNvSpPr>
          <p:nvPr/>
        </p:nvSpPr>
        <p:spPr bwMode="auto">
          <a:xfrm>
            <a:off x="8904312" y="1772816"/>
            <a:ext cx="110799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b="1" dirty="0">
                <a:solidFill>
                  <a:schemeClr val="tx2"/>
                </a:solidFill>
                <a:latin typeface="微软雅黑" pitchFamily="34" charset="-122"/>
                <a:ea typeface="微软雅黑" pitchFamily="34" charset="-122"/>
              </a:rPr>
              <a:t>路由聚合</a:t>
            </a:r>
            <a:endParaRPr kumimoji="1" lang="en-US" altLang="zh-CN" b="1" dirty="0">
              <a:solidFill>
                <a:schemeClr val="tx2"/>
              </a:solidFill>
              <a:latin typeface="微软雅黑" pitchFamily="34" charset="-122"/>
              <a:ea typeface="微软雅黑" pitchFamily="34" charset="-122"/>
            </a:endParaRPr>
          </a:p>
        </p:txBody>
      </p:sp>
      <p:sp>
        <p:nvSpPr>
          <p:cNvPr id="64" name="Text Box 57"/>
          <p:cNvSpPr txBox="1">
            <a:spLocks noChangeArrowheads="1"/>
          </p:cNvSpPr>
          <p:nvPr/>
        </p:nvSpPr>
        <p:spPr bwMode="auto">
          <a:xfrm>
            <a:off x="1774825" y="4030663"/>
            <a:ext cx="8678863" cy="1631950"/>
          </a:xfrm>
          <a:prstGeom prst="rect">
            <a:avLst/>
          </a:prstGeom>
          <a:solidFill>
            <a:srgbClr val="FFCCFF"/>
          </a:solidFill>
          <a:ln>
            <a:noFill/>
          </a:ln>
          <a:extLst/>
        </p:spPr>
        <p:txBody>
          <a:bodyPr anchor="ctr">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zh-CN" altLang="en-US" sz="2400" b="1" dirty="0">
                <a:solidFill>
                  <a:srgbClr val="333399"/>
                </a:solidFill>
                <a:latin typeface="Arial" charset="0"/>
                <a:ea typeface="黑体" pitchFamily="2" charset="-122"/>
              </a:rPr>
              <a:t>这个 </a:t>
            </a:r>
            <a:r>
              <a:rPr lang="en-US" altLang="zh-CN" sz="2400" b="1" dirty="0">
                <a:solidFill>
                  <a:srgbClr val="333399"/>
                </a:solidFill>
                <a:latin typeface="Arial" charset="0"/>
                <a:ea typeface="黑体" pitchFamily="2" charset="-122"/>
              </a:rPr>
              <a:t>ISP </a:t>
            </a:r>
            <a:r>
              <a:rPr lang="zh-CN" altLang="en-US" sz="2400" b="1" dirty="0" smtClean="0">
                <a:solidFill>
                  <a:srgbClr val="333399"/>
                </a:solidFill>
                <a:latin typeface="Arial" charset="0"/>
                <a:ea typeface="黑体" pitchFamily="2" charset="-122"/>
              </a:rPr>
              <a:t>相当于拥有 </a:t>
            </a:r>
            <a:r>
              <a:rPr lang="en-US" altLang="zh-CN" sz="2400" b="1" dirty="0">
                <a:solidFill>
                  <a:srgbClr val="333399"/>
                </a:solidFill>
                <a:latin typeface="Arial" charset="0"/>
                <a:ea typeface="黑体" pitchFamily="2" charset="-122"/>
              </a:rPr>
              <a:t>64 </a:t>
            </a:r>
            <a:r>
              <a:rPr lang="zh-CN" altLang="en-US" sz="2400" b="1" dirty="0">
                <a:solidFill>
                  <a:srgbClr val="333399"/>
                </a:solidFill>
                <a:latin typeface="Arial" charset="0"/>
                <a:ea typeface="黑体" pitchFamily="2" charset="-122"/>
              </a:rPr>
              <a:t>个 </a:t>
            </a:r>
            <a:r>
              <a:rPr lang="en-US" altLang="zh-CN" sz="2400" b="1" dirty="0">
                <a:solidFill>
                  <a:srgbClr val="333399"/>
                </a:solidFill>
                <a:latin typeface="Arial" charset="0"/>
                <a:ea typeface="黑体" pitchFamily="2" charset="-122"/>
              </a:rPr>
              <a:t>C </a:t>
            </a:r>
            <a:r>
              <a:rPr lang="zh-CN" altLang="en-US" sz="2400" b="1" dirty="0">
                <a:solidFill>
                  <a:srgbClr val="333399"/>
                </a:solidFill>
                <a:latin typeface="Arial" charset="0"/>
                <a:ea typeface="黑体" pitchFamily="2" charset="-122"/>
              </a:rPr>
              <a:t>类网络。如果不采用 </a:t>
            </a:r>
            <a:r>
              <a:rPr lang="en-US" altLang="zh-CN" sz="2400" b="1" dirty="0">
                <a:solidFill>
                  <a:srgbClr val="333399"/>
                </a:solidFill>
                <a:latin typeface="Arial" charset="0"/>
                <a:ea typeface="黑体" pitchFamily="2" charset="-122"/>
              </a:rPr>
              <a:t>CIDR </a:t>
            </a:r>
            <a:r>
              <a:rPr lang="zh-CN" altLang="en-US" sz="2400" b="1" dirty="0">
                <a:solidFill>
                  <a:srgbClr val="333399"/>
                </a:solidFill>
                <a:latin typeface="Arial" charset="0"/>
                <a:ea typeface="黑体" pitchFamily="2" charset="-122"/>
              </a:rPr>
              <a:t>技术，则在与该 </a:t>
            </a:r>
            <a:r>
              <a:rPr lang="en-US" altLang="zh-CN" sz="2400" b="1" dirty="0">
                <a:solidFill>
                  <a:srgbClr val="333399"/>
                </a:solidFill>
                <a:latin typeface="Arial" charset="0"/>
                <a:ea typeface="黑体" pitchFamily="2" charset="-122"/>
              </a:rPr>
              <a:t>ISP </a:t>
            </a:r>
            <a:r>
              <a:rPr lang="zh-CN" altLang="en-US" sz="2400" b="1" dirty="0">
                <a:solidFill>
                  <a:srgbClr val="333399"/>
                </a:solidFill>
                <a:latin typeface="Arial" charset="0"/>
                <a:ea typeface="黑体" pitchFamily="2" charset="-122"/>
              </a:rPr>
              <a:t>的路由器交换路由信息的每一个路由器</a:t>
            </a:r>
            <a:r>
              <a:rPr lang="zh-CN" altLang="en-US" sz="2400" b="1" dirty="0" smtClean="0">
                <a:solidFill>
                  <a:srgbClr val="333399"/>
                </a:solidFill>
                <a:latin typeface="Arial" charset="0"/>
                <a:ea typeface="黑体" pitchFamily="2" charset="-122"/>
              </a:rPr>
              <a:t>的转发表</a:t>
            </a:r>
            <a:r>
              <a:rPr lang="zh-CN" altLang="en-US" sz="2400" b="1" dirty="0">
                <a:solidFill>
                  <a:srgbClr val="333399"/>
                </a:solidFill>
                <a:latin typeface="Arial" charset="0"/>
                <a:ea typeface="黑体" pitchFamily="2" charset="-122"/>
              </a:rPr>
              <a:t>中，就需要有 </a:t>
            </a:r>
            <a:r>
              <a:rPr lang="en-US" altLang="zh-CN" sz="2400" b="1" dirty="0">
                <a:solidFill>
                  <a:srgbClr val="333399"/>
                </a:solidFill>
                <a:latin typeface="Arial" charset="0"/>
                <a:ea typeface="黑体" pitchFamily="2" charset="-122"/>
              </a:rPr>
              <a:t>64 </a:t>
            </a:r>
            <a:r>
              <a:rPr lang="zh-CN" altLang="en-US" sz="2400" b="1" dirty="0" smtClean="0">
                <a:solidFill>
                  <a:srgbClr val="333399"/>
                </a:solidFill>
                <a:latin typeface="Arial" charset="0"/>
                <a:ea typeface="黑体" pitchFamily="2" charset="-122"/>
              </a:rPr>
              <a:t>行。</a:t>
            </a:r>
            <a:r>
              <a:rPr lang="zh-CN" altLang="en-US" sz="2400" b="1" dirty="0">
                <a:solidFill>
                  <a:srgbClr val="333399"/>
                </a:solidFill>
                <a:latin typeface="Arial" charset="0"/>
                <a:ea typeface="黑体" pitchFamily="2" charset="-122"/>
              </a:rPr>
              <a:t>但</a:t>
            </a:r>
            <a:r>
              <a:rPr lang="zh-CN" altLang="en-US" sz="2400" b="1" dirty="0" smtClean="0">
                <a:solidFill>
                  <a:srgbClr val="333399"/>
                </a:solidFill>
                <a:latin typeface="Arial" charset="0"/>
                <a:ea typeface="黑体" pitchFamily="2" charset="-122"/>
              </a:rPr>
              <a:t>采用路由聚合</a:t>
            </a:r>
            <a:r>
              <a:rPr lang="zh-CN" altLang="en-US" sz="2400" b="1" dirty="0">
                <a:solidFill>
                  <a:srgbClr val="333399"/>
                </a:solidFill>
                <a:latin typeface="Arial" charset="0"/>
                <a:ea typeface="黑体" pitchFamily="2" charset="-122"/>
              </a:rPr>
              <a:t>后，只需</a:t>
            </a:r>
            <a:r>
              <a:rPr lang="zh-CN" altLang="en-US" sz="2400" b="1" dirty="0" smtClean="0">
                <a:solidFill>
                  <a:srgbClr val="333399"/>
                </a:solidFill>
                <a:latin typeface="Arial" charset="0"/>
                <a:ea typeface="黑体" pitchFamily="2" charset="-122"/>
              </a:rPr>
              <a:t>用聚合</a:t>
            </a:r>
            <a:r>
              <a:rPr lang="zh-CN" altLang="en-US" sz="2400" b="1" dirty="0">
                <a:solidFill>
                  <a:srgbClr val="333399"/>
                </a:solidFill>
                <a:latin typeface="Arial" charset="0"/>
                <a:ea typeface="黑体" pitchFamily="2" charset="-122"/>
              </a:rPr>
              <a:t>后的 </a:t>
            </a:r>
            <a:r>
              <a:rPr lang="en-US" altLang="zh-CN" sz="2400" b="1" dirty="0">
                <a:solidFill>
                  <a:srgbClr val="333399"/>
                </a:solidFill>
                <a:latin typeface="Arial" charset="0"/>
                <a:ea typeface="黑体" pitchFamily="2" charset="-122"/>
              </a:rPr>
              <a:t>1 </a:t>
            </a:r>
            <a:r>
              <a:rPr lang="zh-CN" altLang="en-US" sz="2400" b="1" dirty="0" smtClean="0">
                <a:solidFill>
                  <a:srgbClr val="333399"/>
                </a:solidFill>
                <a:latin typeface="Arial" charset="0"/>
                <a:ea typeface="黑体" pitchFamily="2" charset="-122"/>
              </a:rPr>
              <a:t>行就</a:t>
            </a:r>
            <a:r>
              <a:rPr lang="zh-CN" altLang="en-US" sz="2400" b="1" dirty="0">
                <a:solidFill>
                  <a:srgbClr val="333399"/>
                </a:solidFill>
                <a:latin typeface="Arial" charset="0"/>
                <a:ea typeface="黑体" pitchFamily="2" charset="-122"/>
              </a:rPr>
              <a:t>能找到该 </a:t>
            </a:r>
            <a:r>
              <a:rPr lang="en-US" altLang="zh-CN" sz="2400" b="1" dirty="0">
                <a:solidFill>
                  <a:srgbClr val="333399"/>
                </a:solidFill>
                <a:latin typeface="Arial" charset="0"/>
                <a:ea typeface="黑体" pitchFamily="2" charset="-122"/>
              </a:rPr>
              <a:t>ISP</a:t>
            </a:r>
            <a:r>
              <a:rPr lang="zh-CN" altLang="en-US" sz="2400" b="1" dirty="0">
                <a:solidFill>
                  <a:srgbClr val="333399"/>
                </a:solidFill>
                <a:latin typeface="Arial" charset="0"/>
                <a:ea typeface="黑体" pitchFamily="2" charset="-122"/>
              </a:rPr>
              <a:t>。 </a:t>
            </a:r>
          </a:p>
        </p:txBody>
      </p:sp>
    </p:spTree>
    <p:extLst>
      <p:ext uri="{BB962C8B-B14F-4D97-AF65-F5344CB8AC3E}">
        <p14:creationId xmlns:p14="http://schemas.microsoft.com/office/powerpoint/2010/main" val="375619253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anim calcmode="lin" valueType="num">
                                      <p:cBhvr additive="base">
                                        <p:cTn id="7" dur="500" fill="hold"/>
                                        <p:tgtEl>
                                          <p:spTgt spid="64"/>
                                        </p:tgtEl>
                                        <p:attrNameLst>
                                          <p:attrName>ppt_x</p:attrName>
                                        </p:attrNameLst>
                                      </p:cBhvr>
                                      <p:tavLst>
                                        <p:tav tm="0">
                                          <p:val>
                                            <p:strVal val="#ppt_x"/>
                                          </p:val>
                                        </p:tav>
                                        <p:tav tm="100000">
                                          <p:val>
                                            <p:strVal val="#ppt_x"/>
                                          </p:val>
                                        </p:tav>
                                      </p:tavLst>
                                    </p:anim>
                                    <p:anim calcmode="lin" valueType="num">
                                      <p:cBhvr additive="base">
                                        <p:cTn id="8" dur="500" fill="hold"/>
                                        <p:tgtEl>
                                          <p:spTgt spid="6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6" presetClass="emph" presetSubtype="0" fill="hold" grpId="1" nodeType="afterEffect">
                                  <p:stCondLst>
                                    <p:cond delay="0"/>
                                  </p:stCondLst>
                                  <p:childTnLst>
                                    <p:animScale>
                                      <p:cBhvr>
                                        <p:cTn id="11" dur="2000" fill="hold"/>
                                        <p:tgtEl>
                                          <p:spTgt spid="224265"/>
                                        </p:tgtEl>
                                      </p:cBhvr>
                                      <p:by x="150000" y="150000"/>
                                    </p:animScale>
                                  </p:childTnLst>
                                </p:cTn>
                              </p:par>
                            </p:childTnLst>
                          </p:cTn>
                        </p:par>
                        <p:par>
                          <p:cTn id="12" fill="hold">
                            <p:stCondLst>
                              <p:cond delay="2500"/>
                            </p:stCondLst>
                            <p:childTnLst>
                              <p:par>
                                <p:cTn id="13" presetID="35" presetClass="emph" presetSubtype="0" repeatCount="indefinite" fill="hold" grpId="0" nodeType="afterEffect">
                                  <p:stCondLst>
                                    <p:cond delay="0"/>
                                  </p:stCondLst>
                                  <p:endCondLst>
                                    <p:cond evt="onNext" delay="0">
                                      <p:tgtEl>
                                        <p:sldTgt/>
                                      </p:tgtEl>
                                    </p:cond>
                                  </p:endCondLst>
                                  <p:childTnLst>
                                    <p:anim calcmode="discrete" valueType="str">
                                      <p:cBhvr>
                                        <p:cTn id="14" dur="1000" fill="hold"/>
                                        <p:tgtEl>
                                          <p:spTgt spid="22426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65" grpId="0"/>
      <p:bldP spid="224265" grpId="1"/>
      <p:bldP spid="64"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nchor="ctr"/>
          <a:lstStyle/>
          <a:p>
            <a:pPr eaLnBrk="1" hangingPunct="1"/>
            <a:r>
              <a:rPr lang="en-US" altLang="zh-CN" dirty="0" smtClean="0"/>
              <a:t>IP </a:t>
            </a:r>
            <a:r>
              <a:rPr lang="zh-CN" altLang="en-US" dirty="0" smtClean="0"/>
              <a:t>地址的特点 </a:t>
            </a:r>
          </a:p>
        </p:txBody>
      </p:sp>
      <p:sp>
        <p:nvSpPr>
          <p:cNvPr id="444419" name="Rectangle 3">
            <a:extLst>
              <a:ext uri="{FF2B5EF4-FFF2-40B4-BE49-F238E27FC236}"/>
            </a:extLst>
          </p:cNvPr>
          <p:cNvSpPr>
            <a:spLocks noGrp="1" noChangeArrowheads="1"/>
          </p:cNvSpPr>
          <p:nvPr>
            <p:ph idx="1"/>
          </p:nvPr>
        </p:nvSpPr>
        <p:spPr/>
        <p:txBody>
          <a:bodyPr/>
          <a:lstStyle/>
          <a:p>
            <a:pPr marL="342000" indent="14400" eaLnBrk="1" hangingPunct="1">
              <a:defRPr/>
            </a:pPr>
            <a:r>
              <a:rPr lang="en-US" altLang="zh-CN" b="1" dirty="0"/>
              <a:t>IP </a:t>
            </a:r>
            <a:r>
              <a:rPr lang="zh-CN" altLang="en-US" b="1" dirty="0" smtClean="0"/>
              <a:t>地址由网络前缀和主机号两部分组成，这种两级结构的好处</a:t>
            </a:r>
            <a:r>
              <a:rPr lang="zh-CN" altLang="en-US" b="1" dirty="0"/>
              <a:t>是</a:t>
            </a:r>
            <a:r>
              <a:rPr lang="zh-CN" altLang="en-US" b="1" dirty="0" smtClean="0"/>
              <a:t>：</a:t>
            </a:r>
            <a:endParaRPr lang="en-US" altLang="zh-CN" b="1" dirty="0" smtClean="0"/>
          </a:p>
          <a:p>
            <a:pPr marL="819838" lvl="1" indent="14400" algn="just" eaLnBrk="1" hangingPunct="1">
              <a:defRPr/>
            </a:pPr>
            <a:r>
              <a:rPr lang="zh-CN" altLang="en-US" b="1" dirty="0" smtClean="0"/>
              <a:t>第一</a:t>
            </a:r>
            <a:r>
              <a:rPr lang="zh-CN" altLang="en-US" b="1" dirty="0"/>
              <a:t>，</a:t>
            </a:r>
            <a:r>
              <a:rPr lang="en-US" altLang="zh-CN" b="1" dirty="0"/>
              <a:t>IP </a:t>
            </a:r>
            <a:r>
              <a:rPr lang="zh-CN" altLang="en-US" b="1" dirty="0"/>
              <a:t>地址管理机构在分配 </a:t>
            </a:r>
            <a:r>
              <a:rPr lang="en-US" altLang="zh-CN" b="1" dirty="0"/>
              <a:t>IP </a:t>
            </a:r>
            <a:r>
              <a:rPr lang="zh-CN" altLang="en-US" b="1" dirty="0"/>
              <a:t>地址</a:t>
            </a:r>
            <a:r>
              <a:rPr lang="zh-CN" altLang="en-US" b="1" dirty="0" smtClean="0"/>
              <a:t>时可以只</a:t>
            </a:r>
            <a:r>
              <a:rPr lang="zh-CN" altLang="en-US" b="1" dirty="0"/>
              <a:t>分配</a:t>
            </a:r>
            <a:r>
              <a:rPr lang="zh-CN" altLang="en-US" b="1" dirty="0" smtClean="0"/>
              <a:t>网络前缀，</a:t>
            </a:r>
            <a:r>
              <a:rPr lang="zh-CN" altLang="en-US" b="1" dirty="0"/>
              <a:t>而剩下的主机号则由得到该</a:t>
            </a:r>
            <a:r>
              <a:rPr lang="zh-CN" altLang="en-US" b="1" dirty="0" smtClean="0"/>
              <a:t>网络前缀的</a:t>
            </a:r>
            <a:r>
              <a:rPr lang="zh-CN" altLang="en-US" b="1" dirty="0"/>
              <a:t>单位自行分配。这样就方便了 </a:t>
            </a:r>
            <a:r>
              <a:rPr lang="en-US" altLang="zh-CN" b="1" dirty="0"/>
              <a:t>IP </a:t>
            </a:r>
            <a:r>
              <a:rPr lang="zh-CN" altLang="en-US" b="1" dirty="0"/>
              <a:t>地址的管理</a:t>
            </a:r>
            <a:r>
              <a:rPr lang="zh-CN" altLang="en-US" b="1" dirty="0" smtClean="0"/>
              <a:t>。</a:t>
            </a:r>
            <a:endParaRPr lang="en-US" altLang="zh-CN" b="1" dirty="0" smtClean="0"/>
          </a:p>
          <a:p>
            <a:pPr marL="819838" lvl="1" indent="14400" algn="just" eaLnBrk="1" hangingPunct="1">
              <a:defRPr/>
            </a:pPr>
            <a:r>
              <a:rPr lang="zh-CN" altLang="en-US" b="1" dirty="0" smtClean="0"/>
              <a:t>第二</a:t>
            </a:r>
            <a:r>
              <a:rPr lang="zh-CN" altLang="en-US" b="1" dirty="0"/>
              <a:t>，</a:t>
            </a:r>
            <a:r>
              <a:rPr lang="zh-CN" altLang="en-US" b="1" dirty="0" smtClean="0"/>
              <a:t>路由器可以根据</a:t>
            </a:r>
            <a:r>
              <a:rPr lang="zh-CN" altLang="en-US" b="1" dirty="0"/>
              <a:t>目的</a:t>
            </a:r>
            <a:r>
              <a:rPr lang="zh-CN" altLang="en-US" b="1" dirty="0" smtClean="0"/>
              <a:t>主机的网络前缀来</a:t>
            </a:r>
            <a:r>
              <a:rPr lang="zh-CN" altLang="en-US" b="1" dirty="0"/>
              <a:t>转发分组（而不</a:t>
            </a:r>
            <a:r>
              <a:rPr lang="zh-CN" altLang="en-US" b="1" dirty="0" smtClean="0"/>
              <a:t>考虑主机</a:t>
            </a:r>
            <a:r>
              <a:rPr lang="zh-CN" altLang="en-US" b="1" dirty="0"/>
              <a:t>号），这样就可以</a:t>
            </a:r>
            <a:r>
              <a:rPr lang="zh-CN" altLang="en-US" b="1" dirty="0" smtClean="0"/>
              <a:t>使转发表</a:t>
            </a:r>
            <a:r>
              <a:rPr lang="zh-CN" altLang="en-US" b="1" dirty="0"/>
              <a:t>中的项目数大幅度减少，从而</a:t>
            </a:r>
            <a:r>
              <a:rPr lang="zh-CN" altLang="en-US" b="1" dirty="0" smtClean="0"/>
              <a:t>减少转发表</a:t>
            </a:r>
            <a:r>
              <a:rPr lang="zh-CN" altLang="en-US" b="1" dirty="0"/>
              <a:t>所占的</a:t>
            </a:r>
            <a:r>
              <a:rPr lang="zh-CN" altLang="en-US" b="1" dirty="0" smtClean="0"/>
              <a:t>存储空间，缩短查找转发表的时间。 </a:t>
            </a:r>
            <a:endParaRPr lang="zh-CN" altLang="en-US" b="1" dirty="0"/>
          </a:p>
          <a:p>
            <a:pPr marL="812800" lvl="1" indent="0" algn="just" eaLnBrk="1" hangingPunct="1">
              <a:lnSpc>
                <a:spcPct val="90000"/>
              </a:lnSpc>
              <a:buFont typeface="Wingdings" pitchFamily="2" charset="2"/>
              <a:buNone/>
              <a:defRPr/>
            </a:pPr>
            <a:endParaRPr lang="zh-CN" altLang="en-US" sz="2400" b="1" dirty="0"/>
          </a:p>
        </p:txBody>
      </p:sp>
    </p:spTree>
    <p:extLst>
      <p:ext uri="{BB962C8B-B14F-4D97-AF65-F5344CB8AC3E}">
        <p14:creationId xmlns:p14="http://schemas.microsoft.com/office/powerpoint/2010/main" val="3738034317"/>
      </p:ext>
    </p:extLst>
  </p:cSld>
  <p:clrMapOvr>
    <a:masterClrMapping/>
  </p:clrMapOvr>
  <p:transition spd="slow"/>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nchor="ctr"/>
          <a:lstStyle/>
          <a:p>
            <a:pPr eaLnBrk="1" hangingPunct="1"/>
            <a:r>
              <a:rPr lang="en-US" altLang="zh-CN" dirty="0" smtClean="0"/>
              <a:t>IP </a:t>
            </a:r>
            <a:r>
              <a:rPr lang="zh-CN" altLang="en-US" dirty="0" smtClean="0"/>
              <a:t>地址的特点 </a:t>
            </a:r>
          </a:p>
        </p:txBody>
      </p:sp>
      <p:sp>
        <p:nvSpPr>
          <p:cNvPr id="444419" name="Rectangle 3"/>
          <p:cNvSpPr>
            <a:spLocks noGrp="1" noChangeArrowheads="1"/>
          </p:cNvSpPr>
          <p:nvPr>
            <p:ph idx="1"/>
          </p:nvPr>
        </p:nvSpPr>
        <p:spPr>
          <a:xfrm>
            <a:off x="442913" y="1267933"/>
            <a:ext cx="10801350" cy="4895850"/>
          </a:xfrm>
        </p:spPr>
        <p:txBody>
          <a:bodyPr/>
          <a:lstStyle/>
          <a:p>
            <a:pPr eaLnBrk="1" hangingPunct="1">
              <a:defRPr/>
            </a:pPr>
            <a:r>
              <a:rPr lang="en-US" altLang="zh-CN" b="1" dirty="0" smtClean="0"/>
              <a:t>IP </a:t>
            </a:r>
            <a:r>
              <a:rPr lang="zh-CN" altLang="en-US" b="1" dirty="0" smtClean="0"/>
              <a:t>地址标识一</a:t>
            </a:r>
            <a:r>
              <a:rPr lang="zh-CN" altLang="en-US" b="1" dirty="0"/>
              <a:t>台</a:t>
            </a:r>
            <a:r>
              <a:rPr lang="zh-CN" altLang="en-US" b="1" dirty="0" smtClean="0"/>
              <a:t>主机（或路由器）和一条链路的</a:t>
            </a:r>
            <a:r>
              <a:rPr lang="zh-CN" altLang="en-US" b="1" dirty="0" smtClean="0">
                <a:solidFill>
                  <a:srgbClr val="FF0000"/>
                </a:solidFill>
              </a:rPr>
              <a:t>接口</a:t>
            </a:r>
            <a:r>
              <a:rPr lang="zh-CN" altLang="en-US" b="1" dirty="0" smtClean="0"/>
              <a:t>。 </a:t>
            </a:r>
          </a:p>
          <a:p>
            <a:pPr lvl="1" algn="just" eaLnBrk="1" hangingPunct="1">
              <a:defRPr/>
            </a:pPr>
            <a:r>
              <a:rPr lang="zh-CN" altLang="en-US" b="1" dirty="0" smtClean="0"/>
              <a:t>当一台</a:t>
            </a:r>
            <a:r>
              <a:rPr lang="zh-CN" altLang="en-US" b="1" dirty="0" smtClean="0">
                <a:solidFill>
                  <a:srgbClr val="FF0000"/>
                </a:solidFill>
              </a:rPr>
              <a:t>主机</a:t>
            </a:r>
            <a:r>
              <a:rPr lang="zh-CN" altLang="en-US" b="1" dirty="0" smtClean="0"/>
              <a:t>同时连接到两个网络上时，该主机就必须同时具有两个相应的 </a:t>
            </a:r>
            <a:r>
              <a:rPr lang="en-US" altLang="zh-CN" b="1" dirty="0" smtClean="0"/>
              <a:t>IP </a:t>
            </a:r>
            <a:r>
              <a:rPr lang="zh-CN" altLang="en-US" b="1" dirty="0" smtClean="0"/>
              <a:t>地址，且其网络前缀必须是不同的。这种主机称为多归属主机</a:t>
            </a:r>
            <a:r>
              <a:rPr lang="en-US" altLang="zh-CN" b="1" dirty="0" smtClean="0"/>
              <a:t>(</a:t>
            </a:r>
            <a:r>
              <a:rPr lang="en-US" altLang="zh-CN" b="1" dirty="0" err="1" smtClean="0"/>
              <a:t>multihomed</a:t>
            </a:r>
            <a:r>
              <a:rPr lang="en-US" altLang="zh-CN" b="1" dirty="0" smtClean="0"/>
              <a:t> host)</a:t>
            </a:r>
            <a:r>
              <a:rPr lang="zh-CN" altLang="en-US" b="1" dirty="0" smtClean="0"/>
              <a:t>。</a:t>
            </a:r>
          </a:p>
          <a:p>
            <a:pPr lvl="1" algn="just" eaLnBrk="1" hangingPunct="1">
              <a:defRPr/>
            </a:pPr>
            <a:r>
              <a:rPr lang="zh-CN" altLang="en-US" b="1" dirty="0" smtClean="0"/>
              <a:t>由于一台</a:t>
            </a:r>
            <a:r>
              <a:rPr lang="zh-CN" altLang="en-US" b="1" dirty="0" smtClean="0">
                <a:solidFill>
                  <a:srgbClr val="FF0000"/>
                </a:solidFill>
              </a:rPr>
              <a:t>路由器</a:t>
            </a:r>
            <a:r>
              <a:rPr lang="zh-CN" altLang="en-US" b="1" dirty="0" smtClean="0"/>
              <a:t>至少应当连接到两个网络（这样它才能将 </a:t>
            </a:r>
            <a:r>
              <a:rPr lang="en-US" altLang="zh-CN" b="1" dirty="0" smtClean="0"/>
              <a:t>IP </a:t>
            </a:r>
            <a:r>
              <a:rPr lang="zh-CN" altLang="en-US" b="1" dirty="0" smtClean="0"/>
              <a:t>数据报从一个网络转发到另一个网络），因此一个路由器至少应当有两个不同网络前缀的 </a:t>
            </a:r>
            <a:r>
              <a:rPr lang="en-US" altLang="zh-CN" b="1" dirty="0" smtClean="0"/>
              <a:t>IP </a:t>
            </a:r>
            <a:r>
              <a:rPr lang="zh-CN" altLang="en-US" b="1" dirty="0" smtClean="0"/>
              <a:t>地址。 </a:t>
            </a:r>
          </a:p>
          <a:p>
            <a:pPr marL="812800" lvl="1" indent="0" algn="just" eaLnBrk="1" hangingPunct="1">
              <a:lnSpc>
                <a:spcPts val="3600"/>
              </a:lnSpc>
              <a:buFont typeface="Wingdings" pitchFamily="2" charset="2"/>
              <a:buNone/>
              <a:defRPr/>
            </a:pPr>
            <a:endParaRPr lang="zh-CN" altLang="en-US" sz="2400" b="1" dirty="0" smtClean="0"/>
          </a:p>
        </p:txBody>
      </p:sp>
    </p:spTree>
    <p:extLst>
      <p:ext uri="{BB962C8B-B14F-4D97-AF65-F5344CB8AC3E}">
        <p14:creationId xmlns:p14="http://schemas.microsoft.com/office/powerpoint/2010/main" val="298264501"/>
      </p:ext>
    </p:extLst>
  </p:cSld>
  <p:clrMapOvr>
    <a:masterClrMapping/>
  </p:clrMapOvr>
  <p:transition spd="slow"/>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nchor="ctr"/>
          <a:lstStyle/>
          <a:p>
            <a:pPr eaLnBrk="1" hangingPunct="1"/>
            <a:r>
              <a:rPr lang="en-US" altLang="zh-CN" dirty="0" smtClean="0"/>
              <a:t>IP </a:t>
            </a:r>
            <a:r>
              <a:rPr lang="zh-CN" altLang="en-US" dirty="0" smtClean="0"/>
              <a:t>地址的特点 </a:t>
            </a:r>
          </a:p>
        </p:txBody>
      </p:sp>
      <p:sp>
        <p:nvSpPr>
          <p:cNvPr id="444419" name="Rectangle 3"/>
          <p:cNvSpPr>
            <a:spLocks noGrp="1" noChangeArrowheads="1"/>
          </p:cNvSpPr>
          <p:nvPr>
            <p:ph idx="1"/>
          </p:nvPr>
        </p:nvSpPr>
        <p:spPr>
          <a:xfrm>
            <a:off x="442913" y="1267933"/>
            <a:ext cx="10801350" cy="4895850"/>
          </a:xfrm>
        </p:spPr>
        <p:txBody>
          <a:bodyPr/>
          <a:lstStyle/>
          <a:p>
            <a:pPr algn="just" eaLnBrk="1" hangingPunct="1"/>
            <a:r>
              <a:rPr lang="zh-CN" altLang="en-US" b="1" dirty="0" smtClean="0"/>
              <a:t>一个网络（或子网）是指具有相同网络前缀的主机的集合，因此用转发器或交换机连接起来的若干个局域网仍为一个网络，因为这些局域网都具有同样的网络前缀。具有不同网络前缀的局域网必须使用路由器进行互连。</a:t>
            </a:r>
          </a:p>
          <a:p>
            <a:pPr algn="just" eaLnBrk="1" hangingPunct="1"/>
            <a:r>
              <a:rPr lang="zh-CN" altLang="en-US" b="1" dirty="0" smtClean="0"/>
              <a:t>所有分配到网络前缀的网络，不管是范围很小的局域网，还是可能覆盖很大地理范围的广域网，都是平等的。 </a:t>
            </a:r>
          </a:p>
          <a:p>
            <a:pPr lvl="1" algn="just" eaLnBrk="1" hangingPunct="1">
              <a:lnSpc>
                <a:spcPts val="3600"/>
              </a:lnSpc>
            </a:pPr>
            <a:endParaRPr lang="zh-CN" altLang="en-US" sz="2400" b="1" dirty="0" smtClean="0"/>
          </a:p>
        </p:txBody>
      </p:sp>
    </p:spTree>
    <p:extLst>
      <p:ext uri="{BB962C8B-B14F-4D97-AF65-F5344CB8AC3E}">
        <p14:creationId xmlns:p14="http://schemas.microsoft.com/office/powerpoint/2010/main" val="2296389500"/>
      </p:ext>
    </p:extLst>
  </p:cSld>
  <p:clrMapOvr>
    <a:masterClrMapping/>
  </p:clrMapOvr>
  <p:transition spd="slow"/>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nchor="ctr"/>
          <a:lstStyle/>
          <a:p>
            <a:pPr eaLnBrk="1" hangingPunct="1"/>
            <a:r>
              <a:rPr lang="en-US" altLang="zh-CN" dirty="0" smtClean="0"/>
              <a:t>IP </a:t>
            </a:r>
            <a:r>
              <a:rPr lang="zh-CN" altLang="en-US" dirty="0" smtClean="0"/>
              <a:t>地址的特点 </a:t>
            </a:r>
          </a:p>
        </p:txBody>
      </p:sp>
      <p:grpSp>
        <p:nvGrpSpPr>
          <p:cNvPr id="2" name="组合 1"/>
          <p:cNvGrpSpPr/>
          <p:nvPr/>
        </p:nvGrpSpPr>
        <p:grpSpPr>
          <a:xfrm>
            <a:off x="839416" y="1656899"/>
            <a:ext cx="10069935" cy="4580413"/>
            <a:chOff x="597048" y="996680"/>
            <a:chExt cx="8053711" cy="3309912"/>
          </a:xfrm>
        </p:grpSpPr>
        <p:sp>
          <p:nvSpPr>
            <p:cNvPr id="3" name="圆角矩形 2"/>
            <p:cNvSpPr/>
            <p:nvPr/>
          </p:nvSpPr>
          <p:spPr>
            <a:xfrm>
              <a:off x="597048" y="996680"/>
              <a:ext cx="8053711" cy="330991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Text Box 438"/>
            <p:cNvSpPr txBox="1">
              <a:spLocks noChangeArrowheads="1"/>
            </p:cNvSpPr>
            <p:nvPr/>
          </p:nvSpPr>
          <p:spPr bwMode="auto">
            <a:xfrm>
              <a:off x="616085" y="2168555"/>
              <a:ext cx="2072794" cy="1045310"/>
            </a:xfrm>
            <a:prstGeom prst="rect">
              <a:avLst/>
            </a:prstGeom>
            <a:solidFill>
              <a:srgbClr val="00FFFF"/>
            </a:solidFill>
            <a:ln w="9525">
              <a:solidFill>
                <a:schemeClr val="tx2"/>
              </a:solidFill>
              <a:miter lim="800000"/>
              <a:headEnd/>
              <a:tailEnd/>
            </a:ln>
            <a:effectLst/>
            <a:extLst/>
          </p:spPr>
          <p:txBody>
            <a:bodyPr wrap="square">
              <a:spAutoFit/>
            </a:bodyPr>
            <a:lstStyle/>
            <a:p>
              <a:pPr algn="ctr">
                <a:lnSpc>
                  <a:spcPct val="110000"/>
                </a:lnSpc>
              </a:pPr>
              <a:r>
                <a:rPr lang="zh-CN" altLang="en-US" sz="2000" b="1" dirty="0">
                  <a:solidFill>
                    <a:srgbClr val="000000"/>
                  </a:solidFill>
                  <a:latin typeface="微软雅黑" pitchFamily="34" charset="-122"/>
                  <a:ea typeface="微软雅黑" pitchFamily="34" charset="-122"/>
                </a:rPr>
                <a:t>同一个局域网上的</a:t>
              </a:r>
            </a:p>
            <a:p>
              <a:pPr algn="ctr">
                <a:lnSpc>
                  <a:spcPct val="110000"/>
                </a:lnSpc>
              </a:pPr>
              <a:r>
                <a:rPr lang="zh-CN" altLang="en-US" sz="2000" b="1" dirty="0">
                  <a:solidFill>
                    <a:srgbClr val="000000"/>
                  </a:solidFill>
                  <a:latin typeface="微软雅黑" pitchFamily="34" charset="-122"/>
                  <a:ea typeface="微软雅黑" pitchFamily="34" charset="-122"/>
                </a:rPr>
                <a:t>主机或路由器的</a:t>
              </a:r>
            </a:p>
            <a:p>
              <a:pPr algn="ctr">
                <a:lnSpc>
                  <a:spcPct val="110000"/>
                </a:lnSpc>
              </a:pPr>
              <a:r>
                <a:rPr lang="en-US" altLang="zh-CN" sz="2000" b="1" dirty="0">
                  <a:solidFill>
                    <a:srgbClr val="000000"/>
                  </a:solidFill>
                  <a:latin typeface="微软雅黑" pitchFamily="34" charset="-122"/>
                  <a:ea typeface="微软雅黑" pitchFamily="34" charset="-122"/>
                </a:rPr>
                <a:t>IP </a:t>
              </a:r>
              <a:r>
                <a:rPr lang="zh-CN" altLang="en-US" sz="2000" b="1" dirty="0">
                  <a:solidFill>
                    <a:srgbClr val="000000"/>
                  </a:solidFill>
                  <a:latin typeface="微软雅黑" pitchFamily="34" charset="-122"/>
                  <a:ea typeface="微软雅黑" pitchFamily="34" charset="-122"/>
                </a:rPr>
                <a:t>地址中的</a:t>
              </a:r>
              <a:r>
                <a:rPr lang="zh-CN" altLang="en-US" sz="2000" b="1" dirty="0" smtClean="0">
                  <a:solidFill>
                    <a:srgbClr val="C00000"/>
                  </a:solidFill>
                  <a:latin typeface="微软雅黑" pitchFamily="34" charset="-122"/>
                  <a:ea typeface="微软雅黑" pitchFamily="34" charset="-122"/>
                </a:rPr>
                <a:t>网络前缀</a:t>
              </a:r>
              <a:endParaRPr lang="zh-CN" altLang="en-US" sz="2000" b="1" dirty="0">
                <a:solidFill>
                  <a:srgbClr val="C00000"/>
                </a:solidFill>
                <a:latin typeface="微软雅黑" pitchFamily="34" charset="-122"/>
                <a:ea typeface="微软雅黑" pitchFamily="34" charset="-122"/>
              </a:endParaRPr>
            </a:p>
            <a:p>
              <a:pPr algn="ctr">
                <a:lnSpc>
                  <a:spcPct val="110000"/>
                </a:lnSpc>
              </a:pPr>
              <a:r>
                <a:rPr lang="zh-CN" altLang="en-US" sz="2000" b="1" dirty="0">
                  <a:solidFill>
                    <a:srgbClr val="000000"/>
                  </a:solidFill>
                  <a:latin typeface="微软雅黑" pitchFamily="34" charset="-122"/>
                  <a:ea typeface="微软雅黑" pitchFamily="34" charset="-122"/>
                </a:rPr>
                <a:t>必须一样。</a:t>
              </a:r>
            </a:p>
          </p:txBody>
        </p:sp>
        <p:sp>
          <p:nvSpPr>
            <p:cNvPr id="5" name="矩形 476"/>
            <p:cNvSpPr>
              <a:spLocks noChangeArrowheads="1"/>
            </p:cNvSpPr>
            <p:nvPr/>
          </p:nvSpPr>
          <p:spPr bwMode="auto">
            <a:xfrm>
              <a:off x="3480534" y="3636941"/>
              <a:ext cx="1513262" cy="503769"/>
            </a:xfrm>
            <a:prstGeom prst="rect">
              <a:avLst/>
            </a:prstGeom>
            <a:noFill/>
            <a:ln w="9525" cmpd="dbl"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6" name="椭圆 5"/>
            <p:cNvSpPr/>
            <p:nvPr/>
          </p:nvSpPr>
          <p:spPr bwMode="auto">
            <a:xfrm rot="19311755">
              <a:off x="5944139" y="2386474"/>
              <a:ext cx="2370599" cy="1274073"/>
            </a:xfrm>
            <a:prstGeom prst="ellipse">
              <a:avLst/>
            </a:prstGeom>
            <a:solidFill>
              <a:schemeClr val="bg1"/>
            </a:solidFill>
            <a:ln w="9525" cap="flat" cmpd="sng" algn="ctr">
              <a:solidFill>
                <a:schemeClr val="tx1"/>
              </a:solidFill>
              <a:prstDash val="dash"/>
              <a:round/>
              <a:headEnd type="none" w="med" len="med"/>
              <a:tailEnd type="none" w="med" len="med"/>
            </a:ln>
            <a:effectLst/>
          </p:spPr>
          <p:txBody>
            <a:bodyPr/>
            <a:lstStyle/>
            <a:p>
              <a:pPr>
                <a:defRPr/>
              </a:pPr>
              <a:endParaRPr lang="zh-CN" altLang="en-US" sz="1100" b="1">
                <a:latin typeface="微软雅黑" panose="020B0503020204020204" pitchFamily="34" charset="-122"/>
                <a:ea typeface="微软雅黑" panose="020B0503020204020204" pitchFamily="34" charset="-122"/>
              </a:endParaRPr>
            </a:p>
          </p:txBody>
        </p:sp>
        <p:sp>
          <p:nvSpPr>
            <p:cNvPr id="7" name="Line 472"/>
            <p:cNvSpPr>
              <a:spLocks noChangeShapeType="1"/>
            </p:cNvSpPr>
            <p:nvPr/>
          </p:nvSpPr>
          <p:spPr bwMode="auto">
            <a:xfrm flipH="1">
              <a:off x="6724060" y="2550905"/>
              <a:ext cx="544147" cy="46084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8" name="Line 472"/>
            <p:cNvSpPr>
              <a:spLocks noChangeShapeType="1"/>
            </p:cNvSpPr>
            <p:nvPr/>
          </p:nvSpPr>
          <p:spPr bwMode="auto">
            <a:xfrm flipH="1" flipV="1">
              <a:off x="7352277" y="2550905"/>
              <a:ext cx="363073" cy="26656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9" name="Line 472"/>
            <p:cNvSpPr>
              <a:spLocks noChangeShapeType="1"/>
            </p:cNvSpPr>
            <p:nvPr/>
          </p:nvSpPr>
          <p:spPr bwMode="auto">
            <a:xfrm flipH="1">
              <a:off x="7394775" y="2243674"/>
              <a:ext cx="374159" cy="25527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0" name="椭圆 9"/>
            <p:cNvSpPr/>
            <p:nvPr/>
          </p:nvSpPr>
          <p:spPr bwMode="auto">
            <a:xfrm rot="5400000">
              <a:off x="2635410" y="2144584"/>
              <a:ext cx="1278671" cy="1097332"/>
            </a:xfrm>
            <a:prstGeom prst="ellipse">
              <a:avLst/>
            </a:prstGeom>
            <a:solidFill>
              <a:schemeClr val="bg1"/>
            </a:solidFill>
            <a:ln w="9525" cap="flat" cmpd="sng" algn="ctr">
              <a:solidFill>
                <a:schemeClr val="tx1"/>
              </a:solidFill>
              <a:prstDash val="dash"/>
              <a:round/>
              <a:headEnd type="none" w="med" len="med"/>
              <a:tailEnd type="none" w="med" len="med"/>
            </a:ln>
            <a:effectLst/>
          </p:spPr>
          <p:txBody>
            <a:bodyPr/>
            <a:lstStyle/>
            <a:p>
              <a:pPr>
                <a:defRPr/>
              </a:pPr>
              <a:endParaRPr lang="zh-CN" altLang="en-US" sz="1100" b="1">
                <a:latin typeface="微软雅黑" panose="020B0503020204020204" pitchFamily="34" charset="-122"/>
                <a:ea typeface="微软雅黑" panose="020B0503020204020204" pitchFamily="34" charset="-122"/>
              </a:endParaRPr>
            </a:p>
          </p:txBody>
        </p:sp>
        <p:sp>
          <p:nvSpPr>
            <p:cNvPr id="11" name="Line 471"/>
            <p:cNvSpPr>
              <a:spLocks noChangeShapeType="1"/>
            </p:cNvSpPr>
            <p:nvPr/>
          </p:nvSpPr>
          <p:spPr bwMode="auto">
            <a:xfrm>
              <a:off x="3094243" y="2878324"/>
              <a:ext cx="405529" cy="12265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2" name="Line 471"/>
            <p:cNvSpPr>
              <a:spLocks noChangeShapeType="1"/>
            </p:cNvSpPr>
            <p:nvPr/>
          </p:nvSpPr>
          <p:spPr bwMode="auto">
            <a:xfrm>
              <a:off x="3390756" y="2360852"/>
              <a:ext cx="182925" cy="5621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3" name="椭圆 12"/>
            <p:cNvSpPr/>
            <p:nvPr/>
          </p:nvSpPr>
          <p:spPr bwMode="auto">
            <a:xfrm>
              <a:off x="4209341" y="1155939"/>
              <a:ext cx="1844004" cy="831332"/>
            </a:xfrm>
            <a:prstGeom prst="ellipse">
              <a:avLst/>
            </a:prstGeom>
            <a:solidFill>
              <a:schemeClr val="bg1"/>
            </a:solidFill>
            <a:ln w="9525" cap="flat" cmpd="sng" algn="ctr">
              <a:solidFill>
                <a:schemeClr val="tx1"/>
              </a:solidFill>
              <a:prstDash val="dash"/>
              <a:round/>
              <a:headEnd type="none" w="med" len="med"/>
              <a:tailEnd type="none" w="med" len="med"/>
            </a:ln>
            <a:effectLst/>
          </p:spPr>
          <p:txBody>
            <a:bodyPr/>
            <a:lstStyle/>
            <a:p>
              <a:pPr>
                <a:defRPr/>
              </a:pPr>
              <a:endParaRPr lang="zh-CN" altLang="en-US" sz="1100" b="1">
                <a:latin typeface="微软雅黑" panose="020B0503020204020204" pitchFamily="34" charset="-122"/>
                <a:ea typeface="微软雅黑" panose="020B0503020204020204" pitchFamily="34" charset="-122"/>
              </a:endParaRPr>
            </a:p>
          </p:txBody>
        </p:sp>
        <p:sp>
          <p:nvSpPr>
            <p:cNvPr id="14" name="Line 467"/>
            <p:cNvSpPr>
              <a:spLocks noChangeShapeType="1"/>
            </p:cNvSpPr>
            <p:nvPr/>
          </p:nvSpPr>
          <p:spPr bwMode="auto">
            <a:xfrm>
              <a:off x="6724060" y="3114538"/>
              <a:ext cx="181998" cy="54104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5" name="Line 466"/>
            <p:cNvSpPr>
              <a:spLocks noChangeShapeType="1"/>
            </p:cNvSpPr>
            <p:nvPr/>
          </p:nvSpPr>
          <p:spPr bwMode="auto">
            <a:xfrm flipH="1">
              <a:off x="6407179" y="3112279"/>
              <a:ext cx="183846" cy="5444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6" name="Freeform 6"/>
            <p:cNvSpPr>
              <a:spLocks/>
            </p:cNvSpPr>
            <p:nvPr/>
          </p:nvSpPr>
          <p:spPr bwMode="auto">
            <a:xfrm>
              <a:off x="4650941" y="3047897"/>
              <a:ext cx="813911" cy="131025"/>
            </a:xfrm>
            <a:custGeom>
              <a:avLst/>
              <a:gdLst>
                <a:gd name="T0" fmla="*/ 2147483647 w 1138"/>
                <a:gd name="T1" fmla="*/ 2147483647 h 174"/>
                <a:gd name="T2" fmla="*/ 2147483647 w 1138"/>
                <a:gd name="T3" fmla="*/ 2147483647 h 174"/>
                <a:gd name="T4" fmla="*/ 2147483647 w 1138"/>
                <a:gd name="T5" fmla="*/ 2147483647 h 174"/>
                <a:gd name="T6" fmla="*/ 2147483647 w 1138"/>
                <a:gd name="T7" fmla="*/ 2147483647 h 174"/>
                <a:gd name="T8" fmla="*/ 2147483647 w 1138"/>
                <a:gd name="T9" fmla="*/ 0 h 174"/>
                <a:gd name="T10" fmla="*/ 2147483647 w 1138"/>
                <a:gd name="T11" fmla="*/ 0 h 174"/>
                <a:gd name="T12" fmla="*/ 2147483647 w 1138"/>
                <a:gd name="T13" fmla="*/ 0 h 174"/>
                <a:gd name="T14" fmla="*/ 2147483647 w 1138"/>
                <a:gd name="T15" fmla="*/ 0 h 174"/>
                <a:gd name="T16" fmla="*/ 2147483647 w 1138"/>
                <a:gd name="T17" fmla="*/ 2147483647 h 174"/>
                <a:gd name="T18" fmla="*/ 2147483647 w 1138"/>
                <a:gd name="T19" fmla="*/ 2147483647 h 174"/>
                <a:gd name="T20" fmla="*/ 2147483647 w 1138"/>
                <a:gd name="T21" fmla="*/ 2147483647 h 174"/>
                <a:gd name="T22" fmla="*/ 2147483647 w 1138"/>
                <a:gd name="T23" fmla="*/ 2147483647 h 174"/>
                <a:gd name="T24" fmla="*/ 2147483647 w 1138"/>
                <a:gd name="T25" fmla="*/ 2147483647 h 174"/>
                <a:gd name="T26" fmla="*/ 2147483647 w 1138"/>
                <a:gd name="T27" fmla="*/ 2147483647 h 174"/>
                <a:gd name="T28" fmla="*/ 2147483647 w 1138"/>
                <a:gd name="T29" fmla="*/ 2147483647 h 174"/>
                <a:gd name="T30" fmla="*/ 2147483647 w 1138"/>
                <a:gd name="T31" fmla="*/ 2147483647 h 174"/>
                <a:gd name="T32" fmla="*/ 2147483647 w 1138"/>
                <a:gd name="T33" fmla="*/ 2147483647 h 174"/>
                <a:gd name="T34" fmla="*/ 2147483647 w 1138"/>
                <a:gd name="T35" fmla="*/ 2147483647 h 174"/>
                <a:gd name="T36" fmla="*/ 2147483647 w 1138"/>
                <a:gd name="T37" fmla="*/ 2147483647 h 174"/>
                <a:gd name="T38" fmla="*/ 2147483647 w 1138"/>
                <a:gd name="T39" fmla="*/ 2147483647 h 174"/>
                <a:gd name="T40" fmla="*/ 2147483647 w 1138"/>
                <a:gd name="T41" fmla="*/ 2147483647 h 174"/>
                <a:gd name="T42" fmla="*/ 2147483647 w 1138"/>
                <a:gd name="T43" fmla="*/ 2147483647 h 174"/>
                <a:gd name="T44" fmla="*/ 2147483647 w 1138"/>
                <a:gd name="T45" fmla="*/ 2147483647 h 174"/>
                <a:gd name="T46" fmla="*/ 2147483647 w 1138"/>
                <a:gd name="T47" fmla="*/ 2147483647 h 174"/>
                <a:gd name="T48" fmla="*/ 2147483647 w 1138"/>
                <a:gd name="T49" fmla="*/ 2147483647 h 174"/>
                <a:gd name="T50" fmla="*/ 2147483647 w 1138"/>
                <a:gd name="T51" fmla="*/ 2147483647 h 174"/>
                <a:gd name="T52" fmla="*/ 2147483647 w 1138"/>
                <a:gd name="T53" fmla="*/ 2147483647 h 174"/>
                <a:gd name="T54" fmla="*/ 2147483647 w 1138"/>
                <a:gd name="T55" fmla="*/ 2147483647 h 174"/>
                <a:gd name="T56" fmla="*/ 2147483647 w 1138"/>
                <a:gd name="T57" fmla="*/ 2147483647 h 174"/>
                <a:gd name="T58" fmla="*/ 2147483647 w 1138"/>
                <a:gd name="T59" fmla="*/ 2147483647 h 174"/>
                <a:gd name="T60" fmla="*/ 2147483647 w 1138"/>
                <a:gd name="T61" fmla="*/ 2147483647 h 174"/>
                <a:gd name="T62" fmla="*/ 2147483647 w 1138"/>
                <a:gd name="T63" fmla="*/ 2147483647 h 174"/>
                <a:gd name="T64" fmla="*/ 2147483647 w 1138"/>
                <a:gd name="T65" fmla="*/ 2147483647 h 174"/>
                <a:gd name="T66" fmla="*/ 2147483647 w 1138"/>
                <a:gd name="T67" fmla="*/ 2147483647 h 174"/>
                <a:gd name="T68" fmla="*/ 2147483647 w 1138"/>
                <a:gd name="T69" fmla="*/ 2147483647 h 174"/>
                <a:gd name="T70" fmla="*/ 2147483647 w 1138"/>
                <a:gd name="T71" fmla="*/ 2147483647 h 174"/>
                <a:gd name="T72" fmla="*/ 2147483647 w 1138"/>
                <a:gd name="T73" fmla="*/ 2147483647 h 174"/>
                <a:gd name="T74" fmla="*/ 2147483647 w 1138"/>
                <a:gd name="T75" fmla="*/ 2147483647 h 174"/>
                <a:gd name="T76" fmla="*/ 2147483647 w 1138"/>
                <a:gd name="T77" fmla="*/ 2147483647 h 174"/>
                <a:gd name="T78" fmla="*/ 2147483647 w 1138"/>
                <a:gd name="T79" fmla="*/ 2147483647 h 174"/>
                <a:gd name="T80" fmla="*/ 2147483647 w 1138"/>
                <a:gd name="T81" fmla="*/ 2147483647 h 174"/>
                <a:gd name="T82" fmla="*/ 2147483647 w 1138"/>
                <a:gd name="T83" fmla="*/ 2147483647 h 174"/>
                <a:gd name="T84" fmla="*/ 2147483647 w 1138"/>
                <a:gd name="T85" fmla="*/ 2147483647 h 174"/>
                <a:gd name="T86" fmla="*/ 2147483647 w 1138"/>
                <a:gd name="T87" fmla="*/ 2147483647 h 174"/>
                <a:gd name="T88" fmla="*/ 2147483647 w 1138"/>
                <a:gd name="T89" fmla="*/ 2147483647 h 174"/>
                <a:gd name="T90" fmla="*/ 2147483647 w 1138"/>
                <a:gd name="T91" fmla="*/ 2147483647 h 174"/>
                <a:gd name="T92" fmla="*/ 2147483647 w 1138"/>
                <a:gd name="T93" fmla="*/ 2147483647 h 174"/>
                <a:gd name="T94" fmla="*/ 2147483647 w 1138"/>
                <a:gd name="T95" fmla="*/ 2147483647 h 174"/>
                <a:gd name="T96" fmla="*/ 2147483647 w 1138"/>
                <a:gd name="T97" fmla="*/ 2147483647 h 174"/>
                <a:gd name="T98" fmla="*/ 2147483647 w 1138"/>
                <a:gd name="T99" fmla="*/ 2147483647 h 174"/>
                <a:gd name="T100" fmla="*/ 2147483647 w 1138"/>
                <a:gd name="T101" fmla="*/ 2147483647 h 174"/>
                <a:gd name="T102" fmla="*/ 2147483647 w 1138"/>
                <a:gd name="T103" fmla="*/ 2147483647 h 174"/>
                <a:gd name="T104" fmla="*/ 2147483647 w 1138"/>
                <a:gd name="T105" fmla="*/ 2147483647 h 174"/>
                <a:gd name="T106" fmla="*/ 2147483647 w 1138"/>
                <a:gd name="T107" fmla="*/ 2147483647 h 174"/>
                <a:gd name="T108" fmla="*/ 2147483647 w 1138"/>
                <a:gd name="T109" fmla="*/ 2147483647 h 174"/>
                <a:gd name="T110" fmla="*/ 0 w 1138"/>
                <a:gd name="T111" fmla="*/ 2147483647 h 174"/>
                <a:gd name="T112" fmla="*/ 0 w 1138"/>
                <a:gd name="T113" fmla="*/ 2147483647 h 174"/>
                <a:gd name="T114" fmla="*/ 2147483647 w 1138"/>
                <a:gd name="T115" fmla="*/ 2147483647 h 174"/>
                <a:gd name="T116" fmla="*/ 2147483647 w 1138"/>
                <a:gd name="T117" fmla="*/ 2147483647 h 174"/>
                <a:gd name="T118" fmla="*/ 2147483647 w 1138"/>
                <a:gd name="T119" fmla="*/ 2147483647 h 174"/>
                <a:gd name="T120" fmla="*/ 2147483647 w 1138"/>
                <a:gd name="T121" fmla="*/ 2147483647 h 174"/>
                <a:gd name="T122" fmla="*/ 2147483647 w 1138"/>
                <a:gd name="T123" fmla="*/ 2147483647 h 174"/>
                <a:gd name="T124" fmla="*/ 2147483647 w 1138"/>
                <a:gd name="T125" fmla="*/ 2147483647 h 17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138"/>
                <a:gd name="T190" fmla="*/ 0 h 174"/>
                <a:gd name="T191" fmla="*/ 1138 w 1138"/>
                <a:gd name="T192" fmla="*/ 174 h 17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138" h="174">
                  <a:moveTo>
                    <a:pt x="45" y="21"/>
                  </a:moveTo>
                  <a:lnTo>
                    <a:pt x="60" y="10"/>
                  </a:lnTo>
                  <a:lnTo>
                    <a:pt x="77" y="4"/>
                  </a:lnTo>
                  <a:lnTo>
                    <a:pt x="87" y="2"/>
                  </a:lnTo>
                  <a:lnTo>
                    <a:pt x="99" y="0"/>
                  </a:lnTo>
                  <a:lnTo>
                    <a:pt x="116" y="0"/>
                  </a:lnTo>
                  <a:lnTo>
                    <a:pt x="137" y="0"/>
                  </a:lnTo>
                  <a:lnTo>
                    <a:pt x="160" y="0"/>
                  </a:lnTo>
                  <a:lnTo>
                    <a:pt x="189" y="2"/>
                  </a:lnTo>
                  <a:lnTo>
                    <a:pt x="218" y="6"/>
                  </a:lnTo>
                  <a:lnTo>
                    <a:pt x="251" y="8"/>
                  </a:lnTo>
                  <a:lnTo>
                    <a:pt x="288" y="12"/>
                  </a:lnTo>
                  <a:lnTo>
                    <a:pt x="324" y="16"/>
                  </a:lnTo>
                  <a:lnTo>
                    <a:pt x="403" y="21"/>
                  </a:lnTo>
                  <a:lnTo>
                    <a:pt x="442" y="21"/>
                  </a:lnTo>
                  <a:lnTo>
                    <a:pt x="486" y="23"/>
                  </a:lnTo>
                  <a:lnTo>
                    <a:pt x="575" y="23"/>
                  </a:lnTo>
                  <a:lnTo>
                    <a:pt x="668" y="23"/>
                  </a:lnTo>
                  <a:lnTo>
                    <a:pt x="764" y="21"/>
                  </a:lnTo>
                  <a:lnTo>
                    <a:pt x="814" y="18"/>
                  </a:lnTo>
                  <a:lnTo>
                    <a:pt x="866" y="16"/>
                  </a:lnTo>
                  <a:lnTo>
                    <a:pt x="972" y="10"/>
                  </a:lnTo>
                  <a:lnTo>
                    <a:pt x="1024" y="6"/>
                  </a:lnTo>
                  <a:lnTo>
                    <a:pt x="1063" y="9"/>
                  </a:lnTo>
                  <a:lnTo>
                    <a:pt x="1102" y="15"/>
                  </a:lnTo>
                  <a:lnTo>
                    <a:pt x="1138" y="84"/>
                  </a:lnTo>
                  <a:lnTo>
                    <a:pt x="1096" y="138"/>
                  </a:lnTo>
                  <a:lnTo>
                    <a:pt x="1009" y="159"/>
                  </a:lnTo>
                  <a:lnTo>
                    <a:pt x="918" y="162"/>
                  </a:lnTo>
                  <a:lnTo>
                    <a:pt x="864" y="158"/>
                  </a:lnTo>
                  <a:lnTo>
                    <a:pt x="808" y="155"/>
                  </a:lnTo>
                  <a:lnTo>
                    <a:pt x="693" y="151"/>
                  </a:lnTo>
                  <a:lnTo>
                    <a:pt x="639" y="149"/>
                  </a:lnTo>
                  <a:lnTo>
                    <a:pt x="585" y="149"/>
                  </a:lnTo>
                  <a:lnTo>
                    <a:pt x="531" y="151"/>
                  </a:lnTo>
                  <a:lnTo>
                    <a:pt x="477" y="153"/>
                  </a:lnTo>
                  <a:lnTo>
                    <a:pt x="421" y="158"/>
                  </a:lnTo>
                  <a:lnTo>
                    <a:pt x="367" y="162"/>
                  </a:lnTo>
                  <a:lnTo>
                    <a:pt x="317" y="166"/>
                  </a:lnTo>
                  <a:lnTo>
                    <a:pt x="270" y="170"/>
                  </a:lnTo>
                  <a:lnTo>
                    <a:pt x="226" y="172"/>
                  </a:lnTo>
                  <a:lnTo>
                    <a:pt x="191" y="174"/>
                  </a:lnTo>
                  <a:lnTo>
                    <a:pt x="162" y="174"/>
                  </a:lnTo>
                  <a:lnTo>
                    <a:pt x="141" y="174"/>
                  </a:lnTo>
                  <a:lnTo>
                    <a:pt x="124" y="172"/>
                  </a:lnTo>
                  <a:lnTo>
                    <a:pt x="112" y="170"/>
                  </a:lnTo>
                  <a:lnTo>
                    <a:pt x="104" y="168"/>
                  </a:lnTo>
                  <a:lnTo>
                    <a:pt x="93" y="166"/>
                  </a:lnTo>
                  <a:lnTo>
                    <a:pt x="85" y="162"/>
                  </a:lnTo>
                  <a:lnTo>
                    <a:pt x="74" y="158"/>
                  </a:lnTo>
                  <a:lnTo>
                    <a:pt x="50" y="147"/>
                  </a:lnTo>
                  <a:lnTo>
                    <a:pt x="27" y="133"/>
                  </a:lnTo>
                  <a:lnTo>
                    <a:pt x="16" y="124"/>
                  </a:lnTo>
                  <a:lnTo>
                    <a:pt x="8" y="116"/>
                  </a:lnTo>
                  <a:lnTo>
                    <a:pt x="2" y="108"/>
                  </a:lnTo>
                  <a:lnTo>
                    <a:pt x="0" y="99"/>
                  </a:lnTo>
                  <a:lnTo>
                    <a:pt x="0" y="91"/>
                  </a:lnTo>
                  <a:lnTo>
                    <a:pt x="2" y="81"/>
                  </a:lnTo>
                  <a:lnTo>
                    <a:pt x="6" y="68"/>
                  </a:lnTo>
                  <a:lnTo>
                    <a:pt x="12" y="58"/>
                  </a:lnTo>
                  <a:lnTo>
                    <a:pt x="29" y="37"/>
                  </a:lnTo>
                  <a:lnTo>
                    <a:pt x="37" y="29"/>
                  </a:lnTo>
                  <a:lnTo>
                    <a:pt x="45" y="21"/>
                  </a:lnTo>
                  <a:close/>
                </a:path>
              </a:pathLst>
            </a:custGeom>
            <a:solidFill>
              <a:srgbClr val="FF99CC"/>
            </a:solidFill>
            <a:ln>
              <a:noFill/>
            </a:ln>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7" name="Line 450"/>
            <p:cNvSpPr>
              <a:spLocks noChangeShapeType="1"/>
            </p:cNvSpPr>
            <p:nvPr/>
          </p:nvSpPr>
          <p:spPr bwMode="auto">
            <a:xfrm>
              <a:off x="4445846" y="3106632"/>
              <a:ext cx="116774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8" name="Freeform 4"/>
            <p:cNvSpPr>
              <a:spLocks/>
            </p:cNvSpPr>
            <p:nvPr/>
          </p:nvSpPr>
          <p:spPr bwMode="auto">
            <a:xfrm>
              <a:off x="4429217" y="2313704"/>
              <a:ext cx="529366" cy="560245"/>
            </a:xfrm>
            <a:custGeom>
              <a:avLst/>
              <a:gdLst>
                <a:gd name="T0" fmla="*/ 2147483647 w 741"/>
                <a:gd name="T1" fmla="*/ 2147483647 h 744"/>
                <a:gd name="T2" fmla="*/ 2147483647 w 741"/>
                <a:gd name="T3" fmla="*/ 2147483647 h 744"/>
                <a:gd name="T4" fmla="*/ 2147483647 w 741"/>
                <a:gd name="T5" fmla="*/ 2147483647 h 744"/>
                <a:gd name="T6" fmla="*/ 2147483647 w 741"/>
                <a:gd name="T7" fmla="*/ 2147483647 h 744"/>
                <a:gd name="T8" fmla="*/ 2147483647 w 741"/>
                <a:gd name="T9" fmla="*/ 2147483647 h 744"/>
                <a:gd name="T10" fmla="*/ 2147483647 w 741"/>
                <a:gd name="T11" fmla="*/ 2147483647 h 744"/>
                <a:gd name="T12" fmla="*/ 2147483647 w 741"/>
                <a:gd name="T13" fmla="*/ 2147483647 h 744"/>
                <a:gd name="T14" fmla="*/ 2147483647 w 741"/>
                <a:gd name="T15" fmla="*/ 2147483647 h 744"/>
                <a:gd name="T16" fmla="*/ 2147483647 w 741"/>
                <a:gd name="T17" fmla="*/ 2147483647 h 744"/>
                <a:gd name="T18" fmla="*/ 2147483647 w 741"/>
                <a:gd name="T19" fmla="*/ 2147483647 h 744"/>
                <a:gd name="T20" fmla="*/ 2147483647 w 741"/>
                <a:gd name="T21" fmla="*/ 2147483647 h 744"/>
                <a:gd name="T22" fmla="*/ 2147483647 w 741"/>
                <a:gd name="T23" fmla="*/ 2147483647 h 744"/>
                <a:gd name="T24" fmla="*/ 2147483647 w 741"/>
                <a:gd name="T25" fmla="*/ 2147483647 h 744"/>
                <a:gd name="T26" fmla="*/ 2147483647 w 741"/>
                <a:gd name="T27" fmla="*/ 2147483647 h 744"/>
                <a:gd name="T28" fmla="*/ 2147483647 w 741"/>
                <a:gd name="T29" fmla="*/ 2147483647 h 744"/>
                <a:gd name="T30" fmla="*/ 2147483647 w 741"/>
                <a:gd name="T31" fmla="*/ 2147483647 h 744"/>
                <a:gd name="T32" fmla="*/ 2147483647 w 741"/>
                <a:gd name="T33" fmla="*/ 2147483647 h 744"/>
                <a:gd name="T34" fmla="*/ 2147483647 w 741"/>
                <a:gd name="T35" fmla="*/ 2147483647 h 744"/>
                <a:gd name="T36" fmla="*/ 2147483647 w 741"/>
                <a:gd name="T37" fmla="*/ 2147483647 h 744"/>
                <a:gd name="T38" fmla="*/ 2147483647 w 741"/>
                <a:gd name="T39" fmla="*/ 2147483647 h 744"/>
                <a:gd name="T40" fmla="*/ 2147483647 w 741"/>
                <a:gd name="T41" fmla="*/ 2147483647 h 744"/>
                <a:gd name="T42" fmla="*/ 2147483647 w 741"/>
                <a:gd name="T43" fmla="*/ 2147483647 h 744"/>
                <a:gd name="T44" fmla="*/ 2147483647 w 741"/>
                <a:gd name="T45" fmla="*/ 2147483647 h 744"/>
                <a:gd name="T46" fmla="*/ 2147483647 w 741"/>
                <a:gd name="T47" fmla="*/ 2147483647 h 744"/>
                <a:gd name="T48" fmla="*/ 2147483647 w 741"/>
                <a:gd name="T49" fmla="*/ 2147483647 h 744"/>
                <a:gd name="T50" fmla="*/ 2147483647 w 741"/>
                <a:gd name="T51" fmla="*/ 2147483647 h 744"/>
                <a:gd name="T52" fmla="*/ 2147483647 w 741"/>
                <a:gd name="T53" fmla="*/ 2147483647 h 744"/>
                <a:gd name="T54" fmla="*/ 2147483647 w 741"/>
                <a:gd name="T55" fmla="*/ 0 h 744"/>
                <a:gd name="T56" fmla="*/ 2147483647 w 741"/>
                <a:gd name="T57" fmla="*/ 2147483647 h 744"/>
                <a:gd name="T58" fmla="*/ 2147483647 w 741"/>
                <a:gd name="T59" fmla="*/ 2147483647 h 744"/>
                <a:gd name="T60" fmla="*/ 2147483647 w 741"/>
                <a:gd name="T61" fmla="*/ 2147483647 h 744"/>
                <a:gd name="T62" fmla="*/ 2147483647 w 741"/>
                <a:gd name="T63" fmla="*/ 2147483647 h 744"/>
                <a:gd name="T64" fmla="*/ 2147483647 w 741"/>
                <a:gd name="T65" fmla="*/ 2147483647 h 744"/>
                <a:gd name="T66" fmla="*/ 2147483647 w 741"/>
                <a:gd name="T67" fmla="*/ 2147483647 h 744"/>
                <a:gd name="T68" fmla="*/ 2147483647 w 741"/>
                <a:gd name="T69" fmla="*/ 2147483647 h 744"/>
                <a:gd name="T70" fmla="*/ 2147483647 w 741"/>
                <a:gd name="T71" fmla="*/ 2147483647 h 744"/>
                <a:gd name="T72" fmla="*/ 2147483647 w 741"/>
                <a:gd name="T73" fmla="*/ 2147483647 h 744"/>
                <a:gd name="T74" fmla="*/ 2147483647 w 741"/>
                <a:gd name="T75" fmla="*/ 2147483647 h 744"/>
                <a:gd name="T76" fmla="*/ 2147483647 w 741"/>
                <a:gd name="T77" fmla="*/ 2147483647 h 744"/>
                <a:gd name="T78" fmla="*/ 2147483647 w 741"/>
                <a:gd name="T79" fmla="*/ 2147483647 h 744"/>
                <a:gd name="T80" fmla="*/ 2147483647 w 741"/>
                <a:gd name="T81" fmla="*/ 2147483647 h 744"/>
                <a:gd name="T82" fmla="*/ 2147483647 w 741"/>
                <a:gd name="T83" fmla="*/ 2147483647 h 744"/>
                <a:gd name="T84" fmla="*/ 2147483647 w 741"/>
                <a:gd name="T85" fmla="*/ 2147483647 h 744"/>
                <a:gd name="T86" fmla="*/ 0 w 741"/>
                <a:gd name="T87" fmla="*/ 2147483647 h 744"/>
                <a:gd name="T88" fmla="*/ 2147483647 w 741"/>
                <a:gd name="T89" fmla="*/ 2147483647 h 744"/>
                <a:gd name="T90" fmla="*/ 2147483647 w 741"/>
                <a:gd name="T91" fmla="*/ 2147483647 h 744"/>
                <a:gd name="T92" fmla="*/ 2147483647 w 741"/>
                <a:gd name="T93" fmla="*/ 2147483647 h 744"/>
                <a:gd name="T94" fmla="*/ 2147483647 w 741"/>
                <a:gd name="T95" fmla="*/ 2147483647 h 74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41"/>
                <a:gd name="T145" fmla="*/ 0 h 744"/>
                <a:gd name="T146" fmla="*/ 741 w 741"/>
                <a:gd name="T147" fmla="*/ 744 h 74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41" h="744">
                  <a:moveTo>
                    <a:pt x="204" y="648"/>
                  </a:moveTo>
                  <a:lnTo>
                    <a:pt x="303" y="534"/>
                  </a:lnTo>
                  <a:lnTo>
                    <a:pt x="324" y="501"/>
                  </a:lnTo>
                  <a:lnTo>
                    <a:pt x="390" y="423"/>
                  </a:lnTo>
                  <a:lnTo>
                    <a:pt x="406" y="402"/>
                  </a:lnTo>
                  <a:lnTo>
                    <a:pt x="444" y="363"/>
                  </a:lnTo>
                  <a:lnTo>
                    <a:pt x="483" y="323"/>
                  </a:lnTo>
                  <a:lnTo>
                    <a:pt x="527" y="284"/>
                  </a:lnTo>
                  <a:lnTo>
                    <a:pt x="568" y="249"/>
                  </a:lnTo>
                  <a:lnTo>
                    <a:pt x="591" y="234"/>
                  </a:lnTo>
                  <a:lnTo>
                    <a:pt x="614" y="220"/>
                  </a:lnTo>
                  <a:lnTo>
                    <a:pt x="664" y="193"/>
                  </a:lnTo>
                  <a:lnTo>
                    <a:pt x="687" y="180"/>
                  </a:lnTo>
                  <a:lnTo>
                    <a:pt x="707" y="168"/>
                  </a:lnTo>
                  <a:lnTo>
                    <a:pt x="724" y="155"/>
                  </a:lnTo>
                  <a:lnTo>
                    <a:pt x="734" y="141"/>
                  </a:lnTo>
                  <a:lnTo>
                    <a:pt x="741" y="126"/>
                  </a:lnTo>
                  <a:lnTo>
                    <a:pt x="741" y="110"/>
                  </a:lnTo>
                  <a:lnTo>
                    <a:pt x="738" y="93"/>
                  </a:lnTo>
                  <a:lnTo>
                    <a:pt x="732" y="77"/>
                  </a:lnTo>
                  <a:lnTo>
                    <a:pt x="724" y="60"/>
                  </a:lnTo>
                  <a:lnTo>
                    <a:pt x="714" y="45"/>
                  </a:lnTo>
                  <a:lnTo>
                    <a:pt x="703" y="35"/>
                  </a:lnTo>
                  <a:lnTo>
                    <a:pt x="693" y="25"/>
                  </a:lnTo>
                  <a:lnTo>
                    <a:pt x="680" y="16"/>
                  </a:lnTo>
                  <a:lnTo>
                    <a:pt x="666" y="10"/>
                  </a:lnTo>
                  <a:lnTo>
                    <a:pt x="630" y="2"/>
                  </a:lnTo>
                  <a:lnTo>
                    <a:pt x="612" y="0"/>
                  </a:lnTo>
                  <a:lnTo>
                    <a:pt x="573" y="24"/>
                  </a:lnTo>
                  <a:lnTo>
                    <a:pt x="475" y="110"/>
                  </a:lnTo>
                  <a:lnTo>
                    <a:pt x="460" y="128"/>
                  </a:lnTo>
                  <a:lnTo>
                    <a:pt x="442" y="147"/>
                  </a:lnTo>
                  <a:lnTo>
                    <a:pt x="423" y="168"/>
                  </a:lnTo>
                  <a:lnTo>
                    <a:pt x="379" y="216"/>
                  </a:lnTo>
                  <a:lnTo>
                    <a:pt x="334" y="261"/>
                  </a:lnTo>
                  <a:lnTo>
                    <a:pt x="311" y="282"/>
                  </a:lnTo>
                  <a:lnTo>
                    <a:pt x="290" y="303"/>
                  </a:lnTo>
                  <a:lnTo>
                    <a:pt x="267" y="321"/>
                  </a:lnTo>
                  <a:lnTo>
                    <a:pt x="242" y="338"/>
                  </a:lnTo>
                  <a:lnTo>
                    <a:pt x="192" y="369"/>
                  </a:lnTo>
                  <a:lnTo>
                    <a:pt x="126" y="441"/>
                  </a:lnTo>
                  <a:lnTo>
                    <a:pt x="72" y="519"/>
                  </a:lnTo>
                  <a:lnTo>
                    <a:pt x="27" y="603"/>
                  </a:lnTo>
                  <a:lnTo>
                    <a:pt x="0" y="675"/>
                  </a:lnTo>
                  <a:lnTo>
                    <a:pt x="15" y="735"/>
                  </a:lnTo>
                  <a:lnTo>
                    <a:pt x="36" y="744"/>
                  </a:lnTo>
                  <a:lnTo>
                    <a:pt x="105" y="744"/>
                  </a:lnTo>
                  <a:lnTo>
                    <a:pt x="204" y="648"/>
                  </a:lnTo>
                  <a:close/>
                </a:path>
              </a:pathLst>
            </a:custGeom>
            <a:solidFill>
              <a:srgbClr val="FF99CC"/>
            </a:solidFill>
            <a:ln>
              <a:noFill/>
            </a:ln>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9" name="Freeform 5"/>
            <p:cNvSpPr>
              <a:spLocks/>
            </p:cNvSpPr>
            <p:nvPr/>
          </p:nvSpPr>
          <p:spPr bwMode="auto">
            <a:xfrm>
              <a:off x="5206174" y="2311445"/>
              <a:ext cx="470240" cy="626887"/>
            </a:xfrm>
            <a:custGeom>
              <a:avLst/>
              <a:gdLst>
                <a:gd name="T0" fmla="*/ 2147483647 w 657"/>
                <a:gd name="T1" fmla="*/ 2147483647 h 832"/>
                <a:gd name="T2" fmla="*/ 2147483647 w 657"/>
                <a:gd name="T3" fmla="*/ 2147483647 h 832"/>
                <a:gd name="T4" fmla="*/ 2147483647 w 657"/>
                <a:gd name="T5" fmla="*/ 2147483647 h 832"/>
                <a:gd name="T6" fmla="*/ 2147483647 w 657"/>
                <a:gd name="T7" fmla="*/ 2147483647 h 832"/>
                <a:gd name="T8" fmla="*/ 2147483647 w 657"/>
                <a:gd name="T9" fmla="*/ 0 h 832"/>
                <a:gd name="T10" fmla="*/ 2147483647 w 657"/>
                <a:gd name="T11" fmla="*/ 2147483647 h 832"/>
                <a:gd name="T12" fmla="*/ 2147483647 w 657"/>
                <a:gd name="T13" fmla="*/ 2147483647 h 832"/>
                <a:gd name="T14" fmla="*/ 2147483647 w 657"/>
                <a:gd name="T15" fmla="*/ 2147483647 h 832"/>
                <a:gd name="T16" fmla="*/ 2147483647 w 657"/>
                <a:gd name="T17" fmla="*/ 2147483647 h 832"/>
                <a:gd name="T18" fmla="*/ 2147483647 w 657"/>
                <a:gd name="T19" fmla="*/ 2147483647 h 832"/>
                <a:gd name="T20" fmla="*/ 2147483647 w 657"/>
                <a:gd name="T21" fmla="*/ 2147483647 h 832"/>
                <a:gd name="T22" fmla="*/ 2147483647 w 657"/>
                <a:gd name="T23" fmla="*/ 2147483647 h 832"/>
                <a:gd name="T24" fmla="*/ 2147483647 w 657"/>
                <a:gd name="T25" fmla="*/ 2147483647 h 832"/>
                <a:gd name="T26" fmla="*/ 2147483647 w 657"/>
                <a:gd name="T27" fmla="*/ 2147483647 h 832"/>
                <a:gd name="T28" fmla="*/ 2147483647 w 657"/>
                <a:gd name="T29" fmla="*/ 2147483647 h 832"/>
                <a:gd name="T30" fmla="*/ 2147483647 w 657"/>
                <a:gd name="T31" fmla="*/ 2147483647 h 832"/>
                <a:gd name="T32" fmla="*/ 2147483647 w 657"/>
                <a:gd name="T33" fmla="*/ 2147483647 h 832"/>
                <a:gd name="T34" fmla="*/ 2147483647 w 657"/>
                <a:gd name="T35" fmla="*/ 2147483647 h 832"/>
                <a:gd name="T36" fmla="*/ 2147483647 w 657"/>
                <a:gd name="T37" fmla="*/ 2147483647 h 832"/>
                <a:gd name="T38" fmla="*/ 2147483647 w 657"/>
                <a:gd name="T39" fmla="*/ 2147483647 h 832"/>
                <a:gd name="T40" fmla="*/ 2147483647 w 657"/>
                <a:gd name="T41" fmla="*/ 2147483647 h 832"/>
                <a:gd name="T42" fmla="*/ 2147483647 w 657"/>
                <a:gd name="T43" fmla="*/ 2147483647 h 832"/>
                <a:gd name="T44" fmla="*/ 0 w 657"/>
                <a:gd name="T45" fmla="*/ 2147483647 h 832"/>
                <a:gd name="T46" fmla="*/ 2147483647 w 657"/>
                <a:gd name="T47" fmla="*/ 2147483647 h 832"/>
                <a:gd name="T48" fmla="*/ 2147483647 w 657"/>
                <a:gd name="T49" fmla="*/ 2147483647 h 832"/>
                <a:gd name="T50" fmla="*/ 2147483647 w 657"/>
                <a:gd name="T51" fmla="*/ 2147483647 h 832"/>
                <a:gd name="T52" fmla="*/ 2147483647 w 657"/>
                <a:gd name="T53" fmla="*/ 2147483647 h 83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57"/>
                <a:gd name="T82" fmla="*/ 0 h 832"/>
                <a:gd name="T83" fmla="*/ 657 w 657"/>
                <a:gd name="T84" fmla="*/ 832 h 832"/>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57" h="832">
                  <a:moveTo>
                    <a:pt x="39" y="17"/>
                  </a:moveTo>
                  <a:lnTo>
                    <a:pt x="49" y="10"/>
                  </a:lnTo>
                  <a:lnTo>
                    <a:pt x="60" y="4"/>
                  </a:lnTo>
                  <a:lnTo>
                    <a:pt x="72" y="2"/>
                  </a:lnTo>
                  <a:lnTo>
                    <a:pt x="87" y="0"/>
                  </a:lnTo>
                  <a:lnTo>
                    <a:pt x="161" y="36"/>
                  </a:lnTo>
                  <a:lnTo>
                    <a:pt x="289" y="168"/>
                  </a:lnTo>
                  <a:lnTo>
                    <a:pt x="421" y="320"/>
                  </a:lnTo>
                  <a:lnTo>
                    <a:pt x="513" y="472"/>
                  </a:lnTo>
                  <a:lnTo>
                    <a:pt x="657" y="756"/>
                  </a:lnTo>
                  <a:lnTo>
                    <a:pt x="629" y="832"/>
                  </a:lnTo>
                  <a:lnTo>
                    <a:pt x="541" y="824"/>
                  </a:lnTo>
                  <a:lnTo>
                    <a:pt x="433" y="672"/>
                  </a:lnTo>
                  <a:lnTo>
                    <a:pt x="381" y="556"/>
                  </a:lnTo>
                  <a:lnTo>
                    <a:pt x="285" y="416"/>
                  </a:lnTo>
                  <a:lnTo>
                    <a:pt x="237" y="344"/>
                  </a:lnTo>
                  <a:lnTo>
                    <a:pt x="197" y="304"/>
                  </a:lnTo>
                  <a:lnTo>
                    <a:pt x="153" y="268"/>
                  </a:lnTo>
                  <a:lnTo>
                    <a:pt x="124" y="232"/>
                  </a:lnTo>
                  <a:lnTo>
                    <a:pt x="91" y="214"/>
                  </a:lnTo>
                  <a:lnTo>
                    <a:pt x="62" y="197"/>
                  </a:lnTo>
                  <a:lnTo>
                    <a:pt x="33" y="168"/>
                  </a:lnTo>
                  <a:lnTo>
                    <a:pt x="0" y="91"/>
                  </a:lnTo>
                  <a:lnTo>
                    <a:pt x="6" y="73"/>
                  </a:lnTo>
                  <a:lnTo>
                    <a:pt x="27" y="42"/>
                  </a:lnTo>
                  <a:lnTo>
                    <a:pt x="35" y="27"/>
                  </a:lnTo>
                  <a:lnTo>
                    <a:pt x="39" y="17"/>
                  </a:lnTo>
                  <a:close/>
                </a:path>
              </a:pathLst>
            </a:custGeom>
            <a:solidFill>
              <a:srgbClr val="FF99CC"/>
            </a:solidFill>
            <a:ln>
              <a:noFill/>
            </a:ln>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0" name="Freeform 10"/>
            <p:cNvSpPr>
              <a:spLocks/>
            </p:cNvSpPr>
            <p:nvPr/>
          </p:nvSpPr>
          <p:spPr bwMode="auto">
            <a:xfrm>
              <a:off x="4289715" y="2190586"/>
              <a:ext cx="766795" cy="842627"/>
            </a:xfrm>
            <a:custGeom>
              <a:avLst/>
              <a:gdLst>
                <a:gd name="T0" fmla="*/ 0 w 945"/>
                <a:gd name="T1" fmla="*/ 2147483647 h 888"/>
                <a:gd name="T2" fmla="*/ 2147483647 w 945"/>
                <a:gd name="T3" fmla="*/ 2147483647 h 888"/>
                <a:gd name="T4" fmla="*/ 2147483647 w 945"/>
                <a:gd name="T5" fmla="*/ 2147483647 h 888"/>
                <a:gd name="T6" fmla="*/ 2147483647 w 945"/>
                <a:gd name="T7" fmla="*/ 0 h 888"/>
                <a:gd name="T8" fmla="*/ 0 w 945"/>
                <a:gd name="T9" fmla="*/ 2147483647 h 888"/>
                <a:gd name="T10" fmla="*/ 0 60000 65536"/>
                <a:gd name="T11" fmla="*/ 0 60000 65536"/>
                <a:gd name="T12" fmla="*/ 0 60000 65536"/>
                <a:gd name="T13" fmla="*/ 0 60000 65536"/>
                <a:gd name="T14" fmla="*/ 0 60000 65536"/>
                <a:gd name="T15" fmla="*/ 0 w 945"/>
                <a:gd name="T16" fmla="*/ 0 h 888"/>
                <a:gd name="T17" fmla="*/ 945 w 945"/>
                <a:gd name="T18" fmla="*/ 888 h 888"/>
              </a:gdLst>
              <a:ahLst/>
              <a:cxnLst>
                <a:cxn ang="T10">
                  <a:pos x="T0" y="T1"/>
                </a:cxn>
                <a:cxn ang="T11">
                  <a:pos x="T2" y="T3"/>
                </a:cxn>
                <a:cxn ang="T12">
                  <a:pos x="T4" y="T5"/>
                </a:cxn>
                <a:cxn ang="T13">
                  <a:pos x="T6" y="T7"/>
                </a:cxn>
                <a:cxn ang="T14">
                  <a:pos x="T8" y="T9"/>
                </a:cxn>
              </a:cxnLst>
              <a:rect l="T15" t="T16" r="T17" b="T18"/>
              <a:pathLst>
                <a:path w="945" h="888">
                  <a:moveTo>
                    <a:pt x="0" y="876"/>
                  </a:moveTo>
                  <a:lnTo>
                    <a:pt x="12" y="888"/>
                  </a:lnTo>
                  <a:lnTo>
                    <a:pt x="945" y="12"/>
                  </a:lnTo>
                  <a:lnTo>
                    <a:pt x="932" y="0"/>
                  </a:lnTo>
                  <a:lnTo>
                    <a:pt x="0" y="876"/>
                  </a:lnTo>
                  <a:close/>
                </a:path>
              </a:pathLst>
            </a:custGeom>
            <a:solidFill>
              <a:srgbClr val="000000"/>
            </a:solidFill>
            <a:ln w="9525">
              <a:solidFill>
                <a:srgbClr val="000000"/>
              </a:solidFill>
              <a:round/>
              <a:headEnd/>
              <a:tailEnd/>
            </a:ln>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1" name="Freeform 15"/>
            <p:cNvSpPr>
              <a:spLocks/>
            </p:cNvSpPr>
            <p:nvPr/>
          </p:nvSpPr>
          <p:spPr bwMode="auto">
            <a:xfrm>
              <a:off x="5141505" y="2181549"/>
              <a:ext cx="574635" cy="816648"/>
            </a:xfrm>
            <a:custGeom>
              <a:avLst/>
              <a:gdLst>
                <a:gd name="T0" fmla="*/ 2147483647 w 1094"/>
                <a:gd name="T1" fmla="*/ 2147483647 h 901"/>
                <a:gd name="T2" fmla="*/ 2147483647 w 1094"/>
                <a:gd name="T3" fmla="*/ 2147483647 h 901"/>
                <a:gd name="T4" fmla="*/ 2147483647 w 1094"/>
                <a:gd name="T5" fmla="*/ 0 h 901"/>
                <a:gd name="T6" fmla="*/ 0 w 1094"/>
                <a:gd name="T7" fmla="*/ 2147483647 h 901"/>
                <a:gd name="T8" fmla="*/ 2147483647 w 1094"/>
                <a:gd name="T9" fmla="*/ 2147483647 h 901"/>
                <a:gd name="T10" fmla="*/ 0 60000 65536"/>
                <a:gd name="T11" fmla="*/ 0 60000 65536"/>
                <a:gd name="T12" fmla="*/ 0 60000 65536"/>
                <a:gd name="T13" fmla="*/ 0 60000 65536"/>
                <a:gd name="T14" fmla="*/ 0 60000 65536"/>
                <a:gd name="T15" fmla="*/ 0 w 1094"/>
                <a:gd name="T16" fmla="*/ 0 h 901"/>
                <a:gd name="T17" fmla="*/ 1094 w 1094"/>
                <a:gd name="T18" fmla="*/ 901 h 901"/>
              </a:gdLst>
              <a:ahLst/>
              <a:cxnLst>
                <a:cxn ang="T10">
                  <a:pos x="T0" y="T1"/>
                </a:cxn>
                <a:cxn ang="T11">
                  <a:pos x="T2" y="T3"/>
                </a:cxn>
                <a:cxn ang="T12">
                  <a:pos x="T4" y="T5"/>
                </a:cxn>
                <a:cxn ang="T13">
                  <a:pos x="T6" y="T7"/>
                </a:cxn>
                <a:cxn ang="T14">
                  <a:pos x="T8" y="T9"/>
                </a:cxn>
              </a:cxnLst>
              <a:rect l="T15" t="T16" r="T17" b="T18"/>
              <a:pathLst>
                <a:path w="1094" h="901">
                  <a:moveTo>
                    <a:pt x="1082" y="901"/>
                  </a:moveTo>
                  <a:lnTo>
                    <a:pt x="1094" y="887"/>
                  </a:lnTo>
                  <a:lnTo>
                    <a:pt x="12" y="0"/>
                  </a:lnTo>
                  <a:lnTo>
                    <a:pt x="0" y="15"/>
                  </a:lnTo>
                  <a:lnTo>
                    <a:pt x="1082" y="901"/>
                  </a:lnTo>
                  <a:close/>
                </a:path>
              </a:pathLst>
            </a:custGeom>
            <a:solidFill>
              <a:srgbClr val="000000"/>
            </a:solidFill>
            <a:ln w="9525">
              <a:solidFill>
                <a:srgbClr val="000000"/>
              </a:solidFill>
              <a:round/>
              <a:headEnd/>
              <a:tailEnd/>
            </a:ln>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2" name="Rectangle 27"/>
            <p:cNvSpPr>
              <a:spLocks noChangeArrowheads="1"/>
            </p:cNvSpPr>
            <p:nvPr/>
          </p:nvSpPr>
          <p:spPr bwMode="auto">
            <a:xfrm>
              <a:off x="3931352" y="3912547"/>
              <a:ext cx="984611" cy="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dirty="0">
                  <a:solidFill>
                    <a:srgbClr val="000000"/>
                  </a:solidFill>
                  <a:latin typeface="微软雅黑" panose="020B0503020204020204" pitchFamily="34" charset="-122"/>
                  <a:ea typeface="微软雅黑" panose="020B0503020204020204" pitchFamily="34" charset="-122"/>
                </a:rPr>
                <a:t>以太网交换机</a:t>
              </a:r>
              <a:endParaRPr lang="en-US" altLang="zh-CN" sz="1600" b="1" dirty="0">
                <a:latin typeface="微软雅黑" panose="020B0503020204020204" pitchFamily="34" charset="-122"/>
                <a:ea typeface="微软雅黑" panose="020B0503020204020204" pitchFamily="34" charset="-122"/>
              </a:endParaRPr>
            </a:p>
          </p:txBody>
        </p:sp>
        <p:sp>
          <p:nvSpPr>
            <p:cNvPr id="23" name="Oval 28"/>
            <p:cNvSpPr>
              <a:spLocks noChangeArrowheads="1"/>
            </p:cNvSpPr>
            <p:nvPr/>
          </p:nvSpPr>
          <p:spPr bwMode="auto">
            <a:xfrm>
              <a:off x="6444133" y="3435324"/>
              <a:ext cx="57279" cy="60994"/>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nvGrpSpPr>
            <p:cNvPr id="24" name="Group 57"/>
            <p:cNvGrpSpPr>
              <a:grpSpLocks/>
            </p:cNvGrpSpPr>
            <p:nvPr/>
          </p:nvGrpSpPr>
          <p:grpSpPr bwMode="auto">
            <a:xfrm>
              <a:off x="6270449" y="3566349"/>
              <a:ext cx="243896" cy="265439"/>
              <a:chOff x="3891" y="3616"/>
              <a:chExt cx="342" cy="353"/>
            </a:xfrm>
          </p:grpSpPr>
          <p:grpSp>
            <p:nvGrpSpPr>
              <p:cNvPr id="25" name="Group 58"/>
              <p:cNvGrpSpPr>
                <a:grpSpLocks/>
              </p:cNvGrpSpPr>
              <p:nvPr/>
            </p:nvGrpSpPr>
            <p:grpSpPr bwMode="auto">
              <a:xfrm>
                <a:off x="3899" y="3622"/>
                <a:ext cx="334" cy="347"/>
                <a:chOff x="3899" y="3622"/>
                <a:chExt cx="334" cy="347"/>
              </a:xfrm>
            </p:grpSpPr>
            <p:sp>
              <p:nvSpPr>
                <p:cNvPr id="39" name="Freeform 59"/>
                <p:cNvSpPr>
                  <a:spLocks/>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0" name="Freeform 60"/>
                <p:cNvSpPr>
                  <a:spLocks/>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1" name="Freeform 61"/>
                <p:cNvSpPr>
                  <a:spLocks/>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 name="T10" fmla="*/ 0 60000 65536"/>
                    <a:gd name="T11" fmla="*/ 0 60000 65536"/>
                    <a:gd name="T12" fmla="*/ 0 60000 65536"/>
                    <a:gd name="T13" fmla="*/ 0 60000 65536"/>
                    <a:gd name="T14" fmla="*/ 0 60000 65536"/>
                    <a:gd name="T15" fmla="*/ 0 w 223"/>
                    <a:gd name="T16" fmla="*/ 0 h 24"/>
                    <a:gd name="T17" fmla="*/ 223 w 223"/>
                    <a:gd name="T18" fmla="*/ 24 h 24"/>
                  </a:gdLst>
                  <a:ahLst/>
                  <a:cxnLst>
                    <a:cxn ang="T10">
                      <a:pos x="T0" y="T1"/>
                    </a:cxn>
                    <a:cxn ang="T11">
                      <a:pos x="T2" y="T3"/>
                    </a:cxn>
                    <a:cxn ang="T12">
                      <a:pos x="T4" y="T5"/>
                    </a:cxn>
                    <a:cxn ang="T13">
                      <a:pos x="T6" y="T7"/>
                    </a:cxn>
                    <a:cxn ang="T14">
                      <a:pos x="T8" y="T9"/>
                    </a:cxn>
                  </a:cxnLst>
                  <a:rect l="T15" t="T16" r="T17" b="T18"/>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2" name="Freeform 62"/>
                <p:cNvSpPr>
                  <a:spLocks/>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 name="T10" fmla="*/ 0 60000 65536"/>
                    <a:gd name="T11" fmla="*/ 0 60000 65536"/>
                    <a:gd name="T12" fmla="*/ 0 60000 65536"/>
                    <a:gd name="T13" fmla="*/ 0 60000 65536"/>
                    <a:gd name="T14" fmla="*/ 0 60000 65536"/>
                    <a:gd name="T15" fmla="*/ 0 w 223"/>
                    <a:gd name="T16" fmla="*/ 0 h 24"/>
                    <a:gd name="T17" fmla="*/ 223 w 223"/>
                    <a:gd name="T18" fmla="*/ 24 h 24"/>
                  </a:gdLst>
                  <a:ahLst/>
                  <a:cxnLst>
                    <a:cxn ang="T10">
                      <a:pos x="T0" y="T1"/>
                    </a:cxn>
                    <a:cxn ang="T11">
                      <a:pos x="T2" y="T3"/>
                    </a:cxn>
                    <a:cxn ang="T12">
                      <a:pos x="T4" y="T5"/>
                    </a:cxn>
                    <a:cxn ang="T13">
                      <a:pos x="T6" y="T7"/>
                    </a:cxn>
                    <a:cxn ang="T14">
                      <a:pos x="T8" y="T9"/>
                    </a:cxn>
                  </a:cxnLst>
                  <a:rect l="T15" t="T16" r="T17" b="T18"/>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3" name="Rectangle 63"/>
                <p:cNvSpPr>
                  <a:spLocks noChangeArrowheads="1"/>
                </p:cNvSpPr>
                <p:nvPr/>
              </p:nvSpPr>
              <p:spPr bwMode="auto">
                <a:xfrm>
                  <a:off x="3955" y="3646"/>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4" name="Rectangle 64"/>
                <p:cNvSpPr>
                  <a:spLocks noChangeArrowheads="1"/>
                </p:cNvSpPr>
                <p:nvPr/>
              </p:nvSpPr>
              <p:spPr bwMode="auto">
                <a:xfrm>
                  <a:off x="3909" y="3833"/>
                  <a:ext cx="314" cy="7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5" name="Rectangle 65"/>
                <p:cNvSpPr>
                  <a:spLocks noChangeArrowheads="1"/>
                </p:cNvSpPr>
                <p:nvPr/>
              </p:nvSpPr>
              <p:spPr bwMode="auto">
                <a:xfrm>
                  <a:off x="3975" y="3667"/>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6" name="Line 66"/>
                <p:cNvSpPr>
                  <a:spLocks noChangeShapeType="1"/>
                </p:cNvSpPr>
                <p:nvPr/>
              </p:nvSpPr>
              <p:spPr bwMode="auto">
                <a:xfrm flipH="1">
                  <a:off x="4124" y="3863"/>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47" name="Group 67"/>
                <p:cNvGrpSpPr>
                  <a:grpSpLocks/>
                </p:cNvGrpSpPr>
                <p:nvPr/>
              </p:nvGrpSpPr>
              <p:grpSpPr bwMode="auto">
                <a:xfrm>
                  <a:off x="3899" y="3918"/>
                  <a:ext cx="334" cy="51"/>
                  <a:chOff x="3899" y="3918"/>
                  <a:chExt cx="334" cy="51"/>
                </a:xfrm>
              </p:grpSpPr>
              <p:sp>
                <p:nvSpPr>
                  <p:cNvPr id="48" name="Freeform 68"/>
                  <p:cNvSpPr>
                    <a:spLocks/>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 name="T10" fmla="*/ 0 60000 65536"/>
                      <a:gd name="T11" fmla="*/ 0 60000 65536"/>
                      <a:gd name="T12" fmla="*/ 0 60000 65536"/>
                      <a:gd name="T13" fmla="*/ 0 60000 65536"/>
                      <a:gd name="T14" fmla="*/ 0 60000 65536"/>
                      <a:gd name="T15" fmla="*/ 0 w 334"/>
                      <a:gd name="T16" fmla="*/ 0 h 38"/>
                      <a:gd name="T17" fmla="*/ 334 w 334"/>
                      <a:gd name="T18" fmla="*/ 38 h 38"/>
                    </a:gdLst>
                    <a:ahLst/>
                    <a:cxnLst>
                      <a:cxn ang="T10">
                        <a:pos x="T0" y="T1"/>
                      </a:cxn>
                      <a:cxn ang="T11">
                        <a:pos x="T2" y="T3"/>
                      </a:cxn>
                      <a:cxn ang="T12">
                        <a:pos x="T4" y="T5"/>
                      </a:cxn>
                      <a:cxn ang="T13">
                        <a:pos x="T6" y="T7"/>
                      </a:cxn>
                      <a:cxn ang="T14">
                        <a:pos x="T8" y="T9"/>
                      </a:cxn>
                    </a:cxnLst>
                    <a:rect l="T15" t="T16" r="T17" b="T18"/>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9" name="Freeform 69"/>
                  <p:cNvSpPr>
                    <a:spLocks/>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 name="T10" fmla="*/ 0 60000 65536"/>
                      <a:gd name="T11" fmla="*/ 0 60000 65536"/>
                      <a:gd name="T12" fmla="*/ 0 60000 65536"/>
                      <a:gd name="T13" fmla="*/ 0 60000 65536"/>
                      <a:gd name="T14" fmla="*/ 0 60000 65536"/>
                      <a:gd name="T15" fmla="*/ 0 w 334"/>
                      <a:gd name="T16" fmla="*/ 0 h 38"/>
                      <a:gd name="T17" fmla="*/ 334 w 334"/>
                      <a:gd name="T18" fmla="*/ 38 h 38"/>
                    </a:gdLst>
                    <a:ahLst/>
                    <a:cxnLst>
                      <a:cxn ang="T10">
                        <a:pos x="T0" y="T1"/>
                      </a:cxn>
                      <a:cxn ang="T11">
                        <a:pos x="T2" y="T3"/>
                      </a:cxn>
                      <a:cxn ang="T12">
                        <a:pos x="T4" y="T5"/>
                      </a:cxn>
                      <a:cxn ang="T13">
                        <a:pos x="T6" y="T7"/>
                      </a:cxn>
                      <a:cxn ang="T14">
                        <a:pos x="T8" y="T9"/>
                      </a:cxn>
                    </a:cxnLst>
                    <a:rect l="T15" t="T16" r="T17" b="T18"/>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50" name="Rectangle 70"/>
                  <p:cNvSpPr>
                    <a:spLocks noChangeArrowheads="1"/>
                  </p:cNvSpPr>
                  <p:nvPr/>
                </p:nvSpPr>
                <p:spPr bwMode="auto">
                  <a:xfrm>
                    <a:off x="3901" y="3954"/>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nvGrpSpPr>
              <p:cNvPr id="26" name="Group 71"/>
              <p:cNvGrpSpPr>
                <a:grpSpLocks/>
              </p:cNvGrpSpPr>
              <p:nvPr/>
            </p:nvGrpSpPr>
            <p:grpSpPr bwMode="auto">
              <a:xfrm>
                <a:off x="3891" y="3616"/>
                <a:ext cx="334" cy="346"/>
                <a:chOff x="3891" y="3616"/>
                <a:chExt cx="334" cy="346"/>
              </a:xfrm>
            </p:grpSpPr>
            <p:sp>
              <p:nvSpPr>
                <p:cNvPr id="27" name="Freeform 72"/>
                <p:cNvSpPr>
                  <a:spLocks/>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8" name="Freeform 73"/>
                <p:cNvSpPr>
                  <a:spLocks/>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9" name="Freeform 74"/>
                <p:cNvSpPr>
                  <a:spLocks/>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0" name="Freeform 75"/>
                <p:cNvSpPr>
                  <a:spLocks/>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1" name="Rectangle 76"/>
                <p:cNvSpPr>
                  <a:spLocks noChangeArrowheads="1"/>
                </p:cNvSpPr>
                <p:nvPr/>
              </p:nvSpPr>
              <p:spPr bwMode="auto">
                <a:xfrm>
                  <a:off x="3946" y="363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2" name="Rectangle 77"/>
                <p:cNvSpPr>
                  <a:spLocks noChangeArrowheads="1"/>
                </p:cNvSpPr>
                <p:nvPr/>
              </p:nvSpPr>
              <p:spPr bwMode="auto">
                <a:xfrm>
                  <a:off x="3901" y="382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3" name="Rectangle 78"/>
                <p:cNvSpPr>
                  <a:spLocks noChangeArrowheads="1"/>
                </p:cNvSpPr>
                <p:nvPr/>
              </p:nvSpPr>
              <p:spPr bwMode="auto">
                <a:xfrm>
                  <a:off x="3967" y="366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4" name="Line 79"/>
                <p:cNvSpPr>
                  <a:spLocks noChangeShapeType="1"/>
                </p:cNvSpPr>
                <p:nvPr/>
              </p:nvSpPr>
              <p:spPr bwMode="auto">
                <a:xfrm flipH="1">
                  <a:off x="4116" y="3857"/>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35" name="Group 80"/>
                <p:cNvGrpSpPr>
                  <a:grpSpLocks/>
                </p:cNvGrpSpPr>
                <p:nvPr/>
              </p:nvGrpSpPr>
              <p:grpSpPr bwMode="auto">
                <a:xfrm>
                  <a:off x="3891" y="3912"/>
                  <a:ext cx="334" cy="50"/>
                  <a:chOff x="3891" y="3912"/>
                  <a:chExt cx="334" cy="50"/>
                </a:xfrm>
              </p:grpSpPr>
              <p:sp>
                <p:nvSpPr>
                  <p:cNvPr id="36" name="Freeform 81"/>
                  <p:cNvSpPr>
                    <a:spLocks/>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 name="T10" fmla="*/ 0 60000 65536"/>
                      <a:gd name="T11" fmla="*/ 0 60000 65536"/>
                      <a:gd name="T12" fmla="*/ 0 60000 65536"/>
                      <a:gd name="T13" fmla="*/ 0 60000 65536"/>
                      <a:gd name="T14" fmla="*/ 0 60000 65536"/>
                      <a:gd name="T15" fmla="*/ 0 w 334"/>
                      <a:gd name="T16" fmla="*/ 0 h 38"/>
                      <a:gd name="T17" fmla="*/ 334 w 334"/>
                      <a:gd name="T18" fmla="*/ 38 h 38"/>
                    </a:gdLst>
                    <a:ahLst/>
                    <a:cxnLst>
                      <a:cxn ang="T10">
                        <a:pos x="T0" y="T1"/>
                      </a:cxn>
                      <a:cxn ang="T11">
                        <a:pos x="T2" y="T3"/>
                      </a:cxn>
                      <a:cxn ang="T12">
                        <a:pos x="T4" y="T5"/>
                      </a:cxn>
                      <a:cxn ang="T13">
                        <a:pos x="T6" y="T7"/>
                      </a:cxn>
                      <a:cxn ang="T14">
                        <a:pos x="T8" y="T9"/>
                      </a:cxn>
                    </a:cxnLst>
                    <a:rect l="T15" t="T16" r="T17" b="T18"/>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7" name="Freeform 82"/>
                  <p:cNvSpPr>
                    <a:spLocks/>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 name="T10" fmla="*/ 0 60000 65536"/>
                      <a:gd name="T11" fmla="*/ 0 60000 65536"/>
                      <a:gd name="T12" fmla="*/ 0 60000 65536"/>
                      <a:gd name="T13" fmla="*/ 0 60000 65536"/>
                      <a:gd name="T14" fmla="*/ 0 60000 65536"/>
                      <a:gd name="T15" fmla="*/ 0 w 334"/>
                      <a:gd name="T16" fmla="*/ 0 h 38"/>
                      <a:gd name="T17" fmla="*/ 334 w 334"/>
                      <a:gd name="T18" fmla="*/ 38 h 38"/>
                    </a:gdLst>
                    <a:ahLst/>
                    <a:cxnLst>
                      <a:cxn ang="T10">
                        <a:pos x="T0" y="T1"/>
                      </a:cxn>
                      <a:cxn ang="T11">
                        <a:pos x="T2" y="T3"/>
                      </a:cxn>
                      <a:cxn ang="T12">
                        <a:pos x="T4" y="T5"/>
                      </a:cxn>
                      <a:cxn ang="T13">
                        <a:pos x="T6" y="T7"/>
                      </a:cxn>
                      <a:cxn ang="T14">
                        <a:pos x="T8" y="T9"/>
                      </a:cxn>
                    </a:cxnLst>
                    <a:rect l="T15" t="T16" r="T17" b="T18"/>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8" name="Rectangle 83"/>
                  <p:cNvSpPr>
                    <a:spLocks noChangeArrowheads="1"/>
                  </p:cNvSpPr>
                  <p:nvPr/>
                </p:nvSpPr>
                <p:spPr bwMode="auto">
                  <a:xfrm>
                    <a:off x="3893" y="394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grpSp>
          <p:nvGrpSpPr>
            <p:cNvPr id="51" name="Group 84"/>
            <p:cNvGrpSpPr>
              <a:grpSpLocks/>
            </p:cNvGrpSpPr>
            <p:nvPr/>
          </p:nvGrpSpPr>
          <p:grpSpPr bwMode="auto">
            <a:xfrm>
              <a:off x="6784110" y="3544889"/>
              <a:ext cx="244820" cy="265438"/>
              <a:chOff x="4752" y="3605"/>
              <a:chExt cx="343" cy="353"/>
            </a:xfrm>
          </p:grpSpPr>
          <p:grpSp>
            <p:nvGrpSpPr>
              <p:cNvPr id="52" name="Group 85"/>
              <p:cNvGrpSpPr>
                <a:grpSpLocks/>
              </p:cNvGrpSpPr>
              <p:nvPr/>
            </p:nvGrpSpPr>
            <p:grpSpPr bwMode="auto">
              <a:xfrm>
                <a:off x="4760" y="3612"/>
                <a:ext cx="335" cy="346"/>
                <a:chOff x="4760" y="3612"/>
                <a:chExt cx="335" cy="346"/>
              </a:xfrm>
            </p:grpSpPr>
            <p:sp>
              <p:nvSpPr>
                <p:cNvPr id="66" name="Freeform 86"/>
                <p:cNvSpPr>
                  <a:spLocks/>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67" name="Freeform 87"/>
                <p:cNvSpPr>
                  <a:spLocks/>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68" name="Freeform 88"/>
                <p:cNvSpPr>
                  <a:spLocks/>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69" name="Freeform 89"/>
                <p:cNvSpPr>
                  <a:spLocks/>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70" name="Rectangle 90"/>
                <p:cNvSpPr>
                  <a:spLocks noChangeArrowheads="1"/>
                </p:cNvSpPr>
                <p:nvPr/>
              </p:nvSpPr>
              <p:spPr bwMode="auto">
                <a:xfrm>
                  <a:off x="4816" y="3635"/>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71" name="Rectangle 91"/>
                <p:cNvSpPr>
                  <a:spLocks noChangeArrowheads="1"/>
                </p:cNvSpPr>
                <p:nvPr/>
              </p:nvSpPr>
              <p:spPr bwMode="auto">
                <a:xfrm>
                  <a:off x="4770" y="3823"/>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72" name="Rectangle 92"/>
                <p:cNvSpPr>
                  <a:spLocks noChangeArrowheads="1"/>
                </p:cNvSpPr>
                <p:nvPr/>
              </p:nvSpPr>
              <p:spPr bwMode="auto">
                <a:xfrm>
                  <a:off x="4836" y="3656"/>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73" name="Line 93"/>
                <p:cNvSpPr>
                  <a:spLocks noChangeShapeType="1"/>
                </p:cNvSpPr>
                <p:nvPr/>
              </p:nvSpPr>
              <p:spPr bwMode="auto">
                <a:xfrm flipH="1">
                  <a:off x="4985" y="3852"/>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74" name="Group 94"/>
                <p:cNvGrpSpPr>
                  <a:grpSpLocks/>
                </p:cNvGrpSpPr>
                <p:nvPr/>
              </p:nvGrpSpPr>
              <p:grpSpPr bwMode="auto">
                <a:xfrm>
                  <a:off x="4760" y="3907"/>
                  <a:ext cx="335" cy="51"/>
                  <a:chOff x="4760" y="3907"/>
                  <a:chExt cx="335" cy="51"/>
                </a:xfrm>
              </p:grpSpPr>
              <p:sp>
                <p:nvSpPr>
                  <p:cNvPr id="75" name="Freeform 95"/>
                  <p:cNvSpPr>
                    <a:spLocks/>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76" name="Freeform 96"/>
                  <p:cNvSpPr>
                    <a:spLocks/>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77" name="Rectangle 97"/>
                  <p:cNvSpPr>
                    <a:spLocks noChangeArrowheads="1"/>
                  </p:cNvSpPr>
                  <p:nvPr/>
                </p:nvSpPr>
                <p:spPr bwMode="auto">
                  <a:xfrm>
                    <a:off x="4762" y="3943"/>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nvGrpSpPr>
              <p:cNvPr id="53" name="Group 98"/>
              <p:cNvGrpSpPr>
                <a:grpSpLocks/>
              </p:cNvGrpSpPr>
              <p:nvPr/>
            </p:nvGrpSpPr>
            <p:grpSpPr bwMode="auto">
              <a:xfrm>
                <a:off x="4752" y="3605"/>
                <a:ext cx="334" cy="347"/>
                <a:chOff x="4752" y="3605"/>
                <a:chExt cx="334" cy="347"/>
              </a:xfrm>
            </p:grpSpPr>
            <p:sp>
              <p:nvSpPr>
                <p:cNvPr id="54" name="Freeform 99"/>
                <p:cNvSpPr>
                  <a:spLocks/>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55" name="Freeform 100"/>
                <p:cNvSpPr>
                  <a:spLocks/>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56" name="Freeform 101"/>
                <p:cNvSpPr>
                  <a:spLocks/>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 name="T10" fmla="*/ 0 60000 65536"/>
                    <a:gd name="T11" fmla="*/ 0 60000 65536"/>
                    <a:gd name="T12" fmla="*/ 0 60000 65536"/>
                    <a:gd name="T13" fmla="*/ 0 60000 65536"/>
                    <a:gd name="T14" fmla="*/ 0 60000 65536"/>
                    <a:gd name="T15" fmla="*/ 0 w 223"/>
                    <a:gd name="T16" fmla="*/ 0 h 24"/>
                    <a:gd name="T17" fmla="*/ 223 w 223"/>
                    <a:gd name="T18" fmla="*/ 24 h 24"/>
                  </a:gdLst>
                  <a:ahLst/>
                  <a:cxnLst>
                    <a:cxn ang="T10">
                      <a:pos x="T0" y="T1"/>
                    </a:cxn>
                    <a:cxn ang="T11">
                      <a:pos x="T2" y="T3"/>
                    </a:cxn>
                    <a:cxn ang="T12">
                      <a:pos x="T4" y="T5"/>
                    </a:cxn>
                    <a:cxn ang="T13">
                      <a:pos x="T6" y="T7"/>
                    </a:cxn>
                    <a:cxn ang="T14">
                      <a:pos x="T8" y="T9"/>
                    </a:cxn>
                  </a:cxnLst>
                  <a:rect l="T15" t="T16" r="T17" b="T18"/>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57" name="Freeform 102"/>
                <p:cNvSpPr>
                  <a:spLocks/>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 name="T10" fmla="*/ 0 60000 65536"/>
                    <a:gd name="T11" fmla="*/ 0 60000 65536"/>
                    <a:gd name="T12" fmla="*/ 0 60000 65536"/>
                    <a:gd name="T13" fmla="*/ 0 60000 65536"/>
                    <a:gd name="T14" fmla="*/ 0 60000 65536"/>
                    <a:gd name="T15" fmla="*/ 0 w 223"/>
                    <a:gd name="T16" fmla="*/ 0 h 24"/>
                    <a:gd name="T17" fmla="*/ 223 w 223"/>
                    <a:gd name="T18" fmla="*/ 24 h 24"/>
                  </a:gdLst>
                  <a:ahLst/>
                  <a:cxnLst>
                    <a:cxn ang="T10">
                      <a:pos x="T0" y="T1"/>
                    </a:cxn>
                    <a:cxn ang="T11">
                      <a:pos x="T2" y="T3"/>
                    </a:cxn>
                    <a:cxn ang="T12">
                      <a:pos x="T4" y="T5"/>
                    </a:cxn>
                    <a:cxn ang="T13">
                      <a:pos x="T6" y="T7"/>
                    </a:cxn>
                    <a:cxn ang="T14">
                      <a:pos x="T8" y="T9"/>
                    </a:cxn>
                  </a:cxnLst>
                  <a:rect l="T15" t="T16" r="T17" b="T18"/>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58" name="Rectangle 103"/>
                <p:cNvSpPr>
                  <a:spLocks noChangeArrowheads="1"/>
                </p:cNvSpPr>
                <p:nvPr/>
              </p:nvSpPr>
              <p:spPr bwMode="auto">
                <a:xfrm>
                  <a:off x="4808" y="362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59" name="Rectangle 104"/>
                <p:cNvSpPr>
                  <a:spLocks noChangeArrowheads="1"/>
                </p:cNvSpPr>
                <p:nvPr/>
              </p:nvSpPr>
              <p:spPr bwMode="auto">
                <a:xfrm>
                  <a:off x="4762" y="381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60" name="Rectangle 105"/>
                <p:cNvSpPr>
                  <a:spLocks noChangeArrowheads="1"/>
                </p:cNvSpPr>
                <p:nvPr/>
              </p:nvSpPr>
              <p:spPr bwMode="auto">
                <a:xfrm>
                  <a:off x="4828" y="365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61" name="Line 106"/>
                <p:cNvSpPr>
                  <a:spLocks noChangeShapeType="1"/>
                </p:cNvSpPr>
                <p:nvPr/>
              </p:nvSpPr>
              <p:spPr bwMode="auto">
                <a:xfrm flipH="1">
                  <a:off x="4977" y="384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62" name="Group 107"/>
                <p:cNvGrpSpPr>
                  <a:grpSpLocks/>
                </p:cNvGrpSpPr>
                <p:nvPr/>
              </p:nvGrpSpPr>
              <p:grpSpPr bwMode="auto">
                <a:xfrm>
                  <a:off x="4752" y="3901"/>
                  <a:ext cx="334" cy="51"/>
                  <a:chOff x="4752" y="3901"/>
                  <a:chExt cx="334" cy="51"/>
                </a:xfrm>
              </p:grpSpPr>
              <p:sp>
                <p:nvSpPr>
                  <p:cNvPr id="63" name="Freeform 108"/>
                  <p:cNvSpPr>
                    <a:spLocks/>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 name="T10" fmla="*/ 0 60000 65536"/>
                      <a:gd name="T11" fmla="*/ 0 60000 65536"/>
                      <a:gd name="T12" fmla="*/ 0 60000 65536"/>
                      <a:gd name="T13" fmla="*/ 0 60000 65536"/>
                      <a:gd name="T14" fmla="*/ 0 60000 65536"/>
                      <a:gd name="T15" fmla="*/ 0 w 334"/>
                      <a:gd name="T16" fmla="*/ 0 h 38"/>
                      <a:gd name="T17" fmla="*/ 334 w 334"/>
                      <a:gd name="T18" fmla="*/ 38 h 38"/>
                    </a:gdLst>
                    <a:ahLst/>
                    <a:cxnLst>
                      <a:cxn ang="T10">
                        <a:pos x="T0" y="T1"/>
                      </a:cxn>
                      <a:cxn ang="T11">
                        <a:pos x="T2" y="T3"/>
                      </a:cxn>
                      <a:cxn ang="T12">
                        <a:pos x="T4" y="T5"/>
                      </a:cxn>
                      <a:cxn ang="T13">
                        <a:pos x="T6" y="T7"/>
                      </a:cxn>
                      <a:cxn ang="T14">
                        <a:pos x="T8" y="T9"/>
                      </a:cxn>
                    </a:cxnLst>
                    <a:rect l="T15" t="T16" r="T17" b="T18"/>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64" name="Freeform 109"/>
                  <p:cNvSpPr>
                    <a:spLocks/>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 name="T10" fmla="*/ 0 60000 65536"/>
                      <a:gd name="T11" fmla="*/ 0 60000 65536"/>
                      <a:gd name="T12" fmla="*/ 0 60000 65536"/>
                      <a:gd name="T13" fmla="*/ 0 60000 65536"/>
                      <a:gd name="T14" fmla="*/ 0 60000 65536"/>
                      <a:gd name="T15" fmla="*/ 0 w 334"/>
                      <a:gd name="T16" fmla="*/ 0 h 38"/>
                      <a:gd name="T17" fmla="*/ 334 w 334"/>
                      <a:gd name="T18" fmla="*/ 38 h 38"/>
                    </a:gdLst>
                    <a:ahLst/>
                    <a:cxnLst>
                      <a:cxn ang="T10">
                        <a:pos x="T0" y="T1"/>
                      </a:cxn>
                      <a:cxn ang="T11">
                        <a:pos x="T2" y="T3"/>
                      </a:cxn>
                      <a:cxn ang="T12">
                        <a:pos x="T4" y="T5"/>
                      </a:cxn>
                      <a:cxn ang="T13">
                        <a:pos x="T6" y="T7"/>
                      </a:cxn>
                      <a:cxn ang="T14">
                        <a:pos x="T8" y="T9"/>
                      </a:cxn>
                    </a:cxnLst>
                    <a:rect l="T15" t="T16" r="T17" b="T18"/>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65" name="Rectangle 110"/>
                  <p:cNvSpPr>
                    <a:spLocks noChangeArrowheads="1"/>
                  </p:cNvSpPr>
                  <p:nvPr/>
                </p:nvSpPr>
                <p:spPr bwMode="auto">
                  <a:xfrm>
                    <a:off x="4754" y="393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grpSp>
          <p:nvGrpSpPr>
            <p:cNvPr id="78" name="Group 111"/>
            <p:cNvGrpSpPr>
              <a:grpSpLocks/>
            </p:cNvGrpSpPr>
            <p:nvPr/>
          </p:nvGrpSpPr>
          <p:grpSpPr bwMode="auto">
            <a:xfrm>
              <a:off x="3252685" y="2154439"/>
              <a:ext cx="244820" cy="265438"/>
              <a:chOff x="101" y="1539"/>
              <a:chExt cx="343" cy="352"/>
            </a:xfrm>
          </p:grpSpPr>
          <p:grpSp>
            <p:nvGrpSpPr>
              <p:cNvPr id="79" name="Group 112"/>
              <p:cNvGrpSpPr>
                <a:grpSpLocks/>
              </p:cNvGrpSpPr>
              <p:nvPr/>
            </p:nvGrpSpPr>
            <p:grpSpPr bwMode="auto">
              <a:xfrm>
                <a:off x="109" y="1545"/>
                <a:ext cx="335" cy="346"/>
                <a:chOff x="109" y="1545"/>
                <a:chExt cx="335" cy="346"/>
              </a:xfrm>
            </p:grpSpPr>
            <p:sp>
              <p:nvSpPr>
                <p:cNvPr id="93" name="Freeform 113"/>
                <p:cNvSpPr>
                  <a:spLocks/>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94" name="Freeform 114"/>
                <p:cNvSpPr>
                  <a:spLocks/>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95" name="Freeform 115"/>
                <p:cNvSpPr>
                  <a:spLocks/>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96" name="Freeform 116"/>
                <p:cNvSpPr>
                  <a:spLocks/>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97" name="Rectangle 117"/>
                <p:cNvSpPr>
                  <a:spLocks noChangeArrowheads="1"/>
                </p:cNvSpPr>
                <p:nvPr/>
              </p:nvSpPr>
              <p:spPr bwMode="auto">
                <a:xfrm>
                  <a:off x="165" y="1568"/>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98" name="Rectangle 118"/>
                <p:cNvSpPr>
                  <a:spLocks noChangeArrowheads="1"/>
                </p:cNvSpPr>
                <p:nvPr/>
              </p:nvSpPr>
              <p:spPr bwMode="auto">
                <a:xfrm>
                  <a:off x="120" y="1756"/>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99" name="Rectangle 119"/>
                <p:cNvSpPr>
                  <a:spLocks noChangeArrowheads="1"/>
                </p:cNvSpPr>
                <p:nvPr/>
              </p:nvSpPr>
              <p:spPr bwMode="auto">
                <a:xfrm>
                  <a:off x="186" y="1589"/>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00" name="Line 120"/>
                <p:cNvSpPr>
                  <a:spLocks noChangeShapeType="1"/>
                </p:cNvSpPr>
                <p:nvPr/>
              </p:nvSpPr>
              <p:spPr bwMode="auto">
                <a:xfrm flipH="1">
                  <a:off x="335" y="178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101" name="Group 121"/>
                <p:cNvGrpSpPr>
                  <a:grpSpLocks/>
                </p:cNvGrpSpPr>
                <p:nvPr/>
              </p:nvGrpSpPr>
              <p:grpSpPr bwMode="auto">
                <a:xfrm>
                  <a:off x="109" y="1841"/>
                  <a:ext cx="335" cy="50"/>
                  <a:chOff x="109" y="1841"/>
                  <a:chExt cx="335" cy="50"/>
                </a:xfrm>
              </p:grpSpPr>
              <p:sp>
                <p:nvSpPr>
                  <p:cNvPr id="102" name="Freeform 122"/>
                  <p:cNvSpPr>
                    <a:spLocks/>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03" name="Freeform 123"/>
                  <p:cNvSpPr>
                    <a:spLocks/>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04" name="Rectangle 124"/>
                  <p:cNvSpPr>
                    <a:spLocks noChangeArrowheads="1"/>
                  </p:cNvSpPr>
                  <p:nvPr/>
                </p:nvSpPr>
                <p:spPr bwMode="auto">
                  <a:xfrm>
                    <a:off x="112" y="1876"/>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nvGrpSpPr>
              <p:cNvPr id="80" name="Group 125"/>
              <p:cNvGrpSpPr>
                <a:grpSpLocks/>
              </p:cNvGrpSpPr>
              <p:nvPr/>
            </p:nvGrpSpPr>
            <p:grpSpPr bwMode="auto">
              <a:xfrm>
                <a:off x="101" y="1539"/>
                <a:ext cx="335" cy="346"/>
                <a:chOff x="101" y="1539"/>
                <a:chExt cx="335" cy="346"/>
              </a:xfrm>
            </p:grpSpPr>
            <p:sp>
              <p:nvSpPr>
                <p:cNvPr id="81" name="Freeform 126"/>
                <p:cNvSpPr>
                  <a:spLocks/>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82" name="Freeform 127"/>
                <p:cNvSpPr>
                  <a:spLocks/>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83" name="Freeform 128"/>
                <p:cNvSpPr>
                  <a:spLocks/>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84" name="Freeform 129"/>
                <p:cNvSpPr>
                  <a:spLocks/>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85" name="Rectangle 130"/>
                <p:cNvSpPr>
                  <a:spLocks noChangeArrowheads="1"/>
                </p:cNvSpPr>
                <p:nvPr/>
              </p:nvSpPr>
              <p:spPr bwMode="auto">
                <a:xfrm>
                  <a:off x="157" y="1562"/>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86" name="Rectangle 131"/>
                <p:cNvSpPr>
                  <a:spLocks noChangeArrowheads="1"/>
                </p:cNvSpPr>
                <p:nvPr/>
              </p:nvSpPr>
              <p:spPr bwMode="auto">
                <a:xfrm>
                  <a:off x="112" y="1750"/>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87" name="Rectangle 132"/>
                <p:cNvSpPr>
                  <a:spLocks noChangeArrowheads="1"/>
                </p:cNvSpPr>
                <p:nvPr/>
              </p:nvSpPr>
              <p:spPr bwMode="auto">
                <a:xfrm>
                  <a:off x="178" y="1583"/>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88" name="Line 133"/>
                <p:cNvSpPr>
                  <a:spLocks noChangeShapeType="1"/>
                </p:cNvSpPr>
                <p:nvPr/>
              </p:nvSpPr>
              <p:spPr bwMode="auto">
                <a:xfrm flipH="1">
                  <a:off x="326" y="177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89" name="Group 134"/>
                <p:cNvGrpSpPr>
                  <a:grpSpLocks/>
                </p:cNvGrpSpPr>
                <p:nvPr/>
              </p:nvGrpSpPr>
              <p:grpSpPr bwMode="auto">
                <a:xfrm>
                  <a:off x="101" y="1834"/>
                  <a:ext cx="335" cy="51"/>
                  <a:chOff x="101" y="1834"/>
                  <a:chExt cx="335" cy="51"/>
                </a:xfrm>
              </p:grpSpPr>
              <p:sp>
                <p:nvSpPr>
                  <p:cNvPr id="90" name="Freeform 135"/>
                  <p:cNvSpPr>
                    <a:spLocks/>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91" name="Freeform 136"/>
                  <p:cNvSpPr>
                    <a:spLocks/>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92" name="Rectangle 137"/>
                  <p:cNvSpPr>
                    <a:spLocks noChangeArrowheads="1"/>
                  </p:cNvSpPr>
                  <p:nvPr/>
                </p:nvSpPr>
                <p:spPr bwMode="auto">
                  <a:xfrm>
                    <a:off x="103" y="1870"/>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grpSp>
          <p:nvGrpSpPr>
            <p:cNvPr id="105" name="Group 138"/>
            <p:cNvGrpSpPr>
              <a:grpSpLocks/>
            </p:cNvGrpSpPr>
            <p:nvPr/>
          </p:nvGrpSpPr>
          <p:grpSpPr bwMode="auto">
            <a:xfrm>
              <a:off x="7667310" y="2607381"/>
              <a:ext cx="245744" cy="264309"/>
              <a:chOff x="5237" y="2322"/>
              <a:chExt cx="343" cy="352"/>
            </a:xfrm>
          </p:grpSpPr>
          <p:grpSp>
            <p:nvGrpSpPr>
              <p:cNvPr id="106" name="Group 139"/>
              <p:cNvGrpSpPr>
                <a:grpSpLocks/>
              </p:cNvGrpSpPr>
              <p:nvPr/>
            </p:nvGrpSpPr>
            <p:grpSpPr bwMode="auto">
              <a:xfrm>
                <a:off x="5245" y="2328"/>
                <a:ext cx="335" cy="346"/>
                <a:chOff x="5245" y="2328"/>
                <a:chExt cx="335" cy="346"/>
              </a:xfrm>
            </p:grpSpPr>
            <p:sp>
              <p:nvSpPr>
                <p:cNvPr id="120" name="Freeform 140"/>
                <p:cNvSpPr>
                  <a:spLocks/>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 name="T10" fmla="*/ 0 60000 65536"/>
                    <a:gd name="T11" fmla="*/ 0 60000 65536"/>
                    <a:gd name="T12" fmla="*/ 0 60000 65536"/>
                    <a:gd name="T13" fmla="*/ 0 60000 65536"/>
                    <a:gd name="T14" fmla="*/ 0 60000 65536"/>
                    <a:gd name="T15" fmla="*/ 0 w 316"/>
                    <a:gd name="T16" fmla="*/ 0 h 33"/>
                    <a:gd name="T17" fmla="*/ 316 w 316"/>
                    <a:gd name="T18" fmla="*/ 33 h 33"/>
                  </a:gdLst>
                  <a:ahLst/>
                  <a:cxnLst>
                    <a:cxn ang="T10">
                      <a:pos x="T0" y="T1"/>
                    </a:cxn>
                    <a:cxn ang="T11">
                      <a:pos x="T2" y="T3"/>
                    </a:cxn>
                    <a:cxn ang="T12">
                      <a:pos x="T4" y="T5"/>
                    </a:cxn>
                    <a:cxn ang="T13">
                      <a:pos x="T6" y="T7"/>
                    </a:cxn>
                    <a:cxn ang="T14">
                      <a:pos x="T8" y="T9"/>
                    </a:cxn>
                  </a:cxnLst>
                  <a:rect l="T15" t="T16" r="T17" b="T18"/>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21" name="Freeform 141"/>
                <p:cNvSpPr>
                  <a:spLocks/>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 name="T10" fmla="*/ 0 60000 65536"/>
                    <a:gd name="T11" fmla="*/ 0 60000 65536"/>
                    <a:gd name="T12" fmla="*/ 0 60000 65536"/>
                    <a:gd name="T13" fmla="*/ 0 60000 65536"/>
                    <a:gd name="T14" fmla="*/ 0 60000 65536"/>
                    <a:gd name="T15" fmla="*/ 0 w 316"/>
                    <a:gd name="T16" fmla="*/ 0 h 33"/>
                    <a:gd name="T17" fmla="*/ 316 w 316"/>
                    <a:gd name="T18" fmla="*/ 33 h 33"/>
                  </a:gdLst>
                  <a:ahLst/>
                  <a:cxnLst>
                    <a:cxn ang="T10">
                      <a:pos x="T0" y="T1"/>
                    </a:cxn>
                    <a:cxn ang="T11">
                      <a:pos x="T2" y="T3"/>
                    </a:cxn>
                    <a:cxn ang="T12">
                      <a:pos x="T4" y="T5"/>
                    </a:cxn>
                    <a:cxn ang="T13">
                      <a:pos x="T6" y="T7"/>
                    </a:cxn>
                    <a:cxn ang="T14">
                      <a:pos x="T8" y="T9"/>
                    </a:cxn>
                  </a:cxnLst>
                  <a:rect l="T15" t="T16" r="T17" b="T18"/>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22" name="Freeform 142"/>
                <p:cNvSpPr>
                  <a:spLocks/>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23" name="Freeform 143"/>
                <p:cNvSpPr>
                  <a:spLocks/>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24" name="Rectangle 144"/>
                <p:cNvSpPr>
                  <a:spLocks noChangeArrowheads="1"/>
                </p:cNvSpPr>
                <p:nvPr/>
              </p:nvSpPr>
              <p:spPr bwMode="auto">
                <a:xfrm>
                  <a:off x="5301" y="2351"/>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25" name="Rectangle 145"/>
                <p:cNvSpPr>
                  <a:spLocks noChangeArrowheads="1"/>
                </p:cNvSpPr>
                <p:nvPr/>
              </p:nvSpPr>
              <p:spPr bwMode="auto">
                <a:xfrm>
                  <a:off x="5256" y="2539"/>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26" name="Rectangle 146"/>
                <p:cNvSpPr>
                  <a:spLocks noChangeArrowheads="1"/>
                </p:cNvSpPr>
                <p:nvPr/>
              </p:nvSpPr>
              <p:spPr bwMode="auto">
                <a:xfrm>
                  <a:off x="5322" y="2373"/>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27" name="Line 147"/>
                <p:cNvSpPr>
                  <a:spLocks noChangeShapeType="1"/>
                </p:cNvSpPr>
                <p:nvPr/>
              </p:nvSpPr>
              <p:spPr bwMode="auto">
                <a:xfrm flipH="1">
                  <a:off x="5470" y="256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128" name="Group 148"/>
                <p:cNvGrpSpPr>
                  <a:grpSpLocks/>
                </p:cNvGrpSpPr>
                <p:nvPr/>
              </p:nvGrpSpPr>
              <p:grpSpPr bwMode="auto">
                <a:xfrm>
                  <a:off x="5245" y="2624"/>
                  <a:ext cx="335" cy="50"/>
                  <a:chOff x="5245" y="2624"/>
                  <a:chExt cx="335" cy="50"/>
                </a:xfrm>
              </p:grpSpPr>
              <p:sp>
                <p:nvSpPr>
                  <p:cNvPr id="129" name="Freeform 149"/>
                  <p:cNvSpPr>
                    <a:spLocks/>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30" name="Freeform 150"/>
                  <p:cNvSpPr>
                    <a:spLocks/>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31" name="Rectangle 151"/>
                  <p:cNvSpPr>
                    <a:spLocks noChangeArrowheads="1"/>
                  </p:cNvSpPr>
                  <p:nvPr/>
                </p:nvSpPr>
                <p:spPr bwMode="auto">
                  <a:xfrm>
                    <a:off x="5247" y="2660"/>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nvGrpSpPr>
              <p:cNvPr id="107" name="Group 152"/>
              <p:cNvGrpSpPr>
                <a:grpSpLocks/>
              </p:cNvGrpSpPr>
              <p:nvPr/>
            </p:nvGrpSpPr>
            <p:grpSpPr bwMode="auto">
              <a:xfrm>
                <a:off x="5237" y="2322"/>
                <a:ext cx="335" cy="346"/>
                <a:chOff x="5237" y="2322"/>
                <a:chExt cx="335" cy="346"/>
              </a:xfrm>
            </p:grpSpPr>
            <p:sp>
              <p:nvSpPr>
                <p:cNvPr id="108" name="Freeform 153"/>
                <p:cNvSpPr>
                  <a:spLocks/>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09" name="Freeform 154"/>
                <p:cNvSpPr>
                  <a:spLocks/>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10" name="Freeform 155"/>
                <p:cNvSpPr>
                  <a:spLocks/>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11" name="Freeform 156"/>
                <p:cNvSpPr>
                  <a:spLocks/>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12" name="Rectangle 157"/>
                <p:cNvSpPr>
                  <a:spLocks noChangeArrowheads="1"/>
                </p:cNvSpPr>
                <p:nvPr/>
              </p:nvSpPr>
              <p:spPr bwMode="auto">
                <a:xfrm>
                  <a:off x="5293" y="2345"/>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13" name="Rectangle 158"/>
                <p:cNvSpPr>
                  <a:spLocks noChangeArrowheads="1"/>
                </p:cNvSpPr>
                <p:nvPr/>
              </p:nvSpPr>
              <p:spPr bwMode="auto">
                <a:xfrm>
                  <a:off x="5247" y="2533"/>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14" name="Rectangle 159"/>
                <p:cNvSpPr>
                  <a:spLocks noChangeArrowheads="1"/>
                </p:cNvSpPr>
                <p:nvPr/>
              </p:nvSpPr>
              <p:spPr bwMode="auto">
                <a:xfrm>
                  <a:off x="5313" y="2366"/>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15" name="Line 160"/>
                <p:cNvSpPr>
                  <a:spLocks noChangeShapeType="1"/>
                </p:cNvSpPr>
                <p:nvPr/>
              </p:nvSpPr>
              <p:spPr bwMode="auto">
                <a:xfrm flipH="1">
                  <a:off x="5462" y="2563"/>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116" name="Group 161"/>
                <p:cNvGrpSpPr>
                  <a:grpSpLocks/>
                </p:cNvGrpSpPr>
                <p:nvPr/>
              </p:nvGrpSpPr>
              <p:grpSpPr bwMode="auto">
                <a:xfrm>
                  <a:off x="5237" y="2617"/>
                  <a:ext cx="335" cy="51"/>
                  <a:chOff x="5237" y="2617"/>
                  <a:chExt cx="335" cy="51"/>
                </a:xfrm>
              </p:grpSpPr>
              <p:sp>
                <p:nvSpPr>
                  <p:cNvPr id="117" name="Freeform 162"/>
                  <p:cNvSpPr>
                    <a:spLocks/>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18" name="Freeform 163"/>
                  <p:cNvSpPr>
                    <a:spLocks/>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19" name="Rectangle 164"/>
                  <p:cNvSpPr>
                    <a:spLocks noChangeArrowheads="1"/>
                  </p:cNvSpPr>
                  <p:nvPr/>
                </p:nvSpPr>
                <p:spPr bwMode="auto">
                  <a:xfrm>
                    <a:off x="5239" y="2653"/>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grpSp>
          <p:nvGrpSpPr>
            <p:cNvPr id="132" name="Group 165"/>
            <p:cNvGrpSpPr>
              <a:grpSpLocks/>
            </p:cNvGrpSpPr>
            <p:nvPr/>
          </p:nvGrpSpPr>
          <p:grpSpPr bwMode="auto">
            <a:xfrm>
              <a:off x="7667310" y="2053913"/>
              <a:ext cx="245744" cy="265438"/>
              <a:chOff x="5237" y="1587"/>
              <a:chExt cx="343" cy="353"/>
            </a:xfrm>
          </p:grpSpPr>
          <p:grpSp>
            <p:nvGrpSpPr>
              <p:cNvPr id="133" name="Group 166"/>
              <p:cNvGrpSpPr>
                <a:grpSpLocks/>
              </p:cNvGrpSpPr>
              <p:nvPr/>
            </p:nvGrpSpPr>
            <p:grpSpPr bwMode="auto">
              <a:xfrm>
                <a:off x="5245" y="1594"/>
                <a:ext cx="335" cy="346"/>
                <a:chOff x="5245" y="1594"/>
                <a:chExt cx="335" cy="346"/>
              </a:xfrm>
            </p:grpSpPr>
            <p:sp>
              <p:nvSpPr>
                <p:cNvPr id="147" name="Freeform 167"/>
                <p:cNvSpPr>
                  <a:spLocks/>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48" name="Freeform 168"/>
                <p:cNvSpPr>
                  <a:spLocks/>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49" name="Freeform 169"/>
                <p:cNvSpPr>
                  <a:spLocks/>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50" name="Freeform 170"/>
                <p:cNvSpPr>
                  <a:spLocks/>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51" name="Rectangle 171"/>
                <p:cNvSpPr>
                  <a:spLocks noChangeArrowheads="1"/>
                </p:cNvSpPr>
                <p:nvPr/>
              </p:nvSpPr>
              <p:spPr bwMode="auto">
                <a:xfrm>
                  <a:off x="5301" y="1617"/>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52" name="Rectangle 172"/>
                <p:cNvSpPr>
                  <a:spLocks noChangeArrowheads="1"/>
                </p:cNvSpPr>
                <p:nvPr/>
              </p:nvSpPr>
              <p:spPr bwMode="auto">
                <a:xfrm>
                  <a:off x="5256" y="1805"/>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53" name="Rectangle 173"/>
                <p:cNvSpPr>
                  <a:spLocks noChangeArrowheads="1"/>
                </p:cNvSpPr>
                <p:nvPr/>
              </p:nvSpPr>
              <p:spPr bwMode="auto">
                <a:xfrm>
                  <a:off x="5322" y="1638"/>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54" name="Line 174"/>
                <p:cNvSpPr>
                  <a:spLocks noChangeShapeType="1"/>
                </p:cNvSpPr>
                <p:nvPr/>
              </p:nvSpPr>
              <p:spPr bwMode="auto">
                <a:xfrm flipH="1">
                  <a:off x="5470" y="1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155" name="Group 175"/>
                <p:cNvGrpSpPr>
                  <a:grpSpLocks/>
                </p:cNvGrpSpPr>
                <p:nvPr/>
              </p:nvGrpSpPr>
              <p:grpSpPr bwMode="auto">
                <a:xfrm>
                  <a:off x="5245" y="1889"/>
                  <a:ext cx="335" cy="51"/>
                  <a:chOff x="5245" y="1889"/>
                  <a:chExt cx="335" cy="51"/>
                </a:xfrm>
              </p:grpSpPr>
              <p:sp>
                <p:nvSpPr>
                  <p:cNvPr id="156" name="Freeform 176"/>
                  <p:cNvSpPr>
                    <a:spLocks/>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57" name="Freeform 177"/>
                  <p:cNvSpPr>
                    <a:spLocks/>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58" name="Rectangle 178"/>
                  <p:cNvSpPr>
                    <a:spLocks noChangeArrowheads="1"/>
                  </p:cNvSpPr>
                  <p:nvPr/>
                </p:nvSpPr>
                <p:spPr bwMode="auto">
                  <a:xfrm>
                    <a:off x="5247" y="1925"/>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nvGrpSpPr>
              <p:cNvPr id="134" name="Group 179"/>
              <p:cNvGrpSpPr>
                <a:grpSpLocks/>
              </p:cNvGrpSpPr>
              <p:nvPr/>
            </p:nvGrpSpPr>
            <p:grpSpPr bwMode="auto">
              <a:xfrm>
                <a:off x="5237" y="1587"/>
                <a:ext cx="335" cy="346"/>
                <a:chOff x="5237" y="1587"/>
                <a:chExt cx="335" cy="346"/>
              </a:xfrm>
            </p:grpSpPr>
            <p:sp>
              <p:nvSpPr>
                <p:cNvPr id="135" name="Freeform 180"/>
                <p:cNvSpPr>
                  <a:spLocks/>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 name="T10" fmla="*/ 0 60000 65536"/>
                    <a:gd name="T11" fmla="*/ 0 60000 65536"/>
                    <a:gd name="T12" fmla="*/ 0 60000 65536"/>
                    <a:gd name="T13" fmla="*/ 0 60000 65536"/>
                    <a:gd name="T14" fmla="*/ 0 60000 65536"/>
                    <a:gd name="T15" fmla="*/ 0 w 316"/>
                    <a:gd name="T16" fmla="*/ 0 h 33"/>
                    <a:gd name="T17" fmla="*/ 316 w 316"/>
                    <a:gd name="T18" fmla="*/ 33 h 33"/>
                  </a:gdLst>
                  <a:ahLst/>
                  <a:cxnLst>
                    <a:cxn ang="T10">
                      <a:pos x="T0" y="T1"/>
                    </a:cxn>
                    <a:cxn ang="T11">
                      <a:pos x="T2" y="T3"/>
                    </a:cxn>
                    <a:cxn ang="T12">
                      <a:pos x="T4" y="T5"/>
                    </a:cxn>
                    <a:cxn ang="T13">
                      <a:pos x="T6" y="T7"/>
                    </a:cxn>
                    <a:cxn ang="T14">
                      <a:pos x="T8" y="T9"/>
                    </a:cxn>
                  </a:cxnLst>
                  <a:rect l="T15" t="T16" r="T17" b="T18"/>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36" name="Freeform 181"/>
                <p:cNvSpPr>
                  <a:spLocks/>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 name="T10" fmla="*/ 0 60000 65536"/>
                    <a:gd name="T11" fmla="*/ 0 60000 65536"/>
                    <a:gd name="T12" fmla="*/ 0 60000 65536"/>
                    <a:gd name="T13" fmla="*/ 0 60000 65536"/>
                    <a:gd name="T14" fmla="*/ 0 60000 65536"/>
                    <a:gd name="T15" fmla="*/ 0 w 316"/>
                    <a:gd name="T16" fmla="*/ 0 h 33"/>
                    <a:gd name="T17" fmla="*/ 316 w 316"/>
                    <a:gd name="T18" fmla="*/ 33 h 33"/>
                  </a:gdLst>
                  <a:ahLst/>
                  <a:cxnLst>
                    <a:cxn ang="T10">
                      <a:pos x="T0" y="T1"/>
                    </a:cxn>
                    <a:cxn ang="T11">
                      <a:pos x="T2" y="T3"/>
                    </a:cxn>
                    <a:cxn ang="T12">
                      <a:pos x="T4" y="T5"/>
                    </a:cxn>
                    <a:cxn ang="T13">
                      <a:pos x="T6" y="T7"/>
                    </a:cxn>
                    <a:cxn ang="T14">
                      <a:pos x="T8" y="T9"/>
                    </a:cxn>
                  </a:cxnLst>
                  <a:rect l="T15" t="T16" r="T17" b="T18"/>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37" name="Freeform 182"/>
                <p:cNvSpPr>
                  <a:spLocks/>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38" name="Freeform 183"/>
                <p:cNvSpPr>
                  <a:spLocks/>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39" name="Rectangle 184"/>
                <p:cNvSpPr>
                  <a:spLocks noChangeArrowheads="1"/>
                </p:cNvSpPr>
                <p:nvPr/>
              </p:nvSpPr>
              <p:spPr bwMode="auto">
                <a:xfrm>
                  <a:off x="5293" y="1610"/>
                  <a:ext cx="223" cy="17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40" name="Rectangle 185"/>
                <p:cNvSpPr>
                  <a:spLocks noChangeArrowheads="1"/>
                </p:cNvSpPr>
                <p:nvPr/>
              </p:nvSpPr>
              <p:spPr bwMode="auto">
                <a:xfrm>
                  <a:off x="5247" y="1798"/>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41" name="Rectangle 186"/>
                <p:cNvSpPr>
                  <a:spLocks noChangeArrowheads="1"/>
                </p:cNvSpPr>
                <p:nvPr/>
              </p:nvSpPr>
              <p:spPr bwMode="auto">
                <a:xfrm>
                  <a:off x="5313" y="1632"/>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42" name="Line 187"/>
                <p:cNvSpPr>
                  <a:spLocks noChangeShapeType="1"/>
                </p:cNvSpPr>
                <p:nvPr/>
              </p:nvSpPr>
              <p:spPr bwMode="auto">
                <a:xfrm flipH="1">
                  <a:off x="5462" y="1828"/>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143" name="Group 188"/>
                <p:cNvGrpSpPr>
                  <a:grpSpLocks/>
                </p:cNvGrpSpPr>
                <p:nvPr/>
              </p:nvGrpSpPr>
              <p:grpSpPr bwMode="auto">
                <a:xfrm>
                  <a:off x="5237" y="1883"/>
                  <a:ext cx="335" cy="50"/>
                  <a:chOff x="5237" y="1883"/>
                  <a:chExt cx="335" cy="50"/>
                </a:xfrm>
              </p:grpSpPr>
              <p:sp>
                <p:nvSpPr>
                  <p:cNvPr id="144" name="Freeform 189"/>
                  <p:cNvSpPr>
                    <a:spLocks/>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45" name="Freeform 190"/>
                  <p:cNvSpPr>
                    <a:spLocks/>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46" name="Rectangle 191"/>
                  <p:cNvSpPr>
                    <a:spLocks noChangeArrowheads="1"/>
                  </p:cNvSpPr>
                  <p:nvPr/>
                </p:nvSpPr>
                <p:spPr bwMode="auto">
                  <a:xfrm>
                    <a:off x="5239" y="1919"/>
                    <a:ext cx="331" cy="14"/>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sp>
          <p:nvSpPr>
            <p:cNvPr id="159" name="Rectangle 193"/>
            <p:cNvSpPr>
              <a:spLocks noChangeArrowheads="1"/>
            </p:cNvSpPr>
            <p:nvPr/>
          </p:nvSpPr>
          <p:spPr bwMode="auto">
            <a:xfrm>
              <a:off x="3546430" y="1311297"/>
              <a:ext cx="721792"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u="sng" dirty="0">
                  <a:solidFill>
                    <a:srgbClr val="C00000"/>
                  </a:solidFill>
                  <a:latin typeface="微软雅黑" panose="020B0503020204020204" pitchFamily="34" charset="-122"/>
                  <a:ea typeface="微软雅黑" panose="020B0503020204020204" pitchFamily="34" charset="-122"/>
                </a:rPr>
                <a:t>1.1.1.0/29</a:t>
              </a:r>
            </a:p>
          </p:txBody>
        </p:sp>
        <p:sp>
          <p:nvSpPr>
            <p:cNvPr id="160" name="Rectangle 194"/>
            <p:cNvSpPr>
              <a:spLocks noChangeArrowheads="1"/>
            </p:cNvSpPr>
            <p:nvPr/>
          </p:nvSpPr>
          <p:spPr bwMode="auto">
            <a:xfrm>
              <a:off x="4823700" y="1490279"/>
              <a:ext cx="488717" cy="181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61" name="Rectangle 195"/>
            <p:cNvSpPr>
              <a:spLocks noChangeArrowheads="1"/>
            </p:cNvSpPr>
            <p:nvPr/>
          </p:nvSpPr>
          <p:spPr bwMode="auto">
            <a:xfrm>
              <a:off x="5479634" y="1681169"/>
              <a:ext cx="476921"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a:solidFill>
                    <a:srgbClr val="000000"/>
                  </a:solidFill>
                  <a:latin typeface="微软雅黑" panose="020B0503020204020204" pitchFamily="34" charset="-122"/>
                  <a:ea typeface="微软雅黑" panose="020B0503020204020204" pitchFamily="34" charset="-122"/>
                </a:rPr>
                <a:t>1.1.1.1</a:t>
              </a:r>
              <a:endParaRPr lang="en-US" altLang="zh-CN" sz="1400" b="1" dirty="0">
                <a:latin typeface="微软雅黑" panose="020B0503020204020204" pitchFamily="34" charset="-122"/>
                <a:ea typeface="微软雅黑" panose="020B0503020204020204" pitchFamily="34" charset="-122"/>
              </a:endParaRPr>
            </a:p>
          </p:txBody>
        </p:sp>
        <p:sp>
          <p:nvSpPr>
            <p:cNvPr id="162" name="Rectangle 196"/>
            <p:cNvSpPr>
              <a:spLocks noChangeArrowheads="1"/>
            </p:cNvSpPr>
            <p:nvPr/>
          </p:nvSpPr>
          <p:spPr bwMode="auto">
            <a:xfrm>
              <a:off x="5572019" y="1490279"/>
              <a:ext cx="487793" cy="181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63" name="Rectangle 197"/>
            <p:cNvSpPr>
              <a:spLocks noChangeArrowheads="1"/>
            </p:cNvSpPr>
            <p:nvPr/>
          </p:nvSpPr>
          <p:spPr bwMode="auto">
            <a:xfrm>
              <a:off x="5180307" y="1476725"/>
              <a:ext cx="476921"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a:solidFill>
                    <a:srgbClr val="000000"/>
                  </a:solidFill>
                  <a:latin typeface="微软雅黑" panose="020B0503020204020204" pitchFamily="34" charset="-122"/>
                  <a:ea typeface="微软雅黑" panose="020B0503020204020204" pitchFamily="34" charset="-122"/>
                </a:rPr>
                <a:t>1.1.1.2</a:t>
              </a:r>
              <a:endParaRPr lang="en-US" altLang="zh-CN" sz="1400" b="1" dirty="0">
                <a:latin typeface="微软雅黑" panose="020B0503020204020204" pitchFamily="34" charset="-122"/>
                <a:ea typeface="微软雅黑" panose="020B0503020204020204" pitchFamily="34" charset="-122"/>
              </a:endParaRPr>
            </a:p>
          </p:txBody>
        </p:sp>
        <p:sp>
          <p:nvSpPr>
            <p:cNvPr id="164" name="Rectangle 199"/>
            <p:cNvSpPr>
              <a:spLocks noChangeArrowheads="1"/>
            </p:cNvSpPr>
            <p:nvPr/>
          </p:nvSpPr>
          <p:spPr bwMode="auto">
            <a:xfrm>
              <a:off x="4291220" y="1588857"/>
              <a:ext cx="476921"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a:solidFill>
                    <a:srgbClr val="000000"/>
                  </a:solidFill>
                  <a:latin typeface="微软雅黑" panose="020B0503020204020204" pitchFamily="34" charset="-122"/>
                  <a:ea typeface="微软雅黑" panose="020B0503020204020204" pitchFamily="34" charset="-122"/>
                </a:rPr>
                <a:t>1.1.1.3</a:t>
              </a:r>
              <a:endParaRPr lang="en-US" altLang="zh-CN" sz="1400" b="1" dirty="0">
                <a:latin typeface="微软雅黑" panose="020B0503020204020204" pitchFamily="34" charset="-122"/>
                <a:ea typeface="微软雅黑" panose="020B0503020204020204" pitchFamily="34" charset="-122"/>
              </a:endParaRPr>
            </a:p>
          </p:txBody>
        </p:sp>
        <p:sp>
          <p:nvSpPr>
            <p:cNvPr id="165" name="Rectangle 284"/>
            <p:cNvSpPr>
              <a:spLocks noChangeArrowheads="1"/>
            </p:cNvSpPr>
            <p:nvPr/>
          </p:nvSpPr>
          <p:spPr bwMode="auto">
            <a:xfrm>
              <a:off x="5114713" y="1826878"/>
              <a:ext cx="12934" cy="276734"/>
            </a:xfrm>
            <a:prstGeom prst="rect">
              <a:avLst/>
            </a:prstGeom>
            <a:solidFill>
              <a:srgbClr val="000000"/>
            </a:solidFill>
            <a:ln w="1905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nvGrpSpPr>
            <p:cNvPr id="166" name="Group 285"/>
            <p:cNvGrpSpPr>
              <a:grpSpLocks/>
            </p:cNvGrpSpPr>
            <p:nvPr/>
          </p:nvGrpSpPr>
          <p:grpSpPr bwMode="auto">
            <a:xfrm>
              <a:off x="4946573" y="2079892"/>
              <a:ext cx="314109" cy="197668"/>
              <a:chOff x="2299" y="1622"/>
              <a:chExt cx="439" cy="262"/>
            </a:xfrm>
          </p:grpSpPr>
          <p:sp>
            <p:nvSpPr>
              <p:cNvPr id="167" name="Oval 286"/>
              <p:cNvSpPr>
                <a:spLocks noChangeArrowheads="1"/>
              </p:cNvSpPr>
              <p:nvPr/>
            </p:nvSpPr>
            <p:spPr bwMode="auto">
              <a:xfrm>
                <a:off x="2300" y="1731"/>
                <a:ext cx="438" cy="153"/>
              </a:xfrm>
              <a:prstGeom prst="ellipse">
                <a:avLst/>
              </a:prstGeom>
              <a:solidFill>
                <a:srgbClr val="0078AA"/>
              </a:solidFill>
              <a:ln w="4763">
                <a:solidFill>
                  <a:srgbClr val="AAE6FF"/>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68" name="Rectangle 287"/>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69" name="Rectangle 288"/>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70" name="Oval 289"/>
              <p:cNvSpPr>
                <a:spLocks noChangeArrowheads="1"/>
              </p:cNvSpPr>
              <p:nvPr/>
            </p:nvSpPr>
            <p:spPr bwMode="auto">
              <a:xfrm>
                <a:off x="2300" y="1622"/>
                <a:ext cx="438" cy="153"/>
              </a:xfrm>
              <a:prstGeom prst="ellipse">
                <a:avLst/>
              </a:prstGeom>
              <a:solidFill>
                <a:srgbClr val="00B4FF"/>
              </a:solidFill>
              <a:ln w="4763">
                <a:solidFill>
                  <a:srgbClr val="AAE6FF"/>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nvGrpSpPr>
              <p:cNvPr id="171" name="Group 290"/>
              <p:cNvGrpSpPr>
                <a:grpSpLocks/>
              </p:cNvGrpSpPr>
              <p:nvPr/>
            </p:nvGrpSpPr>
            <p:grpSpPr bwMode="auto">
              <a:xfrm>
                <a:off x="2365" y="1640"/>
                <a:ext cx="304" cy="117"/>
                <a:chOff x="2365" y="1640"/>
                <a:chExt cx="304" cy="117"/>
              </a:xfrm>
            </p:grpSpPr>
            <p:grpSp>
              <p:nvGrpSpPr>
                <p:cNvPr id="174" name="Group 291"/>
                <p:cNvGrpSpPr>
                  <a:grpSpLocks/>
                </p:cNvGrpSpPr>
                <p:nvPr/>
              </p:nvGrpSpPr>
              <p:grpSpPr bwMode="auto">
                <a:xfrm>
                  <a:off x="2365" y="1640"/>
                  <a:ext cx="302" cy="115"/>
                  <a:chOff x="2365" y="1640"/>
                  <a:chExt cx="302" cy="115"/>
                </a:xfrm>
              </p:grpSpPr>
              <p:sp>
                <p:nvSpPr>
                  <p:cNvPr id="184" name="Freeform 292"/>
                  <p:cNvSpPr>
                    <a:spLocks/>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85" name="Freeform 293"/>
                  <p:cNvSpPr>
                    <a:spLocks/>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86" name="Freeform 294"/>
                  <p:cNvSpPr>
                    <a:spLocks/>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87" name="Freeform 295"/>
                  <p:cNvSpPr>
                    <a:spLocks/>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88" name="Freeform 296"/>
                  <p:cNvSpPr>
                    <a:spLocks/>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89" name="Freeform 297"/>
                  <p:cNvSpPr>
                    <a:spLocks/>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90" name="Freeform 298"/>
                  <p:cNvSpPr>
                    <a:spLocks/>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91" name="Freeform 299"/>
                  <p:cNvSpPr>
                    <a:spLocks/>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grpSp>
              <p:nvGrpSpPr>
                <p:cNvPr id="175" name="Group 300"/>
                <p:cNvGrpSpPr>
                  <a:grpSpLocks/>
                </p:cNvGrpSpPr>
                <p:nvPr/>
              </p:nvGrpSpPr>
              <p:grpSpPr bwMode="auto">
                <a:xfrm>
                  <a:off x="2368" y="1643"/>
                  <a:ext cx="301" cy="114"/>
                  <a:chOff x="2368" y="1643"/>
                  <a:chExt cx="301" cy="114"/>
                </a:xfrm>
              </p:grpSpPr>
              <p:sp>
                <p:nvSpPr>
                  <p:cNvPr id="176" name="Freeform 301"/>
                  <p:cNvSpPr>
                    <a:spLocks/>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77" name="Freeform 302"/>
                  <p:cNvSpPr>
                    <a:spLocks/>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78" name="Freeform 303"/>
                  <p:cNvSpPr>
                    <a:spLocks/>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79" name="Freeform 304"/>
                  <p:cNvSpPr>
                    <a:spLocks/>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80" name="Freeform 305"/>
                  <p:cNvSpPr>
                    <a:spLocks/>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81" name="Freeform 306"/>
                  <p:cNvSpPr>
                    <a:spLocks/>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82" name="Freeform 307"/>
                  <p:cNvSpPr>
                    <a:spLocks/>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83" name="Freeform 308"/>
                  <p:cNvSpPr>
                    <a:spLocks/>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grpSp>
          <p:sp>
            <p:nvSpPr>
              <p:cNvPr id="172" name="Line 309"/>
              <p:cNvSpPr>
                <a:spLocks noChangeShapeType="1"/>
              </p:cNvSpPr>
              <p:nvPr/>
            </p:nvSpPr>
            <p:spPr bwMode="auto">
              <a:xfrm>
                <a:off x="2299"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73" name="Line 310"/>
              <p:cNvSpPr>
                <a:spLocks noChangeShapeType="1"/>
              </p:cNvSpPr>
              <p:nvPr/>
            </p:nvSpPr>
            <p:spPr bwMode="auto">
              <a:xfrm>
                <a:off x="2736"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sp>
          <p:nvSpPr>
            <p:cNvPr id="192" name="Rectangle 311"/>
            <p:cNvSpPr>
              <a:spLocks noChangeArrowheads="1"/>
            </p:cNvSpPr>
            <p:nvPr/>
          </p:nvSpPr>
          <p:spPr bwMode="auto">
            <a:xfrm>
              <a:off x="5167372" y="1946608"/>
              <a:ext cx="489640" cy="181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93" name="Rectangle 312"/>
            <p:cNvSpPr>
              <a:spLocks noChangeArrowheads="1"/>
            </p:cNvSpPr>
            <p:nvPr/>
          </p:nvSpPr>
          <p:spPr bwMode="auto">
            <a:xfrm>
              <a:off x="5181542" y="1916111"/>
              <a:ext cx="476921"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a:solidFill>
                    <a:srgbClr val="000000"/>
                  </a:solidFill>
                  <a:latin typeface="微软雅黑" panose="020B0503020204020204" pitchFamily="34" charset="-122"/>
                  <a:ea typeface="微软雅黑" panose="020B0503020204020204" pitchFamily="34" charset="-122"/>
                </a:rPr>
                <a:t>1.1.1.4</a:t>
              </a:r>
              <a:endParaRPr lang="en-US" altLang="zh-CN" sz="1400" b="1" dirty="0">
                <a:latin typeface="微软雅黑" panose="020B0503020204020204" pitchFamily="34" charset="-122"/>
                <a:ea typeface="微软雅黑" panose="020B0503020204020204" pitchFamily="34" charset="-122"/>
              </a:endParaRPr>
            </a:p>
          </p:txBody>
        </p:sp>
        <p:sp>
          <p:nvSpPr>
            <p:cNvPr id="194" name="Rectangle 313"/>
            <p:cNvSpPr>
              <a:spLocks noChangeArrowheads="1"/>
            </p:cNvSpPr>
            <p:nvPr/>
          </p:nvSpPr>
          <p:spPr bwMode="auto">
            <a:xfrm>
              <a:off x="4764574" y="2022286"/>
              <a:ext cx="199552" cy="180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95" name="Rectangle 314"/>
            <p:cNvSpPr>
              <a:spLocks noChangeArrowheads="1"/>
            </p:cNvSpPr>
            <p:nvPr/>
          </p:nvSpPr>
          <p:spPr bwMode="auto">
            <a:xfrm>
              <a:off x="4743557" y="1988083"/>
              <a:ext cx="182050" cy="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FF"/>
                  </a:solidFill>
                  <a:latin typeface="微软雅黑" panose="020B0503020204020204" pitchFamily="34" charset="-122"/>
                  <a:ea typeface="微软雅黑" panose="020B0503020204020204" pitchFamily="34" charset="-122"/>
                </a:rPr>
                <a:t>R</a:t>
              </a:r>
              <a:r>
                <a:rPr lang="en-US" altLang="zh-CN" sz="1600" b="1" baseline="-25000" dirty="0">
                  <a:solidFill>
                    <a:srgbClr val="0000FF"/>
                  </a:solidFill>
                  <a:latin typeface="微软雅黑" panose="020B0503020204020204" pitchFamily="34" charset="-122"/>
                  <a:ea typeface="微软雅黑" panose="020B0503020204020204" pitchFamily="34" charset="-122"/>
                </a:rPr>
                <a:t>1</a:t>
              </a:r>
            </a:p>
          </p:txBody>
        </p:sp>
        <p:sp>
          <p:nvSpPr>
            <p:cNvPr id="196" name="Oval 319"/>
            <p:cNvSpPr>
              <a:spLocks noChangeArrowheads="1"/>
            </p:cNvSpPr>
            <p:nvPr/>
          </p:nvSpPr>
          <p:spPr bwMode="auto">
            <a:xfrm>
              <a:off x="5095312" y="1972587"/>
              <a:ext cx="45269"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97" name="Oval 325"/>
            <p:cNvSpPr>
              <a:spLocks noChangeArrowheads="1"/>
            </p:cNvSpPr>
            <p:nvPr/>
          </p:nvSpPr>
          <p:spPr bwMode="auto">
            <a:xfrm>
              <a:off x="7561991" y="2704521"/>
              <a:ext cx="45269"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98" name="Oval 326"/>
            <p:cNvSpPr>
              <a:spLocks noChangeArrowheads="1"/>
            </p:cNvSpPr>
            <p:nvPr/>
          </p:nvSpPr>
          <p:spPr bwMode="auto">
            <a:xfrm>
              <a:off x="7588783" y="2334036"/>
              <a:ext cx="45268"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99" name="Rectangle 327"/>
            <p:cNvSpPr>
              <a:spLocks noChangeArrowheads="1"/>
            </p:cNvSpPr>
            <p:nvPr/>
          </p:nvSpPr>
          <p:spPr bwMode="auto">
            <a:xfrm>
              <a:off x="6166054" y="2622065"/>
              <a:ext cx="488716" cy="180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00" name="Rectangle 328"/>
            <p:cNvSpPr>
              <a:spLocks noChangeArrowheads="1"/>
            </p:cNvSpPr>
            <p:nvPr/>
          </p:nvSpPr>
          <p:spPr bwMode="auto">
            <a:xfrm>
              <a:off x="5912639" y="3114538"/>
              <a:ext cx="56538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a:solidFill>
                    <a:srgbClr val="000000"/>
                  </a:solidFill>
                  <a:latin typeface="微软雅黑" panose="020B0503020204020204" pitchFamily="34" charset="-122"/>
                  <a:ea typeface="微软雅黑" panose="020B0503020204020204" pitchFamily="34" charset="-122"/>
                </a:rPr>
                <a:t>1.1.1.13</a:t>
              </a:r>
              <a:endParaRPr lang="en-US" altLang="zh-CN" sz="1400" b="1" dirty="0">
                <a:latin typeface="微软雅黑" panose="020B0503020204020204" pitchFamily="34" charset="-122"/>
                <a:ea typeface="微软雅黑" panose="020B0503020204020204" pitchFamily="34" charset="-122"/>
              </a:endParaRPr>
            </a:p>
          </p:txBody>
        </p:sp>
        <p:sp>
          <p:nvSpPr>
            <p:cNvPr id="201" name="Rectangle 329"/>
            <p:cNvSpPr>
              <a:spLocks noChangeArrowheads="1"/>
            </p:cNvSpPr>
            <p:nvPr/>
          </p:nvSpPr>
          <p:spPr bwMode="auto">
            <a:xfrm>
              <a:off x="7534276" y="2884115"/>
              <a:ext cx="488717" cy="180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02" name="Rectangle 330"/>
            <p:cNvSpPr>
              <a:spLocks noChangeArrowheads="1"/>
            </p:cNvSpPr>
            <p:nvPr/>
          </p:nvSpPr>
          <p:spPr bwMode="auto">
            <a:xfrm>
              <a:off x="7121563" y="2785847"/>
              <a:ext cx="56538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a:solidFill>
                    <a:srgbClr val="000000"/>
                  </a:solidFill>
                  <a:latin typeface="微软雅黑" panose="020B0503020204020204" pitchFamily="34" charset="-122"/>
                  <a:ea typeface="微软雅黑" panose="020B0503020204020204" pitchFamily="34" charset="-122"/>
                </a:rPr>
                <a:t>1.1.1.10</a:t>
              </a:r>
              <a:endParaRPr lang="en-US" altLang="zh-CN" sz="1400" b="1" dirty="0">
                <a:latin typeface="微软雅黑" panose="020B0503020204020204" pitchFamily="34" charset="-122"/>
                <a:ea typeface="微软雅黑" panose="020B0503020204020204" pitchFamily="34" charset="-122"/>
              </a:endParaRPr>
            </a:p>
          </p:txBody>
        </p:sp>
        <p:sp>
          <p:nvSpPr>
            <p:cNvPr id="203" name="Rectangle 331"/>
            <p:cNvSpPr>
              <a:spLocks noChangeArrowheads="1"/>
            </p:cNvSpPr>
            <p:nvPr/>
          </p:nvSpPr>
          <p:spPr bwMode="auto">
            <a:xfrm>
              <a:off x="7534276" y="2313704"/>
              <a:ext cx="488717" cy="182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04" name="Rectangle 332"/>
            <p:cNvSpPr>
              <a:spLocks noChangeArrowheads="1"/>
            </p:cNvSpPr>
            <p:nvPr/>
          </p:nvSpPr>
          <p:spPr bwMode="auto">
            <a:xfrm>
              <a:off x="7611879" y="2381476"/>
              <a:ext cx="476921"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a:solidFill>
                    <a:srgbClr val="000000"/>
                  </a:solidFill>
                  <a:latin typeface="微软雅黑" panose="020B0503020204020204" pitchFamily="34" charset="-122"/>
                  <a:ea typeface="微软雅黑" panose="020B0503020204020204" pitchFamily="34" charset="-122"/>
                </a:rPr>
                <a:t>1.1.1.9</a:t>
              </a:r>
              <a:endParaRPr lang="en-US" altLang="zh-CN" sz="1400" b="1" dirty="0">
                <a:latin typeface="微软雅黑" panose="020B0503020204020204" pitchFamily="34" charset="-122"/>
                <a:ea typeface="微软雅黑" panose="020B0503020204020204" pitchFamily="34" charset="-122"/>
              </a:endParaRPr>
            </a:p>
          </p:txBody>
        </p:sp>
        <p:sp>
          <p:nvSpPr>
            <p:cNvPr id="205" name="Rectangle 334"/>
            <p:cNvSpPr>
              <a:spLocks noChangeArrowheads="1"/>
            </p:cNvSpPr>
            <p:nvPr/>
          </p:nvSpPr>
          <p:spPr bwMode="auto">
            <a:xfrm>
              <a:off x="6921131" y="3366423"/>
              <a:ext cx="56538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a:solidFill>
                    <a:srgbClr val="000000"/>
                  </a:solidFill>
                  <a:latin typeface="微软雅黑" panose="020B0503020204020204" pitchFamily="34" charset="-122"/>
                  <a:ea typeface="微软雅黑" panose="020B0503020204020204" pitchFamily="34" charset="-122"/>
                </a:rPr>
                <a:t>1.1.1.12</a:t>
              </a:r>
              <a:endParaRPr lang="en-US" altLang="zh-CN" sz="1400" b="1" dirty="0">
                <a:latin typeface="微软雅黑" panose="020B0503020204020204" pitchFamily="34" charset="-122"/>
                <a:ea typeface="微软雅黑" panose="020B0503020204020204" pitchFamily="34" charset="-122"/>
              </a:endParaRPr>
            </a:p>
          </p:txBody>
        </p:sp>
        <p:sp>
          <p:nvSpPr>
            <p:cNvPr id="206" name="Rectangle 335"/>
            <p:cNvSpPr>
              <a:spLocks noChangeArrowheads="1"/>
            </p:cNvSpPr>
            <p:nvPr/>
          </p:nvSpPr>
          <p:spPr bwMode="auto">
            <a:xfrm>
              <a:off x="5494415" y="3608142"/>
              <a:ext cx="488717" cy="180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07" name="Rectangle 336"/>
            <p:cNvSpPr>
              <a:spLocks noChangeArrowheads="1"/>
            </p:cNvSpPr>
            <p:nvPr/>
          </p:nvSpPr>
          <p:spPr bwMode="auto">
            <a:xfrm>
              <a:off x="5893152" y="3353998"/>
              <a:ext cx="56538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a:solidFill>
                    <a:srgbClr val="000000"/>
                  </a:solidFill>
                  <a:latin typeface="微软雅黑" panose="020B0503020204020204" pitchFamily="34" charset="-122"/>
                  <a:ea typeface="微软雅黑" panose="020B0503020204020204" pitchFamily="34" charset="-122"/>
                </a:rPr>
                <a:t>1.1.1.11</a:t>
              </a:r>
              <a:endParaRPr lang="en-US" altLang="zh-CN" sz="1400" b="1" dirty="0">
                <a:latin typeface="微软雅黑" panose="020B0503020204020204" pitchFamily="34" charset="-122"/>
                <a:ea typeface="微软雅黑" panose="020B0503020204020204" pitchFamily="34" charset="-122"/>
              </a:endParaRPr>
            </a:p>
          </p:txBody>
        </p:sp>
        <p:sp>
          <p:nvSpPr>
            <p:cNvPr id="208" name="Oval 337"/>
            <p:cNvSpPr>
              <a:spLocks noChangeArrowheads="1"/>
            </p:cNvSpPr>
            <p:nvPr/>
          </p:nvSpPr>
          <p:spPr bwMode="auto">
            <a:xfrm>
              <a:off x="6821988" y="3439842"/>
              <a:ext cx="45268"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09" name="Rectangle 338"/>
            <p:cNvSpPr>
              <a:spLocks noChangeArrowheads="1"/>
            </p:cNvSpPr>
            <p:nvPr/>
          </p:nvSpPr>
          <p:spPr bwMode="auto">
            <a:xfrm>
              <a:off x="6397940" y="2247062"/>
              <a:ext cx="434209" cy="180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10" name="Rectangle 339"/>
            <p:cNvSpPr>
              <a:spLocks noChangeArrowheads="1"/>
            </p:cNvSpPr>
            <p:nvPr/>
          </p:nvSpPr>
          <p:spPr bwMode="auto">
            <a:xfrm>
              <a:off x="6587986" y="2058318"/>
              <a:ext cx="799675"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u="sng" dirty="0">
                  <a:solidFill>
                    <a:srgbClr val="C00000"/>
                  </a:solidFill>
                  <a:latin typeface="微软雅黑" panose="020B0503020204020204" pitchFamily="34" charset="-122"/>
                  <a:ea typeface="微软雅黑" panose="020B0503020204020204" pitchFamily="34" charset="-122"/>
                </a:rPr>
                <a:t>1.1.1.8/29</a:t>
              </a:r>
            </a:p>
          </p:txBody>
        </p:sp>
        <p:sp>
          <p:nvSpPr>
            <p:cNvPr id="211" name="Rectangle 340"/>
            <p:cNvSpPr>
              <a:spLocks noChangeArrowheads="1"/>
            </p:cNvSpPr>
            <p:nvPr/>
          </p:nvSpPr>
          <p:spPr bwMode="auto">
            <a:xfrm>
              <a:off x="6433047" y="2096835"/>
              <a:ext cx="349215" cy="181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12" name="Oval 396"/>
            <p:cNvSpPr>
              <a:spLocks noChangeArrowheads="1"/>
            </p:cNvSpPr>
            <p:nvPr/>
          </p:nvSpPr>
          <p:spPr bwMode="auto">
            <a:xfrm>
              <a:off x="4635235" y="3086301"/>
              <a:ext cx="45269"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13" name="Oval 397"/>
            <p:cNvSpPr>
              <a:spLocks noChangeArrowheads="1"/>
            </p:cNvSpPr>
            <p:nvPr/>
          </p:nvSpPr>
          <p:spPr bwMode="auto">
            <a:xfrm>
              <a:off x="5441756" y="3082912"/>
              <a:ext cx="45268" cy="46311"/>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14" name="Oval 398"/>
            <p:cNvSpPr>
              <a:spLocks noChangeArrowheads="1"/>
            </p:cNvSpPr>
            <p:nvPr/>
          </p:nvSpPr>
          <p:spPr bwMode="auto">
            <a:xfrm>
              <a:off x="5641308" y="2899928"/>
              <a:ext cx="45268"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15" name="Oval 399"/>
            <p:cNvSpPr>
              <a:spLocks noChangeArrowheads="1"/>
            </p:cNvSpPr>
            <p:nvPr/>
          </p:nvSpPr>
          <p:spPr bwMode="auto">
            <a:xfrm>
              <a:off x="5215413" y="2297891"/>
              <a:ext cx="45269"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16" name="Oval 400"/>
            <p:cNvSpPr>
              <a:spLocks noChangeArrowheads="1"/>
            </p:cNvSpPr>
            <p:nvPr/>
          </p:nvSpPr>
          <p:spPr bwMode="auto">
            <a:xfrm>
              <a:off x="4411663" y="2842323"/>
              <a:ext cx="45269"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17" name="Oval 401"/>
            <p:cNvSpPr>
              <a:spLocks noChangeArrowheads="1"/>
            </p:cNvSpPr>
            <p:nvPr/>
          </p:nvSpPr>
          <p:spPr bwMode="auto">
            <a:xfrm>
              <a:off x="4891142" y="2310315"/>
              <a:ext cx="44345" cy="46311"/>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18" name="Rectangle 402"/>
            <p:cNvSpPr>
              <a:spLocks noChangeArrowheads="1"/>
            </p:cNvSpPr>
            <p:nvPr/>
          </p:nvSpPr>
          <p:spPr bwMode="auto">
            <a:xfrm>
              <a:off x="5298559" y="2127332"/>
              <a:ext cx="488717" cy="181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19" name="Rectangle 403"/>
            <p:cNvSpPr>
              <a:spLocks noChangeArrowheads="1"/>
            </p:cNvSpPr>
            <p:nvPr/>
          </p:nvSpPr>
          <p:spPr bwMode="auto">
            <a:xfrm>
              <a:off x="5308722" y="2210917"/>
              <a:ext cx="56538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smtClean="0">
                  <a:solidFill>
                    <a:srgbClr val="000000"/>
                  </a:solidFill>
                  <a:latin typeface="微软雅黑" panose="020B0503020204020204" pitchFamily="34" charset="-122"/>
                  <a:ea typeface="微软雅黑" panose="020B0503020204020204" pitchFamily="34" charset="-122"/>
                </a:rPr>
                <a:t>1.1.1.25</a:t>
              </a:r>
              <a:endParaRPr lang="en-US" altLang="zh-CN" sz="1400" b="1" dirty="0">
                <a:latin typeface="微软雅黑" panose="020B0503020204020204" pitchFamily="34" charset="-122"/>
                <a:ea typeface="微软雅黑" panose="020B0503020204020204" pitchFamily="34" charset="-122"/>
              </a:endParaRPr>
            </a:p>
          </p:txBody>
        </p:sp>
        <p:sp>
          <p:nvSpPr>
            <p:cNvPr id="220" name="Rectangle 404"/>
            <p:cNvSpPr>
              <a:spLocks noChangeArrowheads="1"/>
            </p:cNvSpPr>
            <p:nvPr/>
          </p:nvSpPr>
          <p:spPr bwMode="auto">
            <a:xfrm>
              <a:off x="4371938" y="2201881"/>
              <a:ext cx="487793" cy="181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21" name="Rectangle 405"/>
            <p:cNvSpPr>
              <a:spLocks noChangeArrowheads="1"/>
            </p:cNvSpPr>
            <p:nvPr/>
          </p:nvSpPr>
          <p:spPr bwMode="auto">
            <a:xfrm>
              <a:off x="4362649" y="2195104"/>
              <a:ext cx="56538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smtClean="0">
                  <a:solidFill>
                    <a:srgbClr val="000000"/>
                  </a:solidFill>
                  <a:latin typeface="微软雅黑" panose="020B0503020204020204" pitchFamily="34" charset="-122"/>
                  <a:ea typeface="微软雅黑" panose="020B0503020204020204" pitchFamily="34" charset="-122"/>
                </a:rPr>
                <a:t>1.1.1.29</a:t>
              </a:r>
              <a:endParaRPr lang="en-US" altLang="zh-CN" sz="1400" b="1" dirty="0">
                <a:latin typeface="微软雅黑" panose="020B0503020204020204" pitchFamily="34" charset="-122"/>
                <a:ea typeface="微软雅黑" panose="020B0503020204020204" pitchFamily="34" charset="-122"/>
              </a:endParaRPr>
            </a:p>
          </p:txBody>
        </p:sp>
        <p:sp>
          <p:nvSpPr>
            <p:cNvPr id="222" name="Rectangle 406"/>
            <p:cNvSpPr>
              <a:spLocks noChangeArrowheads="1"/>
            </p:cNvSpPr>
            <p:nvPr/>
          </p:nvSpPr>
          <p:spPr bwMode="auto">
            <a:xfrm>
              <a:off x="4015332" y="2539610"/>
              <a:ext cx="488716" cy="181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23" name="Rectangle 407"/>
            <p:cNvSpPr>
              <a:spLocks noChangeArrowheads="1"/>
            </p:cNvSpPr>
            <p:nvPr/>
          </p:nvSpPr>
          <p:spPr bwMode="auto">
            <a:xfrm>
              <a:off x="3944777" y="2674433"/>
              <a:ext cx="56538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smtClean="0">
                  <a:solidFill>
                    <a:srgbClr val="000000"/>
                  </a:solidFill>
                  <a:latin typeface="微软雅黑" panose="020B0503020204020204" pitchFamily="34" charset="-122"/>
                  <a:ea typeface="微软雅黑" panose="020B0503020204020204" pitchFamily="34" charset="-122"/>
                </a:rPr>
                <a:t>1.1.1.30</a:t>
              </a:r>
              <a:endParaRPr lang="en-US" altLang="zh-CN" sz="1400" b="1" dirty="0">
                <a:latin typeface="微软雅黑" panose="020B0503020204020204" pitchFamily="34" charset="-122"/>
                <a:ea typeface="微软雅黑" panose="020B0503020204020204" pitchFamily="34" charset="-122"/>
              </a:endParaRPr>
            </a:p>
          </p:txBody>
        </p:sp>
        <p:sp>
          <p:nvSpPr>
            <p:cNvPr id="224" name="Rectangle 408"/>
            <p:cNvSpPr>
              <a:spLocks noChangeArrowheads="1"/>
            </p:cNvSpPr>
            <p:nvPr/>
          </p:nvSpPr>
          <p:spPr bwMode="auto">
            <a:xfrm>
              <a:off x="5631145" y="2471838"/>
              <a:ext cx="488717" cy="180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25" name="Rectangle 409"/>
            <p:cNvSpPr>
              <a:spLocks noChangeArrowheads="1"/>
            </p:cNvSpPr>
            <p:nvPr/>
          </p:nvSpPr>
          <p:spPr bwMode="auto">
            <a:xfrm>
              <a:off x="5693967" y="2774551"/>
              <a:ext cx="56538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smtClean="0">
                  <a:solidFill>
                    <a:srgbClr val="000000"/>
                  </a:solidFill>
                  <a:latin typeface="微软雅黑" panose="020B0503020204020204" pitchFamily="34" charset="-122"/>
                  <a:ea typeface="微软雅黑" panose="020B0503020204020204" pitchFamily="34" charset="-122"/>
                </a:rPr>
                <a:t>1.1.1.26</a:t>
              </a:r>
              <a:endParaRPr lang="en-US" altLang="zh-CN" sz="1400" b="1" dirty="0">
                <a:latin typeface="微软雅黑" panose="020B0503020204020204" pitchFamily="34" charset="-122"/>
                <a:ea typeface="微软雅黑" panose="020B0503020204020204" pitchFamily="34" charset="-122"/>
              </a:endParaRPr>
            </a:p>
          </p:txBody>
        </p:sp>
        <p:sp>
          <p:nvSpPr>
            <p:cNvPr id="226" name="Rectangle 410"/>
            <p:cNvSpPr>
              <a:spLocks noChangeArrowheads="1"/>
            </p:cNvSpPr>
            <p:nvPr/>
          </p:nvSpPr>
          <p:spPr bwMode="auto">
            <a:xfrm>
              <a:off x="5366924" y="2925908"/>
              <a:ext cx="488717" cy="182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27" name="Rectangle 411"/>
            <p:cNvSpPr>
              <a:spLocks noChangeArrowheads="1"/>
            </p:cNvSpPr>
            <p:nvPr/>
          </p:nvSpPr>
          <p:spPr bwMode="auto">
            <a:xfrm>
              <a:off x="5295788" y="3158590"/>
              <a:ext cx="56538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smtClean="0">
                  <a:solidFill>
                    <a:srgbClr val="000000"/>
                  </a:solidFill>
                  <a:latin typeface="微软雅黑" panose="020B0503020204020204" pitchFamily="34" charset="-122"/>
                  <a:ea typeface="微软雅黑" panose="020B0503020204020204" pitchFamily="34" charset="-122"/>
                </a:rPr>
                <a:t>1.1.1.34</a:t>
              </a:r>
              <a:endParaRPr lang="en-US" altLang="zh-CN" sz="1400" b="1" dirty="0">
                <a:latin typeface="微软雅黑" panose="020B0503020204020204" pitchFamily="34" charset="-122"/>
                <a:ea typeface="微软雅黑" panose="020B0503020204020204" pitchFamily="34" charset="-122"/>
              </a:endParaRPr>
            </a:p>
          </p:txBody>
        </p:sp>
        <p:sp>
          <p:nvSpPr>
            <p:cNvPr id="228" name="Rectangle 412"/>
            <p:cNvSpPr>
              <a:spLocks noChangeArrowheads="1"/>
            </p:cNvSpPr>
            <p:nvPr/>
          </p:nvSpPr>
          <p:spPr bwMode="auto">
            <a:xfrm>
              <a:off x="4505896" y="2925908"/>
              <a:ext cx="487793" cy="182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29" name="Rectangle 413"/>
            <p:cNvSpPr>
              <a:spLocks noChangeArrowheads="1"/>
            </p:cNvSpPr>
            <p:nvPr/>
          </p:nvSpPr>
          <p:spPr bwMode="auto">
            <a:xfrm>
              <a:off x="4419054" y="3149554"/>
              <a:ext cx="56538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smtClean="0">
                  <a:solidFill>
                    <a:srgbClr val="000000"/>
                  </a:solidFill>
                  <a:latin typeface="微软雅黑" panose="020B0503020204020204" pitchFamily="34" charset="-122"/>
                  <a:ea typeface="微软雅黑" panose="020B0503020204020204" pitchFamily="34" charset="-122"/>
                </a:rPr>
                <a:t>1.1.1.33</a:t>
              </a:r>
              <a:endParaRPr lang="en-US" altLang="zh-CN" sz="1400" b="1" dirty="0">
                <a:latin typeface="微软雅黑" panose="020B0503020204020204" pitchFamily="34" charset="-122"/>
                <a:ea typeface="微软雅黑" panose="020B0503020204020204" pitchFamily="34" charset="-122"/>
              </a:endParaRPr>
            </a:p>
          </p:txBody>
        </p:sp>
        <p:sp>
          <p:nvSpPr>
            <p:cNvPr id="230" name="Rectangle 414"/>
            <p:cNvSpPr>
              <a:spLocks noChangeArrowheads="1"/>
            </p:cNvSpPr>
            <p:nvPr/>
          </p:nvSpPr>
          <p:spPr bwMode="auto">
            <a:xfrm>
              <a:off x="2822591" y="2431699"/>
              <a:ext cx="488717" cy="182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31" name="Rectangle 415"/>
            <p:cNvSpPr>
              <a:spLocks noChangeArrowheads="1"/>
            </p:cNvSpPr>
            <p:nvPr/>
          </p:nvSpPr>
          <p:spPr bwMode="auto">
            <a:xfrm>
              <a:off x="2852904" y="2455549"/>
              <a:ext cx="56538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a:solidFill>
                    <a:srgbClr val="000000"/>
                  </a:solidFill>
                  <a:latin typeface="微软雅黑" panose="020B0503020204020204" pitchFamily="34" charset="-122"/>
                  <a:ea typeface="微软雅黑" panose="020B0503020204020204" pitchFamily="34" charset="-122"/>
                </a:rPr>
                <a:t>1.1.1.17</a:t>
              </a:r>
              <a:endParaRPr lang="en-US" altLang="zh-CN" sz="1400" b="1" dirty="0">
                <a:latin typeface="微软雅黑" panose="020B0503020204020204" pitchFamily="34" charset="-122"/>
                <a:ea typeface="微软雅黑" panose="020B0503020204020204" pitchFamily="34" charset="-122"/>
              </a:endParaRPr>
            </a:p>
          </p:txBody>
        </p:sp>
        <p:sp>
          <p:nvSpPr>
            <p:cNvPr id="232" name="Rectangle 416"/>
            <p:cNvSpPr>
              <a:spLocks noChangeArrowheads="1"/>
            </p:cNvSpPr>
            <p:nvPr/>
          </p:nvSpPr>
          <p:spPr bwMode="auto">
            <a:xfrm>
              <a:off x="3801922" y="2958664"/>
              <a:ext cx="488717" cy="181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33" name="Rectangle 417"/>
            <p:cNvSpPr>
              <a:spLocks noChangeArrowheads="1"/>
            </p:cNvSpPr>
            <p:nvPr/>
          </p:nvSpPr>
          <p:spPr bwMode="auto">
            <a:xfrm>
              <a:off x="3631876" y="3129549"/>
              <a:ext cx="56538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a:solidFill>
                    <a:srgbClr val="000000"/>
                  </a:solidFill>
                  <a:latin typeface="微软雅黑" panose="020B0503020204020204" pitchFamily="34" charset="-122"/>
                  <a:ea typeface="微软雅黑" panose="020B0503020204020204" pitchFamily="34" charset="-122"/>
                </a:rPr>
                <a:t>1.1.1.19</a:t>
              </a:r>
              <a:endParaRPr lang="en-US" altLang="zh-CN" sz="1400" b="1" dirty="0">
                <a:latin typeface="微软雅黑" panose="020B0503020204020204" pitchFamily="34" charset="-122"/>
                <a:ea typeface="微软雅黑" panose="020B0503020204020204" pitchFamily="34" charset="-122"/>
              </a:endParaRPr>
            </a:p>
          </p:txBody>
        </p:sp>
        <p:sp>
          <p:nvSpPr>
            <p:cNvPr id="234" name="Rectangle 418"/>
            <p:cNvSpPr>
              <a:spLocks noChangeArrowheads="1"/>
            </p:cNvSpPr>
            <p:nvPr/>
          </p:nvSpPr>
          <p:spPr bwMode="auto">
            <a:xfrm>
              <a:off x="2822591" y="3164762"/>
              <a:ext cx="488717" cy="181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35" name="Rectangle 419"/>
            <p:cNvSpPr>
              <a:spLocks noChangeArrowheads="1"/>
            </p:cNvSpPr>
            <p:nvPr/>
          </p:nvSpPr>
          <p:spPr bwMode="auto">
            <a:xfrm>
              <a:off x="2922380" y="3017614"/>
              <a:ext cx="56538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a:solidFill>
                    <a:srgbClr val="000000"/>
                  </a:solidFill>
                  <a:latin typeface="微软雅黑" panose="020B0503020204020204" pitchFamily="34" charset="-122"/>
                  <a:ea typeface="微软雅黑" panose="020B0503020204020204" pitchFamily="34" charset="-122"/>
                </a:rPr>
                <a:t>1.1.1.18</a:t>
              </a:r>
              <a:endParaRPr lang="en-US" altLang="zh-CN" sz="1400" b="1" dirty="0">
                <a:latin typeface="微软雅黑" panose="020B0503020204020204" pitchFamily="34" charset="-122"/>
                <a:ea typeface="微软雅黑" panose="020B0503020204020204" pitchFamily="34" charset="-122"/>
              </a:endParaRPr>
            </a:p>
          </p:txBody>
        </p:sp>
        <p:sp>
          <p:nvSpPr>
            <p:cNvPr id="236" name="Oval 421"/>
            <p:cNvSpPr>
              <a:spLocks noChangeArrowheads="1"/>
            </p:cNvSpPr>
            <p:nvPr/>
          </p:nvSpPr>
          <p:spPr bwMode="auto">
            <a:xfrm>
              <a:off x="3416419" y="2504298"/>
              <a:ext cx="45269"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37" name="Rectangle 423"/>
            <p:cNvSpPr>
              <a:spLocks noChangeArrowheads="1"/>
            </p:cNvSpPr>
            <p:nvPr/>
          </p:nvSpPr>
          <p:spPr bwMode="auto">
            <a:xfrm>
              <a:off x="4322974" y="2988031"/>
              <a:ext cx="200476" cy="182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38" name="Rectangle 424"/>
            <p:cNvSpPr>
              <a:spLocks noChangeArrowheads="1"/>
            </p:cNvSpPr>
            <p:nvPr/>
          </p:nvSpPr>
          <p:spPr bwMode="auto">
            <a:xfrm>
              <a:off x="4477257" y="2873950"/>
              <a:ext cx="182050" cy="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FF"/>
                  </a:solidFill>
                  <a:latin typeface="微软雅黑" panose="020B0503020204020204" pitchFamily="34" charset="-122"/>
                  <a:ea typeface="微软雅黑" panose="020B0503020204020204" pitchFamily="34" charset="-122"/>
                </a:rPr>
                <a:t>R</a:t>
              </a:r>
              <a:r>
                <a:rPr lang="en-US" altLang="zh-CN" sz="1600" b="1" baseline="-25000" dirty="0">
                  <a:solidFill>
                    <a:srgbClr val="0000FF"/>
                  </a:solidFill>
                  <a:latin typeface="微软雅黑" panose="020B0503020204020204" pitchFamily="34" charset="-122"/>
                  <a:ea typeface="微软雅黑" panose="020B0503020204020204" pitchFamily="34" charset="-122"/>
                </a:rPr>
                <a:t>3</a:t>
              </a:r>
            </a:p>
          </p:txBody>
        </p:sp>
        <p:sp>
          <p:nvSpPr>
            <p:cNvPr id="239" name="Rectangle 427"/>
            <p:cNvSpPr>
              <a:spLocks noChangeArrowheads="1"/>
            </p:cNvSpPr>
            <p:nvPr/>
          </p:nvSpPr>
          <p:spPr bwMode="auto">
            <a:xfrm>
              <a:off x="5395162" y="2872820"/>
              <a:ext cx="182050" cy="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FF"/>
                  </a:solidFill>
                  <a:latin typeface="微软雅黑" panose="020B0503020204020204" pitchFamily="34" charset="-122"/>
                  <a:ea typeface="微软雅黑" panose="020B0503020204020204" pitchFamily="34" charset="-122"/>
                </a:rPr>
                <a:t>R</a:t>
              </a:r>
              <a:r>
                <a:rPr lang="en-US" altLang="zh-CN" sz="1600" b="1" baseline="-25000" dirty="0">
                  <a:solidFill>
                    <a:srgbClr val="0000FF"/>
                  </a:solidFill>
                  <a:latin typeface="微软雅黑" panose="020B0503020204020204" pitchFamily="34" charset="-122"/>
                  <a:ea typeface="微软雅黑" panose="020B0503020204020204" pitchFamily="34" charset="-122"/>
                </a:rPr>
                <a:t>2</a:t>
              </a:r>
            </a:p>
          </p:txBody>
        </p:sp>
        <p:sp>
          <p:nvSpPr>
            <p:cNvPr id="240" name="Rectangle 429"/>
            <p:cNvSpPr>
              <a:spLocks noChangeArrowheads="1"/>
            </p:cNvSpPr>
            <p:nvPr/>
          </p:nvSpPr>
          <p:spPr bwMode="auto">
            <a:xfrm>
              <a:off x="3287338" y="1885613"/>
              <a:ext cx="435133" cy="181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41" name="Rectangle 430"/>
            <p:cNvSpPr>
              <a:spLocks noChangeArrowheads="1"/>
            </p:cNvSpPr>
            <p:nvPr/>
          </p:nvSpPr>
          <p:spPr bwMode="auto">
            <a:xfrm>
              <a:off x="3330759" y="1837347"/>
              <a:ext cx="81025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u="sng" dirty="0">
                  <a:solidFill>
                    <a:srgbClr val="C00000"/>
                  </a:solidFill>
                  <a:latin typeface="微软雅黑" panose="020B0503020204020204" pitchFamily="34" charset="-122"/>
                  <a:ea typeface="微软雅黑" panose="020B0503020204020204" pitchFamily="34" charset="-122"/>
                </a:rPr>
                <a:t>1.1.1.16/29</a:t>
              </a:r>
            </a:p>
          </p:txBody>
        </p:sp>
        <p:sp>
          <p:nvSpPr>
            <p:cNvPr id="242" name="Rectangle 431"/>
            <p:cNvSpPr>
              <a:spLocks noChangeArrowheads="1"/>
            </p:cNvSpPr>
            <p:nvPr/>
          </p:nvSpPr>
          <p:spPr bwMode="auto">
            <a:xfrm>
              <a:off x="3303044" y="1733128"/>
              <a:ext cx="348292" cy="180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43" name="Rectangle 432"/>
            <p:cNvSpPr>
              <a:spLocks noChangeArrowheads="1"/>
            </p:cNvSpPr>
            <p:nvPr/>
          </p:nvSpPr>
          <p:spPr bwMode="auto">
            <a:xfrm>
              <a:off x="3339906" y="1637458"/>
              <a:ext cx="424614" cy="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LAN</a:t>
              </a:r>
              <a:r>
                <a:rPr lang="en-US" altLang="zh-CN" sz="1600" b="1" baseline="-25000" dirty="0">
                  <a:solidFill>
                    <a:srgbClr val="000000"/>
                  </a:solidFill>
                  <a:latin typeface="微软雅黑" panose="020B0503020204020204" pitchFamily="34" charset="-122"/>
                  <a:ea typeface="微软雅黑" panose="020B0503020204020204" pitchFamily="34" charset="-122"/>
                </a:rPr>
                <a:t>3</a:t>
              </a:r>
              <a:endParaRPr lang="en-US" altLang="zh-CN" sz="1600" b="1" baseline="-25000" dirty="0">
                <a:latin typeface="微软雅黑" panose="020B0503020204020204" pitchFamily="34" charset="-122"/>
                <a:ea typeface="微软雅黑" panose="020B0503020204020204" pitchFamily="34" charset="-122"/>
              </a:endParaRPr>
            </a:p>
          </p:txBody>
        </p:sp>
        <p:sp>
          <p:nvSpPr>
            <p:cNvPr id="244" name="Rectangle 434"/>
            <p:cNvSpPr>
              <a:spLocks noChangeArrowheads="1"/>
            </p:cNvSpPr>
            <p:nvPr/>
          </p:nvSpPr>
          <p:spPr bwMode="auto">
            <a:xfrm>
              <a:off x="5013090" y="2653692"/>
              <a:ext cx="201399" cy="182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45" name="Rectangle 438"/>
            <p:cNvSpPr>
              <a:spLocks noChangeArrowheads="1"/>
            </p:cNvSpPr>
            <p:nvPr/>
          </p:nvSpPr>
          <p:spPr bwMode="auto">
            <a:xfrm>
              <a:off x="5509197" y="2471838"/>
              <a:ext cx="207691" cy="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N</a:t>
              </a:r>
              <a:r>
                <a:rPr lang="en-US" altLang="zh-CN" sz="1600" b="1" baseline="-25000" dirty="0">
                  <a:solidFill>
                    <a:srgbClr val="000000"/>
                  </a:solidFill>
                  <a:latin typeface="微软雅黑" panose="020B0503020204020204" pitchFamily="34" charset="-122"/>
                  <a:ea typeface="微软雅黑" panose="020B0503020204020204" pitchFamily="34" charset="-122"/>
                </a:rPr>
                <a:t>1</a:t>
              </a:r>
              <a:endParaRPr lang="en-US" altLang="zh-CN" sz="1600" b="1" baseline="-25000" dirty="0">
                <a:latin typeface="微软雅黑" panose="020B0503020204020204" pitchFamily="34" charset="-122"/>
                <a:ea typeface="微软雅黑" panose="020B0503020204020204" pitchFamily="34" charset="-122"/>
              </a:endParaRPr>
            </a:p>
          </p:txBody>
        </p:sp>
        <p:sp>
          <p:nvSpPr>
            <p:cNvPr id="246" name="Rectangle 440"/>
            <p:cNvSpPr>
              <a:spLocks noChangeArrowheads="1"/>
            </p:cNvSpPr>
            <p:nvPr/>
          </p:nvSpPr>
          <p:spPr bwMode="auto">
            <a:xfrm>
              <a:off x="4692514" y="2501206"/>
              <a:ext cx="200476" cy="182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47" name="Rectangle 441"/>
            <p:cNvSpPr>
              <a:spLocks noChangeArrowheads="1"/>
            </p:cNvSpPr>
            <p:nvPr/>
          </p:nvSpPr>
          <p:spPr bwMode="auto">
            <a:xfrm>
              <a:off x="3874436" y="2248257"/>
              <a:ext cx="207691" cy="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N</a:t>
              </a:r>
              <a:r>
                <a:rPr lang="en-US" altLang="zh-CN" sz="1600" b="1" baseline="-25000" dirty="0">
                  <a:solidFill>
                    <a:srgbClr val="000000"/>
                  </a:solidFill>
                  <a:latin typeface="微软雅黑" panose="020B0503020204020204" pitchFamily="34" charset="-122"/>
                  <a:ea typeface="微软雅黑" panose="020B0503020204020204" pitchFamily="34" charset="-122"/>
                </a:rPr>
                <a:t>2</a:t>
              </a:r>
              <a:endParaRPr lang="en-US" altLang="zh-CN" sz="1600" b="1" baseline="-25000" dirty="0">
                <a:latin typeface="微软雅黑" panose="020B0503020204020204" pitchFamily="34" charset="-122"/>
                <a:ea typeface="微软雅黑" panose="020B0503020204020204" pitchFamily="34" charset="-122"/>
              </a:endParaRPr>
            </a:p>
          </p:txBody>
        </p:sp>
        <p:sp>
          <p:nvSpPr>
            <p:cNvPr id="248" name="Rectangle 444"/>
            <p:cNvSpPr>
              <a:spLocks noChangeArrowheads="1"/>
            </p:cNvSpPr>
            <p:nvPr/>
          </p:nvSpPr>
          <p:spPr bwMode="auto">
            <a:xfrm>
              <a:off x="4848006" y="3340175"/>
              <a:ext cx="81025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u="sng" dirty="0" smtClean="0">
                  <a:solidFill>
                    <a:srgbClr val="000000"/>
                  </a:solidFill>
                  <a:latin typeface="微软雅黑" panose="020B0503020204020204" pitchFamily="34" charset="-122"/>
                  <a:ea typeface="微软雅黑" panose="020B0503020204020204" pitchFamily="34" charset="-122"/>
                </a:rPr>
                <a:t>1.1.1.32/30</a:t>
              </a:r>
              <a:endParaRPr lang="en-US" altLang="zh-CN" sz="1400" b="1" u="sng" dirty="0">
                <a:latin typeface="微软雅黑" panose="020B0503020204020204" pitchFamily="34" charset="-122"/>
                <a:ea typeface="微软雅黑" panose="020B0503020204020204" pitchFamily="34" charset="-122"/>
              </a:endParaRPr>
            </a:p>
          </p:txBody>
        </p:sp>
        <p:sp>
          <p:nvSpPr>
            <p:cNvPr id="249" name="Rectangle 445"/>
            <p:cNvSpPr>
              <a:spLocks noChangeArrowheads="1"/>
            </p:cNvSpPr>
            <p:nvPr/>
          </p:nvSpPr>
          <p:spPr bwMode="auto">
            <a:xfrm>
              <a:off x="4834787" y="2501206"/>
              <a:ext cx="436057" cy="182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50" name="Rectangle 446"/>
            <p:cNvSpPr>
              <a:spLocks noChangeArrowheads="1"/>
            </p:cNvSpPr>
            <p:nvPr/>
          </p:nvSpPr>
          <p:spPr bwMode="auto">
            <a:xfrm>
              <a:off x="3875713" y="2436809"/>
              <a:ext cx="81025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u="sng" dirty="0" smtClean="0">
                  <a:solidFill>
                    <a:srgbClr val="000000"/>
                  </a:solidFill>
                  <a:latin typeface="微软雅黑" panose="020B0503020204020204" pitchFamily="34" charset="-122"/>
                  <a:ea typeface="微软雅黑" panose="020B0503020204020204" pitchFamily="34" charset="-122"/>
                </a:rPr>
                <a:t>1.1.1.28/30</a:t>
              </a:r>
              <a:endParaRPr lang="en-US" altLang="zh-CN" sz="1400" b="1" u="sng" dirty="0">
                <a:latin typeface="微软雅黑" panose="020B0503020204020204" pitchFamily="34" charset="-122"/>
                <a:ea typeface="微软雅黑" panose="020B0503020204020204" pitchFamily="34" charset="-122"/>
              </a:endParaRPr>
            </a:p>
          </p:txBody>
        </p:sp>
        <p:sp>
          <p:nvSpPr>
            <p:cNvPr id="251" name="Rectangle 448"/>
            <p:cNvSpPr>
              <a:spLocks noChangeArrowheads="1"/>
            </p:cNvSpPr>
            <p:nvPr/>
          </p:nvSpPr>
          <p:spPr bwMode="auto">
            <a:xfrm>
              <a:off x="5718606" y="2479744"/>
              <a:ext cx="81025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u="sng" dirty="0" smtClean="0">
                  <a:solidFill>
                    <a:srgbClr val="000000"/>
                  </a:solidFill>
                  <a:latin typeface="微软雅黑" panose="020B0503020204020204" pitchFamily="34" charset="-122"/>
                  <a:ea typeface="微软雅黑" panose="020B0503020204020204" pitchFamily="34" charset="-122"/>
                </a:rPr>
                <a:t>1.1.1.24/30</a:t>
              </a:r>
              <a:endParaRPr lang="en-US" altLang="zh-CN" sz="1400" b="1" u="sng" dirty="0">
                <a:latin typeface="微软雅黑" panose="020B0503020204020204" pitchFamily="34" charset="-122"/>
                <a:ea typeface="微软雅黑" panose="020B0503020204020204" pitchFamily="34" charset="-122"/>
              </a:endParaRPr>
            </a:p>
          </p:txBody>
        </p:sp>
        <p:sp>
          <p:nvSpPr>
            <p:cNvPr id="252" name="Rectangle 435"/>
            <p:cNvSpPr>
              <a:spLocks noChangeArrowheads="1"/>
            </p:cNvSpPr>
            <p:nvPr/>
          </p:nvSpPr>
          <p:spPr bwMode="auto">
            <a:xfrm>
              <a:off x="4628376" y="3317934"/>
              <a:ext cx="207691" cy="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N</a:t>
              </a:r>
              <a:r>
                <a:rPr lang="en-US" altLang="zh-CN" sz="1600" b="1" baseline="-25000" dirty="0">
                  <a:solidFill>
                    <a:srgbClr val="000000"/>
                  </a:solidFill>
                  <a:latin typeface="微软雅黑" panose="020B0503020204020204" pitchFamily="34" charset="-122"/>
                  <a:ea typeface="微软雅黑" panose="020B0503020204020204" pitchFamily="34" charset="-122"/>
                </a:rPr>
                <a:t>3</a:t>
              </a:r>
              <a:endParaRPr lang="en-US" altLang="zh-CN" sz="1600" b="1" baseline="-25000" dirty="0">
                <a:latin typeface="微软雅黑" panose="020B0503020204020204" pitchFamily="34" charset="-122"/>
                <a:ea typeface="微软雅黑" panose="020B0503020204020204" pitchFamily="34" charset="-122"/>
              </a:endParaRPr>
            </a:p>
          </p:txBody>
        </p:sp>
        <p:sp>
          <p:nvSpPr>
            <p:cNvPr id="253" name="Line 460"/>
            <p:cNvSpPr>
              <a:spLocks noChangeShapeType="1"/>
            </p:cNvSpPr>
            <p:nvPr/>
          </p:nvSpPr>
          <p:spPr bwMode="auto">
            <a:xfrm>
              <a:off x="5843630" y="3062580"/>
              <a:ext cx="67071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54" name="Oval 29"/>
            <p:cNvSpPr>
              <a:spLocks noChangeArrowheads="1"/>
            </p:cNvSpPr>
            <p:nvPr/>
          </p:nvSpPr>
          <p:spPr bwMode="auto">
            <a:xfrm>
              <a:off x="5969274" y="3034342"/>
              <a:ext cx="58203" cy="60994"/>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55" name="Rectangle 341"/>
            <p:cNvSpPr>
              <a:spLocks noChangeArrowheads="1"/>
            </p:cNvSpPr>
            <p:nvPr/>
          </p:nvSpPr>
          <p:spPr bwMode="auto">
            <a:xfrm>
              <a:off x="6586450" y="1860964"/>
              <a:ext cx="468706" cy="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LAN</a:t>
              </a:r>
              <a:r>
                <a:rPr lang="en-US" altLang="zh-CN" sz="1600" b="1" baseline="-25000" dirty="0">
                  <a:solidFill>
                    <a:srgbClr val="000000"/>
                  </a:solidFill>
                  <a:latin typeface="微软雅黑" panose="020B0503020204020204" pitchFamily="34" charset="-122"/>
                  <a:ea typeface="微软雅黑" panose="020B0503020204020204" pitchFamily="34" charset="-122"/>
                </a:rPr>
                <a:t>2</a:t>
              </a:r>
              <a:endParaRPr lang="en-US" altLang="zh-CN" sz="1600" b="1" baseline="-25000" dirty="0">
                <a:latin typeface="微软雅黑" panose="020B0503020204020204" pitchFamily="34" charset="-122"/>
                <a:ea typeface="微软雅黑" panose="020B0503020204020204" pitchFamily="34" charset="-122"/>
              </a:endParaRPr>
            </a:p>
          </p:txBody>
        </p:sp>
        <p:sp>
          <p:nvSpPr>
            <p:cNvPr id="256" name="Rectangle 323"/>
            <p:cNvSpPr>
              <a:spLocks noChangeArrowheads="1"/>
            </p:cNvSpPr>
            <p:nvPr/>
          </p:nvSpPr>
          <p:spPr bwMode="auto">
            <a:xfrm>
              <a:off x="3534159" y="1110658"/>
              <a:ext cx="424614" cy="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LAN</a:t>
              </a:r>
              <a:r>
                <a:rPr lang="en-US" altLang="zh-CN" sz="1600" b="1" baseline="-25000" dirty="0">
                  <a:solidFill>
                    <a:srgbClr val="000000"/>
                  </a:solidFill>
                  <a:latin typeface="微软雅黑" panose="020B0503020204020204" pitchFamily="34" charset="-122"/>
                  <a:ea typeface="微软雅黑" panose="020B0503020204020204" pitchFamily="34" charset="-122"/>
                </a:rPr>
                <a:t>1</a:t>
              </a:r>
              <a:endParaRPr lang="en-US" altLang="zh-CN" sz="1600" b="1" baseline="-25000" dirty="0">
                <a:latin typeface="微软雅黑" panose="020B0503020204020204" pitchFamily="34" charset="-122"/>
                <a:ea typeface="微软雅黑" panose="020B0503020204020204" pitchFamily="34" charset="-122"/>
              </a:endParaRPr>
            </a:p>
          </p:txBody>
        </p:sp>
        <p:sp>
          <p:nvSpPr>
            <p:cNvPr id="257" name="Line 471"/>
            <p:cNvSpPr>
              <a:spLocks noChangeShapeType="1"/>
            </p:cNvSpPr>
            <p:nvPr/>
          </p:nvSpPr>
          <p:spPr bwMode="auto">
            <a:xfrm>
              <a:off x="4586271" y="1474466"/>
              <a:ext cx="419428" cy="3072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58" name="Oval 316"/>
            <p:cNvSpPr>
              <a:spLocks noChangeArrowheads="1"/>
            </p:cNvSpPr>
            <p:nvPr/>
          </p:nvSpPr>
          <p:spPr bwMode="auto">
            <a:xfrm>
              <a:off x="4700829" y="1551273"/>
              <a:ext cx="45268"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nvGrpSpPr>
            <p:cNvPr id="259" name="Group 201"/>
            <p:cNvGrpSpPr>
              <a:grpSpLocks/>
            </p:cNvGrpSpPr>
            <p:nvPr/>
          </p:nvGrpSpPr>
          <p:grpSpPr bwMode="auto">
            <a:xfrm>
              <a:off x="4419054" y="1270022"/>
              <a:ext cx="244820" cy="264309"/>
              <a:chOff x="1813" y="593"/>
              <a:chExt cx="343" cy="352"/>
            </a:xfrm>
          </p:grpSpPr>
          <p:grpSp>
            <p:nvGrpSpPr>
              <p:cNvPr id="260" name="Group 202"/>
              <p:cNvGrpSpPr>
                <a:grpSpLocks/>
              </p:cNvGrpSpPr>
              <p:nvPr/>
            </p:nvGrpSpPr>
            <p:grpSpPr bwMode="auto">
              <a:xfrm>
                <a:off x="1821" y="599"/>
                <a:ext cx="335" cy="346"/>
                <a:chOff x="1821" y="599"/>
                <a:chExt cx="335" cy="346"/>
              </a:xfrm>
            </p:grpSpPr>
            <p:sp>
              <p:nvSpPr>
                <p:cNvPr id="274" name="Freeform 203"/>
                <p:cNvSpPr>
                  <a:spLocks/>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 name="T10" fmla="*/ 0 60000 65536"/>
                    <a:gd name="T11" fmla="*/ 0 60000 65536"/>
                    <a:gd name="T12" fmla="*/ 0 60000 65536"/>
                    <a:gd name="T13" fmla="*/ 0 60000 65536"/>
                    <a:gd name="T14" fmla="*/ 0 60000 65536"/>
                    <a:gd name="T15" fmla="*/ 0 w 316"/>
                    <a:gd name="T16" fmla="*/ 0 h 33"/>
                    <a:gd name="T17" fmla="*/ 316 w 316"/>
                    <a:gd name="T18" fmla="*/ 33 h 33"/>
                  </a:gdLst>
                  <a:ahLst/>
                  <a:cxnLst>
                    <a:cxn ang="T10">
                      <a:pos x="T0" y="T1"/>
                    </a:cxn>
                    <a:cxn ang="T11">
                      <a:pos x="T2" y="T3"/>
                    </a:cxn>
                    <a:cxn ang="T12">
                      <a:pos x="T4" y="T5"/>
                    </a:cxn>
                    <a:cxn ang="T13">
                      <a:pos x="T6" y="T7"/>
                    </a:cxn>
                    <a:cxn ang="T14">
                      <a:pos x="T8" y="T9"/>
                    </a:cxn>
                  </a:cxnLst>
                  <a:rect l="T15" t="T16" r="T17" b="T18"/>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75" name="Freeform 204"/>
                <p:cNvSpPr>
                  <a:spLocks/>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 name="T10" fmla="*/ 0 60000 65536"/>
                    <a:gd name="T11" fmla="*/ 0 60000 65536"/>
                    <a:gd name="T12" fmla="*/ 0 60000 65536"/>
                    <a:gd name="T13" fmla="*/ 0 60000 65536"/>
                    <a:gd name="T14" fmla="*/ 0 60000 65536"/>
                    <a:gd name="T15" fmla="*/ 0 w 316"/>
                    <a:gd name="T16" fmla="*/ 0 h 33"/>
                    <a:gd name="T17" fmla="*/ 316 w 316"/>
                    <a:gd name="T18" fmla="*/ 33 h 33"/>
                  </a:gdLst>
                  <a:ahLst/>
                  <a:cxnLst>
                    <a:cxn ang="T10">
                      <a:pos x="T0" y="T1"/>
                    </a:cxn>
                    <a:cxn ang="T11">
                      <a:pos x="T2" y="T3"/>
                    </a:cxn>
                    <a:cxn ang="T12">
                      <a:pos x="T4" y="T5"/>
                    </a:cxn>
                    <a:cxn ang="T13">
                      <a:pos x="T6" y="T7"/>
                    </a:cxn>
                    <a:cxn ang="T14">
                      <a:pos x="T8" y="T9"/>
                    </a:cxn>
                  </a:cxnLst>
                  <a:rect l="T15" t="T16" r="T17" b="T18"/>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76" name="Freeform 205"/>
                <p:cNvSpPr>
                  <a:spLocks/>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77" name="Freeform 206"/>
                <p:cNvSpPr>
                  <a:spLocks/>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78" name="Rectangle 207"/>
                <p:cNvSpPr>
                  <a:spLocks noChangeArrowheads="1"/>
                </p:cNvSpPr>
                <p:nvPr/>
              </p:nvSpPr>
              <p:spPr bwMode="auto">
                <a:xfrm>
                  <a:off x="1877"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79" name="Rectangle 208"/>
                <p:cNvSpPr>
                  <a:spLocks noChangeArrowheads="1"/>
                </p:cNvSpPr>
                <p:nvPr/>
              </p:nvSpPr>
              <p:spPr bwMode="auto">
                <a:xfrm>
                  <a:off x="1832"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80" name="Rectangle 209"/>
                <p:cNvSpPr>
                  <a:spLocks noChangeArrowheads="1"/>
                </p:cNvSpPr>
                <p:nvPr/>
              </p:nvSpPr>
              <p:spPr bwMode="auto">
                <a:xfrm>
                  <a:off x="1898"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81" name="Line 210"/>
                <p:cNvSpPr>
                  <a:spLocks noChangeShapeType="1"/>
                </p:cNvSpPr>
                <p:nvPr/>
              </p:nvSpPr>
              <p:spPr bwMode="auto">
                <a:xfrm flipH="1">
                  <a:off x="2047"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282" name="Group 211"/>
                <p:cNvGrpSpPr>
                  <a:grpSpLocks/>
                </p:cNvGrpSpPr>
                <p:nvPr/>
              </p:nvGrpSpPr>
              <p:grpSpPr bwMode="auto">
                <a:xfrm>
                  <a:off x="1821" y="895"/>
                  <a:ext cx="335" cy="50"/>
                  <a:chOff x="1821" y="895"/>
                  <a:chExt cx="335" cy="50"/>
                </a:xfrm>
              </p:grpSpPr>
              <p:sp>
                <p:nvSpPr>
                  <p:cNvPr id="283" name="Freeform 212"/>
                  <p:cNvSpPr>
                    <a:spLocks/>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84" name="Freeform 213"/>
                  <p:cNvSpPr>
                    <a:spLocks/>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85" name="Rectangle 214"/>
                  <p:cNvSpPr>
                    <a:spLocks noChangeArrowheads="1"/>
                  </p:cNvSpPr>
                  <p:nvPr/>
                </p:nvSpPr>
                <p:spPr bwMode="auto">
                  <a:xfrm>
                    <a:off x="1823" y="931"/>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nvGrpSpPr>
              <p:cNvPr id="261" name="Group 215"/>
              <p:cNvGrpSpPr>
                <a:grpSpLocks/>
              </p:cNvGrpSpPr>
              <p:nvPr/>
            </p:nvGrpSpPr>
            <p:grpSpPr bwMode="auto">
              <a:xfrm>
                <a:off x="1813" y="593"/>
                <a:ext cx="335" cy="346"/>
                <a:chOff x="1813" y="593"/>
                <a:chExt cx="335" cy="346"/>
              </a:xfrm>
            </p:grpSpPr>
            <p:sp>
              <p:nvSpPr>
                <p:cNvPr id="262" name="Freeform 216"/>
                <p:cNvSpPr>
                  <a:spLocks/>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63" name="Freeform 217"/>
                <p:cNvSpPr>
                  <a:spLocks/>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64" name="Freeform 218"/>
                <p:cNvSpPr>
                  <a:spLocks/>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65" name="Freeform 219"/>
                <p:cNvSpPr>
                  <a:spLocks/>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66" name="Rectangle 220"/>
                <p:cNvSpPr>
                  <a:spLocks noChangeArrowheads="1"/>
                </p:cNvSpPr>
                <p:nvPr/>
              </p:nvSpPr>
              <p:spPr bwMode="auto">
                <a:xfrm>
                  <a:off x="1869"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67" name="Rectangle 221"/>
                <p:cNvSpPr>
                  <a:spLocks noChangeArrowheads="1"/>
                </p:cNvSpPr>
                <p:nvPr/>
              </p:nvSpPr>
              <p:spPr bwMode="auto">
                <a:xfrm>
                  <a:off x="1823"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68" name="Rectangle 222"/>
                <p:cNvSpPr>
                  <a:spLocks noChangeArrowheads="1"/>
                </p:cNvSpPr>
                <p:nvPr/>
              </p:nvSpPr>
              <p:spPr bwMode="auto">
                <a:xfrm>
                  <a:off x="1890" y="637"/>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69" name="Line 223"/>
                <p:cNvSpPr>
                  <a:spLocks noChangeShapeType="1"/>
                </p:cNvSpPr>
                <p:nvPr/>
              </p:nvSpPr>
              <p:spPr bwMode="auto">
                <a:xfrm flipH="1">
                  <a:off x="2038" y="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270" name="Group 224"/>
                <p:cNvGrpSpPr>
                  <a:grpSpLocks/>
                </p:cNvGrpSpPr>
                <p:nvPr/>
              </p:nvGrpSpPr>
              <p:grpSpPr bwMode="auto">
                <a:xfrm>
                  <a:off x="1813" y="888"/>
                  <a:ext cx="335" cy="51"/>
                  <a:chOff x="1813" y="888"/>
                  <a:chExt cx="335" cy="51"/>
                </a:xfrm>
              </p:grpSpPr>
              <p:sp>
                <p:nvSpPr>
                  <p:cNvPr id="271" name="Freeform 225"/>
                  <p:cNvSpPr>
                    <a:spLocks/>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72" name="Freeform 226"/>
                  <p:cNvSpPr>
                    <a:spLocks/>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73" name="Rectangle 227"/>
                  <p:cNvSpPr>
                    <a:spLocks noChangeArrowheads="1"/>
                  </p:cNvSpPr>
                  <p:nvPr/>
                </p:nvSpPr>
                <p:spPr bwMode="auto">
                  <a:xfrm>
                    <a:off x="1815"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sp>
          <p:nvSpPr>
            <p:cNvPr id="286" name="Line 472"/>
            <p:cNvSpPr>
              <a:spLocks noChangeShapeType="1"/>
            </p:cNvSpPr>
            <p:nvPr/>
          </p:nvSpPr>
          <p:spPr bwMode="auto">
            <a:xfrm flipH="1">
              <a:off x="5256986" y="1597584"/>
              <a:ext cx="500727" cy="1841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87" name="Line 473"/>
            <p:cNvSpPr>
              <a:spLocks noChangeShapeType="1"/>
            </p:cNvSpPr>
            <p:nvPr/>
          </p:nvSpPr>
          <p:spPr bwMode="auto">
            <a:xfrm>
              <a:off x="5131343" y="1413471"/>
              <a:ext cx="0" cy="39985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88" name="Oval 317"/>
            <p:cNvSpPr>
              <a:spLocks noChangeArrowheads="1"/>
            </p:cNvSpPr>
            <p:nvPr/>
          </p:nvSpPr>
          <p:spPr bwMode="auto">
            <a:xfrm>
              <a:off x="5547075" y="1647284"/>
              <a:ext cx="44345"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nvGrpSpPr>
            <p:cNvPr id="289" name="Group 230"/>
            <p:cNvGrpSpPr>
              <a:grpSpLocks/>
            </p:cNvGrpSpPr>
            <p:nvPr/>
          </p:nvGrpSpPr>
          <p:grpSpPr bwMode="auto">
            <a:xfrm>
              <a:off x="5005699" y="1189825"/>
              <a:ext cx="244820" cy="264309"/>
              <a:chOff x="2868" y="593"/>
              <a:chExt cx="343" cy="352"/>
            </a:xfrm>
          </p:grpSpPr>
          <p:grpSp>
            <p:nvGrpSpPr>
              <p:cNvPr id="290" name="Group 231"/>
              <p:cNvGrpSpPr>
                <a:grpSpLocks/>
              </p:cNvGrpSpPr>
              <p:nvPr/>
            </p:nvGrpSpPr>
            <p:grpSpPr bwMode="auto">
              <a:xfrm>
                <a:off x="2877" y="599"/>
                <a:ext cx="334" cy="346"/>
                <a:chOff x="2877" y="599"/>
                <a:chExt cx="334" cy="346"/>
              </a:xfrm>
            </p:grpSpPr>
            <p:sp>
              <p:nvSpPr>
                <p:cNvPr id="304" name="Freeform 232"/>
                <p:cNvSpPr>
                  <a:spLocks/>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 name="T10" fmla="*/ 0 60000 65536"/>
                    <a:gd name="T11" fmla="*/ 0 60000 65536"/>
                    <a:gd name="T12" fmla="*/ 0 60000 65536"/>
                    <a:gd name="T13" fmla="*/ 0 60000 65536"/>
                    <a:gd name="T14" fmla="*/ 0 60000 65536"/>
                    <a:gd name="T15" fmla="*/ 0 w 316"/>
                    <a:gd name="T16" fmla="*/ 0 h 33"/>
                    <a:gd name="T17" fmla="*/ 316 w 316"/>
                    <a:gd name="T18" fmla="*/ 33 h 33"/>
                  </a:gdLst>
                  <a:ahLst/>
                  <a:cxnLst>
                    <a:cxn ang="T10">
                      <a:pos x="T0" y="T1"/>
                    </a:cxn>
                    <a:cxn ang="T11">
                      <a:pos x="T2" y="T3"/>
                    </a:cxn>
                    <a:cxn ang="T12">
                      <a:pos x="T4" y="T5"/>
                    </a:cxn>
                    <a:cxn ang="T13">
                      <a:pos x="T6" y="T7"/>
                    </a:cxn>
                    <a:cxn ang="T14">
                      <a:pos x="T8" y="T9"/>
                    </a:cxn>
                  </a:cxnLst>
                  <a:rect l="T15" t="T16" r="T17" b="T18"/>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05" name="Freeform 233"/>
                <p:cNvSpPr>
                  <a:spLocks/>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 name="T10" fmla="*/ 0 60000 65536"/>
                    <a:gd name="T11" fmla="*/ 0 60000 65536"/>
                    <a:gd name="T12" fmla="*/ 0 60000 65536"/>
                    <a:gd name="T13" fmla="*/ 0 60000 65536"/>
                    <a:gd name="T14" fmla="*/ 0 60000 65536"/>
                    <a:gd name="T15" fmla="*/ 0 w 316"/>
                    <a:gd name="T16" fmla="*/ 0 h 33"/>
                    <a:gd name="T17" fmla="*/ 316 w 316"/>
                    <a:gd name="T18" fmla="*/ 33 h 33"/>
                  </a:gdLst>
                  <a:ahLst/>
                  <a:cxnLst>
                    <a:cxn ang="T10">
                      <a:pos x="T0" y="T1"/>
                    </a:cxn>
                    <a:cxn ang="T11">
                      <a:pos x="T2" y="T3"/>
                    </a:cxn>
                    <a:cxn ang="T12">
                      <a:pos x="T4" y="T5"/>
                    </a:cxn>
                    <a:cxn ang="T13">
                      <a:pos x="T6" y="T7"/>
                    </a:cxn>
                    <a:cxn ang="T14">
                      <a:pos x="T8" y="T9"/>
                    </a:cxn>
                  </a:cxnLst>
                  <a:rect l="T15" t="T16" r="T17" b="T18"/>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06" name="Freeform 234"/>
                <p:cNvSpPr>
                  <a:spLocks/>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07" name="Freeform 235"/>
                <p:cNvSpPr>
                  <a:spLocks/>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08" name="Rectangle 236"/>
                <p:cNvSpPr>
                  <a:spLocks noChangeArrowheads="1"/>
                </p:cNvSpPr>
                <p:nvPr/>
              </p:nvSpPr>
              <p:spPr bwMode="auto">
                <a:xfrm>
                  <a:off x="2932"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09" name="Rectangle 237"/>
                <p:cNvSpPr>
                  <a:spLocks noChangeArrowheads="1"/>
                </p:cNvSpPr>
                <p:nvPr/>
              </p:nvSpPr>
              <p:spPr bwMode="auto">
                <a:xfrm>
                  <a:off x="2887"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10" name="Rectangle 238"/>
                <p:cNvSpPr>
                  <a:spLocks noChangeArrowheads="1"/>
                </p:cNvSpPr>
                <p:nvPr/>
              </p:nvSpPr>
              <p:spPr bwMode="auto">
                <a:xfrm>
                  <a:off x="2953"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11" name="Line 239"/>
                <p:cNvSpPr>
                  <a:spLocks noChangeShapeType="1"/>
                </p:cNvSpPr>
                <p:nvPr/>
              </p:nvSpPr>
              <p:spPr bwMode="auto">
                <a:xfrm flipH="1">
                  <a:off x="3102"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312" name="Group 240"/>
                <p:cNvGrpSpPr>
                  <a:grpSpLocks/>
                </p:cNvGrpSpPr>
                <p:nvPr/>
              </p:nvGrpSpPr>
              <p:grpSpPr bwMode="auto">
                <a:xfrm>
                  <a:off x="2877" y="895"/>
                  <a:ext cx="334" cy="50"/>
                  <a:chOff x="2877" y="895"/>
                  <a:chExt cx="334" cy="50"/>
                </a:xfrm>
              </p:grpSpPr>
              <p:sp>
                <p:nvSpPr>
                  <p:cNvPr id="313" name="Freeform 241"/>
                  <p:cNvSpPr>
                    <a:spLocks/>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 name="T10" fmla="*/ 0 60000 65536"/>
                      <a:gd name="T11" fmla="*/ 0 60000 65536"/>
                      <a:gd name="T12" fmla="*/ 0 60000 65536"/>
                      <a:gd name="T13" fmla="*/ 0 60000 65536"/>
                      <a:gd name="T14" fmla="*/ 0 60000 65536"/>
                      <a:gd name="T15" fmla="*/ 0 w 334"/>
                      <a:gd name="T16" fmla="*/ 0 h 38"/>
                      <a:gd name="T17" fmla="*/ 334 w 334"/>
                      <a:gd name="T18" fmla="*/ 38 h 38"/>
                    </a:gdLst>
                    <a:ahLst/>
                    <a:cxnLst>
                      <a:cxn ang="T10">
                        <a:pos x="T0" y="T1"/>
                      </a:cxn>
                      <a:cxn ang="T11">
                        <a:pos x="T2" y="T3"/>
                      </a:cxn>
                      <a:cxn ang="T12">
                        <a:pos x="T4" y="T5"/>
                      </a:cxn>
                      <a:cxn ang="T13">
                        <a:pos x="T6" y="T7"/>
                      </a:cxn>
                      <a:cxn ang="T14">
                        <a:pos x="T8" y="T9"/>
                      </a:cxn>
                    </a:cxnLst>
                    <a:rect l="T15" t="T16" r="T17" b="T18"/>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14" name="Freeform 242"/>
                  <p:cNvSpPr>
                    <a:spLocks/>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 name="T10" fmla="*/ 0 60000 65536"/>
                      <a:gd name="T11" fmla="*/ 0 60000 65536"/>
                      <a:gd name="T12" fmla="*/ 0 60000 65536"/>
                      <a:gd name="T13" fmla="*/ 0 60000 65536"/>
                      <a:gd name="T14" fmla="*/ 0 60000 65536"/>
                      <a:gd name="T15" fmla="*/ 0 w 334"/>
                      <a:gd name="T16" fmla="*/ 0 h 38"/>
                      <a:gd name="T17" fmla="*/ 334 w 334"/>
                      <a:gd name="T18" fmla="*/ 38 h 38"/>
                    </a:gdLst>
                    <a:ahLst/>
                    <a:cxnLst>
                      <a:cxn ang="T10">
                        <a:pos x="T0" y="T1"/>
                      </a:cxn>
                      <a:cxn ang="T11">
                        <a:pos x="T2" y="T3"/>
                      </a:cxn>
                      <a:cxn ang="T12">
                        <a:pos x="T4" y="T5"/>
                      </a:cxn>
                      <a:cxn ang="T13">
                        <a:pos x="T6" y="T7"/>
                      </a:cxn>
                      <a:cxn ang="T14">
                        <a:pos x="T8" y="T9"/>
                      </a:cxn>
                    </a:cxnLst>
                    <a:rect l="T15" t="T16" r="T17" b="T18"/>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15" name="Rectangle 243"/>
                  <p:cNvSpPr>
                    <a:spLocks noChangeArrowheads="1"/>
                  </p:cNvSpPr>
                  <p:nvPr/>
                </p:nvSpPr>
                <p:spPr bwMode="auto">
                  <a:xfrm>
                    <a:off x="2879"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nvGrpSpPr>
              <p:cNvPr id="291" name="Group 244"/>
              <p:cNvGrpSpPr>
                <a:grpSpLocks/>
              </p:cNvGrpSpPr>
              <p:nvPr/>
            </p:nvGrpSpPr>
            <p:grpSpPr bwMode="auto">
              <a:xfrm>
                <a:off x="2868" y="593"/>
                <a:ext cx="335" cy="346"/>
                <a:chOff x="2868" y="593"/>
                <a:chExt cx="335" cy="346"/>
              </a:xfrm>
            </p:grpSpPr>
            <p:sp>
              <p:nvSpPr>
                <p:cNvPr id="292" name="Freeform 245"/>
                <p:cNvSpPr>
                  <a:spLocks/>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93" name="Freeform 246"/>
                <p:cNvSpPr>
                  <a:spLocks/>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94" name="Freeform 247"/>
                <p:cNvSpPr>
                  <a:spLocks/>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95" name="Freeform 248"/>
                <p:cNvSpPr>
                  <a:spLocks/>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96" name="Rectangle 249"/>
                <p:cNvSpPr>
                  <a:spLocks noChangeArrowheads="1"/>
                </p:cNvSpPr>
                <p:nvPr/>
              </p:nvSpPr>
              <p:spPr bwMode="auto">
                <a:xfrm>
                  <a:off x="2924"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97" name="Rectangle 250"/>
                <p:cNvSpPr>
                  <a:spLocks noChangeArrowheads="1"/>
                </p:cNvSpPr>
                <p:nvPr/>
              </p:nvSpPr>
              <p:spPr bwMode="auto">
                <a:xfrm>
                  <a:off x="2879"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98" name="Rectangle 251"/>
                <p:cNvSpPr>
                  <a:spLocks noChangeArrowheads="1"/>
                </p:cNvSpPr>
                <p:nvPr/>
              </p:nvSpPr>
              <p:spPr bwMode="auto">
                <a:xfrm>
                  <a:off x="2945"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99" name="Line 252"/>
                <p:cNvSpPr>
                  <a:spLocks noChangeShapeType="1"/>
                </p:cNvSpPr>
                <p:nvPr/>
              </p:nvSpPr>
              <p:spPr bwMode="auto">
                <a:xfrm flipH="1">
                  <a:off x="3094"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300" name="Group 253"/>
                <p:cNvGrpSpPr>
                  <a:grpSpLocks/>
                </p:cNvGrpSpPr>
                <p:nvPr/>
              </p:nvGrpSpPr>
              <p:grpSpPr bwMode="auto">
                <a:xfrm>
                  <a:off x="2868" y="888"/>
                  <a:ext cx="335" cy="51"/>
                  <a:chOff x="2868" y="888"/>
                  <a:chExt cx="335" cy="51"/>
                </a:xfrm>
              </p:grpSpPr>
              <p:sp>
                <p:nvSpPr>
                  <p:cNvPr id="301" name="Freeform 254"/>
                  <p:cNvSpPr>
                    <a:spLocks/>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02" name="Freeform 255"/>
                  <p:cNvSpPr>
                    <a:spLocks/>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03" name="Rectangle 256"/>
                  <p:cNvSpPr>
                    <a:spLocks noChangeArrowheads="1"/>
                  </p:cNvSpPr>
                  <p:nvPr/>
                </p:nvSpPr>
                <p:spPr bwMode="auto">
                  <a:xfrm>
                    <a:off x="2870"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sp>
          <p:nvSpPr>
            <p:cNvPr id="316" name="Oval 318"/>
            <p:cNvSpPr>
              <a:spLocks noChangeArrowheads="1"/>
            </p:cNvSpPr>
            <p:nvPr/>
          </p:nvSpPr>
          <p:spPr bwMode="auto">
            <a:xfrm>
              <a:off x="5110094" y="1546755"/>
              <a:ext cx="45269"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nvGrpSpPr>
            <p:cNvPr id="317" name="Group 257"/>
            <p:cNvGrpSpPr>
              <a:grpSpLocks/>
            </p:cNvGrpSpPr>
            <p:nvPr/>
          </p:nvGrpSpPr>
          <p:grpSpPr bwMode="auto">
            <a:xfrm>
              <a:off x="5667175" y="1401047"/>
              <a:ext cx="244820" cy="264309"/>
              <a:chOff x="3915" y="593"/>
              <a:chExt cx="343" cy="352"/>
            </a:xfrm>
          </p:grpSpPr>
          <p:grpSp>
            <p:nvGrpSpPr>
              <p:cNvPr id="318" name="Group 258"/>
              <p:cNvGrpSpPr>
                <a:grpSpLocks/>
              </p:cNvGrpSpPr>
              <p:nvPr/>
            </p:nvGrpSpPr>
            <p:grpSpPr bwMode="auto">
              <a:xfrm>
                <a:off x="3924" y="599"/>
                <a:ext cx="334" cy="346"/>
                <a:chOff x="3924" y="599"/>
                <a:chExt cx="334" cy="346"/>
              </a:xfrm>
            </p:grpSpPr>
            <p:sp>
              <p:nvSpPr>
                <p:cNvPr id="332" name="Freeform 259"/>
                <p:cNvSpPr>
                  <a:spLocks/>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 name="T10" fmla="*/ 0 60000 65536"/>
                    <a:gd name="T11" fmla="*/ 0 60000 65536"/>
                    <a:gd name="T12" fmla="*/ 0 60000 65536"/>
                    <a:gd name="T13" fmla="*/ 0 60000 65536"/>
                    <a:gd name="T14" fmla="*/ 0 60000 65536"/>
                    <a:gd name="T15" fmla="*/ 0 w 316"/>
                    <a:gd name="T16" fmla="*/ 0 h 33"/>
                    <a:gd name="T17" fmla="*/ 316 w 316"/>
                    <a:gd name="T18" fmla="*/ 33 h 33"/>
                  </a:gdLst>
                  <a:ahLst/>
                  <a:cxnLst>
                    <a:cxn ang="T10">
                      <a:pos x="T0" y="T1"/>
                    </a:cxn>
                    <a:cxn ang="T11">
                      <a:pos x="T2" y="T3"/>
                    </a:cxn>
                    <a:cxn ang="T12">
                      <a:pos x="T4" y="T5"/>
                    </a:cxn>
                    <a:cxn ang="T13">
                      <a:pos x="T6" y="T7"/>
                    </a:cxn>
                    <a:cxn ang="T14">
                      <a:pos x="T8" y="T9"/>
                    </a:cxn>
                  </a:cxnLst>
                  <a:rect l="T15" t="T16" r="T17" b="T18"/>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33" name="Freeform 260"/>
                <p:cNvSpPr>
                  <a:spLocks/>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 name="T10" fmla="*/ 0 60000 65536"/>
                    <a:gd name="T11" fmla="*/ 0 60000 65536"/>
                    <a:gd name="T12" fmla="*/ 0 60000 65536"/>
                    <a:gd name="T13" fmla="*/ 0 60000 65536"/>
                    <a:gd name="T14" fmla="*/ 0 60000 65536"/>
                    <a:gd name="T15" fmla="*/ 0 w 316"/>
                    <a:gd name="T16" fmla="*/ 0 h 33"/>
                    <a:gd name="T17" fmla="*/ 316 w 316"/>
                    <a:gd name="T18" fmla="*/ 33 h 33"/>
                  </a:gdLst>
                  <a:ahLst/>
                  <a:cxnLst>
                    <a:cxn ang="T10">
                      <a:pos x="T0" y="T1"/>
                    </a:cxn>
                    <a:cxn ang="T11">
                      <a:pos x="T2" y="T3"/>
                    </a:cxn>
                    <a:cxn ang="T12">
                      <a:pos x="T4" y="T5"/>
                    </a:cxn>
                    <a:cxn ang="T13">
                      <a:pos x="T6" y="T7"/>
                    </a:cxn>
                    <a:cxn ang="T14">
                      <a:pos x="T8" y="T9"/>
                    </a:cxn>
                  </a:cxnLst>
                  <a:rect l="T15" t="T16" r="T17" b="T18"/>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34" name="Freeform 261"/>
                <p:cNvSpPr>
                  <a:spLocks/>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35" name="Freeform 262"/>
                <p:cNvSpPr>
                  <a:spLocks/>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36" name="Rectangle 263"/>
                <p:cNvSpPr>
                  <a:spLocks noChangeArrowheads="1"/>
                </p:cNvSpPr>
                <p:nvPr/>
              </p:nvSpPr>
              <p:spPr bwMode="auto">
                <a:xfrm>
                  <a:off x="3979"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37" name="Rectangle 264"/>
                <p:cNvSpPr>
                  <a:spLocks noChangeArrowheads="1"/>
                </p:cNvSpPr>
                <p:nvPr/>
              </p:nvSpPr>
              <p:spPr bwMode="auto">
                <a:xfrm>
                  <a:off x="3934"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38" name="Rectangle 265"/>
                <p:cNvSpPr>
                  <a:spLocks noChangeArrowheads="1"/>
                </p:cNvSpPr>
                <p:nvPr/>
              </p:nvSpPr>
              <p:spPr bwMode="auto">
                <a:xfrm>
                  <a:off x="4000"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39" name="Line 266"/>
                <p:cNvSpPr>
                  <a:spLocks noChangeShapeType="1"/>
                </p:cNvSpPr>
                <p:nvPr/>
              </p:nvSpPr>
              <p:spPr bwMode="auto">
                <a:xfrm flipH="1">
                  <a:off x="4149"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340" name="Group 267"/>
                <p:cNvGrpSpPr>
                  <a:grpSpLocks/>
                </p:cNvGrpSpPr>
                <p:nvPr/>
              </p:nvGrpSpPr>
              <p:grpSpPr bwMode="auto">
                <a:xfrm>
                  <a:off x="3924" y="895"/>
                  <a:ext cx="334" cy="50"/>
                  <a:chOff x="3924" y="895"/>
                  <a:chExt cx="334" cy="50"/>
                </a:xfrm>
              </p:grpSpPr>
              <p:sp>
                <p:nvSpPr>
                  <p:cNvPr id="341" name="Freeform 268"/>
                  <p:cNvSpPr>
                    <a:spLocks/>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 name="T10" fmla="*/ 0 60000 65536"/>
                      <a:gd name="T11" fmla="*/ 0 60000 65536"/>
                      <a:gd name="T12" fmla="*/ 0 60000 65536"/>
                      <a:gd name="T13" fmla="*/ 0 60000 65536"/>
                      <a:gd name="T14" fmla="*/ 0 60000 65536"/>
                      <a:gd name="T15" fmla="*/ 0 w 334"/>
                      <a:gd name="T16" fmla="*/ 0 h 38"/>
                      <a:gd name="T17" fmla="*/ 334 w 334"/>
                      <a:gd name="T18" fmla="*/ 38 h 38"/>
                    </a:gdLst>
                    <a:ahLst/>
                    <a:cxnLst>
                      <a:cxn ang="T10">
                        <a:pos x="T0" y="T1"/>
                      </a:cxn>
                      <a:cxn ang="T11">
                        <a:pos x="T2" y="T3"/>
                      </a:cxn>
                      <a:cxn ang="T12">
                        <a:pos x="T4" y="T5"/>
                      </a:cxn>
                      <a:cxn ang="T13">
                        <a:pos x="T6" y="T7"/>
                      </a:cxn>
                      <a:cxn ang="T14">
                        <a:pos x="T8" y="T9"/>
                      </a:cxn>
                    </a:cxnLst>
                    <a:rect l="T15" t="T16" r="T17" b="T18"/>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42" name="Freeform 269"/>
                  <p:cNvSpPr>
                    <a:spLocks/>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 name="T10" fmla="*/ 0 60000 65536"/>
                      <a:gd name="T11" fmla="*/ 0 60000 65536"/>
                      <a:gd name="T12" fmla="*/ 0 60000 65536"/>
                      <a:gd name="T13" fmla="*/ 0 60000 65536"/>
                      <a:gd name="T14" fmla="*/ 0 60000 65536"/>
                      <a:gd name="T15" fmla="*/ 0 w 334"/>
                      <a:gd name="T16" fmla="*/ 0 h 38"/>
                      <a:gd name="T17" fmla="*/ 334 w 334"/>
                      <a:gd name="T18" fmla="*/ 38 h 38"/>
                    </a:gdLst>
                    <a:ahLst/>
                    <a:cxnLst>
                      <a:cxn ang="T10">
                        <a:pos x="T0" y="T1"/>
                      </a:cxn>
                      <a:cxn ang="T11">
                        <a:pos x="T2" y="T3"/>
                      </a:cxn>
                      <a:cxn ang="T12">
                        <a:pos x="T4" y="T5"/>
                      </a:cxn>
                      <a:cxn ang="T13">
                        <a:pos x="T6" y="T7"/>
                      </a:cxn>
                      <a:cxn ang="T14">
                        <a:pos x="T8" y="T9"/>
                      </a:cxn>
                    </a:cxnLst>
                    <a:rect l="T15" t="T16" r="T17" b="T18"/>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43" name="Rectangle 270"/>
                  <p:cNvSpPr>
                    <a:spLocks noChangeArrowheads="1"/>
                  </p:cNvSpPr>
                  <p:nvPr/>
                </p:nvSpPr>
                <p:spPr bwMode="auto">
                  <a:xfrm>
                    <a:off x="3926"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nvGrpSpPr>
              <p:cNvPr id="319" name="Group 271"/>
              <p:cNvGrpSpPr>
                <a:grpSpLocks/>
              </p:cNvGrpSpPr>
              <p:nvPr/>
            </p:nvGrpSpPr>
            <p:grpSpPr bwMode="auto">
              <a:xfrm>
                <a:off x="3915" y="593"/>
                <a:ext cx="335" cy="346"/>
                <a:chOff x="3915" y="593"/>
                <a:chExt cx="335" cy="346"/>
              </a:xfrm>
            </p:grpSpPr>
            <p:sp>
              <p:nvSpPr>
                <p:cNvPr id="320" name="Freeform 272"/>
                <p:cNvSpPr>
                  <a:spLocks/>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21" name="Freeform 273"/>
                <p:cNvSpPr>
                  <a:spLocks/>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22" name="Freeform 274"/>
                <p:cNvSpPr>
                  <a:spLocks/>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23" name="Freeform 275"/>
                <p:cNvSpPr>
                  <a:spLocks/>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24" name="Rectangle 276"/>
                <p:cNvSpPr>
                  <a:spLocks noChangeArrowheads="1"/>
                </p:cNvSpPr>
                <p:nvPr/>
              </p:nvSpPr>
              <p:spPr bwMode="auto">
                <a:xfrm>
                  <a:off x="3971"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25" name="Rectangle 277"/>
                <p:cNvSpPr>
                  <a:spLocks noChangeArrowheads="1"/>
                </p:cNvSpPr>
                <p:nvPr/>
              </p:nvSpPr>
              <p:spPr bwMode="auto">
                <a:xfrm>
                  <a:off x="3926"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26" name="Rectangle 278"/>
                <p:cNvSpPr>
                  <a:spLocks noChangeArrowheads="1"/>
                </p:cNvSpPr>
                <p:nvPr/>
              </p:nvSpPr>
              <p:spPr bwMode="auto">
                <a:xfrm>
                  <a:off x="3992"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27" name="Line 279"/>
                <p:cNvSpPr>
                  <a:spLocks noChangeShapeType="1"/>
                </p:cNvSpPr>
                <p:nvPr/>
              </p:nvSpPr>
              <p:spPr bwMode="auto">
                <a:xfrm flipH="1">
                  <a:off x="4141"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328" name="Group 280"/>
                <p:cNvGrpSpPr>
                  <a:grpSpLocks/>
                </p:cNvGrpSpPr>
                <p:nvPr/>
              </p:nvGrpSpPr>
              <p:grpSpPr bwMode="auto">
                <a:xfrm>
                  <a:off x="3915" y="888"/>
                  <a:ext cx="335" cy="51"/>
                  <a:chOff x="3915" y="888"/>
                  <a:chExt cx="335" cy="51"/>
                </a:xfrm>
              </p:grpSpPr>
              <p:sp>
                <p:nvSpPr>
                  <p:cNvPr id="329" name="Freeform 281"/>
                  <p:cNvSpPr>
                    <a:spLocks/>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30" name="Freeform 282"/>
                  <p:cNvSpPr>
                    <a:spLocks/>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31" name="Rectangle 283"/>
                  <p:cNvSpPr>
                    <a:spLocks noChangeArrowheads="1"/>
                  </p:cNvSpPr>
                  <p:nvPr/>
                </p:nvSpPr>
                <p:spPr bwMode="auto">
                  <a:xfrm>
                    <a:off x="3917"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grpSp>
          <p:nvGrpSpPr>
            <p:cNvPr id="344" name="Group 370"/>
            <p:cNvGrpSpPr>
              <a:grpSpLocks/>
            </p:cNvGrpSpPr>
            <p:nvPr/>
          </p:nvGrpSpPr>
          <p:grpSpPr bwMode="auto">
            <a:xfrm>
              <a:off x="5578486" y="2981254"/>
              <a:ext cx="314109" cy="197668"/>
              <a:chOff x="3488" y="2569"/>
              <a:chExt cx="439" cy="262"/>
            </a:xfrm>
          </p:grpSpPr>
          <p:sp>
            <p:nvSpPr>
              <p:cNvPr id="345" name="Oval 371"/>
              <p:cNvSpPr>
                <a:spLocks noChangeArrowheads="1"/>
              </p:cNvSpPr>
              <p:nvPr/>
            </p:nvSpPr>
            <p:spPr bwMode="auto">
              <a:xfrm>
                <a:off x="3489" y="2678"/>
                <a:ext cx="438" cy="153"/>
              </a:xfrm>
              <a:prstGeom prst="ellipse">
                <a:avLst/>
              </a:prstGeom>
              <a:solidFill>
                <a:srgbClr val="0078AA"/>
              </a:solidFill>
              <a:ln w="4763">
                <a:solidFill>
                  <a:srgbClr val="AAE6FF"/>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46" name="Rectangle 372"/>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47" name="Rectangle 373"/>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48" name="Oval 374"/>
              <p:cNvSpPr>
                <a:spLocks noChangeArrowheads="1"/>
              </p:cNvSpPr>
              <p:nvPr/>
            </p:nvSpPr>
            <p:spPr bwMode="auto">
              <a:xfrm>
                <a:off x="3489" y="2569"/>
                <a:ext cx="438" cy="153"/>
              </a:xfrm>
              <a:prstGeom prst="ellipse">
                <a:avLst/>
              </a:prstGeom>
              <a:solidFill>
                <a:srgbClr val="00B4FF"/>
              </a:solidFill>
              <a:ln w="4763">
                <a:solidFill>
                  <a:srgbClr val="AAE6FF"/>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nvGrpSpPr>
              <p:cNvPr id="349" name="Group 375"/>
              <p:cNvGrpSpPr>
                <a:grpSpLocks/>
              </p:cNvGrpSpPr>
              <p:nvPr/>
            </p:nvGrpSpPr>
            <p:grpSpPr bwMode="auto">
              <a:xfrm>
                <a:off x="3555" y="2587"/>
                <a:ext cx="304" cy="117"/>
                <a:chOff x="3555" y="2587"/>
                <a:chExt cx="304" cy="117"/>
              </a:xfrm>
            </p:grpSpPr>
            <p:grpSp>
              <p:nvGrpSpPr>
                <p:cNvPr id="352" name="Group 376"/>
                <p:cNvGrpSpPr>
                  <a:grpSpLocks/>
                </p:cNvGrpSpPr>
                <p:nvPr/>
              </p:nvGrpSpPr>
              <p:grpSpPr bwMode="auto">
                <a:xfrm>
                  <a:off x="3555" y="2587"/>
                  <a:ext cx="301" cy="115"/>
                  <a:chOff x="3555" y="2587"/>
                  <a:chExt cx="301" cy="115"/>
                </a:xfrm>
              </p:grpSpPr>
              <p:sp>
                <p:nvSpPr>
                  <p:cNvPr id="362" name="Freeform 377"/>
                  <p:cNvSpPr>
                    <a:spLocks/>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63" name="Freeform 378"/>
                  <p:cNvSpPr>
                    <a:spLocks/>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64" name="Freeform 379"/>
                  <p:cNvSpPr>
                    <a:spLocks/>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65" name="Freeform 380"/>
                  <p:cNvSpPr>
                    <a:spLocks/>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66" name="Freeform 381"/>
                  <p:cNvSpPr>
                    <a:spLocks/>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67" name="Freeform 382"/>
                  <p:cNvSpPr>
                    <a:spLocks/>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68" name="Freeform 383"/>
                  <p:cNvSpPr>
                    <a:spLocks/>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69" name="Freeform 384"/>
                  <p:cNvSpPr>
                    <a:spLocks/>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grpSp>
              <p:nvGrpSpPr>
                <p:cNvPr id="353" name="Group 385"/>
                <p:cNvGrpSpPr>
                  <a:grpSpLocks/>
                </p:cNvGrpSpPr>
                <p:nvPr/>
              </p:nvGrpSpPr>
              <p:grpSpPr bwMode="auto">
                <a:xfrm>
                  <a:off x="3557" y="2590"/>
                  <a:ext cx="302" cy="114"/>
                  <a:chOff x="3557" y="2590"/>
                  <a:chExt cx="302" cy="114"/>
                </a:xfrm>
              </p:grpSpPr>
              <p:sp>
                <p:nvSpPr>
                  <p:cNvPr id="354" name="Freeform 386"/>
                  <p:cNvSpPr>
                    <a:spLocks/>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55" name="Freeform 387"/>
                  <p:cNvSpPr>
                    <a:spLocks/>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56" name="Freeform 388"/>
                  <p:cNvSpPr>
                    <a:spLocks/>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57" name="Freeform 389"/>
                  <p:cNvSpPr>
                    <a:spLocks/>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58" name="Freeform 390"/>
                  <p:cNvSpPr>
                    <a:spLocks/>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59" name="Freeform 391"/>
                  <p:cNvSpPr>
                    <a:spLocks/>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60" name="Freeform 392"/>
                  <p:cNvSpPr>
                    <a:spLocks/>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61" name="Freeform 393"/>
                  <p:cNvSpPr>
                    <a:spLocks/>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grpSp>
          <p:sp>
            <p:nvSpPr>
              <p:cNvPr id="350" name="Line 394"/>
              <p:cNvSpPr>
                <a:spLocks noChangeShapeType="1"/>
              </p:cNvSpPr>
              <p:nvPr/>
            </p:nvSpPr>
            <p:spPr bwMode="auto">
              <a:xfrm>
                <a:off x="3488"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51" name="Line 395"/>
              <p:cNvSpPr>
                <a:spLocks noChangeShapeType="1"/>
              </p:cNvSpPr>
              <p:nvPr/>
            </p:nvSpPr>
            <p:spPr bwMode="auto">
              <a:xfrm>
                <a:off x="3925"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sp>
          <p:nvSpPr>
            <p:cNvPr id="370" name="Line 474"/>
            <p:cNvSpPr>
              <a:spLocks noChangeShapeType="1"/>
            </p:cNvSpPr>
            <p:nvPr/>
          </p:nvSpPr>
          <p:spPr bwMode="auto">
            <a:xfrm>
              <a:off x="3656878" y="2957865"/>
              <a:ext cx="631914" cy="13747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371" name="Group 344"/>
            <p:cNvGrpSpPr>
              <a:grpSpLocks/>
            </p:cNvGrpSpPr>
            <p:nvPr/>
          </p:nvGrpSpPr>
          <p:grpSpPr bwMode="auto">
            <a:xfrm>
              <a:off x="4171462" y="2981254"/>
              <a:ext cx="314109" cy="197668"/>
              <a:chOff x="1304" y="2569"/>
              <a:chExt cx="439" cy="262"/>
            </a:xfrm>
          </p:grpSpPr>
          <p:sp>
            <p:nvSpPr>
              <p:cNvPr id="372" name="Oval 345"/>
              <p:cNvSpPr>
                <a:spLocks noChangeArrowheads="1"/>
              </p:cNvSpPr>
              <p:nvPr/>
            </p:nvSpPr>
            <p:spPr bwMode="auto">
              <a:xfrm>
                <a:off x="1305" y="2678"/>
                <a:ext cx="438" cy="153"/>
              </a:xfrm>
              <a:prstGeom prst="ellipse">
                <a:avLst/>
              </a:prstGeom>
              <a:solidFill>
                <a:srgbClr val="0078AA"/>
              </a:solidFill>
              <a:ln w="4763">
                <a:solidFill>
                  <a:srgbClr val="AAE6FF"/>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73" name="Rectangle 346"/>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74" name="Rectangle 347"/>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75" name="Oval 348"/>
              <p:cNvSpPr>
                <a:spLocks noChangeArrowheads="1"/>
              </p:cNvSpPr>
              <p:nvPr/>
            </p:nvSpPr>
            <p:spPr bwMode="auto">
              <a:xfrm>
                <a:off x="1305" y="2569"/>
                <a:ext cx="438" cy="153"/>
              </a:xfrm>
              <a:prstGeom prst="ellipse">
                <a:avLst/>
              </a:prstGeom>
              <a:solidFill>
                <a:srgbClr val="00B4FF"/>
              </a:solidFill>
              <a:ln w="4763">
                <a:solidFill>
                  <a:srgbClr val="AAE6FF"/>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nvGrpSpPr>
              <p:cNvPr id="376" name="Group 349"/>
              <p:cNvGrpSpPr>
                <a:grpSpLocks/>
              </p:cNvGrpSpPr>
              <p:nvPr/>
            </p:nvGrpSpPr>
            <p:grpSpPr bwMode="auto">
              <a:xfrm>
                <a:off x="1371" y="2587"/>
                <a:ext cx="304" cy="117"/>
                <a:chOff x="1371" y="2587"/>
                <a:chExt cx="304" cy="117"/>
              </a:xfrm>
            </p:grpSpPr>
            <p:grpSp>
              <p:nvGrpSpPr>
                <p:cNvPr id="379" name="Group 350"/>
                <p:cNvGrpSpPr>
                  <a:grpSpLocks/>
                </p:cNvGrpSpPr>
                <p:nvPr/>
              </p:nvGrpSpPr>
              <p:grpSpPr bwMode="auto">
                <a:xfrm>
                  <a:off x="1371" y="2587"/>
                  <a:ext cx="301" cy="115"/>
                  <a:chOff x="1371" y="2587"/>
                  <a:chExt cx="301" cy="115"/>
                </a:xfrm>
              </p:grpSpPr>
              <p:sp>
                <p:nvSpPr>
                  <p:cNvPr id="389" name="Freeform 351"/>
                  <p:cNvSpPr>
                    <a:spLocks/>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90" name="Freeform 352"/>
                  <p:cNvSpPr>
                    <a:spLocks/>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91" name="Freeform 353"/>
                  <p:cNvSpPr>
                    <a:spLocks/>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92" name="Freeform 354"/>
                  <p:cNvSpPr>
                    <a:spLocks/>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93" name="Freeform 355"/>
                  <p:cNvSpPr>
                    <a:spLocks/>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94" name="Freeform 356"/>
                  <p:cNvSpPr>
                    <a:spLocks/>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95" name="Freeform 357"/>
                  <p:cNvSpPr>
                    <a:spLocks/>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96" name="Freeform 358"/>
                  <p:cNvSpPr>
                    <a:spLocks/>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grpSp>
              <p:nvGrpSpPr>
                <p:cNvPr id="380" name="Group 359"/>
                <p:cNvGrpSpPr>
                  <a:grpSpLocks/>
                </p:cNvGrpSpPr>
                <p:nvPr/>
              </p:nvGrpSpPr>
              <p:grpSpPr bwMode="auto">
                <a:xfrm>
                  <a:off x="1373" y="2590"/>
                  <a:ext cx="302" cy="114"/>
                  <a:chOff x="1373" y="2590"/>
                  <a:chExt cx="302" cy="114"/>
                </a:xfrm>
              </p:grpSpPr>
              <p:sp>
                <p:nvSpPr>
                  <p:cNvPr id="381" name="Freeform 360"/>
                  <p:cNvSpPr>
                    <a:spLocks/>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82" name="Freeform 361"/>
                  <p:cNvSpPr>
                    <a:spLocks/>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83" name="Freeform 362"/>
                  <p:cNvSpPr>
                    <a:spLocks/>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84" name="Freeform 363"/>
                  <p:cNvSpPr>
                    <a:spLocks/>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85" name="Freeform 364"/>
                  <p:cNvSpPr>
                    <a:spLocks/>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86" name="Freeform 365"/>
                  <p:cNvSpPr>
                    <a:spLocks/>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87" name="Freeform 366"/>
                  <p:cNvSpPr>
                    <a:spLocks/>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88" name="Freeform 367"/>
                  <p:cNvSpPr>
                    <a:spLocks/>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grpSp>
          <p:sp>
            <p:nvSpPr>
              <p:cNvPr id="377" name="Line 368"/>
              <p:cNvSpPr>
                <a:spLocks noChangeShapeType="1"/>
              </p:cNvSpPr>
              <p:nvPr/>
            </p:nvSpPr>
            <p:spPr bwMode="auto">
              <a:xfrm>
                <a:off x="1304"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78" name="Line 369"/>
              <p:cNvSpPr>
                <a:spLocks noChangeShapeType="1"/>
              </p:cNvSpPr>
              <p:nvPr/>
            </p:nvSpPr>
            <p:spPr bwMode="auto">
              <a:xfrm>
                <a:off x="1741"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sp>
          <p:nvSpPr>
            <p:cNvPr id="397" name="Oval 422"/>
            <p:cNvSpPr>
              <a:spLocks noChangeArrowheads="1"/>
            </p:cNvSpPr>
            <p:nvPr/>
          </p:nvSpPr>
          <p:spPr bwMode="auto">
            <a:xfrm>
              <a:off x="4028268" y="3023463"/>
              <a:ext cx="44345"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98" name="Rectangle 468"/>
            <p:cNvSpPr>
              <a:spLocks noChangeArrowheads="1"/>
            </p:cNvSpPr>
            <p:nvPr/>
          </p:nvSpPr>
          <p:spPr bwMode="auto">
            <a:xfrm>
              <a:off x="6881080" y="1353899"/>
              <a:ext cx="656408" cy="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600" b="1" dirty="0">
                  <a:solidFill>
                    <a:srgbClr val="000000"/>
                  </a:solidFill>
                  <a:latin typeface="微软雅黑" panose="020B0503020204020204" pitchFamily="34" charset="-122"/>
                  <a:ea typeface="微软雅黑" panose="020B0503020204020204" pitchFamily="34" charset="-122"/>
                </a:rPr>
                <a:t>网络地址</a:t>
              </a:r>
            </a:p>
          </p:txBody>
        </p:sp>
        <p:sp>
          <p:nvSpPr>
            <p:cNvPr id="399" name="Rectangle 468"/>
            <p:cNvSpPr>
              <a:spLocks noChangeArrowheads="1"/>
            </p:cNvSpPr>
            <p:nvPr/>
          </p:nvSpPr>
          <p:spPr bwMode="auto">
            <a:xfrm>
              <a:off x="7440736" y="1571605"/>
              <a:ext cx="491024" cy="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b="1" dirty="0">
                  <a:solidFill>
                    <a:srgbClr val="000000"/>
                  </a:solidFill>
                  <a:latin typeface="微软雅黑" panose="020B0503020204020204" pitchFamily="34" charset="-122"/>
                  <a:ea typeface="微软雅黑" panose="020B0503020204020204" pitchFamily="34" charset="-122"/>
                </a:rPr>
                <a:t>IP</a:t>
              </a:r>
              <a:r>
                <a:rPr lang="zh-CN" altLang="en-US" sz="1600" b="1" dirty="0">
                  <a:solidFill>
                    <a:srgbClr val="000000"/>
                  </a:solidFill>
                  <a:latin typeface="微软雅黑" panose="020B0503020204020204" pitchFamily="34" charset="-122"/>
                  <a:ea typeface="微软雅黑" panose="020B0503020204020204" pitchFamily="34" charset="-122"/>
                </a:rPr>
                <a:t>地址</a:t>
              </a:r>
            </a:p>
          </p:txBody>
        </p:sp>
        <p:sp>
          <p:nvSpPr>
            <p:cNvPr id="400" name="Line 469"/>
            <p:cNvSpPr>
              <a:spLocks noChangeShapeType="1"/>
            </p:cNvSpPr>
            <p:nvPr/>
          </p:nvSpPr>
          <p:spPr bwMode="auto">
            <a:xfrm flipH="1">
              <a:off x="7012040" y="1558343"/>
              <a:ext cx="168141" cy="512805"/>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01" name="Line 469"/>
            <p:cNvSpPr>
              <a:spLocks noChangeShapeType="1"/>
            </p:cNvSpPr>
            <p:nvPr/>
          </p:nvSpPr>
          <p:spPr bwMode="auto">
            <a:xfrm flipH="1">
              <a:off x="7605412" y="1757977"/>
              <a:ext cx="76679" cy="54782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02" name="Oval 316"/>
            <p:cNvSpPr>
              <a:spLocks noChangeArrowheads="1"/>
            </p:cNvSpPr>
            <p:nvPr/>
          </p:nvSpPr>
          <p:spPr bwMode="auto">
            <a:xfrm>
              <a:off x="3237400" y="2910820"/>
              <a:ext cx="45268"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nvGrpSpPr>
            <p:cNvPr id="404" name="Group 344"/>
            <p:cNvGrpSpPr>
              <a:grpSpLocks/>
            </p:cNvGrpSpPr>
            <p:nvPr/>
          </p:nvGrpSpPr>
          <p:grpSpPr bwMode="auto">
            <a:xfrm>
              <a:off x="3595071" y="3710360"/>
              <a:ext cx="242049" cy="128766"/>
              <a:chOff x="1304" y="2569"/>
              <a:chExt cx="439" cy="262"/>
            </a:xfrm>
          </p:grpSpPr>
          <p:sp>
            <p:nvSpPr>
              <p:cNvPr id="405" name="Oval 345"/>
              <p:cNvSpPr>
                <a:spLocks noChangeArrowheads="1"/>
              </p:cNvSpPr>
              <p:nvPr/>
            </p:nvSpPr>
            <p:spPr bwMode="auto">
              <a:xfrm>
                <a:off x="1305" y="2678"/>
                <a:ext cx="438" cy="153"/>
              </a:xfrm>
              <a:prstGeom prst="ellipse">
                <a:avLst/>
              </a:prstGeom>
              <a:solidFill>
                <a:srgbClr val="0078AA"/>
              </a:solidFill>
              <a:ln w="4763">
                <a:solidFill>
                  <a:srgbClr val="AAE6FF"/>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06" name="Rectangle 346"/>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07" name="Rectangle 347"/>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08" name="Oval 348"/>
              <p:cNvSpPr>
                <a:spLocks noChangeArrowheads="1"/>
              </p:cNvSpPr>
              <p:nvPr/>
            </p:nvSpPr>
            <p:spPr bwMode="auto">
              <a:xfrm>
                <a:off x="1305" y="2569"/>
                <a:ext cx="438" cy="153"/>
              </a:xfrm>
              <a:prstGeom prst="ellipse">
                <a:avLst/>
              </a:prstGeom>
              <a:solidFill>
                <a:srgbClr val="00B4FF"/>
              </a:solidFill>
              <a:ln w="4763">
                <a:solidFill>
                  <a:srgbClr val="AAE6FF"/>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nvGrpSpPr>
              <p:cNvPr id="409" name="Group 349"/>
              <p:cNvGrpSpPr>
                <a:grpSpLocks/>
              </p:cNvGrpSpPr>
              <p:nvPr/>
            </p:nvGrpSpPr>
            <p:grpSpPr bwMode="auto">
              <a:xfrm>
                <a:off x="1371" y="2587"/>
                <a:ext cx="304" cy="117"/>
                <a:chOff x="1371" y="2587"/>
                <a:chExt cx="304" cy="117"/>
              </a:xfrm>
            </p:grpSpPr>
            <p:grpSp>
              <p:nvGrpSpPr>
                <p:cNvPr id="412" name="Group 350"/>
                <p:cNvGrpSpPr>
                  <a:grpSpLocks/>
                </p:cNvGrpSpPr>
                <p:nvPr/>
              </p:nvGrpSpPr>
              <p:grpSpPr bwMode="auto">
                <a:xfrm>
                  <a:off x="1371" y="2587"/>
                  <a:ext cx="301" cy="115"/>
                  <a:chOff x="1371" y="2587"/>
                  <a:chExt cx="301" cy="115"/>
                </a:xfrm>
              </p:grpSpPr>
              <p:sp>
                <p:nvSpPr>
                  <p:cNvPr id="422" name="Freeform 351"/>
                  <p:cNvSpPr>
                    <a:spLocks/>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23" name="Freeform 352"/>
                  <p:cNvSpPr>
                    <a:spLocks/>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24" name="Freeform 353"/>
                  <p:cNvSpPr>
                    <a:spLocks/>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25" name="Freeform 354"/>
                  <p:cNvSpPr>
                    <a:spLocks/>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26" name="Freeform 355"/>
                  <p:cNvSpPr>
                    <a:spLocks/>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27" name="Freeform 356"/>
                  <p:cNvSpPr>
                    <a:spLocks/>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28" name="Freeform 357"/>
                  <p:cNvSpPr>
                    <a:spLocks/>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29" name="Freeform 358"/>
                  <p:cNvSpPr>
                    <a:spLocks/>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grpSp>
              <p:nvGrpSpPr>
                <p:cNvPr id="413" name="Group 359"/>
                <p:cNvGrpSpPr>
                  <a:grpSpLocks/>
                </p:cNvGrpSpPr>
                <p:nvPr/>
              </p:nvGrpSpPr>
              <p:grpSpPr bwMode="auto">
                <a:xfrm>
                  <a:off x="1373" y="2590"/>
                  <a:ext cx="302" cy="114"/>
                  <a:chOff x="1373" y="2590"/>
                  <a:chExt cx="302" cy="114"/>
                </a:xfrm>
              </p:grpSpPr>
              <p:sp>
                <p:nvSpPr>
                  <p:cNvPr id="414" name="Freeform 360"/>
                  <p:cNvSpPr>
                    <a:spLocks/>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15" name="Freeform 361"/>
                  <p:cNvSpPr>
                    <a:spLocks/>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16" name="Freeform 362"/>
                  <p:cNvSpPr>
                    <a:spLocks/>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17" name="Freeform 363"/>
                  <p:cNvSpPr>
                    <a:spLocks/>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18" name="Freeform 364"/>
                  <p:cNvSpPr>
                    <a:spLocks/>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19" name="Freeform 365"/>
                  <p:cNvSpPr>
                    <a:spLocks/>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20" name="Freeform 366"/>
                  <p:cNvSpPr>
                    <a:spLocks/>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21" name="Freeform 367"/>
                  <p:cNvSpPr>
                    <a:spLocks/>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grpSp>
          <p:sp>
            <p:nvSpPr>
              <p:cNvPr id="410" name="Line 368"/>
              <p:cNvSpPr>
                <a:spLocks noChangeShapeType="1"/>
              </p:cNvSpPr>
              <p:nvPr/>
            </p:nvSpPr>
            <p:spPr bwMode="auto">
              <a:xfrm>
                <a:off x="1304"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11" name="Line 369"/>
              <p:cNvSpPr>
                <a:spLocks noChangeShapeType="1"/>
              </p:cNvSpPr>
              <p:nvPr/>
            </p:nvSpPr>
            <p:spPr bwMode="auto">
              <a:xfrm>
                <a:off x="1741"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sp>
          <p:nvSpPr>
            <p:cNvPr id="430" name="Rectangle 27"/>
            <p:cNvSpPr>
              <a:spLocks noChangeArrowheads="1"/>
            </p:cNvSpPr>
            <p:nvPr/>
          </p:nvSpPr>
          <p:spPr bwMode="auto">
            <a:xfrm>
              <a:off x="3931352" y="3692733"/>
              <a:ext cx="492306" cy="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dirty="0">
                  <a:solidFill>
                    <a:srgbClr val="000000"/>
                  </a:solidFill>
                  <a:latin typeface="微软雅黑" panose="020B0503020204020204" pitchFamily="34" charset="-122"/>
                  <a:ea typeface="微软雅黑" panose="020B0503020204020204" pitchFamily="34" charset="-122"/>
                </a:rPr>
                <a:t>路由器</a:t>
              </a:r>
              <a:endParaRPr lang="en-US" altLang="zh-CN" sz="1600" b="1" dirty="0">
                <a:solidFill>
                  <a:srgbClr val="000000"/>
                </a:solidFill>
                <a:latin typeface="微软雅黑" panose="020B0503020204020204" pitchFamily="34" charset="-122"/>
                <a:ea typeface="微软雅黑" panose="020B0503020204020204" pitchFamily="34" charset="-122"/>
              </a:endParaRPr>
            </a:p>
          </p:txBody>
        </p:sp>
        <p:grpSp>
          <p:nvGrpSpPr>
            <p:cNvPr id="431" name="Group 30"/>
            <p:cNvGrpSpPr>
              <a:grpSpLocks/>
            </p:cNvGrpSpPr>
            <p:nvPr/>
          </p:nvGrpSpPr>
          <p:grpSpPr bwMode="auto">
            <a:xfrm>
              <a:off x="2944549" y="2679365"/>
              <a:ext cx="244820" cy="265439"/>
              <a:chOff x="101" y="2294"/>
              <a:chExt cx="343" cy="353"/>
            </a:xfrm>
          </p:grpSpPr>
          <p:grpSp>
            <p:nvGrpSpPr>
              <p:cNvPr id="432" name="Group 31"/>
              <p:cNvGrpSpPr>
                <a:grpSpLocks/>
              </p:cNvGrpSpPr>
              <p:nvPr/>
            </p:nvGrpSpPr>
            <p:grpSpPr bwMode="auto">
              <a:xfrm>
                <a:off x="109" y="2301"/>
                <a:ext cx="335" cy="346"/>
                <a:chOff x="109" y="2301"/>
                <a:chExt cx="335" cy="346"/>
              </a:xfrm>
            </p:grpSpPr>
            <p:sp>
              <p:nvSpPr>
                <p:cNvPr id="446" name="Freeform 32"/>
                <p:cNvSpPr>
                  <a:spLocks/>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47" name="Freeform 33"/>
                <p:cNvSpPr>
                  <a:spLocks/>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48" name="Freeform 34"/>
                <p:cNvSpPr>
                  <a:spLocks/>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49" name="Freeform 35"/>
                <p:cNvSpPr>
                  <a:spLocks/>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50" name="Rectangle 36"/>
                <p:cNvSpPr>
                  <a:spLocks noChangeArrowheads="1"/>
                </p:cNvSpPr>
                <p:nvPr/>
              </p:nvSpPr>
              <p:spPr bwMode="auto">
                <a:xfrm>
                  <a:off x="165" y="2324"/>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51" name="Rectangle 37"/>
                <p:cNvSpPr>
                  <a:spLocks noChangeArrowheads="1"/>
                </p:cNvSpPr>
                <p:nvPr/>
              </p:nvSpPr>
              <p:spPr bwMode="auto">
                <a:xfrm>
                  <a:off x="120" y="2512"/>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52" name="Rectangle 38"/>
                <p:cNvSpPr>
                  <a:spLocks noChangeArrowheads="1"/>
                </p:cNvSpPr>
                <p:nvPr/>
              </p:nvSpPr>
              <p:spPr bwMode="auto">
                <a:xfrm>
                  <a:off x="186" y="2345"/>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53" name="Line 39"/>
                <p:cNvSpPr>
                  <a:spLocks noChangeShapeType="1"/>
                </p:cNvSpPr>
                <p:nvPr/>
              </p:nvSpPr>
              <p:spPr bwMode="auto">
                <a:xfrm flipH="1">
                  <a:off x="335" y="2541"/>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454" name="Group 40"/>
                <p:cNvGrpSpPr>
                  <a:grpSpLocks/>
                </p:cNvGrpSpPr>
                <p:nvPr/>
              </p:nvGrpSpPr>
              <p:grpSpPr bwMode="auto">
                <a:xfrm>
                  <a:off x="109" y="2596"/>
                  <a:ext cx="335" cy="51"/>
                  <a:chOff x="109" y="2596"/>
                  <a:chExt cx="335" cy="51"/>
                </a:xfrm>
              </p:grpSpPr>
              <p:sp>
                <p:nvSpPr>
                  <p:cNvPr id="455" name="Freeform 41"/>
                  <p:cNvSpPr>
                    <a:spLocks/>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56" name="Freeform 42"/>
                  <p:cNvSpPr>
                    <a:spLocks/>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57" name="Rectangle 43"/>
                  <p:cNvSpPr>
                    <a:spLocks noChangeArrowheads="1"/>
                  </p:cNvSpPr>
                  <p:nvPr/>
                </p:nvSpPr>
                <p:spPr bwMode="auto">
                  <a:xfrm>
                    <a:off x="112" y="2632"/>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nvGrpSpPr>
              <p:cNvPr id="433" name="Group 44"/>
              <p:cNvGrpSpPr>
                <a:grpSpLocks/>
              </p:cNvGrpSpPr>
              <p:nvPr/>
            </p:nvGrpSpPr>
            <p:grpSpPr bwMode="auto">
              <a:xfrm>
                <a:off x="101" y="2294"/>
                <a:ext cx="335" cy="347"/>
                <a:chOff x="101" y="2294"/>
                <a:chExt cx="335" cy="347"/>
              </a:xfrm>
            </p:grpSpPr>
            <p:sp>
              <p:nvSpPr>
                <p:cNvPr id="434" name="Freeform 45"/>
                <p:cNvSpPr>
                  <a:spLocks/>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35" name="Freeform 46"/>
                <p:cNvSpPr>
                  <a:spLocks/>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36" name="Freeform 47"/>
                <p:cNvSpPr>
                  <a:spLocks/>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 name="T10" fmla="*/ 0 60000 65536"/>
                    <a:gd name="T11" fmla="*/ 0 60000 65536"/>
                    <a:gd name="T12" fmla="*/ 0 60000 65536"/>
                    <a:gd name="T13" fmla="*/ 0 60000 65536"/>
                    <a:gd name="T14" fmla="*/ 0 60000 65536"/>
                    <a:gd name="T15" fmla="*/ 0 w 223"/>
                    <a:gd name="T16" fmla="*/ 0 h 24"/>
                    <a:gd name="T17" fmla="*/ 223 w 223"/>
                    <a:gd name="T18" fmla="*/ 24 h 24"/>
                  </a:gdLst>
                  <a:ahLst/>
                  <a:cxnLst>
                    <a:cxn ang="T10">
                      <a:pos x="T0" y="T1"/>
                    </a:cxn>
                    <a:cxn ang="T11">
                      <a:pos x="T2" y="T3"/>
                    </a:cxn>
                    <a:cxn ang="T12">
                      <a:pos x="T4" y="T5"/>
                    </a:cxn>
                    <a:cxn ang="T13">
                      <a:pos x="T6" y="T7"/>
                    </a:cxn>
                    <a:cxn ang="T14">
                      <a:pos x="T8" y="T9"/>
                    </a:cxn>
                  </a:cxnLst>
                  <a:rect l="T15" t="T16" r="T17" b="T18"/>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37" name="Freeform 48"/>
                <p:cNvSpPr>
                  <a:spLocks/>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 name="T10" fmla="*/ 0 60000 65536"/>
                    <a:gd name="T11" fmla="*/ 0 60000 65536"/>
                    <a:gd name="T12" fmla="*/ 0 60000 65536"/>
                    <a:gd name="T13" fmla="*/ 0 60000 65536"/>
                    <a:gd name="T14" fmla="*/ 0 60000 65536"/>
                    <a:gd name="T15" fmla="*/ 0 w 223"/>
                    <a:gd name="T16" fmla="*/ 0 h 24"/>
                    <a:gd name="T17" fmla="*/ 223 w 223"/>
                    <a:gd name="T18" fmla="*/ 24 h 24"/>
                  </a:gdLst>
                  <a:ahLst/>
                  <a:cxnLst>
                    <a:cxn ang="T10">
                      <a:pos x="T0" y="T1"/>
                    </a:cxn>
                    <a:cxn ang="T11">
                      <a:pos x="T2" y="T3"/>
                    </a:cxn>
                    <a:cxn ang="T12">
                      <a:pos x="T4" y="T5"/>
                    </a:cxn>
                    <a:cxn ang="T13">
                      <a:pos x="T6" y="T7"/>
                    </a:cxn>
                    <a:cxn ang="T14">
                      <a:pos x="T8" y="T9"/>
                    </a:cxn>
                  </a:cxnLst>
                  <a:rect l="T15" t="T16" r="T17" b="T18"/>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38" name="Rectangle 49"/>
                <p:cNvSpPr>
                  <a:spLocks noChangeArrowheads="1"/>
                </p:cNvSpPr>
                <p:nvPr/>
              </p:nvSpPr>
              <p:spPr bwMode="auto">
                <a:xfrm>
                  <a:off x="157" y="2318"/>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39" name="Rectangle 50"/>
                <p:cNvSpPr>
                  <a:spLocks noChangeArrowheads="1"/>
                </p:cNvSpPr>
                <p:nvPr/>
              </p:nvSpPr>
              <p:spPr bwMode="auto">
                <a:xfrm>
                  <a:off x="112" y="2506"/>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40" name="Rectangle 51"/>
                <p:cNvSpPr>
                  <a:spLocks noChangeArrowheads="1"/>
                </p:cNvSpPr>
                <p:nvPr/>
              </p:nvSpPr>
              <p:spPr bwMode="auto">
                <a:xfrm>
                  <a:off x="178" y="2339"/>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41" name="Line 52"/>
                <p:cNvSpPr>
                  <a:spLocks noChangeShapeType="1"/>
                </p:cNvSpPr>
                <p:nvPr/>
              </p:nvSpPr>
              <p:spPr bwMode="auto">
                <a:xfrm flipH="1">
                  <a:off x="326" y="2535"/>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442" name="Group 53"/>
                <p:cNvGrpSpPr>
                  <a:grpSpLocks/>
                </p:cNvGrpSpPr>
                <p:nvPr/>
              </p:nvGrpSpPr>
              <p:grpSpPr bwMode="auto">
                <a:xfrm>
                  <a:off x="101" y="2590"/>
                  <a:ext cx="335" cy="51"/>
                  <a:chOff x="101" y="2590"/>
                  <a:chExt cx="335" cy="51"/>
                </a:xfrm>
              </p:grpSpPr>
              <p:sp>
                <p:nvSpPr>
                  <p:cNvPr id="443" name="Freeform 54"/>
                  <p:cNvSpPr>
                    <a:spLocks/>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44" name="Freeform 55"/>
                  <p:cNvSpPr>
                    <a:spLocks/>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45" name="Rectangle 56"/>
                  <p:cNvSpPr>
                    <a:spLocks noChangeArrowheads="1"/>
                  </p:cNvSpPr>
                  <p:nvPr/>
                </p:nvSpPr>
                <p:spPr bwMode="auto">
                  <a:xfrm>
                    <a:off x="103" y="2626"/>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pic>
          <p:nvPicPr>
            <p:cNvPr id="458" name="Picture 5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33294" y="1711264"/>
              <a:ext cx="397338" cy="182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459" name="Picture 5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67363" y="3920189"/>
              <a:ext cx="292813" cy="161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460" name="Picture 5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3617" y="2855922"/>
              <a:ext cx="397338" cy="182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461" name="Picture 5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73681" y="2984123"/>
              <a:ext cx="397338" cy="182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462" name="Picture 5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26747" y="2457355"/>
              <a:ext cx="397338" cy="182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spTree>
    <p:extLst>
      <p:ext uri="{BB962C8B-B14F-4D97-AF65-F5344CB8AC3E}">
        <p14:creationId xmlns:p14="http://schemas.microsoft.com/office/powerpoint/2010/main" val="3645186383"/>
      </p:ext>
    </p:extLst>
  </p:cSld>
  <p:clrMapOvr>
    <a:masterClrMapping/>
  </p:clrMapOvr>
  <p:transition spd="slow"/>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nchor="ctr"/>
          <a:lstStyle/>
          <a:p>
            <a:pPr eaLnBrk="1" hangingPunct="1"/>
            <a:r>
              <a:rPr lang="en-US" altLang="zh-CN" dirty="0" smtClean="0"/>
              <a:t>IP </a:t>
            </a:r>
            <a:r>
              <a:rPr lang="zh-CN" altLang="en-US" dirty="0" smtClean="0"/>
              <a:t>地址的特点 </a:t>
            </a:r>
          </a:p>
        </p:txBody>
      </p:sp>
      <p:grpSp>
        <p:nvGrpSpPr>
          <p:cNvPr id="5" name="组合 4"/>
          <p:cNvGrpSpPr/>
          <p:nvPr/>
        </p:nvGrpSpPr>
        <p:grpSpPr>
          <a:xfrm>
            <a:off x="839416" y="1656899"/>
            <a:ext cx="10069935" cy="4580413"/>
            <a:chOff x="597048" y="996680"/>
            <a:chExt cx="8053711" cy="3309912"/>
          </a:xfrm>
        </p:grpSpPr>
        <p:sp>
          <p:nvSpPr>
            <p:cNvPr id="6" name="圆角矩形 5"/>
            <p:cNvSpPr/>
            <p:nvPr/>
          </p:nvSpPr>
          <p:spPr>
            <a:xfrm>
              <a:off x="597048" y="996680"/>
              <a:ext cx="8053711" cy="330991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Text Box 438"/>
            <p:cNvSpPr txBox="1">
              <a:spLocks noChangeArrowheads="1"/>
            </p:cNvSpPr>
            <p:nvPr/>
          </p:nvSpPr>
          <p:spPr bwMode="auto">
            <a:xfrm>
              <a:off x="616085" y="2309133"/>
              <a:ext cx="2072794" cy="800663"/>
            </a:xfrm>
            <a:prstGeom prst="rect">
              <a:avLst/>
            </a:prstGeom>
            <a:solidFill>
              <a:srgbClr val="00FFFF"/>
            </a:solidFill>
            <a:ln w="9525">
              <a:solidFill>
                <a:schemeClr val="tx2"/>
              </a:solidFill>
              <a:miter lim="800000"/>
              <a:headEnd/>
              <a:tailEnd/>
            </a:ln>
            <a:effectLst/>
            <a:extLst/>
          </p:spPr>
          <p:txBody>
            <a:bodyPr wrap="square">
              <a:spAutoFit/>
            </a:bodyPr>
            <a:lstStyle/>
            <a:p>
              <a:pPr algn="ctr">
                <a:lnSpc>
                  <a:spcPct val="110000"/>
                </a:lnSpc>
              </a:pPr>
              <a:r>
                <a:rPr lang="zh-CN" altLang="en-US" sz="2000" b="1" dirty="0">
                  <a:solidFill>
                    <a:srgbClr val="000000"/>
                  </a:solidFill>
                  <a:latin typeface="微软雅黑" pitchFamily="34" charset="-122"/>
                  <a:ea typeface="微软雅黑" pitchFamily="34" charset="-122"/>
                </a:rPr>
                <a:t>路由器的每一个接口都有一个</a:t>
              </a:r>
              <a:r>
                <a:rPr lang="zh-CN" altLang="en-US" sz="2000" b="1" dirty="0">
                  <a:solidFill>
                    <a:srgbClr val="C00000"/>
                  </a:solidFill>
                  <a:latin typeface="微软雅黑" pitchFamily="34" charset="-122"/>
                  <a:ea typeface="微软雅黑" pitchFamily="34" charset="-122"/>
                </a:rPr>
                <a:t>不同</a:t>
              </a:r>
              <a:r>
                <a:rPr lang="zh-CN" altLang="en-US" sz="2000" b="1" dirty="0" smtClean="0">
                  <a:solidFill>
                    <a:srgbClr val="C00000"/>
                  </a:solidFill>
                  <a:latin typeface="微软雅黑" pitchFamily="34" charset="-122"/>
                  <a:ea typeface="微软雅黑" pitchFamily="34" charset="-122"/>
                </a:rPr>
                <a:t>网络前缀</a:t>
              </a:r>
              <a:r>
                <a:rPr lang="zh-CN" altLang="en-US" sz="2000" b="1" dirty="0" smtClean="0">
                  <a:solidFill>
                    <a:srgbClr val="000000"/>
                  </a:solidFill>
                  <a:latin typeface="微软雅黑" pitchFamily="34" charset="-122"/>
                  <a:ea typeface="微软雅黑" pitchFamily="34" charset="-122"/>
                </a:rPr>
                <a:t>的 </a:t>
              </a:r>
              <a:r>
                <a:rPr lang="en-US" altLang="zh-CN" sz="2000" b="1" dirty="0">
                  <a:solidFill>
                    <a:srgbClr val="000000"/>
                  </a:solidFill>
                  <a:latin typeface="微软雅黑" pitchFamily="34" charset="-122"/>
                  <a:ea typeface="微软雅黑" pitchFamily="34" charset="-122"/>
                </a:rPr>
                <a:t>IP </a:t>
              </a:r>
              <a:r>
                <a:rPr lang="zh-CN" altLang="en-US" sz="2000" b="1" dirty="0">
                  <a:solidFill>
                    <a:srgbClr val="000000"/>
                  </a:solidFill>
                  <a:latin typeface="微软雅黑" pitchFamily="34" charset="-122"/>
                  <a:ea typeface="微软雅黑" pitchFamily="34" charset="-122"/>
                </a:rPr>
                <a:t>地址。</a:t>
              </a:r>
            </a:p>
          </p:txBody>
        </p:sp>
        <p:sp>
          <p:nvSpPr>
            <p:cNvPr id="8" name="矩形 476"/>
            <p:cNvSpPr>
              <a:spLocks noChangeArrowheads="1"/>
            </p:cNvSpPr>
            <p:nvPr/>
          </p:nvSpPr>
          <p:spPr bwMode="auto">
            <a:xfrm>
              <a:off x="3480534" y="3636941"/>
              <a:ext cx="1513262" cy="503769"/>
            </a:xfrm>
            <a:prstGeom prst="rect">
              <a:avLst/>
            </a:prstGeom>
            <a:noFill/>
            <a:ln w="9525" cmpd="dbl"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9" name="椭圆 8"/>
            <p:cNvSpPr/>
            <p:nvPr/>
          </p:nvSpPr>
          <p:spPr bwMode="auto">
            <a:xfrm rot="19311755">
              <a:off x="5944139" y="2386474"/>
              <a:ext cx="2370599" cy="1274073"/>
            </a:xfrm>
            <a:prstGeom prst="ellipse">
              <a:avLst/>
            </a:prstGeom>
            <a:solidFill>
              <a:schemeClr val="bg1"/>
            </a:solidFill>
            <a:ln w="9525" cap="flat" cmpd="sng" algn="ctr">
              <a:solidFill>
                <a:schemeClr val="tx1"/>
              </a:solidFill>
              <a:prstDash val="dash"/>
              <a:round/>
              <a:headEnd type="none" w="med" len="med"/>
              <a:tailEnd type="none" w="med" len="med"/>
            </a:ln>
            <a:effectLst/>
          </p:spPr>
          <p:txBody>
            <a:bodyPr/>
            <a:lstStyle/>
            <a:p>
              <a:pPr>
                <a:defRPr/>
              </a:pPr>
              <a:endParaRPr lang="zh-CN" altLang="en-US" sz="1100" b="1">
                <a:latin typeface="微软雅黑" panose="020B0503020204020204" pitchFamily="34" charset="-122"/>
                <a:ea typeface="微软雅黑" panose="020B0503020204020204" pitchFamily="34" charset="-122"/>
              </a:endParaRPr>
            </a:p>
          </p:txBody>
        </p:sp>
        <p:sp>
          <p:nvSpPr>
            <p:cNvPr id="10" name="Line 472"/>
            <p:cNvSpPr>
              <a:spLocks noChangeShapeType="1"/>
            </p:cNvSpPr>
            <p:nvPr/>
          </p:nvSpPr>
          <p:spPr bwMode="auto">
            <a:xfrm flipH="1">
              <a:off x="6724060" y="2550905"/>
              <a:ext cx="544147" cy="46084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1" name="Line 472"/>
            <p:cNvSpPr>
              <a:spLocks noChangeShapeType="1"/>
            </p:cNvSpPr>
            <p:nvPr/>
          </p:nvSpPr>
          <p:spPr bwMode="auto">
            <a:xfrm flipH="1" flipV="1">
              <a:off x="7352277" y="2550905"/>
              <a:ext cx="363073" cy="26656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2" name="Line 472"/>
            <p:cNvSpPr>
              <a:spLocks noChangeShapeType="1"/>
            </p:cNvSpPr>
            <p:nvPr/>
          </p:nvSpPr>
          <p:spPr bwMode="auto">
            <a:xfrm flipH="1">
              <a:off x="7394775" y="2243674"/>
              <a:ext cx="374159" cy="25527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3" name="椭圆 12"/>
            <p:cNvSpPr/>
            <p:nvPr/>
          </p:nvSpPr>
          <p:spPr bwMode="auto">
            <a:xfrm rot="5400000">
              <a:off x="2635410" y="2144584"/>
              <a:ext cx="1278671" cy="1097332"/>
            </a:xfrm>
            <a:prstGeom prst="ellipse">
              <a:avLst/>
            </a:prstGeom>
            <a:solidFill>
              <a:schemeClr val="bg1"/>
            </a:solidFill>
            <a:ln w="9525" cap="flat" cmpd="sng" algn="ctr">
              <a:solidFill>
                <a:schemeClr val="tx1"/>
              </a:solidFill>
              <a:prstDash val="dash"/>
              <a:round/>
              <a:headEnd type="none" w="med" len="med"/>
              <a:tailEnd type="none" w="med" len="med"/>
            </a:ln>
            <a:effectLst/>
          </p:spPr>
          <p:txBody>
            <a:bodyPr/>
            <a:lstStyle/>
            <a:p>
              <a:pPr>
                <a:defRPr/>
              </a:pPr>
              <a:endParaRPr lang="zh-CN" altLang="en-US" sz="1100" b="1">
                <a:latin typeface="微软雅黑" panose="020B0503020204020204" pitchFamily="34" charset="-122"/>
                <a:ea typeface="微软雅黑" panose="020B0503020204020204" pitchFamily="34" charset="-122"/>
              </a:endParaRPr>
            </a:p>
          </p:txBody>
        </p:sp>
        <p:sp>
          <p:nvSpPr>
            <p:cNvPr id="14" name="Line 471"/>
            <p:cNvSpPr>
              <a:spLocks noChangeShapeType="1"/>
            </p:cNvSpPr>
            <p:nvPr/>
          </p:nvSpPr>
          <p:spPr bwMode="auto">
            <a:xfrm>
              <a:off x="3094243" y="2878324"/>
              <a:ext cx="405529" cy="12265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5" name="Line 471"/>
            <p:cNvSpPr>
              <a:spLocks noChangeShapeType="1"/>
            </p:cNvSpPr>
            <p:nvPr/>
          </p:nvSpPr>
          <p:spPr bwMode="auto">
            <a:xfrm>
              <a:off x="3390756" y="2360852"/>
              <a:ext cx="182925" cy="5621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6" name="椭圆 15"/>
            <p:cNvSpPr/>
            <p:nvPr/>
          </p:nvSpPr>
          <p:spPr bwMode="auto">
            <a:xfrm>
              <a:off x="4209341" y="1155939"/>
              <a:ext cx="1844004" cy="831332"/>
            </a:xfrm>
            <a:prstGeom prst="ellipse">
              <a:avLst/>
            </a:prstGeom>
            <a:solidFill>
              <a:schemeClr val="bg1"/>
            </a:solidFill>
            <a:ln w="9525" cap="flat" cmpd="sng" algn="ctr">
              <a:solidFill>
                <a:schemeClr val="tx1"/>
              </a:solidFill>
              <a:prstDash val="dash"/>
              <a:round/>
              <a:headEnd type="none" w="med" len="med"/>
              <a:tailEnd type="none" w="med" len="med"/>
            </a:ln>
            <a:effectLst/>
          </p:spPr>
          <p:txBody>
            <a:bodyPr/>
            <a:lstStyle/>
            <a:p>
              <a:pPr>
                <a:defRPr/>
              </a:pPr>
              <a:endParaRPr lang="zh-CN" altLang="en-US" sz="1100" b="1">
                <a:latin typeface="微软雅黑" panose="020B0503020204020204" pitchFamily="34" charset="-122"/>
                <a:ea typeface="微软雅黑" panose="020B0503020204020204" pitchFamily="34" charset="-122"/>
              </a:endParaRPr>
            </a:p>
          </p:txBody>
        </p:sp>
        <p:sp>
          <p:nvSpPr>
            <p:cNvPr id="17" name="Line 467"/>
            <p:cNvSpPr>
              <a:spLocks noChangeShapeType="1"/>
            </p:cNvSpPr>
            <p:nvPr/>
          </p:nvSpPr>
          <p:spPr bwMode="auto">
            <a:xfrm>
              <a:off x="6724060" y="3114538"/>
              <a:ext cx="181998" cy="54104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8" name="Line 466"/>
            <p:cNvSpPr>
              <a:spLocks noChangeShapeType="1"/>
            </p:cNvSpPr>
            <p:nvPr/>
          </p:nvSpPr>
          <p:spPr bwMode="auto">
            <a:xfrm flipH="1">
              <a:off x="6407179" y="3112279"/>
              <a:ext cx="183846" cy="5444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9" name="Freeform 6"/>
            <p:cNvSpPr>
              <a:spLocks/>
            </p:cNvSpPr>
            <p:nvPr/>
          </p:nvSpPr>
          <p:spPr bwMode="auto">
            <a:xfrm>
              <a:off x="4650941" y="3047897"/>
              <a:ext cx="813911" cy="131025"/>
            </a:xfrm>
            <a:custGeom>
              <a:avLst/>
              <a:gdLst>
                <a:gd name="T0" fmla="*/ 2147483647 w 1138"/>
                <a:gd name="T1" fmla="*/ 2147483647 h 174"/>
                <a:gd name="T2" fmla="*/ 2147483647 w 1138"/>
                <a:gd name="T3" fmla="*/ 2147483647 h 174"/>
                <a:gd name="T4" fmla="*/ 2147483647 w 1138"/>
                <a:gd name="T5" fmla="*/ 2147483647 h 174"/>
                <a:gd name="T6" fmla="*/ 2147483647 w 1138"/>
                <a:gd name="T7" fmla="*/ 2147483647 h 174"/>
                <a:gd name="T8" fmla="*/ 2147483647 w 1138"/>
                <a:gd name="T9" fmla="*/ 0 h 174"/>
                <a:gd name="T10" fmla="*/ 2147483647 w 1138"/>
                <a:gd name="T11" fmla="*/ 0 h 174"/>
                <a:gd name="T12" fmla="*/ 2147483647 w 1138"/>
                <a:gd name="T13" fmla="*/ 0 h 174"/>
                <a:gd name="T14" fmla="*/ 2147483647 w 1138"/>
                <a:gd name="T15" fmla="*/ 0 h 174"/>
                <a:gd name="T16" fmla="*/ 2147483647 w 1138"/>
                <a:gd name="T17" fmla="*/ 2147483647 h 174"/>
                <a:gd name="T18" fmla="*/ 2147483647 w 1138"/>
                <a:gd name="T19" fmla="*/ 2147483647 h 174"/>
                <a:gd name="T20" fmla="*/ 2147483647 w 1138"/>
                <a:gd name="T21" fmla="*/ 2147483647 h 174"/>
                <a:gd name="T22" fmla="*/ 2147483647 w 1138"/>
                <a:gd name="T23" fmla="*/ 2147483647 h 174"/>
                <a:gd name="T24" fmla="*/ 2147483647 w 1138"/>
                <a:gd name="T25" fmla="*/ 2147483647 h 174"/>
                <a:gd name="T26" fmla="*/ 2147483647 w 1138"/>
                <a:gd name="T27" fmla="*/ 2147483647 h 174"/>
                <a:gd name="T28" fmla="*/ 2147483647 w 1138"/>
                <a:gd name="T29" fmla="*/ 2147483647 h 174"/>
                <a:gd name="T30" fmla="*/ 2147483647 w 1138"/>
                <a:gd name="T31" fmla="*/ 2147483647 h 174"/>
                <a:gd name="T32" fmla="*/ 2147483647 w 1138"/>
                <a:gd name="T33" fmla="*/ 2147483647 h 174"/>
                <a:gd name="T34" fmla="*/ 2147483647 w 1138"/>
                <a:gd name="T35" fmla="*/ 2147483647 h 174"/>
                <a:gd name="T36" fmla="*/ 2147483647 w 1138"/>
                <a:gd name="T37" fmla="*/ 2147483647 h 174"/>
                <a:gd name="T38" fmla="*/ 2147483647 w 1138"/>
                <a:gd name="T39" fmla="*/ 2147483647 h 174"/>
                <a:gd name="T40" fmla="*/ 2147483647 w 1138"/>
                <a:gd name="T41" fmla="*/ 2147483647 h 174"/>
                <a:gd name="T42" fmla="*/ 2147483647 w 1138"/>
                <a:gd name="T43" fmla="*/ 2147483647 h 174"/>
                <a:gd name="T44" fmla="*/ 2147483647 w 1138"/>
                <a:gd name="T45" fmla="*/ 2147483647 h 174"/>
                <a:gd name="T46" fmla="*/ 2147483647 w 1138"/>
                <a:gd name="T47" fmla="*/ 2147483647 h 174"/>
                <a:gd name="T48" fmla="*/ 2147483647 w 1138"/>
                <a:gd name="T49" fmla="*/ 2147483647 h 174"/>
                <a:gd name="T50" fmla="*/ 2147483647 w 1138"/>
                <a:gd name="T51" fmla="*/ 2147483647 h 174"/>
                <a:gd name="T52" fmla="*/ 2147483647 w 1138"/>
                <a:gd name="T53" fmla="*/ 2147483647 h 174"/>
                <a:gd name="T54" fmla="*/ 2147483647 w 1138"/>
                <a:gd name="T55" fmla="*/ 2147483647 h 174"/>
                <a:gd name="T56" fmla="*/ 2147483647 w 1138"/>
                <a:gd name="T57" fmla="*/ 2147483647 h 174"/>
                <a:gd name="T58" fmla="*/ 2147483647 w 1138"/>
                <a:gd name="T59" fmla="*/ 2147483647 h 174"/>
                <a:gd name="T60" fmla="*/ 2147483647 w 1138"/>
                <a:gd name="T61" fmla="*/ 2147483647 h 174"/>
                <a:gd name="T62" fmla="*/ 2147483647 w 1138"/>
                <a:gd name="T63" fmla="*/ 2147483647 h 174"/>
                <a:gd name="T64" fmla="*/ 2147483647 w 1138"/>
                <a:gd name="T65" fmla="*/ 2147483647 h 174"/>
                <a:gd name="T66" fmla="*/ 2147483647 w 1138"/>
                <a:gd name="T67" fmla="*/ 2147483647 h 174"/>
                <a:gd name="T68" fmla="*/ 2147483647 w 1138"/>
                <a:gd name="T69" fmla="*/ 2147483647 h 174"/>
                <a:gd name="T70" fmla="*/ 2147483647 w 1138"/>
                <a:gd name="T71" fmla="*/ 2147483647 h 174"/>
                <a:gd name="T72" fmla="*/ 2147483647 w 1138"/>
                <a:gd name="T73" fmla="*/ 2147483647 h 174"/>
                <a:gd name="T74" fmla="*/ 2147483647 w 1138"/>
                <a:gd name="T75" fmla="*/ 2147483647 h 174"/>
                <a:gd name="T76" fmla="*/ 2147483647 w 1138"/>
                <a:gd name="T77" fmla="*/ 2147483647 h 174"/>
                <a:gd name="T78" fmla="*/ 2147483647 w 1138"/>
                <a:gd name="T79" fmla="*/ 2147483647 h 174"/>
                <a:gd name="T80" fmla="*/ 2147483647 w 1138"/>
                <a:gd name="T81" fmla="*/ 2147483647 h 174"/>
                <a:gd name="T82" fmla="*/ 2147483647 w 1138"/>
                <a:gd name="T83" fmla="*/ 2147483647 h 174"/>
                <a:gd name="T84" fmla="*/ 2147483647 w 1138"/>
                <a:gd name="T85" fmla="*/ 2147483647 h 174"/>
                <a:gd name="T86" fmla="*/ 2147483647 w 1138"/>
                <a:gd name="T87" fmla="*/ 2147483647 h 174"/>
                <a:gd name="T88" fmla="*/ 2147483647 w 1138"/>
                <a:gd name="T89" fmla="*/ 2147483647 h 174"/>
                <a:gd name="T90" fmla="*/ 2147483647 w 1138"/>
                <a:gd name="T91" fmla="*/ 2147483647 h 174"/>
                <a:gd name="T92" fmla="*/ 2147483647 w 1138"/>
                <a:gd name="T93" fmla="*/ 2147483647 h 174"/>
                <a:gd name="T94" fmla="*/ 2147483647 w 1138"/>
                <a:gd name="T95" fmla="*/ 2147483647 h 174"/>
                <a:gd name="T96" fmla="*/ 2147483647 w 1138"/>
                <a:gd name="T97" fmla="*/ 2147483647 h 174"/>
                <a:gd name="T98" fmla="*/ 2147483647 w 1138"/>
                <a:gd name="T99" fmla="*/ 2147483647 h 174"/>
                <a:gd name="T100" fmla="*/ 2147483647 w 1138"/>
                <a:gd name="T101" fmla="*/ 2147483647 h 174"/>
                <a:gd name="T102" fmla="*/ 2147483647 w 1138"/>
                <a:gd name="T103" fmla="*/ 2147483647 h 174"/>
                <a:gd name="T104" fmla="*/ 2147483647 w 1138"/>
                <a:gd name="T105" fmla="*/ 2147483647 h 174"/>
                <a:gd name="T106" fmla="*/ 2147483647 w 1138"/>
                <a:gd name="T107" fmla="*/ 2147483647 h 174"/>
                <a:gd name="T108" fmla="*/ 2147483647 w 1138"/>
                <a:gd name="T109" fmla="*/ 2147483647 h 174"/>
                <a:gd name="T110" fmla="*/ 0 w 1138"/>
                <a:gd name="T111" fmla="*/ 2147483647 h 174"/>
                <a:gd name="T112" fmla="*/ 0 w 1138"/>
                <a:gd name="T113" fmla="*/ 2147483647 h 174"/>
                <a:gd name="T114" fmla="*/ 2147483647 w 1138"/>
                <a:gd name="T115" fmla="*/ 2147483647 h 174"/>
                <a:gd name="T116" fmla="*/ 2147483647 w 1138"/>
                <a:gd name="T117" fmla="*/ 2147483647 h 174"/>
                <a:gd name="T118" fmla="*/ 2147483647 w 1138"/>
                <a:gd name="T119" fmla="*/ 2147483647 h 174"/>
                <a:gd name="T120" fmla="*/ 2147483647 w 1138"/>
                <a:gd name="T121" fmla="*/ 2147483647 h 174"/>
                <a:gd name="T122" fmla="*/ 2147483647 w 1138"/>
                <a:gd name="T123" fmla="*/ 2147483647 h 174"/>
                <a:gd name="T124" fmla="*/ 2147483647 w 1138"/>
                <a:gd name="T125" fmla="*/ 2147483647 h 17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138"/>
                <a:gd name="T190" fmla="*/ 0 h 174"/>
                <a:gd name="T191" fmla="*/ 1138 w 1138"/>
                <a:gd name="T192" fmla="*/ 174 h 17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138" h="174">
                  <a:moveTo>
                    <a:pt x="45" y="21"/>
                  </a:moveTo>
                  <a:lnTo>
                    <a:pt x="60" y="10"/>
                  </a:lnTo>
                  <a:lnTo>
                    <a:pt x="77" y="4"/>
                  </a:lnTo>
                  <a:lnTo>
                    <a:pt x="87" y="2"/>
                  </a:lnTo>
                  <a:lnTo>
                    <a:pt x="99" y="0"/>
                  </a:lnTo>
                  <a:lnTo>
                    <a:pt x="116" y="0"/>
                  </a:lnTo>
                  <a:lnTo>
                    <a:pt x="137" y="0"/>
                  </a:lnTo>
                  <a:lnTo>
                    <a:pt x="160" y="0"/>
                  </a:lnTo>
                  <a:lnTo>
                    <a:pt x="189" y="2"/>
                  </a:lnTo>
                  <a:lnTo>
                    <a:pt x="218" y="6"/>
                  </a:lnTo>
                  <a:lnTo>
                    <a:pt x="251" y="8"/>
                  </a:lnTo>
                  <a:lnTo>
                    <a:pt x="288" y="12"/>
                  </a:lnTo>
                  <a:lnTo>
                    <a:pt x="324" y="16"/>
                  </a:lnTo>
                  <a:lnTo>
                    <a:pt x="403" y="21"/>
                  </a:lnTo>
                  <a:lnTo>
                    <a:pt x="442" y="21"/>
                  </a:lnTo>
                  <a:lnTo>
                    <a:pt x="486" y="23"/>
                  </a:lnTo>
                  <a:lnTo>
                    <a:pt x="575" y="23"/>
                  </a:lnTo>
                  <a:lnTo>
                    <a:pt x="668" y="23"/>
                  </a:lnTo>
                  <a:lnTo>
                    <a:pt x="764" y="21"/>
                  </a:lnTo>
                  <a:lnTo>
                    <a:pt x="814" y="18"/>
                  </a:lnTo>
                  <a:lnTo>
                    <a:pt x="866" y="16"/>
                  </a:lnTo>
                  <a:lnTo>
                    <a:pt x="972" y="10"/>
                  </a:lnTo>
                  <a:lnTo>
                    <a:pt x="1024" y="6"/>
                  </a:lnTo>
                  <a:lnTo>
                    <a:pt x="1063" y="9"/>
                  </a:lnTo>
                  <a:lnTo>
                    <a:pt x="1102" y="15"/>
                  </a:lnTo>
                  <a:lnTo>
                    <a:pt x="1138" y="84"/>
                  </a:lnTo>
                  <a:lnTo>
                    <a:pt x="1096" y="138"/>
                  </a:lnTo>
                  <a:lnTo>
                    <a:pt x="1009" y="159"/>
                  </a:lnTo>
                  <a:lnTo>
                    <a:pt x="918" y="162"/>
                  </a:lnTo>
                  <a:lnTo>
                    <a:pt x="864" y="158"/>
                  </a:lnTo>
                  <a:lnTo>
                    <a:pt x="808" y="155"/>
                  </a:lnTo>
                  <a:lnTo>
                    <a:pt x="693" y="151"/>
                  </a:lnTo>
                  <a:lnTo>
                    <a:pt x="639" y="149"/>
                  </a:lnTo>
                  <a:lnTo>
                    <a:pt x="585" y="149"/>
                  </a:lnTo>
                  <a:lnTo>
                    <a:pt x="531" y="151"/>
                  </a:lnTo>
                  <a:lnTo>
                    <a:pt x="477" y="153"/>
                  </a:lnTo>
                  <a:lnTo>
                    <a:pt x="421" y="158"/>
                  </a:lnTo>
                  <a:lnTo>
                    <a:pt x="367" y="162"/>
                  </a:lnTo>
                  <a:lnTo>
                    <a:pt x="317" y="166"/>
                  </a:lnTo>
                  <a:lnTo>
                    <a:pt x="270" y="170"/>
                  </a:lnTo>
                  <a:lnTo>
                    <a:pt x="226" y="172"/>
                  </a:lnTo>
                  <a:lnTo>
                    <a:pt x="191" y="174"/>
                  </a:lnTo>
                  <a:lnTo>
                    <a:pt x="162" y="174"/>
                  </a:lnTo>
                  <a:lnTo>
                    <a:pt x="141" y="174"/>
                  </a:lnTo>
                  <a:lnTo>
                    <a:pt x="124" y="172"/>
                  </a:lnTo>
                  <a:lnTo>
                    <a:pt x="112" y="170"/>
                  </a:lnTo>
                  <a:lnTo>
                    <a:pt x="104" y="168"/>
                  </a:lnTo>
                  <a:lnTo>
                    <a:pt x="93" y="166"/>
                  </a:lnTo>
                  <a:lnTo>
                    <a:pt x="85" y="162"/>
                  </a:lnTo>
                  <a:lnTo>
                    <a:pt x="74" y="158"/>
                  </a:lnTo>
                  <a:lnTo>
                    <a:pt x="50" y="147"/>
                  </a:lnTo>
                  <a:lnTo>
                    <a:pt x="27" y="133"/>
                  </a:lnTo>
                  <a:lnTo>
                    <a:pt x="16" y="124"/>
                  </a:lnTo>
                  <a:lnTo>
                    <a:pt x="8" y="116"/>
                  </a:lnTo>
                  <a:lnTo>
                    <a:pt x="2" y="108"/>
                  </a:lnTo>
                  <a:lnTo>
                    <a:pt x="0" y="99"/>
                  </a:lnTo>
                  <a:lnTo>
                    <a:pt x="0" y="91"/>
                  </a:lnTo>
                  <a:lnTo>
                    <a:pt x="2" y="81"/>
                  </a:lnTo>
                  <a:lnTo>
                    <a:pt x="6" y="68"/>
                  </a:lnTo>
                  <a:lnTo>
                    <a:pt x="12" y="58"/>
                  </a:lnTo>
                  <a:lnTo>
                    <a:pt x="29" y="37"/>
                  </a:lnTo>
                  <a:lnTo>
                    <a:pt x="37" y="29"/>
                  </a:lnTo>
                  <a:lnTo>
                    <a:pt x="45" y="21"/>
                  </a:lnTo>
                  <a:close/>
                </a:path>
              </a:pathLst>
            </a:custGeom>
            <a:solidFill>
              <a:srgbClr val="FF99CC"/>
            </a:solidFill>
            <a:ln>
              <a:noFill/>
            </a:ln>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0" name="Line 450"/>
            <p:cNvSpPr>
              <a:spLocks noChangeShapeType="1"/>
            </p:cNvSpPr>
            <p:nvPr/>
          </p:nvSpPr>
          <p:spPr bwMode="auto">
            <a:xfrm>
              <a:off x="4445846" y="3106632"/>
              <a:ext cx="116774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1" name="Freeform 4"/>
            <p:cNvSpPr>
              <a:spLocks/>
            </p:cNvSpPr>
            <p:nvPr/>
          </p:nvSpPr>
          <p:spPr bwMode="auto">
            <a:xfrm>
              <a:off x="4429217" y="2313704"/>
              <a:ext cx="529366" cy="560245"/>
            </a:xfrm>
            <a:custGeom>
              <a:avLst/>
              <a:gdLst>
                <a:gd name="T0" fmla="*/ 2147483647 w 741"/>
                <a:gd name="T1" fmla="*/ 2147483647 h 744"/>
                <a:gd name="T2" fmla="*/ 2147483647 w 741"/>
                <a:gd name="T3" fmla="*/ 2147483647 h 744"/>
                <a:gd name="T4" fmla="*/ 2147483647 w 741"/>
                <a:gd name="T5" fmla="*/ 2147483647 h 744"/>
                <a:gd name="T6" fmla="*/ 2147483647 w 741"/>
                <a:gd name="T7" fmla="*/ 2147483647 h 744"/>
                <a:gd name="T8" fmla="*/ 2147483647 w 741"/>
                <a:gd name="T9" fmla="*/ 2147483647 h 744"/>
                <a:gd name="T10" fmla="*/ 2147483647 w 741"/>
                <a:gd name="T11" fmla="*/ 2147483647 h 744"/>
                <a:gd name="T12" fmla="*/ 2147483647 w 741"/>
                <a:gd name="T13" fmla="*/ 2147483647 h 744"/>
                <a:gd name="T14" fmla="*/ 2147483647 w 741"/>
                <a:gd name="T15" fmla="*/ 2147483647 h 744"/>
                <a:gd name="T16" fmla="*/ 2147483647 w 741"/>
                <a:gd name="T17" fmla="*/ 2147483647 h 744"/>
                <a:gd name="T18" fmla="*/ 2147483647 w 741"/>
                <a:gd name="T19" fmla="*/ 2147483647 h 744"/>
                <a:gd name="T20" fmla="*/ 2147483647 w 741"/>
                <a:gd name="T21" fmla="*/ 2147483647 h 744"/>
                <a:gd name="T22" fmla="*/ 2147483647 w 741"/>
                <a:gd name="T23" fmla="*/ 2147483647 h 744"/>
                <a:gd name="T24" fmla="*/ 2147483647 w 741"/>
                <a:gd name="T25" fmla="*/ 2147483647 h 744"/>
                <a:gd name="T26" fmla="*/ 2147483647 w 741"/>
                <a:gd name="T27" fmla="*/ 2147483647 h 744"/>
                <a:gd name="T28" fmla="*/ 2147483647 w 741"/>
                <a:gd name="T29" fmla="*/ 2147483647 h 744"/>
                <a:gd name="T30" fmla="*/ 2147483647 w 741"/>
                <a:gd name="T31" fmla="*/ 2147483647 h 744"/>
                <a:gd name="T32" fmla="*/ 2147483647 w 741"/>
                <a:gd name="T33" fmla="*/ 2147483647 h 744"/>
                <a:gd name="T34" fmla="*/ 2147483647 w 741"/>
                <a:gd name="T35" fmla="*/ 2147483647 h 744"/>
                <a:gd name="T36" fmla="*/ 2147483647 w 741"/>
                <a:gd name="T37" fmla="*/ 2147483647 h 744"/>
                <a:gd name="T38" fmla="*/ 2147483647 w 741"/>
                <a:gd name="T39" fmla="*/ 2147483647 h 744"/>
                <a:gd name="T40" fmla="*/ 2147483647 w 741"/>
                <a:gd name="T41" fmla="*/ 2147483647 h 744"/>
                <a:gd name="T42" fmla="*/ 2147483647 w 741"/>
                <a:gd name="T43" fmla="*/ 2147483647 h 744"/>
                <a:gd name="T44" fmla="*/ 2147483647 w 741"/>
                <a:gd name="T45" fmla="*/ 2147483647 h 744"/>
                <a:gd name="T46" fmla="*/ 2147483647 w 741"/>
                <a:gd name="T47" fmla="*/ 2147483647 h 744"/>
                <a:gd name="T48" fmla="*/ 2147483647 w 741"/>
                <a:gd name="T49" fmla="*/ 2147483647 h 744"/>
                <a:gd name="T50" fmla="*/ 2147483647 w 741"/>
                <a:gd name="T51" fmla="*/ 2147483647 h 744"/>
                <a:gd name="T52" fmla="*/ 2147483647 w 741"/>
                <a:gd name="T53" fmla="*/ 2147483647 h 744"/>
                <a:gd name="T54" fmla="*/ 2147483647 w 741"/>
                <a:gd name="T55" fmla="*/ 0 h 744"/>
                <a:gd name="T56" fmla="*/ 2147483647 w 741"/>
                <a:gd name="T57" fmla="*/ 2147483647 h 744"/>
                <a:gd name="T58" fmla="*/ 2147483647 w 741"/>
                <a:gd name="T59" fmla="*/ 2147483647 h 744"/>
                <a:gd name="T60" fmla="*/ 2147483647 w 741"/>
                <a:gd name="T61" fmla="*/ 2147483647 h 744"/>
                <a:gd name="T62" fmla="*/ 2147483647 w 741"/>
                <a:gd name="T63" fmla="*/ 2147483647 h 744"/>
                <a:gd name="T64" fmla="*/ 2147483647 w 741"/>
                <a:gd name="T65" fmla="*/ 2147483647 h 744"/>
                <a:gd name="T66" fmla="*/ 2147483647 w 741"/>
                <a:gd name="T67" fmla="*/ 2147483647 h 744"/>
                <a:gd name="T68" fmla="*/ 2147483647 w 741"/>
                <a:gd name="T69" fmla="*/ 2147483647 h 744"/>
                <a:gd name="T70" fmla="*/ 2147483647 w 741"/>
                <a:gd name="T71" fmla="*/ 2147483647 h 744"/>
                <a:gd name="T72" fmla="*/ 2147483647 w 741"/>
                <a:gd name="T73" fmla="*/ 2147483647 h 744"/>
                <a:gd name="T74" fmla="*/ 2147483647 w 741"/>
                <a:gd name="T75" fmla="*/ 2147483647 h 744"/>
                <a:gd name="T76" fmla="*/ 2147483647 w 741"/>
                <a:gd name="T77" fmla="*/ 2147483647 h 744"/>
                <a:gd name="T78" fmla="*/ 2147483647 w 741"/>
                <a:gd name="T79" fmla="*/ 2147483647 h 744"/>
                <a:gd name="T80" fmla="*/ 2147483647 w 741"/>
                <a:gd name="T81" fmla="*/ 2147483647 h 744"/>
                <a:gd name="T82" fmla="*/ 2147483647 w 741"/>
                <a:gd name="T83" fmla="*/ 2147483647 h 744"/>
                <a:gd name="T84" fmla="*/ 2147483647 w 741"/>
                <a:gd name="T85" fmla="*/ 2147483647 h 744"/>
                <a:gd name="T86" fmla="*/ 0 w 741"/>
                <a:gd name="T87" fmla="*/ 2147483647 h 744"/>
                <a:gd name="T88" fmla="*/ 2147483647 w 741"/>
                <a:gd name="T89" fmla="*/ 2147483647 h 744"/>
                <a:gd name="T90" fmla="*/ 2147483647 w 741"/>
                <a:gd name="T91" fmla="*/ 2147483647 h 744"/>
                <a:gd name="T92" fmla="*/ 2147483647 w 741"/>
                <a:gd name="T93" fmla="*/ 2147483647 h 744"/>
                <a:gd name="T94" fmla="*/ 2147483647 w 741"/>
                <a:gd name="T95" fmla="*/ 2147483647 h 74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41"/>
                <a:gd name="T145" fmla="*/ 0 h 744"/>
                <a:gd name="T146" fmla="*/ 741 w 741"/>
                <a:gd name="T147" fmla="*/ 744 h 74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41" h="744">
                  <a:moveTo>
                    <a:pt x="204" y="648"/>
                  </a:moveTo>
                  <a:lnTo>
                    <a:pt x="303" y="534"/>
                  </a:lnTo>
                  <a:lnTo>
                    <a:pt x="324" y="501"/>
                  </a:lnTo>
                  <a:lnTo>
                    <a:pt x="390" y="423"/>
                  </a:lnTo>
                  <a:lnTo>
                    <a:pt x="406" y="402"/>
                  </a:lnTo>
                  <a:lnTo>
                    <a:pt x="444" y="363"/>
                  </a:lnTo>
                  <a:lnTo>
                    <a:pt x="483" y="323"/>
                  </a:lnTo>
                  <a:lnTo>
                    <a:pt x="527" y="284"/>
                  </a:lnTo>
                  <a:lnTo>
                    <a:pt x="568" y="249"/>
                  </a:lnTo>
                  <a:lnTo>
                    <a:pt x="591" y="234"/>
                  </a:lnTo>
                  <a:lnTo>
                    <a:pt x="614" y="220"/>
                  </a:lnTo>
                  <a:lnTo>
                    <a:pt x="664" y="193"/>
                  </a:lnTo>
                  <a:lnTo>
                    <a:pt x="687" y="180"/>
                  </a:lnTo>
                  <a:lnTo>
                    <a:pt x="707" y="168"/>
                  </a:lnTo>
                  <a:lnTo>
                    <a:pt x="724" y="155"/>
                  </a:lnTo>
                  <a:lnTo>
                    <a:pt x="734" y="141"/>
                  </a:lnTo>
                  <a:lnTo>
                    <a:pt x="741" y="126"/>
                  </a:lnTo>
                  <a:lnTo>
                    <a:pt x="741" y="110"/>
                  </a:lnTo>
                  <a:lnTo>
                    <a:pt x="738" y="93"/>
                  </a:lnTo>
                  <a:lnTo>
                    <a:pt x="732" y="77"/>
                  </a:lnTo>
                  <a:lnTo>
                    <a:pt x="724" y="60"/>
                  </a:lnTo>
                  <a:lnTo>
                    <a:pt x="714" y="45"/>
                  </a:lnTo>
                  <a:lnTo>
                    <a:pt x="703" y="35"/>
                  </a:lnTo>
                  <a:lnTo>
                    <a:pt x="693" y="25"/>
                  </a:lnTo>
                  <a:lnTo>
                    <a:pt x="680" y="16"/>
                  </a:lnTo>
                  <a:lnTo>
                    <a:pt x="666" y="10"/>
                  </a:lnTo>
                  <a:lnTo>
                    <a:pt x="630" y="2"/>
                  </a:lnTo>
                  <a:lnTo>
                    <a:pt x="612" y="0"/>
                  </a:lnTo>
                  <a:lnTo>
                    <a:pt x="573" y="24"/>
                  </a:lnTo>
                  <a:lnTo>
                    <a:pt x="475" y="110"/>
                  </a:lnTo>
                  <a:lnTo>
                    <a:pt x="460" y="128"/>
                  </a:lnTo>
                  <a:lnTo>
                    <a:pt x="442" y="147"/>
                  </a:lnTo>
                  <a:lnTo>
                    <a:pt x="423" y="168"/>
                  </a:lnTo>
                  <a:lnTo>
                    <a:pt x="379" y="216"/>
                  </a:lnTo>
                  <a:lnTo>
                    <a:pt x="334" y="261"/>
                  </a:lnTo>
                  <a:lnTo>
                    <a:pt x="311" y="282"/>
                  </a:lnTo>
                  <a:lnTo>
                    <a:pt x="290" y="303"/>
                  </a:lnTo>
                  <a:lnTo>
                    <a:pt x="267" y="321"/>
                  </a:lnTo>
                  <a:lnTo>
                    <a:pt x="242" y="338"/>
                  </a:lnTo>
                  <a:lnTo>
                    <a:pt x="192" y="369"/>
                  </a:lnTo>
                  <a:lnTo>
                    <a:pt x="126" y="441"/>
                  </a:lnTo>
                  <a:lnTo>
                    <a:pt x="72" y="519"/>
                  </a:lnTo>
                  <a:lnTo>
                    <a:pt x="27" y="603"/>
                  </a:lnTo>
                  <a:lnTo>
                    <a:pt x="0" y="675"/>
                  </a:lnTo>
                  <a:lnTo>
                    <a:pt x="15" y="735"/>
                  </a:lnTo>
                  <a:lnTo>
                    <a:pt x="36" y="744"/>
                  </a:lnTo>
                  <a:lnTo>
                    <a:pt x="105" y="744"/>
                  </a:lnTo>
                  <a:lnTo>
                    <a:pt x="204" y="648"/>
                  </a:lnTo>
                  <a:close/>
                </a:path>
              </a:pathLst>
            </a:custGeom>
            <a:solidFill>
              <a:srgbClr val="FF99CC"/>
            </a:solidFill>
            <a:ln>
              <a:noFill/>
            </a:ln>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2" name="Freeform 5"/>
            <p:cNvSpPr>
              <a:spLocks/>
            </p:cNvSpPr>
            <p:nvPr/>
          </p:nvSpPr>
          <p:spPr bwMode="auto">
            <a:xfrm>
              <a:off x="5206174" y="2311445"/>
              <a:ext cx="470240" cy="626887"/>
            </a:xfrm>
            <a:custGeom>
              <a:avLst/>
              <a:gdLst>
                <a:gd name="T0" fmla="*/ 2147483647 w 657"/>
                <a:gd name="T1" fmla="*/ 2147483647 h 832"/>
                <a:gd name="T2" fmla="*/ 2147483647 w 657"/>
                <a:gd name="T3" fmla="*/ 2147483647 h 832"/>
                <a:gd name="T4" fmla="*/ 2147483647 w 657"/>
                <a:gd name="T5" fmla="*/ 2147483647 h 832"/>
                <a:gd name="T6" fmla="*/ 2147483647 w 657"/>
                <a:gd name="T7" fmla="*/ 2147483647 h 832"/>
                <a:gd name="T8" fmla="*/ 2147483647 w 657"/>
                <a:gd name="T9" fmla="*/ 0 h 832"/>
                <a:gd name="T10" fmla="*/ 2147483647 w 657"/>
                <a:gd name="T11" fmla="*/ 2147483647 h 832"/>
                <a:gd name="T12" fmla="*/ 2147483647 w 657"/>
                <a:gd name="T13" fmla="*/ 2147483647 h 832"/>
                <a:gd name="T14" fmla="*/ 2147483647 w 657"/>
                <a:gd name="T15" fmla="*/ 2147483647 h 832"/>
                <a:gd name="T16" fmla="*/ 2147483647 w 657"/>
                <a:gd name="T17" fmla="*/ 2147483647 h 832"/>
                <a:gd name="T18" fmla="*/ 2147483647 w 657"/>
                <a:gd name="T19" fmla="*/ 2147483647 h 832"/>
                <a:gd name="T20" fmla="*/ 2147483647 w 657"/>
                <a:gd name="T21" fmla="*/ 2147483647 h 832"/>
                <a:gd name="T22" fmla="*/ 2147483647 w 657"/>
                <a:gd name="T23" fmla="*/ 2147483647 h 832"/>
                <a:gd name="T24" fmla="*/ 2147483647 w 657"/>
                <a:gd name="T25" fmla="*/ 2147483647 h 832"/>
                <a:gd name="T26" fmla="*/ 2147483647 w 657"/>
                <a:gd name="T27" fmla="*/ 2147483647 h 832"/>
                <a:gd name="T28" fmla="*/ 2147483647 w 657"/>
                <a:gd name="T29" fmla="*/ 2147483647 h 832"/>
                <a:gd name="T30" fmla="*/ 2147483647 w 657"/>
                <a:gd name="T31" fmla="*/ 2147483647 h 832"/>
                <a:gd name="T32" fmla="*/ 2147483647 w 657"/>
                <a:gd name="T33" fmla="*/ 2147483647 h 832"/>
                <a:gd name="T34" fmla="*/ 2147483647 w 657"/>
                <a:gd name="T35" fmla="*/ 2147483647 h 832"/>
                <a:gd name="T36" fmla="*/ 2147483647 w 657"/>
                <a:gd name="T37" fmla="*/ 2147483647 h 832"/>
                <a:gd name="T38" fmla="*/ 2147483647 w 657"/>
                <a:gd name="T39" fmla="*/ 2147483647 h 832"/>
                <a:gd name="T40" fmla="*/ 2147483647 w 657"/>
                <a:gd name="T41" fmla="*/ 2147483647 h 832"/>
                <a:gd name="T42" fmla="*/ 2147483647 w 657"/>
                <a:gd name="T43" fmla="*/ 2147483647 h 832"/>
                <a:gd name="T44" fmla="*/ 0 w 657"/>
                <a:gd name="T45" fmla="*/ 2147483647 h 832"/>
                <a:gd name="T46" fmla="*/ 2147483647 w 657"/>
                <a:gd name="T47" fmla="*/ 2147483647 h 832"/>
                <a:gd name="T48" fmla="*/ 2147483647 w 657"/>
                <a:gd name="T49" fmla="*/ 2147483647 h 832"/>
                <a:gd name="T50" fmla="*/ 2147483647 w 657"/>
                <a:gd name="T51" fmla="*/ 2147483647 h 832"/>
                <a:gd name="T52" fmla="*/ 2147483647 w 657"/>
                <a:gd name="T53" fmla="*/ 2147483647 h 83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57"/>
                <a:gd name="T82" fmla="*/ 0 h 832"/>
                <a:gd name="T83" fmla="*/ 657 w 657"/>
                <a:gd name="T84" fmla="*/ 832 h 832"/>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57" h="832">
                  <a:moveTo>
                    <a:pt x="39" y="17"/>
                  </a:moveTo>
                  <a:lnTo>
                    <a:pt x="49" y="10"/>
                  </a:lnTo>
                  <a:lnTo>
                    <a:pt x="60" y="4"/>
                  </a:lnTo>
                  <a:lnTo>
                    <a:pt x="72" y="2"/>
                  </a:lnTo>
                  <a:lnTo>
                    <a:pt x="87" y="0"/>
                  </a:lnTo>
                  <a:lnTo>
                    <a:pt x="161" y="36"/>
                  </a:lnTo>
                  <a:lnTo>
                    <a:pt x="289" y="168"/>
                  </a:lnTo>
                  <a:lnTo>
                    <a:pt x="421" y="320"/>
                  </a:lnTo>
                  <a:lnTo>
                    <a:pt x="513" y="472"/>
                  </a:lnTo>
                  <a:lnTo>
                    <a:pt x="657" y="756"/>
                  </a:lnTo>
                  <a:lnTo>
                    <a:pt x="629" y="832"/>
                  </a:lnTo>
                  <a:lnTo>
                    <a:pt x="541" y="824"/>
                  </a:lnTo>
                  <a:lnTo>
                    <a:pt x="433" y="672"/>
                  </a:lnTo>
                  <a:lnTo>
                    <a:pt x="381" y="556"/>
                  </a:lnTo>
                  <a:lnTo>
                    <a:pt x="285" y="416"/>
                  </a:lnTo>
                  <a:lnTo>
                    <a:pt x="237" y="344"/>
                  </a:lnTo>
                  <a:lnTo>
                    <a:pt x="197" y="304"/>
                  </a:lnTo>
                  <a:lnTo>
                    <a:pt x="153" y="268"/>
                  </a:lnTo>
                  <a:lnTo>
                    <a:pt x="124" y="232"/>
                  </a:lnTo>
                  <a:lnTo>
                    <a:pt x="91" y="214"/>
                  </a:lnTo>
                  <a:lnTo>
                    <a:pt x="62" y="197"/>
                  </a:lnTo>
                  <a:lnTo>
                    <a:pt x="33" y="168"/>
                  </a:lnTo>
                  <a:lnTo>
                    <a:pt x="0" y="91"/>
                  </a:lnTo>
                  <a:lnTo>
                    <a:pt x="6" y="73"/>
                  </a:lnTo>
                  <a:lnTo>
                    <a:pt x="27" y="42"/>
                  </a:lnTo>
                  <a:lnTo>
                    <a:pt x="35" y="27"/>
                  </a:lnTo>
                  <a:lnTo>
                    <a:pt x="39" y="17"/>
                  </a:lnTo>
                  <a:close/>
                </a:path>
              </a:pathLst>
            </a:custGeom>
            <a:solidFill>
              <a:srgbClr val="FF99CC"/>
            </a:solidFill>
            <a:ln>
              <a:noFill/>
            </a:ln>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3" name="Freeform 10"/>
            <p:cNvSpPr>
              <a:spLocks/>
            </p:cNvSpPr>
            <p:nvPr/>
          </p:nvSpPr>
          <p:spPr bwMode="auto">
            <a:xfrm>
              <a:off x="4289715" y="2190586"/>
              <a:ext cx="766795" cy="842627"/>
            </a:xfrm>
            <a:custGeom>
              <a:avLst/>
              <a:gdLst>
                <a:gd name="T0" fmla="*/ 0 w 945"/>
                <a:gd name="T1" fmla="*/ 2147483647 h 888"/>
                <a:gd name="T2" fmla="*/ 2147483647 w 945"/>
                <a:gd name="T3" fmla="*/ 2147483647 h 888"/>
                <a:gd name="T4" fmla="*/ 2147483647 w 945"/>
                <a:gd name="T5" fmla="*/ 2147483647 h 888"/>
                <a:gd name="T6" fmla="*/ 2147483647 w 945"/>
                <a:gd name="T7" fmla="*/ 0 h 888"/>
                <a:gd name="T8" fmla="*/ 0 w 945"/>
                <a:gd name="T9" fmla="*/ 2147483647 h 888"/>
                <a:gd name="T10" fmla="*/ 0 60000 65536"/>
                <a:gd name="T11" fmla="*/ 0 60000 65536"/>
                <a:gd name="T12" fmla="*/ 0 60000 65536"/>
                <a:gd name="T13" fmla="*/ 0 60000 65536"/>
                <a:gd name="T14" fmla="*/ 0 60000 65536"/>
                <a:gd name="T15" fmla="*/ 0 w 945"/>
                <a:gd name="T16" fmla="*/ 0 h 888"/>
                <a:gd name="T17" fmla="*/ 945 w 945"/>
                <a:gd name="T18" fmla="*/ 888 h 888"/>
              </a:gdLst>
              <a:ahLst/>
              <a:cxnLst>
                <a:cxn ang="T10">
                  <a:pos x="T0" y="T1"/>
                </a:cxn>
                <a:cxn ang="T11">
                  <a:pos x="T2" y="T3"/>
                </a:cxn>
                <a:cxn ang="T12">
                  <a:pos x="T4" y="T5"/>
                </a:cxn>
                <a:cxn ang="T13">
                  <a:pos x="T6" y="T7"/>
                </a:cxn>
                <a:cxn ang="T14">
                  <a:pos x="T8" y="T9"/>
                </a:cxn>
              </a:cxnLst>
              <a:rect l="T15" t="T16" r="T17" b="T18"/>
              <a:pathLst>
                <a:path w="945" h="888">
                  <a:moveTo>
                    <a:pt x="0" y="876"/>
                  </a:moveTo>
                  <a:lnTo>
                    <a:pt x="12" y="888"/>
                  </a:lnTo>
                  <a:lnTo>
                    <a:pt x="945" y="12"/>
                  </a:lnTo>
                  <a:lnTo>
                    <a:pt x="932" y="0"/>
                  </a:lnTo>
                  <a:lnTo>
                    <a:pt x="0" y="876"/>
                  </a:lnTo>
                  <a:close/>
                </a:path>
              </a:pathLst>
            </a:custGeom>
            <a:solidFill>
              <a:srgbClr val="000000"/>
            </a:solidFill>
            <a:ln w="9525">
              <a:solidFill>
                <a:srgbClr val="000000"/>
              </a:solidFill>
              <a:round/>
              <a:headEnd/>
              <a:tailEnd/>
            </a:ln>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4" name="Freeform 15"/>
            <p:cNvSpPr>
              <a:spLocks/>
            </p:cNvSpPr>
            <p:nvPr/>
          </p:nvSpPr>
          <p:spPr bwMode="auto">
            <a:xfrm>
              <a:off x="5141505" y="2181549"/>
              <a:ext cx="574635" cy="816648"/>
            </a:xfrm>
            <a:custGeom>
              <a:avLst/>
              <a:gdLst>
                <a:gd name="T0" fmla="*/ 2147483647 w 1094"/>
                <a:gd name="T1" fmla="*/ 2147483647 h 901"/>
                <a:gd name="T2" fmla="*/ 2147483647 w 1094"/>
                <a:gd name="T3" fmla="*/ 2147483647 h 901"/>
                <a:gd name="T4" fmla="*/ 2147483647 w 1094"/>
                <a:gd name="T5" fmla="*/ 0 h 901"/>
                <a:gd name="T6" fmla="*/ 0 w 1094"/>
                <a:gd name="T7" fmla="*/ 2147483647 h 901"/>
                <a:gd name="T8" fmla="*/ 2147483647 w 1094"/>
                <a:gd name="T9" fmla="*/ 2147483647 h 901"/>
                <a:gd name="T10" fmla="*/ 0 60000 65536"/>
                <a:gd name="T11" fmla="*/ 0 60000 65536"/>
                <a:gd name="T12" fmla="*/ 0 60000 65536"/>
                <a:gd name="T13" fmla="*/ 0 60000 65536"/>
                <a:gd name="T14" fmla="*/ 0 60000 65536"/>
                <a:gd name="T15" fmla="*/ 0 w 1094"/>
                <a:gd name="T16" fmla="*/ 0 h 901"/>
                <a:gd name="T17" fmla="*/ 1094 w 1094"/>
                <a:gd name="T18" fmla="*/ 901 h 901"/>
              </a:gdLst>
              <a:ahLst/>
              <a:cxnLst>
                <a:cxn ang="T10">
                  <a:pos x="T0" y="T1"/>
                </a:cxn>
                <a:cxn ang="T11">
                  <a:pos x="T2" y="T3"/>
                </a:cxn>
                <a:cxn ang="T12">
                  <a:pos x="T4" y="T5"/>
                </a:cxn>
                <a:cxn ang="T13">
                  <a:pos x="T6" y="T7"/>
                </a:cxn>
                <a:cxn ang="T14">
                  <a:pos x="T8" y="T9"/>
                </a:cxn>
              </a:cxnLst>
              <a:rect l="T15" t="T16" r="T17" b="T18"/>
              <a:pathLst>
                <a:path w="1094" h="901">
                  <a:moveTo>
                    <a:pt x="1082" y="901"/>
                  </a:moveTo>
                  <a:lnTo>
                    <a:pt x="1094" y="887"/>
                  </a:lnTo>
                  <a:lnTo>
                    <a:pt x="12" y="0"/>
                  </a:lnTo>
                  <a:lnTo>
                    <a:pt x="0" y="15"/>
                  </a:lnTo>
                  <a:lnTo>
                    <a:pt x="1082" y="901"/>
                  </a:lnTo>
                  <a:close/>
                </a:path>
              </a:pathLst>
            </a:custGeom>
            <a:solidFill>
              <a:srgbClr val="000000"/>
            </a:solidFill>
            <a:ln w="9525">
              <a:solidFill>
                <a:srgbClr val="000000"/>
              </a:solidFill>
              <a:round/>
              <a:headEnd/>
              <a:tailEnd/>
            </a:ln>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5" name="Rectangle 27"/>
            <p:cNvSpPr>
              <a:spLocks noChangeArrowheads="1"/>
            </p:cNvSpPr>
            <p:nvPr/>
          </p:nvSpPr>
          <p:spPr bwMode="auto">
            <a:xfrm>
              <a:off x="3931352" y="3912547"/>
              <a:ext cx="984611" cy="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dirty="0">
                  <a:solidFill>
                    <a:srgbClr val="000000"/>
                  </a:solidFill>
                  <a:latin typeface="微软雅黑" panose="020B0503020204020204" pitchFamily="34" charset="-122"/>
                  <a:ea typeface="微软雅黑" panose="020B0503020204020204" pitchFamily="34" charset="-122"/>
                </a:rPr>
                <a:t>以太网交换机</a:t>
              </a:r>
              <a:endParaRPr lang="en-US" altLang="zh-CN" sz="1600" b="1" dirty="0">
                <a:latin typeface="微软雅黑" panose="020B0503020204020204" pitchFamily="34" charset="-122"/>
                <a:ea typeface="微软雅黑" panose="020B0503020204020204" pitchFamily="34" charset="-122"/>
              </a:endParaRPr>
            </a:p>
          </p:txBody>
        </p:sp>
        <p:sp>
          <p:nvSpPr>
            <p:cNvPr id="26" name="Oval 28"/>
            <p:cNvSpPr>
              <a:spLocks noChangeArrowheads="1"/>
            </p:cNvSpPr>
            <p:nvPr/>
          </p:nvSpPr>
          <p:spPr bwMode="auto">
            <a:xfrm>
              <a:off x="6444133" y="3435324"/>
              <a:ext cx="57279" cy="60994"/>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nvGrpSpPr>
            <p:cNvPr id="27" name="Group 57"/>
            <p:cNvGrpSpPr>
              <a:grpSpLocks/>
            </p:cNvGrpSpPr>
            <p:nvPr/>
          </p:nvGrpSpPr>
          <p:grpSpPr bwMode="auto">
            <a:xfrm>
              <a:off x="6270449" y="3566349"/>
              <a:ext cx="243896" cy="265439"/>
              <a:chOff x="3891" y="3616"/>
              <a:chExt cx="342" cy="353"/>
            </a:xfrm>
          </p:grpSpPr>
          <p:grpSp>
            <p:nvGrpSpPr>
              <p:cNvPr id="439" name="Group 58"/>
              <p:cNvGrpSpPr>
                <a:grpSpLocks/>
              </p:cNvGrpSpPr>
              <p:nvPr/>
            </p:nvGrpSpPr>
            <p:grpSpPr bwMode="auto">
              <a:xfrm>
                <a:off x="3899" y="3622"/>
                <a:ext cx="334" cy="347"/>
                <a:chOff x="3899" y="3622"/>
                <a:chExt cx="334" cy="347"/>
              </a:xfrm>
            </p:grpSpPr>
            <p:sp>
              <p:nvSpPr>
                <p:cNvPr id="453" name="Freeform 59"/>
                <p:cNvSpPr>
                  <a:spLocks/>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54" name="Freeform 60"/>
                <p:cNvSpPr>
                  <a:spLocks/>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55" name="Freeform 61"/>
                <p:cNvSpPr>
                  <a:spLocks/>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 name="T10" fmla="*/ 0 60000 65536"/>
                    <a:gd name="T11" fmla="*/ 0 60000 65536"/>
                    <a:gd name="T12" fmla="*/ 0 60000 65536"/>
                    <a:gd name="T13" fmla="*/ 0 60000 65536"/>
                    <a:gd name="T14" fmla="*/ 0 60000 65536"/>
                    <a:gd name="T15" fmla="*/ 0 w 223"/>
                    <a:gd name="T16" fmla="*/ 0 h 24"/>
                    <a:gd name="T17" fmla="*/ 223 w 223"/>
                    <a:gd name="T18" fmla="*/ 24 h 24"/>
                  </a:gdLst>
                  <a:ahLst/>
                  <a:cxnLst>
                    <a:cxn ang="T10">
                      <a:pos x="T0" y="T1"/>
                    </a:cxn>
                    <a:cxn ang="T11">
                      <a:pos x="T2" y="T3"/>
                    </a:cxn>
                    <a:cxn ang="T12">
                      <a:pos x="T4" y="T5"/>
                    </a:cxn>
                    <a:cxn ang="T13">
                      <a:pos x="T6" y="T7"/>
                    </a:cxn>
                    <a:cxn ang="T14">
                      <a:pos x="T8" y="T9"/>
                    </a:cxn>
                  </a:cxnLst>
                  <a:rect l="T15" t="T16" r="T17" b="T18"/>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56" name="Freeform 62"/>
                <p:cNvSpPr>
                  <a:spLocks/>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 name="T10" fmla="*/ 0 60000 65536"/>
                    <a:gd name="T11" fmla="*/ 0 60000 65536"/>
                    <a:gd name="T12" fmla="*/ 0 60000 65536"/>
                    <a:gd name="T13" fmla="*/ 0 60000 65536"/>
                    <a:gd name="T14" fmla="*/ 0 60000 65536"/>
                    <a:gd name="T15" fmla="*/ 0 w 223"/>
                    <a:gd name="T16" fmla="*/ 0 h 24"/>
                    <a:gd name="T17" fmla="*/ 223 w 223"/>
                    <a:gd name="T18" fmla="*/ 24 h 24"/>
                  </a:gdLst>
                  <a:ahLst/>
                  <a:cxnLst>
                    <a:cxn ang="T10">
                      <a:pos x="T0" y="T1"/>
                    </a:cxn>
                    <a:cxn ang="T11">
                      <a:pos x="T2" y="T3"/>
                    </a:cxn>
                    <a:cxn ang="T12">
                      <a:pos x="T4" y="T5"/>
                    </a:cxn>
                    <a:cxn ang="T13">
                      <a:pos x="T6" y="T7"/>
                    </a:cxn>
                    <a:cxn ang="T14">
                      <a:pos x="T8" y="T9"/>
                    </a:cxn>
                  </a:cxnLst>
                  <a:rect l="T15" t="T16" r="T17" b="T18"/>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57" name="Rectangle 63"/>
                <p:cNvSpPr>
                  <a:spLocks noChangeArrowheads="1"/>
                </p:cNvSpPr>
                <p:nvPr/>
              </p:nvSpPr>
              <p:spPr bwMode="auto">
                <a:xfrm>
                  <a:off x="3955" y="3646"/>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58" name="Rectangle 64"/>
                <p:cNvSpPr>
                  <a:spLocks noChangeArrowheads="1"/>
                </p:cNvSpPr>
                <p:nvPr/>
              </p:nvSpPr>
              <p:spPr bwMode="auto">
                <a:xfrm>
                  <a:off x="3909" y="3833"/>
                  <a:ext cx="314" cy="7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59" name="Rectangle 65"/>
                <p:cNvSpPr>
                  <a:spLocks noChangeArrowheads="1"/>
                </p:cNvSpPr>
                <p:nvPr/>
              </p:nvSpPr>
              <p:spPr bwMode="auto">
                <a:xfrm>
                  <a:off x="3975" y="3667"/>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60" name="Line 66"/>
                <p:cNvSpPr>
                  <a:spLocks noChangeShapeType="1"/>
                </p:cNvSpPr>
                <p:nvPr/>
              </p:nvSpPr>
              <p:spPr bwMode="auto">
                <a:xfrm flipH="1">
                  <a:off x="4124" y="3863"/>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461" name="Group 67"/>
                <p:cNvGrpSpPr>
                  <a:grpSpLocks/>
                </p:cNvGrpSpPr>
                <p:nvPr/>
              </p:nvGrpSpPr>
              <p:grpSpPr bwMode="auto">
                <a:xfrm>
                  <a:off x="3899" y="3918"/>
                  <a:ext cx="334" cy="51"/>
                  <a:chOff x="3899" y="3918"/>
                  <a:chExt cx="334" cy="51"/>
                </a:xfrm>
              </p:grpSpPr>
              <p:sp>
                <p:nvSpPr>
                  <p:cNvPr id="462" name="Freeform 68"/>
                  <p:cNvSpPr>
                    <a:spLocks/>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 name="T10" fmla="*/ 0 60000 65536"/>
                      <a:gd name="T11" fmla="*/ 0 60000 65536"/>
                      <a:gd name="T12" fmla="*/ 0 60000 65536"/>
                      <a:gd name="T13" fmla="*/ 0 60000 65536"/>
                      <a:gd name="T14" fmla="*/ 0 60000 65536"/>
                      <a:gd name="T15" fmla="*/ 0 w 334"/>
                      <a:gd name="T16" fmla="*/ 0 h 38"/>
                      <a:gd name="T17" fmla="*/ 334 w 334"/>
                      <a:gd name="T18" fmla="*/ 38 h 38"/>
                    </a:gdLst>
                    <a:ahLst/>
                    <a:cxnLst>
                      <a:cxn ang="T10">
                        <a:pos x="T0" y="T1"/>
                      </a:cxn>
                      <a:cxn ang="T11">
                        <a:pos x="T2" y="T3"/>
                      </a:cxn>
                      <a:cxn ang="T12">
                        <a:pos x="T4" y="T5"/>
                      </a:cxn>
                      <a:cxn ang="T13">
                        <a:pos x="T6" y="T7"/>
                      </a:cxn>
                      <a:cxn ang="T14">
                        <a:pos x="T8" y="T9"/>
                      </a:cxn>
                    </a:cxnLst>
                    <a:rect l="T15" t="T16" r="T17" b="T18"/>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63" name="Freeform 69"/>
                  <p:cNvSpPr>
                    <a:spLocks/>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 name="T10" fmla="*/ 0 60000 65536"/>
                      <a:gd name="T11" fmla="*/ 0 60000 65536"/>
                      <a:gd name="T12" fmla="*/ 0 60000 65536"/>
                      <a:gd name="T13" fmla="*/ 0 60000 65536"/>
                      <a:gd name="T14" fmla="*/ 0 60000 65536"/>
                      <a:gd name="T15" fmla="*/ 0 w 334"/>
                      <a:gd name="T16" fmla="*/ 0 h 38"/>
                      <a:gd name="T17" fmla="*/ 334 w 334"/>
                      <a:gd name="T18" fmla="*/ 38 h 38"/>
                    </a:gdLst>
                    <a:ahLst/>
                    <a:cxnLst>
                      <a:cxn ang="T10">
                        <a:pos x="T0" y="T1"/>
                      </a:cxn>
                      <a:cxn ang="T11">
                        <a:pos x="T2" y="T3"/>
                      </a:cxn>
                      <a:cxn ang="T12">
                        <a:pos x="T4" y="T5"/>
                      </a:cxn>
                      <a:cxn ang="T13">
                        <a:pos x="T6" y="T7"/>
                      </a:cxn>
                      <a:cxn ang="T14">
                        <a:pos x="T8" y="T9"/>
                      </a:cxn>
                    </a:cxnLst>
                    <a:rect l="T15" t="T16" r="T17" b="T18"/>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64" name="Rectangle 70"/>
                  <p:cNvSpPr>
                    <a:spLocks noChangeArrowheads="1"/>
                  </p:cNvSpPr>
                  <p:nvPr/>
                </p:nvSpPr>
                <p:spPr bwMode="auto">
                  <a:xfrm>
                    <a:off x="3901" y="3954"/>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nvGrpSpPr>
              <p:cNvPr id="440" name="Group 71"/>
              <p:cNvGrpSpPr>
                <a:grpSpLocks/>
              </p:cNvGrpSpPr>
              <p:nvPr/>
            </p:nvGrpSpPr>
            <p:grpSpPr bwMode="auto">
              <a:xfrm>
                <a:off x="3891" y="3616"/>
                <a:ext cx="334" cy="346"/>
                <a:chOff x="3891" y="3616"/>
                <a:chExt cx="334" cy="346"/>
              </a:xfrm>
            </p:grpSpPr>
            <p:sp>
              <p:nvSpPr>
                <p:cNvPr id="441" name="Freeform 72"/>
                <p:cNvSpPr>
                  <a:spLocks/>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42" name="Freeform 73"/>
                <p:cNvSpPr>
                  <a:spLocks/>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43" name="Freeform 74"/>
                <p:cNvSpPr>
                  <a:spLocks/>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44" name="Freeform 75"/>
                <p:cNvSpPr>
                  <a:spLocks/>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45" name="Rectangle 76"/>
                <p:cNvSpPr>
                  <a:spLocks noChangeArrowheads="1"/>
                </p:cNvSpPr>
                <p:nvPr/>
              </p:nvSpPr>
              <p:spPr bwMode="auto">
                <a:xfrm>
                  <a:off x="3946" y="363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46" name="Rectangle 77"/>
                <p:cNvSpPr>
                  <a:spLocks noChangeArrowheads="1"/>
                </p:cNvSpPr>
                <p:nvPr/>
              </p:nvSpPr>
              <p:spPr bwMode="auto">
                <a:xfrm>
                  <a:off x="3901" y="382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47" name="Rectangle 78"/>
                <p:cNvSpPr>
                  <a:spLocks noChangeArrowheads="1"/>
                </p:cNvSpPr>
                <p:nvPr/>
              </p:nvSpPr>
              <p:spPr bwMode="auto">
                <a:xfrm>
                  <a:off x="3967" y="366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48" name="Line 79"/>
                <p:cNvSpPr>
                  <a:spLocks noChangeShapeType="1"/>
                </p:cNvSpPr>
                <p:nvPr/>
              </p:nvSpPr>
              <p:spPr bwMode="auto">
                <a:xfrm flipH="1">
                  <a:off x="4116" y="3857"/>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449" name="Group 80"/>
                <p:cNvGrpSpPr>
                  <a:grpSpLocks/>
                </p:cNvGrpSpPr>
                <p:nvPr/>
              </p:nvGrpSpPr>
              <p:grpSpPr bwMode="auto">
                <a:xfrm>
                  <a:off x="3891" y="3912"/>
                  <a:ext cx="334" cy="50"/>
                  <a:chOff x="3891" y="3912"/>
                  <a:chExt cx="334" cy="50"/>
                </a:xfrm>
              </p:grpSpPr>
              <p:sp>
                <p:nvSpPr>
                  <p:cNvPr id="450" name="Freeform 81"/>
                  <p:cNvSpPr>
                    <a:spLocks/>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 name="T10" fmla="*/ 0 60000 65536"/>
                      <a:gd name="T11" fmla="*/ 0 60000 65536"/>
                      <a:gd name="T12" fmla="*/ 0 60000 65536"/>
                      <a:gd name="T13" fmla="*/ 0 60000 65536"/>
                      <a:gd name="T14" fmla="*/ 0 60000 65536"/>
                      <a:gd name="T15" fmla="*/ 0 w 334"/>
                      <a:gd name="T16" fmla="*/ 0 h 38"/>
                      <a:gd name="T17" fmla="*/ 334 w 334"/>
                      <a:gd name="T18" fmla="*/ 38 h 38"/>
                    </a:gdLst>
                    <a:ahLst/>
                    <a:cxnLst>
                      <a:cxn ang="T10">
                        <a:pos x="T0" y="T1"/>
                      </a:cxn>
                      <a:cxn ang="T11">
                        <a:pos x="T2" y="T3"/>
                      </a:cxn>
                      <a:cxn ang="T12">
                        <a:pos x="T4" y="T5"/>
                      </a:cxn>
                      <a:cxn ang="T13">
                        <a:pos x="T6" y="T7"/>
                      </a:cxn>
                      <a:cxn ang="T14">
                        <a:pos x="T8" y="T9"/>
                      </a:cxn>
                    </a:cxnLst>
                    <a:rect l="T15" t="T16" r="T17" b="T18"/>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51" name="Freeform 82"/>
                  <p:cNvSpPr>
                    <a:spLocks/>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 name="T10" fmla="*/ 0 60000 65536"/>
                      <a:gd name="T11" fmla="*/ 0 60000 65536"/>
                      <a:gd name="T12" fmla="*/ 0 60000 65536"/>
                      <a:gd name="T13" fmla="*/ 0 60000 65536"/>
                      <a:gd name="T14" fmla="*/ 0 60000 65536"/>
                      <a:gd name="T15" fmla="*/ 0 w 334"/>
                      <a:gd name="T16" fmla="*/ 0 h 38"/>
                      <a:gd name="T17" fmla="*/ 334 w 334"/>
                      <a:gd name="T18" fmla="*/ 38 h 38"/>
                    </a:gdLst>
                    <a:ahLst/>
                    <a:cxnLst>
                      <a:cxn ang="T10">
                        <a:pos x="T0" y="T1"/>
                      </a:cxn>
                      <a:cxn ang="T11">
                        <a:pos x="T2" y="T3"/>
                      </a:cxn>
                      <a:cxn ang="T12">
                        <a:pos x="T4" y="T5"/>
                      </a:cxn>
                      <a:cxn ang="T13">
                        <a:pos x="T6" y="T7"/>
                      </a:cxn>
                      <a:cxn ang="T14">
                        <a:pos x="T8" y="T9"/>
                      </a:cxn>
                    </a:cxnLst>
                    <a:rect l="T15" t="T16" r="T17" b="T18"/>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52" name="Rectangle 83"/>
                  <p:cNvSpPr>
                    <a:spLocks noChangeArrowheads="1"/>
                  </p:cNvSpPr>
                  <p:nvPr/>
                </p:nvSpPr>
                <p:spPr bwMode="auto">
                  <a:xfrm>
                    <a:off x="3893" y="394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grpSp>
          <p:nvGrpSpPr>
            <p:cNvPr id="28" name="Group 84"/>
            <p:cNvGrpSpPr>
              <a:grpSpLocks/>
            </p:cNvGrpSpPr>
            <p:nvPr/>
          </p:nvGrpSpPr>
          <p:grpSpPr bwMode="auto">
            <a:xfrm>
              <a:off x="6784110" y="3544889"/>
              <a:ext cx="244820" cy="265438"/>
              <a:chOff x="4752" y="3605"/>
              <a:chExt cx="343" cy="353"/>
            </a:xfrm>
          </p:grpSpPr>
          <p:grpSp>
            <p:nvGrpSpPr>
              <p:cNvPr id="413" name="Group 85"/>
              <p:cNvGrpSpPr>
                <a:grpSpLocks/>
              </p:cNvGrpSpPr>
              <p:nvPr/>
            </p:nvGrpSpPr>
            <p:grpSpPr bwMode="auto">
              <a:xfrm>
                <a:off x="4760" y="3612"/>
                <a:ext cx="335" cy="346"/>
                <a:chOff x="4760" y="3612"/>
                <a:chExt cx="335" cy="346"/>
              </a:xfrm>
            </p:grpSpPr>
            <p:sp>
              <p:nvSpPr>
                <p:cNvPr id="427" name="Freeform 86"/>
                <p:cNvSpPr>
                  <a:spLocks/>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28" name="Freeform 87"/>
                <p:cNvSpPr>
                  <a:spLocks/>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29" name="Freeform 88"/>
                <p:cNvSpPr>
                  <a:spLocks/>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30" name="Freeform 89"/>
                <p:cNvSpPr>
                  <a:spLocks/>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31" name="Rectangle 90"/>
                <p:cNvSpPr>
                  <a:spLocks noChangeArrowheads="1"/>
                </p:cNvSpPr>
                <p:nvPr/>
              </p:nvSpPr>
              <p:spPr bwMode="auto">
                <a:xfrm>
                  <a:off x="4816" y="3635"/>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32" name="Rectangle 91"/>
                <p:cNvSpPr>
                  <a:spLocks noChangeArrowheads="1"/>
                </p:cNvSpPr>
                <p:nvPr/>
              </p:nvSpPr>
              <p:spPr bwMode="auto">
                <a:xfrm>
                  <a:off x="4770" y="3823"/>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33" name="Rectangle 92"/>
                <p:cNvSpPr>
                  <a:spLocks noChangeArrowheads="1"/>
                </p:cNvSpPr>
                <p:nvPr/>
              </p:nvSpPr>
              <p:spPr bwMode="auto">
                <a:xfrm>
                  <a:off x="4836" y="3656"/>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34" name="Line 93"/>
                <p:cNvSpPr>
                  <a:spLocks noChangeShapeType="1"/>
                </p:cNvSpPr>
                <p:nvPr/>
              </p:nvSpPr>
              <p:spPr bwMode="auto">
                <a:xfrm flipH="1">
                  <a:off x="4985" y="3852"/>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435" name="Group 94"/>
                <p:cNvGrpSpPr>
                  <a:grpSpLocks/>
                </p:cNvGrpSpPr>
                <p:nvPr/>
              </p:nvGrpSpPr>
              <p:grpSpPr bwMode="auto">
                <a:xfrm>
                  <a:off x="4760" y="3907"/>
                  <a:ext cx="335" cy="51"/>
                  <a:chOff x="4760" y="3907"/>
                  <a:chExt cx="335" cy="51"/>
                </a:xfrm>
              </p:grpSpPr>
              <p:sp>
                <p:nvSpPr>
                  <p:cNvPr id="436" name="Freeform 95"/>
                  <p:cNvSpPr>
                    <a:spLocks/>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37" name="Freeform 96"/>
                  <p:cNvSpPr>
                    <a:spLocks/>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38" name="Rectangle 97"/>
                  <p:cNvSpPr>
                    <a:spLocks noChangeArrowheads="1"/>
                  </p:cNvSpPr>
                  <p:nvPr/>
                </p:nvSpPr>
                <p:spPr bwMode="auto">
                  <a:xfrm>
                    <a:off x="4762" y="3943"/>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nvGrpSpPr>
              <p:cNvPr id="414" name="Group 98"/>
              <p:cNvGrpSpPr>
                <a:grpSpLocks/>
              </p:cNvGrpSpPr>
              <p:nvPr/>
            </p:nvGrpSpPr>
            <p:grpSpPr bwMode="auto">
              <a:xfrm>
                <a:off x="4752" y="3605"/>
                <a:ext cx="334" cy="347"/>
                <a:chOff x="4752" y="3605"/>
                <a:chExt cx="334" cy="347"/>
              </a:xfrm>
            </p:grpSpPr>
            <p:sp>
              <p:nvSpPr>
                <p:cNvPr id="415" name="Freeform 99"/>
                <p:cNvSpPr>
                  <a:spLocks/>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16" name="Freeform 100"/>
                <p:cNvSpPr>
                  <a:spLocks/>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17" name="Freeform 101"/>
                <p:cNvSpPr>
                  <a:spLocks/>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 name="T10" fmla="*/ 0 60000 65536"/>
                    <a:gd name="T11" fmla="*/ 0 60000 65536"/>
                    <a:gd name="T12" fmla="*/ 0 60000 65536"/>
                    <a:gd name="T13" fmla="*/ 0 60000 65536"/>
                    <a:gd name="T14" fmla="*/ 0 60000 65536"/>
                    <a:gd name="T15" fmla="*/ 0 w 223"/>
                    <a:gd name="T16" fmla="*/ 0 h 24"/>
                    <a:gd name="T17" fmla="*/ 223 w 223"/>
                    <a:gd name="T18" fmla="*/ 24 h 24"/>
                  </a:gdLst>
                  <a:ahLst/>
                  <a:cxnLst>
                    <a:cxn ang="T10">
                      <a:pos x="T0" y="T1"/>
                    </a:cxn>
                    <a:cxn ang="T11">
                      <a:pos x="T2" y="T3"/>
                    </a:cxn>
                    <a:cxn ang="T12">
                      <a:pos x="T4" y="T5"/>
                    </a:cxn>
                    <a:cxn ang="T13">
                      <a:pos x="T6" y="T7"/>
                    </a:cxn>
                    <a:cxn ang="T14">
                      <a:pos x="T8" y="T9"/>
                    </a:cxn>
                  </a:cxnLst>
                  <a:rect l="T15" t="T16" r="T17" b="T18"/>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18" name="Freeform 102"/>
                <p:cNvSpPr>
                  <a:spLocks/>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 name="T10" fmla="*/ 0 60000 65536"/>
                    <a:gd name="T11" fmla="*/ 0 60000 65536"/>
                    <a:gd name="T12" fmla="*/ 0 60000 65536"/>
                    <a:gd name="T13" fmla="*/ 0 60000 65536"/>
                    <a:gd name="T14" fmla="*/ 0 60000 65536"/>
                    <a:gd name="T15" fmla="*/ 0 w 223"/>
                    <a:gd name="T16" fmla="*/ 0 h 24"/>
                    <a:gd name="T17" fmla="*/ 223 w 223"/>
                    <a:gd name="T18" fmla="*/ 24 h 24"/>
                  </a:gdLst>
                  <a:ahLst/>
                  <a:cxnLst>
                    <a:cxn ang="T10">
                      <a:pos x="T0" y="T1"/>
                    </a:cxn>
                    <a:cxn ang="T11">
                      <a:pos x="T2" y="T3"/>
                    </a:cxn>
                    <a:cxn ang="T12">
                      <a:pos x="T4" y="T5"/>
                    </a:cxn>
                    <a:cxn ang="T13">
                      <a:pos x="T6" y="T7"/>
                    </a:cxn>
                    <a:cxn ang="T14">
                      <a:pos x="T8" y="T9"/>
                    </a:cxn>
                  </a:cxnLst>
                  <a:rect l="T15" t="T16" r="T17" b="T18"/>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19" name="Rectangle 103"/>
                <p:cNvSpPr>
                  <a:spLocks noChangeArrowheads="1"/>
                </p:cNvSpPr>
                <p:nvPr/>
              </p:nvSpPr>
              <p:spPr bwMode="auto">
                <a:xfrm>
                  <a:off x="4808" y="362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20" name="Rectangle 104"/>
                <p:cNvSpPr>
                  <a:spLocks noChangeArrowheads="1"/>
                </p:cNvSpPr>
                <p:nvPr/>
              </p:nvSpPr>
              <p:spPr bwMode="auto">
                <a:xfrm>
                  <a:off x="4762" y="381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21" name="Rectangle 105"/>
                <p:cNvSpPr>
                  <a:spLocks noChangeArrowheads="1"/>
                </p:cNvSpPr>
                <p:nvPr/>
              </p:nvSpPr>
              <p:spPr bwMode="auto">
                <a:xfrm>
                  <a:off x="4828" y="365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22" name="Line 106"/>
                <p:cNvSpPr>
                  <a:spLocks noChangeShapeType="1"/>
                </p:cNvSpPr>
                <p:nvPr/>
              </p:nvSpPr>
              <p:spPr bwMode="auto">
                <a:xfrm flipH="1">
                  <a:off x="4977" y="384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423" name="Group 107"/>
                <p:cNvGrpSpPr>
                  <a:grpSpLocks/>
                </p:cNvGrpSpPr>
                <p:nvPr/>
              </p:nvGrpSpPr>
              <p:grpSpPr bwMode="auto">
                <a:xfrm>
                  <a:off x="4752" y="3901"/>
                  <a:ext cx="334" cy="51"/>
                  <a:chOff x="4752" y="3901"/>
                  <a:chExt cx="334" cy="51"/>
                </a:xfrm>
              </p:grpSpPr>
              <p:sp>
                <p:nvSpPr>
                  <p:cNvPr id="424" name="Freeform 108"/>
                  <p:cNvSpPr>
                    <a:spLocks/>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 name="T10" fmla="*/ 0 60000 65536"/>
                      <a:gd name="T11" fmla="*/ 0 60000 65536"/>
                      <a:gd name="T12" fmla="*/ 0 60000 65536"/>
                      <a:gd name="T13" fmla="*/ 0 60000 65536"/>
                      <a:gd name="T14" fmla="*/ 0 60000 65536"/>
                      <a:gd name="T15" fmla="*/ 0 w 334"/>
                      <a:gd name="T16" fmla="*/ 0 h 38"/>
                      <a:gd name="T17" fmla="*/ 334 w 334"/>
                      <a:gd name="T18" fmla="*/ 38 h 38"/>
                    </a:gdLst>
                    <a:ahLst/>
                    <a:cxnLst>
                      <a:cxn ang="T10">
                        <a:pos x="T0" y="T1"/>
                      </a:cxn>
                      <a:cxn ang="T11">
                        <a:pos x="T2" y="T3"/>
                      </a:cxn>
                      <a:cxn ang="T12">
                        <a:pos x="T4" y="T5"/>
                      </a:cxn>
                      <a:cxn ang="T13">
                        <a:pos x="T6" y="T7"/>
                      </a:cxn>
                      <a:cxn ang="T14">
                        <a:pos x="T8" y="T9"/>
                      </a:cxn>
                    </a:cxnLst>
                    <a:rect l="T15" t="T16" r="T17" b="T18"/>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25" name="Freeform 109"/>
                  <p:cNvSpPr>
                    <a:spLocks/>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 name="T10" fmla="*/ 0 60000 65536"/>
                      <a:gd name="T11" fmla="*/ 0 60000 65536"/>
                      <a:gd name="T12" fmla="*/ 0 60000 65536"/>
                      <a:gd name="T13" fmla="*/ 0 60000 65536"/>
                      <a:gd name="T14" fmla="*/ 0 60000 65536"/>
                      <a:gd name="T15" fmla="*/ 0 w 334"/>
                      <a:gd name="T16" fmla="*/ 0 h 38"/>
                      <a:gd name="T17" fmla="*/ 334 w 334"/>
                      <a:gd name="T18" fmla="*/ 38 h 38"/>
                    </a:gdLst>
                    <a:ahLst/>
                    <a:cxnLst>
                      <a:cxn ang="T10">
                        <a:pos x="T0" y="T1"/>
                      </a:cxn>
                      <a:cxn ang="T11">
                        <a:pos x="T2" y="T3"/>
                      </a:cxn>
                      <a:cxn ang="T12">
                        <a:pos x="T4" y="T5"/>
                      </a:cxn>
                      <a:cxn ang="T13">
                        <a:pos x="T6" y="T7"/>
                      </a:cxn>
                      <a:cxn ang="T14">
                        <a:pos x="T8" y="T9"/>
                      </a:cxn>
                    </a:cxnLst>
                    <a:rect l="T15" t="T16" r="T17" b="T18"/>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26" name="Rectangle 110"/>
                  <p:cNvSpPr>
                    <a:spLocks noChangeArrowheads="1"/>
                  </p:cNvSpPr>
                  <p:nvPr/>
                </p:nvSpPr>
                <p:spPr bwMode="auto">
                  <a:xfrm>
                    <a:off x="4754" y="393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grpSp>
          <p:nvGrpSpPr>
            <p:cNvPr id="29" name="Group 111"/>
            <p:cNvGrpSpPr>
              <a:grpSpLocks/>
            </p:cNvGrpSpPr>
            <p:nvPr/>
          </p:nvGrpSpPr>
          <p:grpSpPr bwMode="auto">
            <a:xfrm>
              <a:off x="3252685" y="2154439"/>
              <a:ext cx="244820" cy="265438"/>
              <a:chOff x="101" y="1539"/>
              <a:chExt cx="343" cy="352"/>
            </a:xfrm>
          </p:grpSpPr>
          <p:grpSp>
            <p:nvGrpSpPr>
              <p:cNvPr id="387" name="Group 112"/>
              <p:cNvGrpSpPr>
                <a:grpSpLocks/>
              </p:cNvGrpSpPr>
              <p:nvPr/>
            </p:nvGrpSpPr>
            <p:grpSpPr bwMode="auto">
              <a:xfrm>
                <a:off x="109" y="1545"/>
                <a:ext cx="335" cy="346"/>
                <a:chOff x="109" y="1545"/>
                <a:chExt cx="335" cy="346"/>
              </a:xfrm>
            </p:grpSpPr>
            <p:sp>
              <p:nvSpPr>
                <p:cNvPr id="401" name="Freeform 113"/>
                <p:cNvSpPr>
                  <a:spLocks/>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02" name="Freeform 114"/>
                <p:cNvSpPr>
                  <a:spLocks/>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03" name="Freeform 115"/>
                <p:cNvSpPr>
                  <a:spLocks/>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04" name="Freeform 116"/>
                <p:cNvSpPr>
                  <a:spLocks/>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05" name="Rectangle 117"/>
                <p:cNvSpPr>
                  <a:spLocks noChangeArrowheads="1"/>
                </p:cNvSpPr>
                <p:nvPr/>
              </p:nvSpPr>
              <p:spPr bwMode="auto">
                <a:xfrm>
                  <a:off x="165" y="1568"/>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06" name="Rectangle 118"/>
                <p:cNvSpPr>
                  <a:spLocks noChangeArrowheads="1"/>
                </p:cNvSpPr>
                <p:nvPr/>
              </p:nvSpPr>
              <p:spPr bwMode="auto">
                <a:xfrm>
                  <a:off x="120" y="1756"/>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07" name="Rectangle 119"/>
                <p:cNvSpPr>
                  <a:spLocks noChangeArrowheads="1"/>
                </p:cNvSpPr>
                <p:nvPr/>
              </p:nvSpPr>
              <p:spPr bwMode="auto">
                <a:xfrm>
                  <a:off x="186" y="1589"/>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08" name="Line 120"/>
                <p:cNvSpPr>
                  <a:spLocks noChangeShapeType="1"/>
                </p:cNvSpPr>
                <p:nvPr/>
              </p:nvSpPr>
              <p:spPr bwMode="auto">
                <a:xfrm flipH="1">
                  <a:off x="335" y="178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409" name="Group 121"/>
                <p:cNvGrpSpPr>
                  <a:grpSpLocks/>
                </p:cNvGrpSpPr>
                <p:nvPr/>
              </p:nvGrpSpPr>
              <p:grpSpPr bwMode="auto">
                <a:xfrm>
                  <a:off x="109" y="1841"/>
                  <a:ext cx="335" cy="50"/>
                  <a:chOff x="109" y="1841"/>
                  <a:chExt cx="335" cy="50"/>
                </a:xfrm>
              </p:grpSpPr>
              <p:sp>
                <p:nvSpPr>
                  <p:cNvPr id="410" name="Freeform 122"/>
                  <p:cNvSpPr>
                    <a:spLocks/>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11" name="Freeform 123"/>
                  <p:cNvSpPr>
                    <a:spLocks/>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12" name="Rectangle 124"/>
                  <p:cNvSpPr>
                    <a:spLocks noChangeArrowheads="1"/>
                  </p:cNvSpPr>
                  <p:nvPr/>
                </p:nvSpPr>
                <p:spPr bwMode="auto">
                  <a:xfrm>
                    <a:off x="112" y="1876"/>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nvGrpSpPr>
              <p:cNvPr id="388" name="Group 125"/>
              <p:cNvGrpSpPr>
                <a:grpSpLocks/>
              </p:cNvGrpSpPr>
              <p:nvPr/>
            </p:nvGrpSpPr>
            <p:grpSpPr bwMode="auto">
              <a:xfrm>
                <a:off x="101" y="1539"/>
                <a:ext cx="335" cy="346"/>
                <a:chOff x="101" y="1539"/>
                <a:chExt cx="335" cy="346"/>
              </a:xfrm>
            </p:grpSpPr>
            <p:sp>
              <p:nvSpPr>
                <p:cNvPr id="389" name="Freeform 126"/>
                <p:cNvSpPr>
                  <a:spLocks/>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90" name="Freeform 127"/>
                <p:cNvSpPr>
                  <a:spLocks/>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91" name="Freeform 128"/>
                <p:cNvSpPr>
                  <a:spLocks/>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92" name="Freeform 129"/>
                <p:cNvSpPr>
                  <a:spLocks/>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93" name="Rectangle 130"/>
                <p:cNvSpPr>
                  <a:spLocks noChangeArrowheads="1"/>
                </p:cNvSpPr>
                <p:nvPr/>
              </p:nvSpPr>
              <p:spPr bwMode="auto">
                <a:xfrm>
                  <a:off x="157" y="1562"/>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94" name="Rectangle 131"/>
                <p:cNvSpPr>
                  <a:spLocks noChangeArrowheads="1"/>
                </p:cNvSpPr>
                <p:nvPr/>
              </p:nvSpPr>
              <p:spPr bwMode="auto">
                <a:xfrm>
                  <a:off x="112" y="1750"/>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95" name="Rectangle 132"/>
                <p:cNvSpPr>
                  <a:spLocks noChangeArrowheads="1"/>
                </p:cNvSpPr>
                <p:nvPr/>
              </p:nvSpPr>
              <p:spPr bwMode="auto">
                <a:xfrm>
                  <a:off x="178" y="1583"/>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96" name="Line 133"/>
                <p:cNvSpPr>
                  <a:spLocks noChangeShapeType="1"/>
                </p:cNvSpPr>
                <p:nvPr/>
              </p:nvSpPr>
              <p:spPr bwMode="auto">
                <a:xfrm flipH="1">
                  <a:off x="326" y="177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397" name="Group 134"/>
                <p:cNvGrpSpPr>
                  <a:grpSpLocks/>
                </p:cNvGrpSpPr>
                <p:nvPr/>
              </p:nvGrpSpPr>
              <p:grpSpPr bwMode="auto">
                <a:xfrm>
                  <a:off x="101" y="1834"/>
                  <a:ext cx="335" cy="51"/>
                  <a:chOff x="101" y="1834"/>
                  <a:chExt cx="335" cy="51"/>
                </a:xfrm>
              </p:grpSpPr>
              <p:sp>
                <p:nvSpPr>
                  <p:cNvPr id="398" name="Freeform 135"/>
                  <p:cNvSpPr>
                    <a:spLocks/>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99" name="Freeform 136"/>
                  <p:cNvSpPr>
                    <a:spLocks/>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00" name="Rectangle 137"/>
                  <p:cNvSpPr>
                    <a:spLocks noChangeArrowheads="1"/>
                  </p:cNvSpPr>
                  <p:nvPr/>
                </p:nvSpPr>
                <p:spPr bwMode="auto">
                  <a:xfrm>
                    <a:off x="103" y="1870"/>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grpSp>
          <p:nvGrpSpPr>
            <p:cNvPr id="30" name="Group 138"/>
            <p:cNvGrpSpPr>
              <a:grpSpLocks/>
            </p:cNvGrpSpPr>
            <p:nvPr/>
          </p:nvGrpSpPr>
          <p:grpSpPr bwMode="auto">
            <a:xfrm>
              <a:off x="7667310" y="2607381"/>
              <a:ext cx="245744" cy="264309"/>
              <a:chOff x="5237" y="2322"/>
              <a:chExt cx="343" cy="352"/>
            </a:xfrm>
          </p:grpSpPr>
          <p:grpSp>
            <p:nvGrpSpPr>
              <p:cNvPr id="361" name="Group 139"/>
              <p:cNvGrpSpPr>
                <a:grpSpLocks/>
              </p:cNvGrpSpPr>
              <p:nvPr/>
            </p:nvGrpSpPr>
            <p:grpSpPr bwMode="auto">
              <a:xfrm>
                <a:off x="5245" y="2328"/>
                <a:ext cx="335" cy="346"/>
                <a:chOff x="5245" y="2328"/>
                <a:chExt cx="335" cy="346"/>
              </a:xfrm>
            </p:grpSpPr>
            <p:sp>
              <p:nvSpPr>
                <p:cNvPr id="375" name="Freeform 140"/>
                <p:cNvSpPr>
                  <a:spLocks/>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 name="T10" fmla="*/ 0 60000 65536"/>
                    <a:gd name="T11" fmla="*/ 0 60000 65536"/>
                    <a:gd name="T12" fmla="*/ 0 60000 65536"/>
                    <a:gd name="T13" fmla="*/ 0 60000 65536"/>
                    <a:gd name="T14" fmla="*/ 0 60000 65536"/>
                    <a:gd name="T15" fmla="*/ 0 w 316"/>
                    <a:gd name="T16" fmla="*/ 0 h 33"/>
                    <a:gd name="T17" fmla="*/ 316 w 316"/>
                    <a:gd name="T18" fmla="*/ 33 h 33"/>
                  </a:gdLst>
                  <a:ahLst/>
                  <a:cxnLst>
                    <a:cxn ang="T10">
                      <a:pos x="T0" y="T1"/>
                    </a:cxn>
                    <a:cxn ang="T11">
                      <a:pos x="T2" y="T3"/>
                    </a:cxn>
                    <a:cxn ang="T12">
                      <a:pos x="T4" y="T5"/>
                    </a:cxn>
                    <a:cxn ang="T13">
                      <a:pos x="T6" y="T7"/>
                    </a:cxn>
                    <a:cxn ang="T14">
                      <a:pos x="T8" y="T9"/>
                    </a:cxn>
                  </a:cxnLst>
                  <a:rect l="T15" t="T16" r="T17" b="T18"/>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76" name="Freeform 141"/>
                <p:cNvSpPr>
                  <a:spLocks/>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 name="T10" fmla="*/ 0 60000 65536"/>
                    <a:gd name="T11" fmla="*/ 0 60000 65536"/>
                    <a:gd name="T12" fmla="*/ 0 60000 65536"/>
                    <a:gd name="T13" fmla="*/ 0 60000 65536"/>
                    <a:gd name="T14" fmla="*/ 0 60000 65536"/>
                    <a:gd name="T15" fmla="*/ 0 w 316"/>
                    <a:gd name="T16" fmla="*/ 0 h 33"/>
                    <a:gd name="T17" fmla="*/ 316 w 316"/>
                    <a:gd name="T18" fmla="*/ 33 h 33"/>
                  </a:gdLst>
                  <a:ahLst/>
                  <a:cxnLst>
                    <a:cxn ang="T10">
                      <a:pos x="T0" y="T1"/>
                    </a:cxn>
                    <a:cxn ang="T11">
                      <a:pos x="T2" y="T3"/>
                    </a:cxn>
                    <a:cxn ang="T12">
                      <a:pos x="T4" y="T5"/>
                    </a:cxn>
                    <a:cxn ang="T13">
                      <a:pos x="T6" y="T7"/>
                    </a:cxn>
                    <a:cxn ang="T14">
                      <a:pos x="T8" y="T9"/>
                    </a:cxn>
                  </a:cxnLst>
                  <a:rect l="T15" t="T16" r="T17" b="T18"/>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77" name="Freeform 142"/>
                <p:cNvSpPr>
                  <a:spLocks/>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78" name="Freeform 143"/>
                <p:cNvSpPr>
                  <a:spLocks/>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79" name="Rectangle 144"/>
                <p:cNvSpPr>
                  <a:spLocks noChangeArrowheads="1"/>
                </p:cNvSpPr>
                <p:nvPr/>
              </p:nvSpPr>
              <p:spPr bwMode="auto">
                <a:xfrm>
                  <a:off x="5301" y="2351"/>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80" name="Rectangle 145"/>
                <p:cNvSpPr>
                  <a:spLocks noChangeArrowheads="1"/>
                </p:cNvSpPr>
                <p:nvPr/>
              </p:nvSpPr>
              <p:spPr bwMode="auto">
                <a:xfrm>
                  <a:off x="5256" y="2539"/>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81" name="Rectangle 146"/>
                <p:cNvSpPr>
                  <a:spLocks noChangeArrowheads="1"/>
                </p:cNvSpPr>
                <p:nvPr/>
              </p:nvSpPr>
              <p:spPr bwMode="auto">
                <a:xfrm>
                  <a:off x="5322" y="2373"/>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82" name="Line 147"/>
                <p:cNvSpPr>
                  <a:spLocks noChangeShapeType="1"/>
                </p:cNvSpPr>
                <p:nvPr/>
              </p:nvSpPr>
              <p:spPr bwMode="auto">
                <a:xfrm flipH="1">
                  <a:off x="5470" y="256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383" name="Group 148"/>
                <p:cNvGrpSpPr>
                  <a:grpSpLocks/>
                </p:cNvGrpSpPr>
                <p:nvPr/>
              </p:nvGrpSpPr>
              <p:grpSpPr bwMode="auto">
                <a:xfrm>
                  <a:off x="5245" y="2624"/>
                  <a:ext cx="335" cy="50"/>
                  <a:chOff x="5245" y="2624"/>
                  <a:chExt cx="335" cy="50"/>
                </a:xfrm>
              </p:grpSpPr>
              <p:sp>
                <p:nvSpPr>
                  <p:cNvPr id="384" name="Freeform 149"/>
                  <p:cNvSpPr>
                    <a:spLocks/>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85" name="Freeform 150"/>
                  <p:cNvSpPr>
                    <a:spLocks/>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86" name="Rectangle 151"/>
                  <p:cNvSpPr>
                    <a:spLocks noChangeArrowheads="1"/>
                  </p:cNvSpPr>
                  <p:nvPr/>
                </p:nvSpPr>
                <p:spPr bwMode="auto">
                  <a:xfrm>
                    <a:off x="5247" y="2660"/>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nvGrpSpPr>
              <p:cNvPr id="362" name="Group 152"/>
              <p:cNvGrpSpPr>
                <a:grpSpLocks/>
              </p:cNvGrpSpPr>
              <p:nvPr/>
            </p:nvGrpSpPr>
            <p:grpSpPr bwMode="auto">
              <a:xfrm>
                <a:off x="5237" y="2322"/>
                <a:ext cx="335" cy="346"/>
                <a:chOff x="5237" y="2322"/>
                <a:chExt cx="335" cy="346"/>
              </a:xfrm>
            </p:grpSpPr>
            <p:sp>
              <p:nvSpPr>
                <p:cNvPr id="363" name="Freeform 153"/>
                <p:cNvSpPr>
                  <a:spLocks/>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64" name="Freeform 154"/>
                <p:cNvSpPr>
                  <a:spLocks/>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65" name="Freeform 155"/>
                <p:cNvSpPr>
                  <a:spLocks/>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66" name="Freeform 156"/>
                <p:cNvSpPr>
                  <a:spLocks/>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67" name="Rectangle 157"/>
                <p:cNvSpPr>
                  <a:spLocks noChangeArrowheads="1"/>
                </p:cNvSpPr>
                <p:nvPr/>
              </p:nvSpPr>
              <p:spPr bwMode="auto">
                <a:xfrm>
                  <a:off x="5293" y="2345"/>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68" name="Rectangle 158"/>
                <p:cNvSpPr>
                  <a:spLocks noChangeArrowheads="1"/>
                </p:cNvSpPr>
                <p:nvPr/>
              </p:nvSpPr>
              <p:spPr bwMode="auto">
                <a:xfrm>
                  <a:off x="5247" y="2533"/>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69" name="Rectangle 159"/>
                <p:cNvSpPr>
                  <a:spLocks noChangeArrowheads="1"/>
                </p:cNvSpPr>
                <p:nvPr/>
              </p:nvSpPr>
              <p:spPr bwMode="auto">
                <a:xfrm>
                  <a:off x="5313" y="2366"/>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70" name="Line 160"/>
                <p:cNvSpPr>
                  <a:spLocks noChangeShapeType="1"/>
                </p:cNvSpPr>
                <p:nvPr/>
              </p:nvSpPr>
              <p:spPr bwMode="auto">
                <a:xfrm flipH="1">
                  <a:off x="5462" y="2563"/>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371" name="Group 161"/>
                <p:cNvGrpSpPr>
                  <a:grpSpLocks/>
                </p:cNvGrpSpPr>
                <p:nvPr/>
              </p:nvGrpSpPr>
              <p:grpSpPr bwMode="auto">
                <a:xfrm>
                  <a:off x="5237" y="2617"/>
                  <a:ext cx="335" cy="51"/>
                  <a:chOff x="5237" y="2617"/>
                  <a:chExt cx="335" cy="51"/>
                </a:xfrm>
              </p:grpSpPr>
              <p:sp>
                <p:nvSpPr>
                  <p:cNvPr id="372" name="Freeform 162"/>
                  <p:cNvSpPr>
                    <a:spLocks/>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73" name="Freeform 163"/>
                  <p:cNvSpPr>
                    <a:spLocks/>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74" name="Rectangle 164"/>
                  <p:cNvSpPr>
                    <a:spLocks noChangeArrowheads="1"/>
                  </p:cNvSpPr>
                  <p:nvPr/>
                </p:nvSpPr>
                <p:spPr bwMode="auto">
                  <a:xfrm>
                    <a:off x="5239" y="2653"/>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grpSp>
          <p:nvGrpSpPr>
            <p:cNvPr id="31" name="Group 165"/>
            <p:cNvGrpSpPr>
              <a:grpSpLocks/>
            </p:cNvGrpSpPr>
            <p:nvPr/>
          </p:nvGrpSpPr>
          <p:grpSpPr bwMode="auto">
            <a:xfrm>
              <a:off x="7667310" y="2053913"/>
              <a:ext cx="245744" cy="265438"/>
              <a:chOff x="5237" y="1587"/>
              <a:chExt cx="343" cy="353"/>
            </a:xfrm>
          </p:grpSpPr>
          <p:grpSp>
            <p:nvGrpSpPr>
              <p:cNvPr id="335" name="Group 166"/>
              <p:cNvGrpSpPr>
                <a:grpSpLocks/>
              </p:cNvGrpSpPr>
              <p:nvPr/>
            </p:nvGrpSpPr>
            <p:grpSpPr bwMode="auto">
              <a:xfrm>
                <a:off x="5245" y="1594"/>
                <a:ext cx="335" cy="346"/>
                <a:chOff x="5245" y="1594"/>
                <a:chExt cx="335" cy="346"/>
              </a:xfrm>
            </p:grpSpPr>
            <p:sp>
              <p:nvSpPr>
                <p:cNvPr id="349" name="Freeform 167"/>
                <p:cNvSpPr>
                  <a:spLocks/>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50" name="Freeform 168"/>
                <p:cNvSpPr>
                  <a:spLocks/>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51" name="Freeform 169"/>
                <p:cNvSpPr>
                  <a:spLocks/>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52" name="Freeform 170"/>
                <p:cNvSpPr>
                  <a:spLocks/>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53" name="Rectangle 171"/>
                <p:cNvSpPr>
                  <a:spLocks noChangeArrowheads="1"/>
                </p:cNvSpPr>
                <p:nvPr/>
              </p:nvSpPr>
              <p:spPr bwMode="auto">
                <a:xfrm>
                  <a:off x="5301" y="1617"/>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54" name="Rectangle 172"/>
                <p:cNvSpPr>
                  <a:spLocks noChangeArrowheads="1"/>
                </p:cNvSpPr>
                <p:nvPr/>
              </p:nvSpPr>
              <p:spPr bwMode="auto">
                <a:xfrm>
                  <a:off x="5256" y="1805"/>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55" name="Rectangle 173"/>
                <p:cNvSpPr>
                  <a:spLocks noChangeArrowheads="1"/>
                </p:cNvSpPr>
                <p:nvPr/>
              </p:nvSpPr>
              <p:spPr bwMode="auto">
                <a:xfrm>
                  <a:off x="5322" y="1638"/>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56" name="Line 174"/>
                <p:cNvSpPr>
                  <a:spLocks noChangeShapeType="1"/>
                </p:cNvSpPr>
                <p:nvPr/>
              </p:nvSpPr>
              <p:spPr bwMode="auto">
                <a:xfrm flipH="1">
                  <a:off x="5470" y="1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357" name="Group 175"/>
                <p:cNvGrpSpPr>
                  <a:grpSpLocks/>
                </p:cNvGrpSpPr>
                <p:nvPr/>
              </p:nvGrpSpPr>
              <p:grpSpPr bwMode="auto">
                <a:xfrm>
                  <a:off x="5245" y="1889"/>
                  <a:ext cx="335" cy="51"/>
                  <a:chOff x="5245" y="1889"/>
                  <a:chExt cx="335" cy="51"/>
                </a:xfrm>
              </p:grpSpPr>
              <p:sp>
                <p:nvSpPr>
                  <p:cNvPr id="358" name="Freeform 176"/>
                  <p:cNvSpPr>
                    <a:spLocks/>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59" name="Freeform 177"/>
                  <p:cNvSpPr>
                    <a:spLocks/>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60" name="Rectangle 178"/>
                  <p:cNvSpPr>
                    <a:spLocks noChangeArrowheads="1"/>
                  </p:cNvSpPr>
                  <p:nvPr/>
                </p:nvSpPr>
                <p:spPr bwMode="auto">
                  <a:xfrm>
                    <a:off x="5247" y="1925"/>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nvGrpSpPr>
              <p:cNvPr id="336" name="Group 179"/>
              <p:cNvGrpSpPr>
                <a:grpSpLocks/>
              </p:cNvGrpSpPr>
              <p:nvPr/>
            </p:nvGrpSpPr>
            <p:grpSpPr bwMode="auto">
              <a:xfrm>
                <a:off x="5237" y="1587"/>
                <a:ext cx="335" cy="346"/>
                <a:chOff x="5237" y="1587"/>
                <a:chExt cx="335" cy="346"/>
              </a:xfrm>
            </p:grpSpPr>
            <p:sp>
              <p:nvSpPr>
                <p:cNvPr id="337" name="Freeform 180"/>
                <p:cNvSpPr>
                  <a:spLocks/>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 name="T10" fmla="*/ 0 60000 65536"/>
                    <a:gd name="T11" fmla="*/ 0 60000 65536"/>
                    <a:gd name="T12" fmla="*/ 0 60000 65536"/>
                    <a:gd name="T13" fmla="*/ 0 60000 65536"/>
                    <a:gd name="T14" fmla="*/ 0 60000 65536"/>
                    <a:gd name="T15" fmla="*/ 0 w 316"/>
                    <a:gd name="T16" fmla="*/ 0 h 33"/>
                    <a:gd name="T17" fmla="*/ 316 w 316"/>
                    <a:gd name="T18" fmla="*/ 33 h 33"/>
                  </a:gdLst>
                  <a:ahLst/>
                  <a:cxnLst>
                    <a:cxn ang="T10">
                      <a:pos x="T0" y="T1"/>
                    </a:cxn>
                    <a:cxn ang="T11">
                      <a:pos x="T2" y="T3"/>
                    </a:cxn>
                    <a:cxn ang="T12">
                      <a:pos x="T4" y="T5"/>
                    </a:cxn>
                    <a:cxn ang="T13">
                      <a:pos x="T6" y="T7"/>
                    </a:cxn>
                    <a:cxn ang="T14">
                      <a:pos x="T8" y="T9"/>
                    </a:cxn>
                  </a:cxnLst>
                  <a:rect l="T15" t="T16" r="T17" b="T18"/>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38" name="Freeform 181"/>
                <p:cNvSpPr>
                  <a:spLocks/>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 name="T10" fmla="*/ 0 60000 65536"/>
                    <a:gd name="T11" fmla="*/ 0 60000 65536"/>
                    <a:gd name="T12" fmla="*/ 0 60000 65536"/>
                    <a:gd name="T13" fmla="*/ 0 60000 65536"/>
                    <a:gd name="T14" fmla="*/ 0 60000 65536"/>
                    <a:gd name="T15" fmla="*/ 0 w 316"/>
                    <a:gd name="T16" fmla="*/ 0 h 33"/>
                    <a:gd name="T17" fmla="*/ 316 w 316"/>
                    <a:gd name="T18" fmla="*/ 33 h 33"/>
                  </a:gdLst>
                  <a:ahLst/>
                  <a:cxnLst>
                    <a:cxn ang="T10">
                      <a:pos x="T0" y="T1"/>
                    </a:cxn>
                    <a:cxn ang="T11">
                      <a:pos x="T2" y="T3"/>
                    </a:cxn>
                    <a:cxn ang="T12">
                      <a:pos x="T4" y="T5"/>
                    </a:cxn>
                    <a:cxn ang="T13">
                      <a:pos x="T6" y="T7"/>
                    </a:cxn>
                    <a:cxn ang="T14">
                      <a:pos x="T8" y="T9"/>
                    </a:cxn>
                  </a:cxnLst>
                  <a:rect l="T15" t="T16" r="T17" b="T18"/>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39" name="Freeform 182"/>
                <p:cNvSpPr>
                  <a:spLocks/>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40" name="Freeform 183"/>
                <p:cNvSpPr>
                  <a:spLocks/>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41" name="Rectangle 184"/>
                <p:cNvSpPr>
                  <a:spLocks noChangeArrowheads="1"/>
                </p:cNvSpPr>
                <p:nvPr/>
              </p:nvSpPr>
              <p:spPr bwMode="auto">
                <a:xfrm>
                  <a:off x="5293" y="1610"/>
                  <a:ext cx="223" cy="17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42" name="Rectangle 185"/>
                <p:cNvSpPr>
                  <a:spLocks noChangeArrowheads="1"/>
                </p:cNvSpPr>
                <p:nvPr/>
              </p:nvSpPr>
              <p:spPr bwMode="auto">
                <a:xfrm>
                  <a:off x="5247" y="1798"/>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43" name="Rectangle 186"/>
                <p:cNvSpPr>
                  <a:spLocks noChangeArrowheads="1"/>
                </p:cNvSpPr>
                <p:nvPr/>
              </p:nvSpPr>
              <p:spPr bwMode="auto">
                <a:xfrm>
                  <a:off x="5313" y="1632"/>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44" name="Line 187"/>
                <p:cNvSpPr>
                  <a:spLocks noChangeShapeType="1"/>
                </p:cNvSpPr>
                <p:nvPr/>
              </p:nvSpPr>
              <p:spPr bwMode="auto">
                <a:xfrm flipH="1">
                  <a:off x="5462" y="1828"/>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345" name="Group 188"/>
                <p:cNvGrpSpPr>
                  <a:grpSpLocks/>
                </p:cNvGrpSpPr>
                <p:nvPr/>
              </p:nvGrpSpPr>
              <p:grpSpPr bwMode="auto">
                <a:xfrm>
                  <a:off x="5237" y="1883"/>
                  <a:ext cx="335" cy="50"/>
                  <a:chOff x="5237" y="1883"/>
                  <a:chExt cx="335" cy="50"/>
                </a:xfrm>
              </p:grpSpPr>
              <p:sp>
                <p:nvSpPr>
                  <p:cNvPr id="346" name="Freeform 189"/>
                  <p:cNvSpPr>
                    <a:spLocks/>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47" name="Freeform 190"/>
                  <p:cNvSpPr>
                    <a:spLocks/>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48" name="Rectangle 191"/>
                  <p:cNvSpPr>
                    <a:spLocks noChangeArrowheads="1"/>
                  </p:cNvSpPr>
                  <p:nvPr/>
                </p:nvSpPr>
                <p:spPr bwMode="auto">
                  <a:xfrm>
                    <a:off x="5239" y="1919"/>
                    <a:ext cx="331" cy="14"/>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sp>
          <p:nvSpPr>
            <p:cNvPr id="32" name="Rectangle 193"/>
            <p:cNvSpPr>
              <a:spLocks noChangeArrowheads="1"/>
            </p:cNvSpPr>
            <p:nvPr/>
          </p:nvSpPr>
          <p:spPr bwMode="auto">
            <a:xfrm>
              <a:off x="3546430" y="1311297"/>
              <a:ext cx="721792"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u="sng" dirty="0">
                  <a:solidFill>
                    <a:srgbClr val="000000"/>
                  </a:solidFill>
                  <a:latin typeface="微软雅黑" panose="020B0503020204020204" pitchFamily="34" charset="-122"/>
                  <a:ea typeface="微软雅黑" panose="020B0503020204020204" pitchFamily="34" charset="-122"/>
                </a:rPr>
                <a:t>1.1.1.0/29</a:t>
              </a:r>
            </a:p>
          </p:txBody>
        </p:sp>
        <p:sp>
          <p:nvSpPr>
            <p:cNvPr id="33" name="Rectangle 194"/>
            <p:cNvSpPr>
              <a:spLocks noChangeArrowheads="1"/>
            </p:cNvSpPr>
            <p:nvPr/>
          </p:nvSpPr>
          <p:spPr bwMode="auto">
            <a:xfrm>
              <a:off x="4823700" y="1490279"/>
              <a:ext cx="488717" cy="181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4" name="Rectangle 195"/>
            <p:cNvSpPr>
              <a:spLocks noChangeArrowheads="1"/>
            </p:cNvSpPr>
            <p:nvPr/>
          </p:nvSpPr>
          <p:spPr bwMode="auto">
            <a:xfrm>
              <a:off x="5479634" y="1681169"/>
              <a:ext cx="476921"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a:solidFill>
                    <a:srgbClr val="000000"/>
                  </a:solidFill>
                  <a:latin typeface="微软雅黑" panose="020B0503020204020204" pitchFamily="34" charset="-122"/>
                  <a:ea typeface="微软雅黑" panose="020B0503020204020204" pitchFamily="34" charset="-122"/>
                </a:rPr>
                <a:t>1.1.1.1</a:t>
              </a:r>
              <a:endParaRPr lang="en-US" altLang="zh-CN" sz="1400" b="1" dirty="0">
                <a:latin typeface="微软雅黑" panose="020B0503020204020204" pitchFamily="34" charset="-122"/>
                <a:ea typeface="微软雅黑" panose="020B0503020204020204" pitchFamily="34" charset="-122"/>
              </a:endParaRPr>
            </a:p>
          </p:txBody>
        </p:sp>
        <p:sp>
          <p:nvSpPr>
            <p:cNvPr id="35" name="Rectangle 196"/>
            <p:cNvSpPr>
              <a:spLocks noChangeArrowheads="1"/>
            </p:cNvSpPr>
            <p:nvPr/>
          </p:nvSpPr>
          <p:spPr bwMode="auto">
            <a:xfrm>
              <a:off x="5572019" y="1490279"/>
              <a:ext cx="487793" cy="181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6" name="Rectangle 197"/>
            <p:cNvSpPr>
              <a:spLocks noChangeArrowheads="1"/>
            </p:cNvSpPr>
            <p:nvPr/>
          </p:nvSpPr>
          <p:spPr bwMode="auto">
            <a:xfrm>
              <a:off x="5180307" y="1476725"/>
              <a:ext cx="476921"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a:solidFill>
                    <a:srgbClr val="000000"/>
                  </a:solidFill>
                  <a:latin typeface="微软雅黑" panose="020B0503020204020204" pitchFamily="34" charset="-122"/>
                  <a:ea typeface="微软雅黑" panose="020B0503020204020204" pitchFamily="34" charset="-122"/>
                </a:rPr>
                <a:t>1.1.1.2</a:t>
              </a:r>
              <a:endParaRPr lang="en-US" altLang="zh-CN" sz="1400" b="1" dirty="0">
                <a:latin typeface="微软雅黑" panose="020B0503020204020204" pitchFamily="34" charset="-122"/>
                <a:ea typeface="微软雅黑" panose="020B0503020204020204" pitchFamily="34" charset="-122"/>
              </a:endParaRPr>
            </a:p>
          </p:txBody>
        </p:sp>
        <p:sp>
          <p:nvSpPr>
            <p:cNvPr id="37" name="Rectangle 199"/>
            <p:cNvSpPr>
              <a:spLocks noChangeArrowheads="1"/>
            </p:cNvSpPr>
            <p:nvPr/>
          </p:nvSpPr>
          <p:spPr bwMode="auto">
            <a:xfrm>
              <a:off x="4291220" y="1588857"/>
              <a:ext cx="476921"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a:solidFill>
                    <a:srgbClr val="000000"/>
                  </a:solidFill>
                  <a:latin typeface="微软雅黑" panose="020B0503020204020204" pitchFamily="34" charset="-122"/>
                  <a:ea typeface="微软雅黑" panose="020B0503020204020204" pitchFamily="34" charset="-122"/>
                </a:rPr>
                <a:t>1.1.1.3</a:t>
              </a:r>
              <a:endParaRPr lang="en-US" altLang="zh-CN" sz="1400" b="1" dirty="0">
                <a:latin typeface="微软雅黑" panose="020B0503020204020204" pitchFamily="34" charset="-122"/>
                <a:ea typeface="微软雅黑" panose="020B0503020204020204" pitchFamily="34" charset="-122"/>
              </a:endParaRPr>
            </a:p>
          </p:txBody>
        </p:sp>
        <p:sp>
          <p:nvSpPr>
            <p:cNvPr id="38" name="Rectangle 284"/>
            <p:cNvSpPr>
              <a:spLocks noChangeArrowheads="1"/>
            </p:cNvSpPr>
            <p:nvPr/>
          </p:nvSpPr>
          <p:spPr bwMode="auto">
            <a:xfrm>
              <a:off x="5114713" y="1826878"/>
              <a:ext cx="12934" cy="276734"/>
            </a:xfrm>
            <a:prstGeom prst="rect">
              <a:avLst/>
            </a:prstGeom>
            <a:solidFill>
              <a:srgbClr val="000000"/>
            </a:solidFill>
            <a:ln w="1905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nvGrpSpPr>
            <p:cNvPr id="39" name="Group 285"/>
            <p:cNvGrpSpPr>
              <a:grpSpLocks/>
            </p:cNvGrpSpPr>
            <p:nvPr/>
          </p:nvGrpSpPr>
          <p:grpSpPr bwMode="auto">
            <a:xfrm>
              <a:off x="4946573" y="2079892"/>
              <a:ext cx="314109" cy="197668"/>
              <a:chOff x="2299" y="1622"/>
              <a:chExt cx="439" cy="262"/>
            </a:xfrm>
          </p:grpSpPr>
          <p:sp>
            <p:nvSpPr>
              <p:cNvPr id="310" name="Oval 286"/>
              <p:cNvSpPr>
                <a:spLocks noChangeArrowheads="1"/>
              </p:cNvSpPr>
              <p:nvPr/>
            </p:nvSpPr>
            <p:spPr bwMode="auto">
              <a:xfrm>
                <a:off x="2300" y="1731"/>
                <a:ext cx="438" cy="153"/>
              </a:xfrm>
              <a:prstGeom prst="ellipse">
                <a:avLst/>
              </a:prstGeom>
              <a:solidFill>
                <a:srgbClr val="0078AA"/>
              </a:solidFill>
              <a:ln w="4763">
                <a:solidFill>
                  <a:srgbClr val="AAE6FF"/>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11" name="Rectangle 287"/>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12" name="Rectangle 288"/>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13" name="Oval 289"/>
              <p:cNvSpPr>
                <a:spLocks noChangeArrowheads="1"/>
              </p:cNvSpPr>
              <p:nvPr/>
            </p:nvSpPr>
            <p:spPr bwMode="auto">
              <a:xfrm>
                <a:off x="2300" y="1622"/>
                <a:ext cx="438" cy="153"/>
              </a:xfrm>
              <a:prstGeom prst="ellipse">
                <a:avLst/>
              </a:prstGeom>
              <a:solidFill>
                <a:srgbClr val="00B4FF"/>
              </a:solidFill>
              <a:ln w="4763">
                <a:solidFill>
                  <a:srgbClr val="AAE6FF"/>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nvGrpSpPr>
              <p:cNvPr id="314" name="Group 290"/>
              <p:cNvGrpSpPr>
                <a:grpSpLocks/>
              </p:cNvGrpSpPr>
              <p:nvPr/>
            </p:nvGrpSpPr>
            <p:grpSpPr bwMode="auto">
              <a:xfrm>
                <a:off x="2365" y="1640"/>
                <a:ext cx="304" cy="117"/>
                <a:chOff x="2365" y="1640"/>
                <a:chExt cx="304" cy="117"/>
              </a:xfrm>
            </p:grpSpPr>
            <p:grpSp>
              <p:nvGrpSpPr>
                <p:cNvPr id="317" name="Group 291"/>
                <p:cNvGrpSpPr>
                  <a:grpSpLocks/>
                </p:cNvGrpSpPr>
                <p:nvPr/>
              </p:nvGrpSpPr>
              <p:grpSpPr bwMode="auto">
                <a:xfrm>
                  <a:off x="2365" y="1640"/>
                  <a:ext cx="302" cy="115"/>
                  <a:chOff x="2365" y="1640"/>
                  <a:chExt cx="302" cy="115"/>
                </a:xfrm>
              </p:grpSpPr>
              <p:sp>
                <p:nvSpPr>
                  <p:cNvPr id="327" name="Freeform 292"/>
                  <p:cNvSpPr>
                    <a:spLocks/>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28" name="Freeform 293"/>
                  <p:cNvSpPr>
                    <a:spLocks/>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29" name="Freeform 294"/>
                  <p:cNvSpPr>
                    <a:spLocks/>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30" name="Freeform 295"/>
                  <p:cNvSpPr>
                    <a:spLocks/>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31" name="Freeform 296"/>
                  <p:cNvSpPr>
                    <a:spLocks/>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32" name="Freeform 297"/>
                  <p:cNvSpPr>
                    <a:spLocks/>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33" name="Freeform 298"/>
                  <p:cNvSpPr>
                    <a:spLocks/>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34" name="Freeform 299"/>
                  <p:cNvSpPr>
                    <a:spLocks/>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grpSp>
              <p:nvGrpSpPr>
                <p:cNvPr id="318" name="Group 300"/>
                <p:cNvGrpSpPr>
                  <a:grpSpLocks/>
                </p:cNvGrpSpPr>
                <p:nvPr/>
              </p:nvGrpSpPr>
              <p:grpSpPr bwMode="auto">
                <a:xfrm>
                  <a:off x="2368" y="1643"/>
                  <a:ext cx="301" cy="114"/>
                  <a:chOff x="2368" y="1643"/>
                  <a:chExt cx="301" cy="114"/>
                </a:xfrm>
              </p:grpSpPr>
              <p:sp>
                <p:nvSpPr>
                  <p:cNvPr id="319" name="Freeform 301"/>
                  <p:cNvSpPr>
                    <a:spLocks/>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20" name="Freeform 302"/>
                  <p:cNvSpPr>
                    <a:spLocks/>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21" name="Freeform 303"/>
                  <p:cNvSpPr>
                    <a:spLocks/>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22" name="Freeform 304"/>
                  <p:cNvSpPr>
                    <a:spLocks/>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23" name="Freeform 305"/>
                  <p:cNvSpPr>
                    <a:spLocks/>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24" name="Freeform 306"/>
                  <p:cNvSpPr>
                    <a:spLocks/>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25" name="Freeform 307"/>
                  <p:cNvSpPr>
                    <a:spLocks/>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26" name="Freeform 308"/>
                  <p:cNvSpPr>
                    <a:spLocks/>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grpSp>
          <p:sp>
            <p:nvSpPr>
              <p:cNvPr id="315" name="Line 309"/>
              <p:cNvSpPr>
                <a:spLocks noChangeShapeType="1"/>
              </p:cNvSpPr>
              <p:nvPr/>
            </p:nvSpPr>
            <p:spPr bwMode="auto">
              <a:xfrm>
                <a:off x="2299"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16" name="Line 310"/>
              <p:cNvSpPr>
                <a:spLocks noChangeShapeType="1"/>
              </p:cNvSpPr>
              <p:nvPr/>
            </p:nvSpPr>
            <p:spPr bwMode="auto">
              <a:xfrm>
                <a:off x="2736"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sp>
          <p:nvSpPr>
            <p:cNvPr id="40" name="Rectangle 311"/>
            <p:cNvSpPr>
              <a:spLocks noChangeArrowheads="1"/>
            </p:cNvSpPr>
            <p:nvPr/>
          </p:nvSpPr>
          <p:spPr bwMode="auto">
            <a:xfrm>
              <a:off x="5167372" y="1946608"/>
              <a:ext cx="489640" cy="181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1" name="Rectangle 312"/>
            <p:cNvSpPr>
              <a:spLocks noChangeArrowheads="1"/>
            </p:cNvSpPr>
            <p:nvPr/>
          </p:nvSpPr>
          <p:spPr bwMode="auto">
            <a:xfrm>
              <a:off x="5181542" y="1916111"/>
              <a:ext cx="476921"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a:solidFill>
                    <a:srgbClr val="000000"/>
                  </a:solidFill>
                  <a:latin typeface="微软雅黑" panose="020B0503020204020204" pitchFamily="34" charset="-122"/>
                  <a:ea typeface="微软雅黑" panose="020B0503020204020204" pitchFamily="34" charset="-122"/>
                </a:rPr>
                <a:t>1.1.1.4</a:t>
              </a:r>
              <a:endParaRPr lang="en-US" altLang="zh-CN" sz="1400" b="1" dirty="0">
                <a:latin typeface="微软雅黑" panose="020B0503020204020204" pitchFamily="34" charset="-122"/>
                <a:ea typeface="微软雅黑" panose="020B0503020204020204" pitchFamily="34" charset="-122"/>
              </a:endParaRPr>
            </a:p>
          </p:txBody>
        </p:sp>
        <p:sp>
          <p:nvSpPr>
            <p:cNvPr id="42" name="Rectangle 313"/>
            <p:cNvSpPr>
              <a:spLocks noChangeArrowheads="1"/>
            </p:cNvSpPr>
            <p:nvPr/>
          </p:nvSpPr>
          <p:spPr bwMode="auto">
            <a:xfrm>
              <a:off x="4764574" y="2022286"/>
              <a:ext cx="199552" cy="180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3" name="Rectangle 314"/>
            <p:cNvSpPr>
              <a:spLocks noChangeArrowheads="1"/>
            </p:cNvSpPr>
            <p:nvPr/>
          </p:nvSpPr>
          <p:spPr bwMode="auto">
            <a:xfrm>
              <a:off x="4743557" y="1988083"/>
              <a:ext cx="182050" cy="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FF"/>
                  </a:solidFill>
                  <a:latin typeface="微软雅黑" panose="020B0503020204020204" pitchFamily="34" charset="-122"/>
                  <a:ea typeface="微软雅黑" panose="020B0503020204020204" pitchFamily="34" charset="-122"/>
                </a:rPr>
                <a:t>R</a:t>
              </a:r>
              <a:r>
                <a:rPr lang="en-US" altLang="zh-CN" sz="1600" b="1" baseline="-25000" dirty="0">
                  <a:solidFill>
                    <a:srgbClr val="0000FF"/>
                  </a:solidFill>
                  <a:latin typeface="微软雅黑" panose="020B0503020204020204" pitchFamily="34" charset="-122"/>
                  <a:ea typeface="微软雅黑" panose="020B0503020204020204" pitchFamily="34" charset="-122"/>
                </a:rPr>
                <a:t>1</a:t>
              </a:r>
            </a:p>
          </p:txBody>
        </p:sp>
        <p:sp>
          <p:nvSpPr>
            <p:cNvPr id="44" name="Oval 319"/>
            <p:cNvSpPr>
              <a:spLocks noChangeArrowheads="1"/>
            </p:cNvSpPr>
            <p:nvPr/>
          </p:nvSpPr>
          <p:spPr bwMode="auto">
            <a:xfrm>
              <a:off x="5095312" y="1972587"/>
              <a:ext cx="45269"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5" name="Oval 325"/>
            <p:cNvSpPr>
              <a:spLocks noChangeArrowheads="1"/>
            </p:cNvSpPr>
            <p:nvPr/>
          </p:nvSpPr>
          <p:spPr bwMode="auto">
            <a:xfrm>
              <a:off x="7561991" y="2704521"/>
              <a:ext cx="45269"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6" name="Oval 326"/>
            <p:cNvSpPr>
              <a:spLocks noChangeArrowheads="1"/>
            </p:cNvSpPr>
            <p:nvPr/>
          </p:nvSpPr>
          <p:spPr bwMode="auto">
            <a:xfrm>
              <a:off x="7588783" y="2334036"/>
              <a:ext cx="45268"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7" name="Rectangle 327"/>
            <p:cNvSpPr>
              <a:spLocks noChangeArrowheads="1"/>
            </p:cNvSpPr>
            <p:nvPr/>
          </p:nvSpPr>
          <p:spPr bwMode="auto">
            <a:xfrm>
              <a:off x="6166054" y="2622065"/>
              <a:ext cx="488716" cy="180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8" name="Rectangle 328"/>
            <p:cNvSpPr>
              <a:spLocks noChangeArrowheads="1"/>
            </p:cNvSpPr>
            <p:nvPr/>
          </p:nvSpPr>
          <p:spPr bwMode="auto">
            <a:xfrm>
              <a:off x="5912639" y="3114538"/>
              <a:ext cx="56538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a:solidFill>
                    <a:srgbClr val="000000"/>
                  </a:solidFill>
                  <a:latin typeface="微软雅黑" panose="020B0503020204020204" pitchFamily="34" charset="-122"/>
                  <a:ea typeface="微软雅黑" panose="020B0503020204020204" pitchFamily="34" charset="-122"/>
                </a:rPr>
                <a:t>1.1.1.13</a:t>
              </a:r>
              <a:endParaRPr lang="en-US" altLang="zh-CN" sz="1400" b="1" dirty="0">
                <a:latin typeface="微软雅黑" panose="020B0503020204020204" pitchFamily="34" charset="-122"/>
                <a:ea typeface="微软雅黑" panose="020B0503020204020204" pitchFamily="34" charset="-122"/>
              </a:endParaRPr>
            </a:p>
          </p:txBody>
        </p:sp>
        <p:sp>
          <p:nvSpPr>
            <p:cNvPr id="49" name="Rectangle 329"/>
            <p:cNvSpPr>
              <a:spLocks noChangeArrowheads="1"/>
            </p:cNvSpPr>
            <p:nvPr/>
          </p:nvSpPr>
          <p:spPr bwMode="auto">
            <a:xfrm>
              <a:off x="7534276" y="2884115"/>
              <a:ext cx="488717" cy="180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50" name="Rectangle 330"/>
            <p:cNvSpPr>
              <a:spLocks noChangeArrowheads="1"/>
            </p:cNvSpPr>
            <p:nvPr/>
          </p:nvSpPr>
          <p:spPr bwMode="auto">
            <a:xfrm>
              <a:off x="7121563" y="2785847"/>
              <a:ext cx="56538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a:solidFill>
                    <a:srgbClr val="000000"/>
                  </a:solidFill>
                  <a:latin typeface="微软雅黑" panose="020B0503020204020204" pitchFamily="34" charset="-122"/>
                  <a:ea typeface="微软雅黑" panose="020B0503020204020204" pitchFamily="34" charset="-122"/>
                </a:rPr>
                <a:t>1.1.1.10</a:t>
              </a:r>
              <a:endParaRPr lang="en-US" altLang="zh-CN" sz="1400" b="1" dirty="0">
                <a:latin typeface="微软雅黑" panose="020B0503020204020204" pitchFamily="34" charset="-122"/>
                <a:ea typeface="微软雅黑" panose="020B0503020204020204" pitchFamily="34" charset="-122"/>
              </a:endParaRPr>
            </a:p>
          </p:txBody>
        </p:sp>
        <p:sp>
          <p:nvSpPr>
            <p:cNvPr id="51" name="Rectangle 331"/>
            <p:cNvSpPr>
              <a:spLocks noChangeArrowheads="1"/>
            </p:cNvSpPr>
            <p:nvPr/>
          </p:nvSpPr>
          <p:spPr bwMode="auto">
            <a:xfrm>
              <a:off x="7534276" y="2313704"/>
              <a:ext cx="488717" cy="182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52" name="Rectangle 332"/>
            <p:cNvSpPr>
              <a:spLocks noChangeArrowheads="1"/>
            </p:cNvSpPr>
            <p:nvPr/>
          </p:nvSpPr>
          <p:spPr bwMode="auto">
            <a:xfrm>
              <a:off x="7611879" y="2381476"/>
              <a:ext cx="476921"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a:solidFill>
                    <a:srgbClr val="000000"/>
                  </a:solidFill>
                  <a:latin typeface="微软雅黑" panose="020B0503020204020204" pitchFamily="34" charset="-122"/>
                  <a:ea typeface="微软雅黑" panose="020B0503020204020204" pitchFamily="34" charset="-122"/>
                </a:rPr>
                <a:t>1.1.1.9</a:t>
              </a:r>
              <a:endParaRPr lang="en-US" altLang="zh-CN" sz="1400" b="1" dirty="0">
                <a:latin typeface="微软雅黑" panose="020B0503020204020204" pitchFamily="34" charset="-122"/>
                <a:ea typeface="微软雅黑" panose="020B0503020204020204" pitchFamily="34" charset="-122"/>
              </a:endParaRPr>
            </a:p>
          </p:txBody>
        </p:sp>
        <p:sp>
          <p:nvSpPr>
            <p:cNvPr id="53" name="Rectangle 334"/>
            <p:cNvSpPr>
              <a:spLocks noChangeArrowheads="1"/>
            </p:cNvSpPr>
            <p:nvPr/>
          </p:nvSpPr>
          <p:spPr bwMode="auto">
            <a:xfrm>
              <a:off x="6921131" y="3366423"/>
              <a:ext cx="56538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a:solidFill>
                    <a:srgbClr val="000000"/>
                  </a:solidFill>
                  <a:latin typeface="微软雅黑" panose="020B0503020204020204" pitchFamily="34" charset="-122"/>
                  <a:ea typeface="微软雅黑" panose="020B0503020204020204" pitchFamily="34" charset="-122"/>
                </a:rPr>
                <a:t>1.1.1.12</a:t>
              </a:r>
              <a:endParaRPr lang="en-US" altLang="zh-CN" sz="1400" b="1" dirty="0">
                <a:latin typeface="微软雅黑" panose="020B0503020204020204" pitchFamily="34" charset="-122"/>
                <a:ea typeface="微软雅黑" panose="020B0503020204020204" pitchFamily="34" charset="-122"/>
              </a:endParaRPr>
            </a:p>
          </p:txBody>
        </p:sp>
        <p:sp>
          <p:nvSpPr>
            <p:cNvPr id="54" name="Rectangle 335"/>
            <p:cNvSpPr>
              <a:spLocks noChangeArrowheads="1"/>
            </p:cNvSpPr>
            <p:nvPr/>
          </p:nvSpPr>
          <p:spPr bwMode="auto">
            <a:xfrm>
              <a:off x="5494415" y="3608142"/>
              <a:ext cx="488717" cy="180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55" name="Rectangle 336"/>
            <p:cNvSpPr>
              <a:spLocks noChangeArrowheads="1"/>
            </p:cNvSpPr>
            <p:nvPr/>
          </p:nvSpPr>
          <p:spPr bwMode="auto">
            <a:xfrm>
              <a:off x="5893152" y="3353998"/>
              <a:ext cx="56538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a:solidFill>
                    <a:srgbClr val="000000"/>
                  </a:solidFill>
                  <a:latin typeface="微软雅黑" panose="020B0503020204020204" pitchFamily="34" charset="-122"/>
                  <a:ea typeface="微软雅黑" panose="020B0503020204020204" pitchFamily="34" charset="-122"/>
                </a:rPr>
                <a:t>1.1.1.11</a:t>
              </a:r>
              <a:endParaRPr lang="en-US" altLang="zh-CN" sz="1400" b="1" dirty="0">
                <a:latin typeface="微软雅黑" panose="020B0503020204020204" pitchFamily="34" charset="-122"/>
                <a:ea typeface="微软雅黑" panose="020B0503020204020204" pitchFamily="34" charset="-122"/>
              </a:endParaRPr>
            </a:p>
          </p:txBody>
        </p:sp>
        <p:sp>
          <p:nvSpPr>
            <p:cNvPr id="56" name="Oval 337"/>
            <p:cNvSpPr>
              <a:spLocks noChangeArrowheads="1"/>
            </p:cNvSpPr>
            <p:nvPr/>
          </p:nvSpPr>
          <p:spPr bwMode="auto">
            <a:xfrm>
              <a:off x="6821988" y="3439842"/>
              <a:ext cx="45268"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57" name="Rectangle 338"/>
            <p:cNvSpPr>
              <a:spLocks noChangeArrowheads="1"/>
            </p:cNvSpPr>
            <p:nvPr/>
          </p:nvSpPr>
          <p:spPr bwMode="auto">
            <a:xfrm>
              <a:off x="6397940" y="2247062"/>
              <a:ext cx="434209" cy="180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58" name="Rectangle 339"/>
            <p:cNvSpPr>
              <a:spLocks noChangeArrowheads="1"/>
            </p:cNvSpPr>
            <p:nvPr/>
          </p:nvSpPr>
          <p:spPr bwMode="auto">
            <a:xfrm>
              <a:off x="6587986" y="2058318"/>
              <a:ext cx="799675"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u="sng" dirty="0">
                  <a:solidFill>
                    <a:srgbClr val="000000"/>
                  </a:solidFill>
                  <a:latin typeface="微软雅黑" panose="020B0503020204020204" pitchFamily="34" charset="-122"/>
                  <a:ea typeface="微软雅黑" panose="020B0503020204020204" pitchFamily="34" charset="-122"/>
                </a:rPr>
                <a:t>1.1.1.8/29</a:t>
              </a:r>
            </a:p>
          </p:txBody>
        </p:sp>
        <p:sp>
          <p:nvSpPr>
            <p:cNvPr id="59" name="Rectangle 340"/>
            <p:cNvSpPr>
              <a:spLocks noChangeArrowheads="1"/>
            </p:cNvSpPr>
            <p:nvPr/>
          </p:nvSpPr>
          <p:spPr bwMode="auto">
            <a:xfrm>
              <a:off x="6433047" y="2096835"/>
              <a:ext cx="349215" cy="181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60" name="Oval 396"/>
            <p:cNvSpPr>
              <a:spLocks noChangeArrowheads="1"/>
            </p:cNvSpPr>
            <p:nvPr/>
          </p:nvSpPr>
          <p:spPr bwMode="auto">
            <a:xfrm>
              <a:off x="4635235" y="3086301"/>
              <a:ext cx="45269"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61" name="Oval 397"/>
            <p:cNvSpPr>
              <a:spLocks noChangeArrowheads="1"/>
            </p:cNvSpPr>
            <p:nvPr/>
          </p:nvSpPr>
          <p:spPr bwMode="auto">
            <a:xfrm>
              <a:off x="5441756" y="3082912"/>
              <a:ext cx="45268" cy="46311"/>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62" name="Oval 398"/>
            <p:cNvSpPr>
              <a:spLocks noChangeArrowheads="1"/>
            </p:cNvSpPr>
            <p:nvPr/>
          </p:nvSpPr>
          <p:spPr bwMode="auto">
            <a:xfrm>
              <a:off x="5641308" y="2899928"/>
              <a:ext cx="45268"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63" name="Oval 399"/>
            <p:cNvSpPr>
              <a:spLocks noChangeArrowheads="1"/>
            </p:cNvSpPr>
            <p:nvPr/>
          </p:nvSpPr>
          <p:spPr bwMode="auto">
            <a:xfrm>
              <a:off x="5215413" y="2297891"/>
              <a:ext cx="45269"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64" name="Oval 400"/>
            <p:cNvSpPr>
              <a:spLocks noChangeArrowheads="1"/>
            </p:cNvSpPr>
            <p:nvPr/>
          </p:nvSpPr>
          <p:spPr bwMode="auto">
            <a:xfrm>
              <a:off x="4411663" y="2842323"/>
              <a:ext cx="45269"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65" name="Oval 401"/>
            <p:cNvSpPr>
              <a:spLocks noChangeArrowheads="1"/>
            </p:cNvSpPr>
            <p:nvPr/>
          </p:nvSpPr>
          <p:spPr bwMode="auto">
            <a:xfrm>
              <a:off x="4891142" y="2310315"/>
              <a:ext cx="44345" cy="46311"/>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66" name="Rectangle 402"/>
            <p:cNvSpPr>
              <a:spLocks noChangeArrowheads="1"/>
            </p:cNvSpPr>
            <p:nvPr/>
          </p:nvSpPr>
          <p:spPr bwMode="auto">
            <a:xfrm>
              <a:off x="5298559" y="2127332"/>
              <a:ext cx="488717" cy="181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67" name="Rectangle 403"/>
            <p:cNvSpPr>
              <a:spLocks noChangeArrowheads="1"/>
            </p:cNvSpPr>
            <p:nvPr/>
          </p:nvSpPr>
          <p:spPr bwMode="auto">
            <a:xfrm>
              <a:off x="5308722" y="2210917"/>
              <a:ext cx="56538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smtClean="0">
                  <a:solidFill>
                    <a:srgbClr val="000000"/>
                  </a:solidFill>
                  <a:latin typeface="微软雅黑" panose="020B0503020204020204" pitchFamily="34" charset="-122"/>
                  <a:ea typeface="微软雅黑" panose="020B0503020204020204" pitchFamily="34" charset="-122"/>
                </a:rPr>
                <a:t>1.1.1.25</a:t>
              </a:r>
              <a:endParaRPr lang="en-US" altLang="zh-CN" sz="1400" b="1" dirty="0">
                <a:latin typeface="微软雅黑" panose="020B0503020204020204" pitchFamily="34" charset="-122"/>
                <a:ea typeface="微软雅黑" panose="020B0503020204020204" pitchFamily="34" charset="-122"/>
              </a:endParaRPr>
            </a:p>
          </p:txBody>
        </p:sp>
        <p:sp>
          <p:nvSpPr>
            <p:cNvPr id="68" name="Rectangle 404"/>
            <p:cNvSpPr>
              <a:spLocks noChangeArrowheads="1"/>
            </p:cNvSpPr>
            <p:nvPr/>
          </p:nvSpPr>
          <p:spPr bwMode="auto">
            <a:xfrm>
              <a:off x="4371938" y="2201881"/>
              <a:ext cx="487793" cy="181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69" name="Rectangle 405"/>
            <p:cNvSpPr>
              <a:spLocks noChangeArrowheads="1"/>
            </p:cNvSpPr>
            <p:nvPr/>
          </p:nvSpPr>
          <p:spPr bwMode="auto">
            <a:xfrm>
              <a:off x="4362649" y="2195104"/>
              <a:ext cx="56538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smtClean="0">
                  <a:solidFill>
                    <a:srgbClr val="000000"/>
                  </a:solidFill>
                  <a:latin typeface="微软雅黑" panose="020B0503020204020204" pitchFamily="34" charset="-122"/>
                  <a:ea typeface="微软雅黑" panose="020B0503020204020204" pitchFamily="34" charset="-122"/>
                </a:rPr>
                <a:t>1.1.1.29</a:t>
              </a:r>
              <a:endParaRPr lang="en-US" altLang="zh-CN" sz="1400" b="1" dirty="0">
                <a:latin typeface="微软雅黑" panose="020B0503020204020204" pitchFamily="34" charset="-122"/>
                <a:ea typeface="微软雅黑" panose="020B0503020204020204" pitchFamily="34" charset="-122"/>
              </a:endParaRPr>
            </a:p>
          </p:txBody>
        </p:sp>
        <p:sp>
          <p:nvSpPr>
            <p:cNvPr id="70" name="Rectangle 406"/>
            <p:cNvSpPr>
              <a:spLocks noChangeArrowheads="1"/>
            </p:cNvSpPr>
            <p:nvPr/>
          </p:nvSpPr>
          <p:spPr bwMode="auto">
            <a:xfrm>
              <a:off x="4015332" y="2539610"/>
              <a:ext cx="488716" cy="181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71" name="Rectangle 407"/>
            <p:cNvSpPr>
              <a:spLocks noChangeArrowheads="1"/>
            </p:cNvSpPr>
            <p:nvPr/>
          </p:nvSpPr>
          <p:spPr bwMode="auto">
            <a:xfrm>
              <a:off x="3944777" y="2674433"/>
              <a:ext cx="56538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smtClean="0">
                  <a:solidFill>
                    <a:srgbClr val="C00000"/>
                  </a:solidFill>
                  <a:latin typeface="微软雅黑" panose="020B0503020204020204" pitchFamily="34" charset="-122"/>
                  <a:ea typeface="微软雅黑" panose="020B0503020204020204" pitchFamily="34" charset="-122"/>
                </a:rPr>
                <a:t>1.1.1.30</a:t>
              </a:r>
              <a:endParaRPr lang="en-US" altLang="zh-CN" sz="1400" b="1" dirty="0">
                <a:solidFill>
                  <a:srgbClr val="C00000"/>
                </a:solidFill>
                <a:latin typeface="微软雅黑" panose="020B0503020204020204" pitchFamily="34" charset="-122"/>
                <a:ea typeface="微软雅黑" panose="020B0503020204020204" pitchFamily="34" charset="-122"/>
              </a:endParaRPr>
            </a:p>
          </p:txBody>
        </p:sp>
        <p:sp>
          <p:nvSpPr>
            <p:cNvPr id="72" name="Rectangle 408"/>
            <p:cNvSpPr>
              <a:spLocks noChangeArrowheads="1"/>
            </p:cNvSpPr>
            <p:nvPr/>
          </p:nvSpPr>
          <p:spPr bwMode="auto">
            <a:xfrm>
              <a:off x="5631145" y="2471838"/>
              <a:ext cx="488717" cy="180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73" name="Rectangle 409"/>
            <p:cNvSpPr>
              <a:spLocks noChangeArrowheads="1"/>
            </p:cNvSpPr>
            <p:nvPr/>
          </p:nvSpPr>
          <p:spPr bwMode="auto">
            <a:xfrm>
              <a:off x="5693967" y="2774551"/>
              <a:ext cx="56538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smtClean="0">
                  <a:solidFill>
                    <a:srgbClr val="000000"/>
                  </a:solidFill>
                  <a:latin typeface="微软雅黑" panose="020B0503020204020204" pitchFamily="34" charset="-122"/>
                  <a:ea typeface="微软雅黑" panose="020B0503020204020204" pitchFamily="34" charset="-122"/>
                </a:rPr>
                <a:t>1.1.1.26</a:t>
              </a:r>
              <a:endParaRPr lang="en-US" altLang="zh-CN" sz="1400" b="1" dirty="0">
                <a:latin typeface="微软雅黑" panose="020B0503020204020204" pitchFamily="34" charset="-122"/>
                <a:ea typeface="微软雅黑" panose="020B0503020204020204" pitchFamily="34" charset="-122"/>
              </a:endParaRPr>
            </a:p>
          </p:txBody>
        </p:sp>
        <p:sp>
          <p:nvSpPr>
            <p:cNvPr id="74" name="Rectangle 410"/>
            <p:cNvSpPr>
              <a:spLocks noChangeArrowheads="1"/>
            </p:cNvSpPr>
            <p:nvPr/>
          </p:nvSpPr>
          <p:spPr bwMode="auto">
            <a:xfrm>
              <a:off x="5366924" y="2925908"/>
              <a:ext cx="488717" cy="182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75" name="Rectangle 411"/>
            <p:cNvSpPr>
              <a:spLocks noChangeArrowheads="1"/>
            </p:cNvSpPr>
            <p:nvPr/>
          </p:nvSpPr>
          <p:spPr bwMode="auto">
            <a:xfrm>
              <a:off x="5295788" y="3158590"/>
              <a:ext cx="56538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smtClean="0">
                  <a:solidFill>
                    <a:srgbClr val="000000"/>
                  </a:solidFill>
                  <a:latin typeface="微软雅黑" panose="020B0503020204020204" pitchFamily="34" charset="-122"/>
                  <a:ea typeface="微软雅黑" panose="020B0503020204020204" pitchFamily="34" charset="-122"/>
                </a:rPr>
                <a:t>1.1.1.34</a:t>
              </a:r>
              <a:endParaRPr lang="en-US" altLang="zh-CN" sz="1400" b="1" dirty="0">
                <a:latin typeface="微软雅黑" panose="020B0503020204020204" pitchFamily="34" charset="-122"/>
                <a:ea typeface="微软雅黑" panose="020B0503020204020204" pitchFamily="34" charset="-122"/>
              </a:endParaRPr>
            </a:p>
          </p:txBody>
        </p:sp>
        <p:sp>
          <p:nvSpPr>
            <p:cNvPr id="76" name="Rectangle 412"/>
            <p:cNvSpPr>
              <a:spLocks noChangeArrowheads="1"/>
            </p:cNvSpPr>
            <p:nvPr/>
          </p:nvSpPr>
          <p:spPr bwMode="auto">
            <a:xfrm>
              <a:off x="4505896" y="2925908"/>
              <a:ext cx="487793" cy="182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77" name="Rectangle 413"/>
            <p:cNvSpPr>
              <a:spLocks noChangeArrowheads="1"/>
            </p:cNvSpPr>
            <p:nvPr/>
          </p:nvSpPr>
          <p:spPr bwMode="auto">
            <a:xfrm>
              <a:off x="4419054" y="3149554"/>
              <a:ext cx="56538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smtClean="0">
                  <a:solidFill>
                    <a:srgbClr val="C00000"/>
                  </a:solidFill>
                  <a:latin typeface="微软雅黑" panose="020B0503020204020204" pitchFamily="34" charset="-122"/>
                  <a:ea typeface="微软雅黑" panose="020B0503020204020204" pitchFamily="34" charset="-122"/>
                </a:rPr>
                <a:t>1.1.1.33</a:t>
              </a:r>
              <a:endParaRPr lang="en-US" altLang="zh-CN" sz="1400" b="1" dirty="0">
                <a:solidFill>
                  <a:srgbClr val="C00000"/>
                </a:solidFill>
                <a:latin typeface="微软雅黑" panose="020B0503020204020204" pitchFamily="34" charset="-122"/>
                <a:ea typeface="微软雅黑" panose="020B0503020204020204" pitchFamily="34" charset="-122"/>
              </a:endParaRPr>
            </a:p>
          </p:txBody>
        </p:sp>
        <p:sp>
          <p:nvSpPr>
            <p:cNvPr id="78" name="Rectangle 414"/>
            <p:cNvSpPr>
              <a:spLocks noChangeArrowheads="1"/>
            </p:cNvSpPr>
            <p:nvPr/>
          </p:nvSpPr>
          <p:spPr bwMode="auto">
            <a:xfrm>
              <a:off x="2822591" y="2431699"/>
              <a:ext cx="488717" cy="182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79" name="Rectangle 415"/>
            <p:cNvSpPr>
              <a:spLocks noChangeArrowheads="1"/>
            </p:cNvSpPr>
            <p:nvPr/>
          </p:nvSpPr>
          <p:spPr bwMode="auto">
            <a:xfrm>
              <a:off x="2852904" y="2455549"/>
              <a:ext cx="56538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a:solidFill>
                    <a:srgbClr val="000000"/>
                  </a:solidFill>
                  <a:latin typeface="微软雅黑" panose="020B0503020204020204" pitchFamily="34" charset="-122"/>
                  <a:ea typeface="微软雅黑" panose="020B0503020204020204" pitchFamily="34" charset="-122"/>
                </a:rPr>
                <a:t>1.1.1.17</a:t>
              </a:r>
              <a:endParaRPr lang="en-US" altLang="zh-CN" sz="1400" b="1" dirty="0">
                <a:latin typeface="微软雅黑" panose="020B0503020204020204" pitchFamily="34" charset="-122"/>
                <a:ea typeface="微软雅黑" panose="020B0503020204020204" pitchFamily="34" charset="-122"/>
              </a:endParaRPr>
            </a:p>
          </p:txBody>
        </p:sp>
        <p:sp>
          <p:nvSpPr>
            <p:cNvPr id="80" name="Rectangle 416"/>
            <p:cNvSpPr>
              <a:spLocks noChangeArrowheads="1"/>
            </p:cNvSpPr>
            <p:nvPr/>
          </p:nvSpPr>
          <p:spPr bwMode="auto">
            <a:xfrm>
              <a:off x="3801922" y="2958664"/>
              <a:ext cx="488717" cy="181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81" name="Rectangle 417"/>
            <p:cNvSpPr>
              <a:spLocks noChangeArrowheads="1"/>
            </p:cNvSpPr>
            <p:nvPr/>
          </p:nvSpPr>
          <p:spPr bwMode="auto">
            <a:xfrm>
              <a:off x="3631876" y="3129549"/>
              <a:ext cx="56538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a:solidFill>
                    <a:srgbClr val="C00000"/>
                  </a:solidFill>
                  <a:latin typeface="微软雅黑" panose="020B0503020204020204" pitchFamily="34" charset="-122"/>
                  <a:ea typeface="微软雅黑" panose="020B0503020204020204" pitchFamily="34" charset="-122"/>
                </a:rPr>
                <a:t>1.1.1.19</a:t>
              </a:r>
            </a:p>
          </p:txBody>
        </p:sp>
        <p:sp>
          <p:nvSpPr>
            <p:cNvPr id="82" name="Rectangle 418"/>
            <p:cNvSpPr>
              <a:spLocks noChangeArrowheads="1"/>
            </p:cNvSpPr>
            <p:nvPr/>
          </p:nvSpPr>
          <p:spPr bwMode="auto">
            <a:xfrm>
              <a:off x="2822591" y="3164762"/>
              <a:ext cx="488717" cy="181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83" name="Rectangle 419"/>
            <p:cNvSpPr>
              <a:spLocks noChangeArrowheads="1"/>
            </p:cNvSpPr>
            <p:nvPr/>
          </p:nvSpPr>
          <p:spPr bwMode="auto">
            <a:xfrm>
              <a:off x="2922380" y="3017614"/>
              <a:ext cx="56538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a:solidFill>
                    <a:srgbClr val="000000"/>
                  </a:solidFill>
                  <a:latin typeface="微软雅黑" panose="020B0503020204020204" pitchFamily="34" charset="-122"/>
                  <a:ea typeface="微软雅黑" panose="020B0503020204020204" pitchFamily="34" charset="-122"/>
                </a:rPr>
                <a:t>1.1.1.18</a:t>
              </a:r>
              <a:endParaRPr lang="en-US" altLang="zh-CN" sz="1400" b="1" dirty="0">
                <a:latin typeface="微软雅黑" panose="020B0503020204020204" pitchFamily="34" charset="-122"/>
                <a:ea typeface="微软雅黑" panose="020B0503020204020204" pitchFamily="34" charset="-122"/>
              </a:endParaRPr>
            </a:p>
          </p:txBody>
        </p:sp>
        <p:sp>
          <p:nvSpPr>
            <p:cNvPr id="84" name="Oval 421"/>
            <p:cNvSpPr>
              <a:spLocks noChangeArrowheads="1"/>
            </p:cNvSpPr>
            <p:nvPr/>
          </p:nvSpPr>
          <p:spPr bwMode="auto">
            <a:xfrm>
              <a:off x="3416419" y="2504298"/>
              <a:ext cx="45269"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85" name="Rectangle 423"/>
            <p:cNvSpPr>
              <a:spLocks noChangeArrowheads="1"/>
            </p:cNvSpPr>
            <p:nvPr/>
          </p:nvSpPr>
          <p:spPr bwMode="auto">
            <a:xfrm>
              <a:off x="4322974" y="2988031"/>
              <a:ext cx="200476" cy="182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86" name="Rectangle 424"/>
            <p:cNvSpPr>
              <a:spLocks noChangeArrowheads="1"/>
            </p:cNvSpPr>
            <p:nvPr/>
          </p:nvSpPr>
          <p:spPr bwMode="auto">
            <a:xfrm>
              <a:off x="4477257" y="2873950"/>
              <a:ext cx="182050" cy="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FF"/>
                  </a:solidFill>
                  <a:latin typeface="微软雅黑" panose="020B0503020204020204" pitchFamily="34" charset="-122"/>
                  <a:ea typeface="微软雅黑" panose="020B0503020204020204" pitchFamily="34" charset="-122"/>
                </a:rPr>
                <a:t>R</a:t>
              </a:r>
              <a:r>
                <a:rPr lang="en-US" altLang="zh-CN" sz="1600" b="1" baseline="-25000" dirty="0">
                  <a:solidFill>
                    <a:srgbClr val="0000FF"/>
                  </a:solidFill>
                  <a:latin typeface="微软雅黑" panose="020B0503020204020204" pitchFamily="34" charset="-122"/>
                  <a:ea typeface="微软雅黑" panose="020B0503020204020204" pitchFamily="34" charset="-122"/>
                </a:rPr>
                <a:t>3</a:t>
              </a:r>
            </a:p>
          </p:txBody>
        </p:sp>
        <p:sp>
          <p:nvSpPr>
            <p:cNvPr id="87" name="Rectangle 427"/>
            <p:cNvSpPr>
              <a:spLocks noChangeArrowheads="1"/>
            </p:cNvSpPr>
            <p:nvPr/>
          </p:nvSpPr>
          <p:spPr bwMode="auto">
            <a:xfrm>
              <a:off x="5395162" y="2872820"/>
              <a:ext cx="182050" cy="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FF"/>
                  </a:solidFill>
                  <a:latin typeface="微软雅黑" panose="020B0503020204020204" pitchFamily="34" charset="-122"/>
                  <a:ea typeface="微软雅黑" panose="020B0503020204020204" pitchFamily="34" charset="-122"/>
                </a:rPr>
                <a:t>R</a:t>
              </a:r>
              <a:r>
                <a:rPr lang="en-US" altLang="zh-CN" sz="1600" b="1" baseline="-25000" dirty="0">
                  <a:solidFill>
                    <a:srgbClr val="0000FF"/>
                  </a:solidFill>
                  <a:latin typeface="微软雅黑" panose="020B0503020204020204" pitchFamily="34" charset="-122"/>
                  <a:ea typeface="微软雅黑" panose="020B0503020204020204" pitchFamily="34" charset="-122"/>
                </a:rPr>
                <a:t>2</a:t>
              </a:r>
            </a:p>
          </p:txBody>
        </p:sp>
        <p:sp>
          <p:nvSpPr>
            <p:cNvPr id="88" name="Rectangle 429"/>
            <p:cNvSpPr>
              <a:spLocks noChangeArrowheads="1"/>
            </p:cNvSpPr>
            <p:nvPr/>
          </p:nvSpPr>
          <p:spPr bwMode="auto">
            <a:xfrm>
              <a:off x="3287338" y="1885613"/>
              <a:ext cx="435133" cy="181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89" name="Rectangle 430"/>
            <p:cNvSpPr>
              <a:spLocks noChangeArrowheads="1"/>
            </p:cNvSpPr>
            <p:nvPr/>
          </p:nvSpPr>
          <p:spPr bwMode="auto">
            <a:xfrm>
              <a:off x="3330759" y="1837347"/>
              <a:ext cx="81025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u="sng" dirty="0">
                  <a:solidFill>
                    <a:srgbClr val="000000"/>
                  </a:solidFill>
                  <a:latin typeface="微软雅黑" panose="020B0503020204020204" pitchFamily="34" charset="-122"/>
                  <a:ea typeface="微软雅黑" panose="020B0503020204020204" pitchFamily="34" charset="-122"/>
                </a:rPr>
                <a:t>1.1.1.16/29</a:t>
              </a:r>
            </a:p>
          </p:txBody>
        </p:sp>
        <p:sp>
          <p:nvSpPr>
            <p:cNvPr id="90" name="Rectangle 431"/>
            <p:cNvSpPr>
              <a:spLocks noChangeArrowheads="1"/>
            </p:cNvSpPr>
            <p:nvPr/>
          </p:nvSpPr>
          <p:spPr bwMode="auto">
            <a:xfrm>
              <a:off x="3303044" y="1733128"/>
              <a:ext cx="348292" cy="180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91" name="Rectangle 432"/>
            <p:cNvSpPr>
              <a:spLocks noChangeArrowheads="1"/>
            </p:cNvSpPr>
            <p:nvPr/>
          </p:nvSpPr>
          <p:spPr bwMode="auto">
            <a:xfrm>
              <a:off x="3339906" y="1637458"/>
              <a:ext cx="424614" cy="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LAN</a:t>
              </a:r>
              <a:r>
                <a:rPr lang="en-US" altLang="zh-CN" sz="1600" b="1" baseline="-25000" dirty="0">
                  <a:solidFill>
                    <a:srgbClr val="000000"/>
                  </a:solidFill>
                  <a:latin typeface="微软雅黑" panose="020B0503020204020204" pitchFamily="34" charset="-122"/>
                  <a:ea typeface="微软雅黑" panose="020B0503020204020204" pitchFamily="34" charset="-122"/>
                </a:rPr>
                <a:t>3</a:t>
              </a:r>
              <a:endParaRPr lang="en-US" altLang="zh-CN" sz="1600" b="1" baseline="-25000" dirty="0">
                <a:latin typeface="微软雅黑" panose="020B0503020204020204" pitchFamily="34" charset="-122"/>
                <a:ea typeface="微软雅黑" panose="020B0503020204020204" pitchFamily="34" charset="-122"/>
              </a:endParaRPr>
            </a:p>
          </p:txBody>
        </p:sp>
        <p:sp>
          <p:nvSpPr>
            <p:cNvPr id="92" name="Rectangle 434"/>
            <p:cNvSpPr>
              <a:spLocks noChangeArrowheads="1"/>
            </p:cNvSpPr>
            <p:nvPr/>
          </p:nvSpPr>
          <p:spPr bwMode="auto">
            <a:xfrm>
              <a:off x="5013090" y="2653692"/>
              <a:ext cx="201399" cy="182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93" name="Rectangle 438"/>
            <p:cNvSpPr>
              <a:spLocks noChangeArrowheads="1"/>
            </p:cNvSpPr>
            <p:nvPr/>
          </p:nvSpPr>
          <p:spPr bwMode="auto">
            <a:xfrm>
              <a:off x="5509197" y="2471838"/>
              <a:ext cx="207691" cy="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N</a:t>
              </a:r>
              <a:r>
                <a:rPr lang="en-US" altLang="zh-CN" sz="1600" b="1" baseline="-25000" dirty="0">
                  <a:solidFill>
                    <a:srgbClr val="000000"/>
                  </a:solidFill>
                  <a:latin typeface="微软雅黑" panose="020B0503020204020204" pitchFamily="34" charset="-122"/>
                  <a:ea typeface="微软雅黑" panose="020B0503020204020204" pitchFamily="34" charset="-122"/>
                </a:rPr>
                <a:t>1</a:t>
              </a:r>
              <a:endParaRPr lang="en-US" altLang="zh-CN" sz="1600" b="1" baseline="-25000" dirty="0">
                <a:latin typeface="微软雅黑" panose="020B0503020204020204" pitchFamily="34" charset="-122"/>
                <a:ea typeface="微软雅黑" panose="020B0503020204020204" pitchFamily="34" charset="-122"/>
              </a:endParaRPr>
            </a:p>
          </p:txBody>
        </p:sp>
        <p:sp>
          <p:nvSpPr>
            <p:cNvPr id="94" name="Rectangle 440"/>
            <p:cNvSpPr>
              <a:spLocks noChangeArrowheads="1"/>
            </p:cNvSpPr>
            <p:nvPr/>
          </p:nvSpPr>
          <p:spPr bwMode="auto">
            <a:xfrm>
              <a:off x="4692514" y="2501206"/>
              <a:ext cx="200476" cy="182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95" name="Rectangle 441"/>
            <p:cNvSpPr>
              <a:spLocks noChangeArrowheads="1"/>
            </p:cNvSpPr>
            <p:nvPr/>
          </p:nvSpPr>
          <p:spPr bwMode="auto">
            <a:xfrm>
              <a:off x="3874436" y="2248257"/>
              <a:ext cx="207691" cy="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N</a:t>
              </a:r>
              <a:r>
                <a:rPr lang="en-US" altLang="zh-CN" sz="1600" b="1" baseline="-25000" dirty="0">
                  <a:solidFill>
                    <a:srgbClr val="000000"/>
                  </a:solidFill>
                  <a:latin typeface="微软雅黑" panose="020B0503020204020204" pitchFamily="34" charset="-122"/>
                  <a:ea typeface="微软雅黑" panose="020B0503020204020204" pitchFamily="34" charset="-122"/>
                </a:rPr>
                <a:t>2</a:t>
              </a:r>
              <a:endParaRPr lang="en-US" altLang="zh-CN" sz="1600" b="1" baseline="-25000" dirty="0">
                <a:latin typeface="微软雅黑" panose="020B0503020204020204" pitchFamily="34" charset="-122"/>
                <a:ea typeface="微软雅黑" panose="020B0503020204020204" pitchFamily="34" charset="-122"/>
              </a:endParaRPr>
            </a:p>
          </p:txBody>
        </p:sp>
        <p:sp>
          <p:nvSpPr>
            <p:cNvPr id="96" name="Rectangle 444"/>
            <p:cNvSpPr>
              <a:spLocks noChangeArrowheads="1"/>
            </p:cNvSpPr>
            <p:nvPr/>
          </p:nvSpPr>
          <p:spPr bwMode="auto">
            <a:xfrm>
              <a:off x="4848006" y="3340175"/>
              <a:ext cx="81025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u="sng" dirty="0" smtClean="0">
                  <a:solidFill>
                    <a:srgbClr val="000000"/>
                  </a:solidFill>
                  <a:latin typeface="微软雅黑" panose="020B0503020204020204" pitchFamily="34" charset="-122"/>
                  <a:ea typeface="微软雅黑" panose="020B0503020204020204" pitchFamily="34" charset="-122"/>
                </a:rPr>
                <a:t>1.1.1.32/30</a:t>
              </a:r>
              <a:endParaRPr lang="en-US" altLang="zh-CN" sz="1400" b="1" u="sng" dirty="0">
                <a:latin typeface="微软雅黑" panose="020B0503020204020204" pitchFamily="34" charset="-122"/>
                <a:ea typeface="微软雅黑" panose="020B0503020204020204" pitchFamily="34" charset="-122"/>
              </a:endParaRPr>
            </a:p>
          </p:txBody>
        </p:sp>
        <p:sp>
          <p:nvSpPr>
            <p:cNvPr id="97" name="Rectangle 445"/>
            <p:cNvSpPr>
              <a:spLocks noChangeArrowheads="1"/>
            </p:cNvSpPr>
            <p:nvPr/>
          </p:nvSpPr>
          <p:spPr bwMode="auto">
            <a:xfrm>
              <a:off x="4834787" y="2501206"/>
              <a:ext cx="436057" cy="182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98" name="Rectangle 446"/>
            <p:cNvSpPr>
              <a:spLocks noChangeArrowheads="1"/>
            </p:cNvSpPr>
            <p:nvPr/>
          </p:nvSpPr>
          <p:spPr bwMode="auto">
            <a:xfrm>
              <a:off x="3875713" y="2436809"/>
              <a:ext cx="81025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u="sng" dirty="0" smtClean="0">
                  <a:solidFill>
                    <a:srgbClr val="000000"/>
                  </a:solidFill>
                  <a:latin typeface="微软雅黑" panose="020B0503020204020204" pitchFamily="34" charset="-122"/>
                  <a:ea typeface="微软雅黑" panose="020B0503020204020204" pitchFamily="34" charset="-122"/>
                </a:rPr>
                <a:t>1.1.1.28/30</a:t>
              </a:r>
              <a:endParaRPr lang="en-US" altLang="zh-CN" sz="1400" b="1" u="sng" dirty="0">
                <a:latin typeface="微软雅黑" panose="020B0503020204020204" pitchFamily="34" charset="-122"/>
                <a:ea typeface="微软雅黑" panose="020B0503020204020204" pitchFamily="34" charset="-122"/>
              </a:endParaRPr>
            </a:p>
          </p:txBody>
        </p:sp>
        <p:sp>
          <p:nvSpPr>
            <p:cNvPr id="99" name="Rectangle 448"/>
            <p:cNvSpPr>
              <a:spLocks noChangeArrowheads="1"/>
            </p:cNvSpPr>
            <p:nvPr/>
          </p:nvSpPr>
          <p:spPr bwMode="auto">
            <a:xfrm>
              <a:off x="5718606" y="2479744"/>
              <a:ext cx="81025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u="sng" dirty="0" smtClean="0">
                  <a:solidFill>
                    <a:srgbClr val="000000"/>
                  </a:solidFill>
                  <a:latin typeface="微软雅黑" panose="020B0503020204020204" pitchFamily="34" charset="-122"/>
                  <a:ea typeface="微软雅黑" panose="020B0503020204020204" pitchFamily="34" charset="-122"/>
                </a:rPr>
                <a:t>1.1.1.24/30</a:t>
              </a:r>
              <a:endParaRPr lang="en-US" altLang="zh-CN" sz="1400" b="1" u="sng" dirty="0">
                <a:latin typeface="微软雅黑" panose="020B0503020204020204" pitchFamily="34" charset="-122"/>
                <a:ea typeface="微软雅黑" panose="020B0503020204020204" pitchFamily="34" charset="-122"/>
              </a:endParaRPr>
            </a:p>
          </p:txBody>
        </p:sp>
        <p:sp>
          <p:nvSpPr>
            <p:cNvPr id="100" name="Rectangle 435"/>
            <p:cNvSpPr>
              <a:spLocks noChangeArrowheads="1"/>
            </p:cNvSpPr>
            <p:nvPr/>
          </p:nvSpPr>
          <p:spPr bwMode="auto">
            <a:xfrm>
              <a:off x="4628376" y="3317934"/>
              <a:ext cx="207691" cy="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N</a:t>
              </a:r>
              <a:r>
                <a:rPr lang="en-US" altLang="zh-CN" sz="1600" b="1" baseline="-25000" dirty="0">
                  <a:solidFill>
                    <a:srgbClr val="000000"/>
                  </a:solidFill>
                  <a:latin typeface="微软雅黑" panose="020B0503020204020204" pitchFamily="34" charset="-122"/>
                  <a:ea typeface="微软雅黑" panose="020B0503020204020204" pitchFamily="34" charset="-122"/>
                </a:rPr>
                <a:t>3</a:t>
              </a:r>
              <a:endParaRPr lang="en-US" altLang="zh-CN" sz="1600" b="1" baseline="-25000" dirty="0">
                <a:latin typeface="微软雅黑" panose="020B0503020204020204" pitchFamily="34" charset="-122"/>
                <a:ea typeface="微软雅黑" panose="020B0503020204020204" pitchFamily="34" charset="-122"/>
              </a:endParaRPr>
            </a:p>
          </p:txBody>
        </p:sp>
        <p:sp>
          <p:nvSpPr>
            <p:cNvPr id="101" name="Line 460"/>
            <p:cNvSpPr>
              <a:spLocks noChangeShapeType="1"/>
            </p:cNvSpPr>
            <p:nvPr/>
          </p:nvSpPr>
          <p:spPr bwMode="auto">
            <a:xfrm>
              <a:off x="5843630" y="3062580"/>
              <a:ext cx="67071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02" name="Oval 29"/>
            <p:cNvSpPr>
              <a:spLocks noChangeArrowheads="1"/>
            </p:cNvSpPr>
            <p:nvPr/>
          </p:nvSpPr>
          <p:spPr bwMode="auto">
            <a:xfrm>
              <a:off x="5969274" y="3034342"/>
              <a:ext cx="58203" cy="60994"/>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03" name="Rectangle 341"/>
            <p:cNvSpPr>
              <a:spLocks noChangeArrowheads="1"/>
            </p:cNvSpPr>
            <p:nvPr/>
          </p:nvSpPr>
          <p:spPr bwMode="auto">
            <a:xfrm>
              <a:off x="6586450" y="1860964"/>
              <a:ext cx="468706" cy="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LAN</a:t>
              </a:r>
              <a:r>
                <a:rPr lang="en-US" altLang="zh-CN" sz="1600" b="1" baseline="-25000" dirty="0">
                  <a:solidFill>
                    <a:srgbClr val="000000"/>
                  </a:solidFill>
                  <a:latin typeface="微软雅黑" panose="020B0503020204020204" pitchFamily="34" charset="-122"/>
                  <a:ea typeface="微软雅黑" panose="020B0503020204020204" pitchFamily="34" charset="-122"/>
                </a:rPr>
                <a:t>2</a:t>
              </a:r>
              <a:endParaRPr lang="en-US" altLang="zh-CN" sz="1600" b="1" baseline="-25000" dirty="0">
                <a:latin typeface="微软雅黑" panose="020B0503020204020204" pitchFamily="34" charset="-122"/>
                <a:ea typeface="微软雅黑" panose="020B0503020204020204" pitchFamily="34" charset="-122"/>
              </a:endParaRPr>
            </a:p>
          </p:txBody>
        </p:sp>
        <p:sp>
          <p:nvSpPr>
            <p:cNvPr id="104" name="Rectangle 323"/>
            <p:cNvSpPr>
              <a:spLocks noChangeArrowheads="1"/>
            </p:cNvSpPr>
            <p:nvPr/>
          </p:nvSpPr>
          <p:spPr bwMode="auto">
            <a:xfrm>
              <a:off x="3534159" y="1110658"/>
              <a:ext cx="424614" cy="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LAN</a:t>
              </a:r>
              <a:r>
                <a:rPr lang="en-US" altLang="zh-CN" sz="1600" b="1" baseline="-25000" dirty="0">
                  <a:solidFill>
                    <a:srgbClr val="000000"/>
                  </a:solidFill>
                  <a:latin typeface="微软雅黑" panose="020B0503020204020204" pitchFamily="34" charset="-122"/>
                  <a:ea typeface="微软雅黑" panose="020B0503020204020204" pitchFamily="34" charset="-122"/>
                </a:rPr>
                <a:t>1</a:t>
              </a:r>
              <a:endParaRPr lang="en-US" altLang="zh-CN" sz="1600" b="1" baseline="-25000" dirty="0">
                <a:latin typeface="微软雅黑" panose="020B0503020204020204" pitchFamily="34" charset="-122"/>
                <a:ea typeface="微软雅黑" panose="020B0503020204020204" pitchFamily="34" charset="-122"/>
              </a:endParaRPr>
            </a:p>
          </p:txBody>
        </p:sp>
        <p:sp>
          <p:nvSpPr>
            <p:cNvPr id="105" name="Line 471"/>
            <p:cNvSpPr>
              <a:spLocks noChangeShapeType="1"/>
            </p:cNvSpPr>
            <p:nvPr/>
          </p:nvSpPr>
          <p:spPr bwMode="auto">
            <a:xfrm>
              <a:off x="4586271" y="1474466"/>
              <a:ext cx="419428" cy="3072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06" name="Oval 316"/>
            <p:cNvSpPr>
              <a:spLocks noChangeArrowheads="1"/>
            </p:cNvSpPr>
            <p:nvPr/>
          </p:nvSpPr>
          <p:spPr bwMode="auto">
            <a:xfrm>
              <a:off x="4700829" y="1551273"/>
              <a:ext cx="45268"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nvGrpSpPr>
            <p:cNvPr id="107" name="Group 201"/>
            <p:cNvGrpSpPr>
              <a:grpSpLocks/>
            </p:cNvGrpSpPr>
            <p:nvPr/>
          </p:nvGrpSpPr>
          <p:grpSpPr bwMode="auto">
            <a:xfrm>
              <a:off x="4419054" y="1270022"/>
              <a:ext cx="244820" cy="264309"/>
              <a:chOff x="1813" y="593"/>
              <a:chExt cx="343" cy="352"/>
            </a:xfrm>
          </p:grpSpPr>
          <p:grpSp>
            <p:nvGrpSpPr>
              <p:cNvPr id="284" name="Group 202"/>
              <p:cNvGrpSpPr>
                <a:grpSpLocks/>
              </p:cNvGrpSpPr>
              <p:nvPr/>
            </p:nvGrpSpPr>
            <p:grpSpPr bwMode="auto">
              <a:xfrm>
                <a:off x="1821" y="599"/>
                <a:ext cx="335" cy="346"/>
                <a:chOff x="1821" y="599"/>
                <a:chExt cx="335" cy="346"/>
              </a:xfrm>
            </p:grpSpPr>
            <p:sp>
              <p:nvSpPr>
                <p:cNvPr id="298" name="Freeform 203"/>
                <p:cNvSpPr>
                  <a:spLocks/>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 name="T10" fmla="*/ 0 60000 65536"/>
                    <a:gd name="T11" fmla="*/ 0 60000 65536"/>
                    <a:gd name="T12" fmla="*/ 0 60000 65536"/>
                    <a:gd name="T13" fmla="*/ 0 60000 65536"/>
                    <a:gd name="T14" fmla="*/ 0 60000 65536"/>
                    <a:gd name="T15" fmla="*/ 0 w 316"/>
                    <a:gd name="T16" fmla="*/ 0 h 33"/>
                    <a:gd name="T17" fmla="*/ 316 w 316"/>
                    <a:gd name="T18" fmla="*/ 33 h 33"/>
                  </a:gdLst>
                  <a:ahLst/>
                  <a:cxnLst>
                    <a:cxn ang="T10">
                      <a:pos x="T0" y="T1"/>
                    </a:cxn>
                    <a:cxn ang="T11">
                      <a:pos x="T2" y="T3"/>
                    </a:cxn>
                    <a:cxn ang="T12">
                      <a:pos x="T4" y="T5"/>
                    </a:cxn>
                    <a:cxn ang="T13">
                      <a:pos x="T6" y="T7"/>
                    </a:cxn>
                    <a:cxn ang="T14">
                      <a:pos x="T8" y="T9"/>
                    </a:cxn>
                  </a:cxnLst>
                  <a:rect l="T15" t="T16" r="T17" b="T18"/>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99" name="Freeform 204"/>
                <p:cNvSpPr>
                  <a:spLocks/>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 name="T10" fmla="*/ 0 60000 65536"/>
                    <a:gd name="T11" fmla="*/ 0 60000 65536"/>
                    <a:gd name="T12" fmla="*/ 0 60000 65536"/>
                    <a:gd name="T13" fmla="*/ 0 60000 65536"/>
                    <a:gd name="T14" fmla="*/ 0 60000 65536"/>
                    <a:gd name="T15" fmla="*/ 0 w 316"/>
                    <a:gd name="T16" fmla="*/ 0 h 33"/>
                    <a:gd name="T17" fmla="*/ 316 w 316"/>
                    <a:gd name="T18" fmla="*/ 33 h 33"/>
                  </a:gdLst>
                  <a:ahLst/>
                  <a:cxnLst>
                    <a:cxn ang="T10">
                      <a:pos x="T0" y="T1"/>
                    </a:cxn>
                    <a:cxn ang="T11">
                      <a:pos x="T2" y="T3"/>
                    </a:cxn>
                    <a:cxn ang="T12">
                      <a:pos x="T4" y="T5"/>
                    </a:cxn>
                    <a:cxn ang="T13">
                      <a:pos x="T6" y="T7"/>
                    </a:cxn>
                    <a:cxn ang="T14">
                      <a:pos x="T8" y="T9"/>
                    </a:cxn>
                  </a:cxnLst>
                  <a:rect l="T15" t="T16" r="T17" b="T18"/>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00" name="Freeform 205"/>
                <p:cNvSpPr>
                  <a:spLocks/>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01" name="Freeform 206"/>
                <p:cNvSpPr>
                  <a:spLocks/>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02" name="Rectangle 207"/>
                <p:cNvSpPr>
                  <a:spLocks noChangeArrowheads="1"/>
                </p:cNvSpPr>
                <p:nvPr/>
              </p:nvSpPr>
              <p:spPr bwMode="auto">
                <a:xfrm>
                  <a:off x="1877"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03" name="Rectangle 208"/>
                <p:cNvSpPr>
                  <a:spLocks noChangeArrowheads="1"/>
                </p:cNvSpPr>
                <p:nvPr/>
              </p:nvSpPr>
              <p:spPr bwMode="auto">
                <a:xfrm>
                  <a:off x="1832"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04" name="Rectangle 209"/>
                <p:cNvSpPr>
                  <a:spLocks noChangeArrowheads="1"/>
                </p:cNvSpPr>
                <p:nvPr/>
              </p:nvSpPr>
              <p:spPr bwMode="auto">
                <a:xfrm>
                  <a:off x="1898"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05" name="Line 210"/>
                <p:cNvSpPr>
                  <a:spLocks noChangeShapeType="1"/>
                </p:cNvSpPr>
                <p:nvPr/>
              </p:nvSpPr>
              <p:spPr bwMode="auto">
                <a:xfrm flipH="1">
                  <a:off x="2047"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306" name="Group 211"/>
                <p:cNvGrpSpPr>
                  <a:grpSpLocks/>
                </p:cNvGrpSpPr>
                <p:nvPr/>
              </p:nvGrpSpPr>
              <p:grpSpPr bwMode="auto">
                <a:xfrm>
                  <a:off x="1821" y="895"/>
                  <a:ext cx="335" cy="50"/>
                  <a:chOff x="1821" y="895"/>
                  <a:chExt cx="335" cy="50"/>
                </a:xfrm>
              </p:grpSpPr>
              <p:sp>
                <p:nvSpPr>
                  <p:cNvPr id="307" name="Freeform 212"/>
                  <p:cNvSpPr>
                    <a:spLocks/>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08" name="Freeform 213"/>
                  <p:cNvSpPr>
                    <a:spLocks/>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09" name="Rectangle 214"/>
                  <p:cNvSpPr>
                    <a:spLocks noChangeArrowheads="1"/>
                  </p:cNvSpPr>
                  <p:nvPr/>
                </p:nvSpPr>
                <p:spPr bwMode="auto">
                  <a:xfrm>
                    <a:off x="1823" y="931"/>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nvGrpSpPr>
              <p:cNvPr id="285" name="Group 215"/>
              <p:cNvGrpSpPr>
                <a:grpSpLocks/>
              </p:cNvGrpSpPr>
              <p:nvPr/>
            </p:nvGrpSpPr>
            <p:grpSpPr bwMode="auto">
              <a:xfrm>
                <a:off x="1813" y="593"/>
                <a:ext cx="335" cy="346"/>
                <a:chOff x="1813" y="593"/>
                <a:chExt cx="335" cy="346"/>
              </a:xfrm>
            </p:grpSpPr>
            <p:sp>
              <p:nvSpPr>
                <p:cNvPr id="286" name="Freeform 216"/>
                <p:cNvSpPr>
                  <a:spLocks/>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87" name="Freeform 217"/>
                <p:cNvSpPr>
                  <a:spLocks/>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88" name="Freeform 218"/>
                <p:cNvSpPr>
                  <a:spLocks/>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89" name="Freeform 219"/>
                <p:cNvSpPr>
                  <a:spLocks/>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90" name="Rectangle 220"/>
                <p:cNvSpPr>
                  <a:spLocks noChangeArrowheads="1"/>
                </p:cNvSpPr>
                <p:nvPr/>
              </p:nvSpPr>
              <p:spPr bwMode="auto">
                <a:xfrm>
                  <a:off x="1869"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91" name="Rectangle 221"/>
                <p:cNvSpPr>
                  <a:spLocks noChangeArrowheads="1"/>
                </p:cNvSpPr>
                <p:nvPr/>
              </p:nvSpPr>
              <p:spPr bwMode="auto">
                <a:xfrm>
                  <a:off x="1823"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92" name="Rectangle 222"/>
                <p:cNvSpPr>
                  <a:spLocks noChangeArrowheads="1"/>
                </p:cNvSpPr>
                <p:nvPr/>
              </p:nvSpPr>
              <p:spPr bwMode="auto">
                <a:xfrm>
                  <a:off x="1890" y="637"/>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93" name="Line 223"/>
                <p:cNvSpPr>
                  <a:spLocks noChangeShapeType="1"/>
                </p:cNvSpPr>
                <p:nvPr/>
              </p:nvSpPr>
              <p:spPr bwMode="auto">
                <a:xfrm flipH="1">
                  <a:off x="2038" y="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294" name="Group 224"/>
                <p:cNvGrpSpPr>
                  <a:grpSpLocks/>
                </p:cNvGrpSpPr>
                <p:nvPr/>
              </p:nvGrpSpPr>
              <p:grpSpPr bwMode="auto">
                <a:xfrm>
                  <a:off x="1813" y="888"/>
                  <a:ext cx="335" cy="51"/>
                  <a:chOff x="1813" y="888"/>
                  <a:chExt cx="335" cy="51"/>
                </a:xfrm>
              </p:grpSpPr>
              <p:sp>
                <p:nvSpPr>
                  <p:cNvPr id="295" name="Freeform 225"/>
                  <p:cNvSpPr>
                    <a:spLocks/>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96" name="Freeform 226"/>
                  <p:cNvSpPr>
                    <a:spLocks/>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97" name="Rectangle 227"/>
                  <p:cNvSpPr>
                    <a:spLocks noChangeArrowheads="1"/>
                  </p:cNvSpPr>
                  <p:nvPr/>
                </p:nvSpPr>
                <p:spPr bwMode="auto">
                  <a:xfrm>
                    <a:off x="1815"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sp>
          <p:nvSpPr>
            <p:cNvPr id="108" name="Line 472"/>
            <p:cNvSpPr>
              <a:spLocks noChangeShapeType="1"/>
            </p:cNvSpPr>
            <p:nvPr/>
          </p:nvSpPr>
          <p:spPr bwMode="auto">
            <a:xfrm flipH="1">
              <a:off x="5256986" y="1597584"/>
              <a:ext cx="500727" cy="1841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09" name="Line 473"/>
            <p:cNvSpPr>
              <a:spLocks noChangeShapeType="1"/>
            </p:cNvSpPr>
            <p:nvPr/>
          </p:nvSpPr>
          <p:spPr bwMode="auto">
            <a:xfrm>
              <a:off x="5131343" y="1413471"/>
              <a:ext cx="0" cy="39985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10" name="Oval 317"/>
            <p:cNvSpPr>
              <a:spLocks noChangeArrowheads="1"/>
            </p:cNvSpPr>
            <p:nvPr/>
          </p:nvSpPr>
          <p:spPr bwMode="auto">
            <a:xfrm>
              <a:off x="5547075" y="1647284"/>
              <a:ext cx="44345"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nvGrpSpPr>
            <p:cNvPr id="111" name="Group 230"/>
            <p:cNvGrpSpPr>
              <a:grpSpLocks/>
            </p:cNvGrpSpPr>
            <p:nvPr/>
          </p:nvGrpSpPr>
          <p:grpSpPr bwMode="auto">
            <a:xfrm>
              <a:off x="5005699" y="1189825"/>
              <a:ext cx="244820" cy="264309"/>
              <a:chOff x="2868" y="593"/>
              <a:chExt cx="343" cy="352"/>
            </a:xfrm>
          </p:grpSpPr>
          <p:grpSp>
            <p:nvGrpSpPr>
              <p:cNvPr id="258" name="Group 231"/>
              <p:cNvGrpSpPr>
                <a:grpSpLocks/>
              </p:cNvGrpSpPr>
              <p:nvPr/>
            </p:nvGrpSpPr>
            <p:grpSpPr bwMode="auto">
              <a:xfrm>
                <a:off x="2877" y="599"/>
                <a:ext cx="334" cy="346"/>
                <a:chOff x="2877" y="599"/>
                <a:chExt cx="334" cy="346"/>
              </a:xfrm>
            </p:grpSpPr>
            <p:sp>
              <p:nvSpPr>
                <p:cNvPr id="272" name="Freeform 232"/>
                <p:cNvSpPr>
                  <a:spLocks/>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 name="T10" fmla="*/ 0 60000 65536"/>
                    <a:gd name="T11" fmla="*/ 0 60000 65536"/>
                    <a:gd name="T12" fmla="*/ 0 60000 65536"/>
                    <a:gd name="T13" fmla="*/ 0 60000 65536"/>
                    <a:gd name="T14" fmla="*/ 0 60000 65536"/>
                    <a:gd name="T15" fmla="*/ 0 w 316"/>
                    <a:gd name="T16" fmla="*/ 0 h 33"/>
                    <a:gd name="T17" fmla="*/ 316 w 316"/>
                    <a:gd name="T18" fmla="*/ 33 h 33"/>
                  </a:gdLst>
                  <a:ahLst/>
                  <a:cxnLst>
                    <a:cxn ang="T10">
                      <a:pos x="T0" y="T1"/>
                    </a:cxn>
                    <a:cxn ang="T11">
                      <a:pos x="T2" y="T3"/>
                    </a:cxn>
                    <a:cxn ang="T12">
                      <a:pos x="T4" y="T5"/>
                    </a:cxn>
                    <a:cxn ang="T13">
                      <a:pos x="T6" y="T7"/>
                    </a:cxn>
                    <a:cxn ang="T14">
                      <a:pos x="T8" y="T9"/>
                    </a:cxn>
                  </a:cxnLst>
                  <a:rect l="T15" t="T16" r="T17" b="T18"/>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73" name="Freeform 233"/>
                <p:cNvSpPr>
                  <a:spLocks/>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 name="T10" fmla="*/ 0 60000 65536"/>
                    <a:gd name="T11" fmla="*/ 0 60000 65536"/>
                    <a:gd name="T12" fmla="*/ 0 60000 65536"/>
                    <a:gd name="T13" fmla="*/ 0 60000 65536"/>
                    <a:gd name="T14" fmla="*/ 0 60000 65536"/>
                    <a:gd name="T15" fmla="*/ 0 w 316"/>
                    <a:gd name="T16" fmla="*/ 0 h 33"/>
                    <a:gd name="T17" fmla="*/ 316 w 316"/>
                    <a:gd name="T18" fmla="*/ 33 h 33"/>
                  </a:gdLst>
                  <a:ahLst/>
                  <a:cxnLst>
                    <a:cxn ang="T10">
                      <a:pos x="T0" y="T1"/>
                    </a:cxn>
                    <a:cxn ang="T11">
                      <a:pos x="T2" y="T3"/>
                    </a:cxn>
                    <a:cxn ang="T12">
                      <a:pos x="T4" y="T5"/>
                    </a:cxn>
                    <a:cxn ang="T13">
                      <a:pos x="T6" y="T7"/>
                    </a:cxn>
                    <a:cxn ang="T14">
                      <a:pos x="T8" y="T9"/>
                    </a:cxn>
                  </a:cxnLst>
                  <a:rect l="T15" t="T16" r="T17" b="T18"/>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74" name="Freeform 234"/>
                <p:cNvSpPr>
                  <a:spLocks/>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75" name="Freeform 235"/>
                <p:cNvSpPr>
                  <a:spLocks/>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76" name="Rectangle 236"/>
                <p:cNvSpPr>
                  <a:spLocks noChangeArrowheads="1"/>
                </p:cNvSpPr>
                <p:nvPr/>
              </p:nvSpPr>
              <p:spPr bwMode="auto">
                <a:xfrm>
                  <a:off x="2932"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77" name="Rectangle 237"/>
                <p:cNvSpPr>
                  <a:spLocks noChangeArrowheads="1"/>
                </p:cNvSpPr>
                <p:nvPr/>
              </p:nvSpPr>
              <p:spPr bwMode="auto">
                <a:xfrm>
                  <a:off x="2887"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78" name="Rectangle 238"/>
                <p:cNvSpPr>
                  <a:spLocks noChangeArrowheads="1"/>
                </p:cNvSpPr>
                <p:nvPr/>
              </p:nvSpPr>
              <p:spPr bwMode="auto">
                <a:xfrm>
                  <a:off x="2953"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79" name="Line 239"/>
                <p:cNvSpPr>
                  <a:spLocks noChangeShapeType="1"/>
                </p:cNvSpPr>
                <p:nvPr/>
              </p:nvSpPr>
              <p:spPr bwMode="auto">
                <a:xfrm flipH="1">
                  <a:off x="3102"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280" name="Group 240"/>
                <p:cNvGrpSpPr>
                  <a:grpSpLocks/>
                </p:cNvGrpSpPr>
                <p:nvPr/>
              </p:nvGrpSpPr>
              <p:grpSpPr bwMode="auto">
                <a:xfrm>
                  <a:off x="2877" y="895"/>
                  <a:ext cx="334" cy="50"/>
                  <a:chOff x="2877" y="895"/>
                  <a:chExt cx="334" cy="50"/>
                </a:xfrm>
              </p:grpSpPr>
              <p:sp>
                <p:nvSpPr>
                  <p:cNvPr id="281" name="Freeform 241"/>
                  <p:cNvSpPr>
                    <a:spLocks/>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 name="T10" fmla="*/ 0 60000 65536"/>
                      <a:gd name="T11" fmla="*/ 0 60000 65536"/>
                      <a:gd name="T12" fmla="*/ 0 60000 65536"/>
                      <a:gd name="T13" fmla="*/ 0 60000 65536"/>
                      <a:gd name="T14" fmla="*/ 0 60000 65536"/>
                      <a:gd name="T15" fmla="*/ 0 w 334"/>
                      <a:gd name="T16" fmla="*/ 0 h 38"/>
                      <a:gd name="T17" fmla="*/ 334 w 334"/>
                      <a:gd name="T18" fmla="*/ 38 h 38"/>
                    </a:gdLst>
                    <a:ahLst/>
                    <a:cxnLst>
                      <a:cxn ang="T10">
                        <a:pos x="T0" y="T1"/>
                      </a:cxn>
                      <a:cxn ang="T11">
                        <a:pos x="T2" y="T3"/>
                      </a:cxn>
                      <a:cxn ang="T12">
                        <a:pos x="T4" y="T5"/>
                      </a:cxn>
                      <a:cxn ang="T13">
                        <a:pos x="T6" y="T7"/>
                      </a:cxn>
                      <a:cxn ang="T14">
                        <a:pos x="T8" y="T9"/>
                      </a:cxn>
                    </a:cxnLst>
                    <a:rect l="T15" t="T16" r="T17" b="T18"/>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82" name="Freeform 242"/>
                  <p:cNvSpPr>
                    <a:spLocks/>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 name="T10" fmla="*/ 0 60000 65536"/>
                      <a:gd name="T11" fmla="*/ 0 60000 65536"/>
                      <a:gd name="T12" fmla="*/ 0 60000 65536"/>
                      <a:gd name="T13" fmla="*/ 0 60000 65536"/>
                      <a:gd name="T14" fmla="*/ 0 60000 65536"/>
                      <a:gd name="T15" fmla="*/ 0 w 334"/>
                      <a:gd name="T16" fmla="*/ 0 h 38"/>
                      <a:gd name="T17" fmla="*/ 334 w 334"/>
                      <a:gd name="T18" fmla="*/ 38 h 38"/>
                    </a:gdLst>
                    <a:ahLst/>
                    <a:cxnLst>
                      <a:cxn ang="T10">
                        <a:pos x="T0" y="T1"/>
                      </a:cxn>
                      <a:cxn ang="T11">
                        <a:pos x="T2" y="T3"/>
                      </a:cxn>
                      <a:cxn ang="T12">
                        <a:pos x="T4" y="T5"/>
                      </a:cxn>
                      <a:cxn ang="T13">
                        <a:pos x="T6" y="T7"/>
                      </a:cxn>
                      <a:cxn ang="T14">
                        <a:pos x="T8" y="T9"/>
                      </a:cxn>
                    </a:cxnLst>
                    <a:rect l="T15" t="T16" r="T17" b="T18"/>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83" name="Rectangle 243"/>
                  <p:cNvSpPr>
                    <a:spLocks noChangeArrowheads="1"/>
                  </p:cNvSpPr>
                  <p:nvPr/>
                </p:nvSpPr>
                <p:spPr bwMode="auto">
                  <a:xfrm>
                    <a:off x="2879"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nvGrpSpPr>
              <p:cNvPr id="259" name="Group 244"/>
              <p:cNvGrpSpPr>
                <a:grpSpLocks/>
              </p:cNvGrpSpPr>
              <p:nvPr/>
            </p:nvGrpSpPr>
            <p:grpSpPr bwMode="auto">
              <a:xfrm>
                <a:off x="2868" y="593"/>
                <a:ext cx="335" cy="346"/>
                <a:chOff x="2868" y="593"/>
                <a:chExt cx="335" cy="346"/>
              </a:xfrm>
            </p:grpSpPr>
            <p:sp>
              <p:nvSpPr>
                <p:cNvPr id="260" name="Freeform 245"/>
                <p:cNvSpPr>
                  <a:spLocks/>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61" name="Freeform 246"/>
                <p:cNvSpPr>
                  <a:spLocks/>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62" name="Freeform 247"/>
                <p:cNvSpPr>
                  <a:spLocks/>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63" name="Freeform 248"/>
                <p:cNvSpPr>
                  <a:spLocks/>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64" name="Rectangle 249"/>
                <p:cNvSpPr>
                  <a:spLocks noChangeArrowheads="1"/>
                </p:cNvSpPr>
                <p:nvPr/>
              </p:nvSpPr>
              <p:spPr bwMode="auto">
                <a:xfrm>
                  <a:off x="2924"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65" name="Rectangle 250"/>
                <p:cNvSpPr>
                  <a:spLocks noChangeArrowheads="1"/>
                </p:cNvSpPr>
                <p:nvPr/>
              </p:nvSpPr>
              <p:spPr bwMode="auto">
                <a:xfrm>
                  <a:off x="2879"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66" name="Rectangle 251"/>
                <p:cNvSpPr>
                  <a:spLocks noChangeArrowheads="1"/>
                </p:cNvSpPr>
                <p:nvPr/>
              </p:nvSpPr>
              <p:spPr bwMode="auto">
                <a:xfrm>
                  <a:off x="2945"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67" name="Line 252"/>
                <p:cNvSpPr>
                  <a:spLocks noChangeShapeType="1"/>
                </p:cNvSpPr>
                <p:nvPr/>
              </p:nvSpPr>
              <p:spPr bwMode="auto">
                <a:xfrm flipH="1">
                  <a:off x="3094"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268" name="Group 253"/>
                <p:cNvGrpSpPr>
                  <a:grpSpLocks/>
                </p:cNvGrpSpPr>
                <p:nvPr/>
              </p:nvGrpSpPr>
              <p:grpSpPr bwMode="auto">
                <a:xfrm>
                  <a:off x="2868" y="888"/>
                  <a:ext cx="335" cy="51"/>
                  <a:chOff x="2868" y="888"/>
                  <a:chExt cx="335" cy="51"/>
                </a:xfrm>
              </p:grpSpPr>
              <p:sp>
                <p:nvSpPr>
                  <p:cNvPr id="269" name="Freeform 254"/>
                  <p:cNvSpPr>
                    <a:spLocks/>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70" name="Freeform 255"/>
                  <p:cNvSpPr>
                    <a:spLocks/>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71" name="Rectangle 256"/>
                  <p:cNvSpPr>
                    <a:spLocks noChangeArrowheads="1"/>
                  </p:cNvSpPr>
                  <p:nvPr/>
                </p:nvSpPr>
                <p:spPr bwMode="auto">
                  <a:xfrm>
                    <a:off x="2870"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sp>
          <p:nvSpPr>
            <p:cNvPr id="112" name="Oval 318"/>
            <p:cNvSpPr>
              <a:spLocks noChangeArrowheads="1"/>
            </p:cNvSpPr>
            <p:nvPr/>
          </p:nvSpPr>
          <p:spPr bwMode="auto">
            <a:xfrm>
              <a:off x="5110094" y="1546755"/>
              <a:ext cx="45269"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nvGrpSpPr>
            <p:cNvPr id="113" name="Group 257"/>
            <p:cNvGrpSpPr>
              <a:grpSpLocks/>
            </p:cNvGrpSpPr>
            <p:nvPr/>
          </p:nvGrpSpPr>
          <p:grpSpPr bwMode="auto">
            <a:xfrm>
              <a:off x="5667175" y="1401047"/>
              <a:ext cx="244820" cy="264309"/>
              <a:chOff x="3915" y="593"/>
              <a:chExt cx="343" cy="352"/>
            </a:xfrm>
          </p:grpSpPr>
          <p:grpSp>
            <p:nvGrpSpPr>
              <p:cNvPr id="232" name="Group 258"/>
              <p:cNvGrpSpPr>
                <a:grpSpLocks/>
              </p:cNvGrpSpPr>
              <p:nvPr/>
            </p:nvGrpSpPr>
            <p:grpSpPr bwMode="auto">
              <a:xfrm>
                <a:off x="3924" y="599"/>
                <a:ext cx="334" cy="346"/>
                <a:chOff x="3924" y="599"/>
                <a:chExt cx="334" cy="346"/>
              </a:xfrm>
            </p:grpSpPr>
            <p:sp>
              <p:nvSpPr>
                <p:cNvPr id="246" name="Freeform 259"/>
                <p:cNvSpPr>
                  <a:spLocks/>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 name="T10" fmla="*/ 0 60000 65536"/>
                    <a:gd name="T11" fmla="*/ 0 60000 65536"/>
                    <a:gd name="T12" fmla="*/ 0 60000 65536"/>
                    <a:gd name="T13" fmla="*/ 0 60000 65536"/>
                    <a:gd name="T14" fmla="*/ 0 60000 65536"/>
                    <a:gd name="T15" fmla="*/ 0 w 316"/>
                    <a:gd name="T16" fmla="*/ 0 h 33"/>
                    <a:gd name="T17" fmla="*/ 316 w 316"/>
                    <a:gd name="T18" fmla="*/ 33 h 33"/>
                  </a:gdLst>
                  <a:ahLst/>
                  <a:cxnLst>
                    <a:cxn ang="T10">
                      <a:pos x="T0" y="T1"/>
                    </a:cxn>
                    <a:cxn ang="T11">
                      <a:pos x="T2" y="T3"/>
                    </a:cxn>
                    <a:cxn ang="T12">
                      <a:pos x="T4" y="T5"/>
                    </a:cxn>
                    <a:cxn ang="T13">
                      <a:pos x="T6" y="T7"/>
                    </a:cxn>
                    <a:cxn ang="T14">
                      <a:pos x="T8" y="T9"/>
                    </a:cxn>
                  </a:cxnLst>
                  <a:rect l="T15" t="T16" r="T17" b="T18"/>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47" name="Freeform 260"/>
                <p:cNvSpPr>
                  <a:spLocks/>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 name="T10" fmla="*/ 0 60000 65536"/>
                    <a:gd name="T11" fmla="*/ 0 60000 65536"/>
                    <a:gd name="T12" fmla="*/ 0 60000 65536"/>
                    <a:gd name="T13" fmla="*/ 0 60000 65536"/>
                    <a:gd name="T14" fmla="*/ 0 60000 65536"/>
                    <a:gd name="T15" fmla="*/ 0 w 316"/>
                    <a:gd name="T16" fmla="*/ 0 h 33"/>
                    <a:gd name="T17" fmla="*/ 316 w 316"/>
                    <a:gd name="T18" fmla="*/ 33 h 33"/>
                  </a:gdLst>
                  <a:ahLst/>
                  <a:cxnLst>
                    <a:cxn ang="T10">
                      <a:pos x="T0" y="T1"/>
                    </a:cxn>
                    <a:cxn ang="T11">
                      <a:pos x="T2" y="T3"/>
                    </a:cxn>
                    <a:cxn ang="T12">
                      <a:pos x="T4" y="T5"/>
                    </a:cxn>
                    <a:cxn ang="T13">
                      <a:pos x="T6" y="T7"/>
                    </a:cxn>
                    <a:cxn ang="T14">
                      <a:pos x="T8" y="T9"/>
                    </a:cxn>
                  </a:cxnLst>
                  <a:rect l="T15" t="T16" r="T17" b="T18"/>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48" name="Freeform 261"/>
                <p:cNvSpPr>
                  <a:spLocks/>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49" name="Freeform 262"/>
                <p:cNvSpPr>
                  <a:spLocks/>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50" name="Rectangle 263"/>
                <p:cNvSpPr>
                  <a:spLocks noChangeArrowheads="1"/>
                </p:cNvSpPr>
                <p:nvPr/>
              </p:nvSpPr>
              <p:spPr bwMode="auto">
                <a:xfrm>
                  <a:off x="3979"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51" name="Rectangle 264"/>
                <p:cNvSpPr>
                  <a:spLocks noChangeArrowheads="1"/>
                </p:cNvSpPr>
                <p:nvPr/>
              </p:nvSpPr>
              <p:spPr bwMode="auto">
                <a:xfrm>
                  <a:off x="3934"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52" name="Rectangle 265"/>
                <p:cNvSpPr>
                  <a:spLocks noChangeArrowheads="1"/>
                </p:cNvSpPr>
                <p:nvPr/>
              </p:nvSpPr>
              <p:spPr bwMode="auto">
                <a:xfrm>
                  <a:off x="4000"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53" name="Line 266"/>
                <p:cNvSpPr>
                  <a:spLocks noChangeShapeType="1"/>
                </p:cNvSpPr>
                <p:nvPr/>
              </p:nvSpPr>
              <p:spPr bwMode="auto">
                <a:xfrm flipH="1">
                  <a:off x="4149"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254" name="Group 267"/>
                <p:cNvGrpSpPr>
                  <a:grpSpLocks/>
                </p:cNvGrpSpPr>
                <p:nvPr/>
              </p:nvGrpSpPr>
              <p:grpSpPr bwMode="auto">
                <a:xfrm>
                  <a:off x="3924" y="895"/>
                  <a:ext cx="334" cy="50"/>
                  <a:chOff x="3924" y="895"/>
                  <a:chExt cx="334" cy="50"/>
                </a:xfrm>
              </p:grpSpPr>
              <p:sp>
                <p:nvSpPr>
                  <p:cNvPr id="255" name="Freeform 268"/>
                  <p:cNvSpPr>
                    <a:spLocks/>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 name="T10" fmla="*/ 0 60000 65536"/>
                      <a:gd name="T11" fmla="*/ 0 60000 65536"/>
                      <a:gd name="T12" fmla="*/ 0 60000 65536"/>
                      <a:gd name="T13" fmla="*/ 0 60000 65536"/>
                      <a:gd name="T14" fmla="*/ 0 60000 65536"/>
                      <a:gd name="T15" fmla="*/ 0 w 334"/>
                      <a:gd name="T16" fmla="*/ 0 h 38"/>
                      <a:gd name="T17" fmla="*/ 334 w 334"/>
                      <a:gd name="T18" fmla="*/ 38 h 38"/>
                    </a:gdLst>
                    <a:ahLst/>
                    <a:cxnLst>
                      <a:cxn ang="T10">
                        <a:pos x="T0" y="T1"/>
                      </a:cxn>
                      <a:cxn ang="T11">
                        <a:pos x="T2" y="T3"/>
                      </a:cxn>
                      <a:cxn ang="T12">
                        <a:pos x="T4" y="T5"/>
                      </a:cxn>
                      <a:cxn ang="T13">
                        <a:pos x="T6" y="T7"/>
                      </a:cxn>
                      <a:cxn ang="T14">
                        <a:pos x="T8" y="T9"/>
                      </a:cxn>
                    </a:cxnLst>
                    <a:rect l="T15" t="T16" r="T17" b="T18"/>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56" name="Freeform 269"/>
                  <p:cNvSpPr>
                    <a:spLocks/>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 name="T10" fmla="*/ 0 60000 65536"/>
                      <a:gd name="T11" fmla="*/ 0 60000 65536"/>
                      <a:gd name="T12" fmla="*/ 0 60000 65536"/>
                      <a:gd name="T13" fmla="*/ 0 60000 65536"/>
                      <a:gd name="T14" fmla="*/ 0 60000 65536"/>
                      <a:gd name="T15" fmla="*/ 0 w 334"/>
                      <a:gd name="T16" fmla="*/ 0 h 38"/>
                      <a:gd name="T17" fmla="*/ 334 w 334"/>
                      <a:gd name="T18" fmla="*/ 38 h 38"/>
                    </a:gdLst>
                    <a:ahLst/>
                    <a:cxnLst>
                      <a:cxn ang="T10">
                        <a:pos x="T0" y="T1"/>
                      </a:cxn>
                      <a:cxn ang="T11">
                        <a:pos x="T2" y="T3"/>
                      </a:cxn>
                      <a:cxn ang="T12">
                        <a:pos x="T4" y="T5"/>
                      </a:cxn>
                      <a:cxn ang="T13">
                        <a:pos x="T6" y="T7"/>
                      </a:cxn>
                      <a:cxn ang="T14">
                        <a:pos x="T8" y="T9"/>
                      </a:cxn>
                    </a:cxnLst>
                    <a:rect l="T15" t="T16" r="T17" b="T18"/>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57" name="Rectangle 270"/>
                  <p:cNvSpPr>
                    <a:spLocks noChangeArrowheads="1"/>
                  </p:cNvSpPr>
                  <p:nvPr/>
                </p:nvSpPr>
                <p:spPr bwMode="auto">
                  <a:xfrm>
                    <a:off x="3926"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nvGrpSpPr>
              <p:cNvPr id="233" name="Group 271"/>
              <p:cNvGrpSpPr>
                <a:grpSpLocks/>
              </p:cNvGrpSpPr>
              <p:nvPr/>
            </p:nvGrpSpPr>
            <p:grpSpPr bwMode="auto">
              <a:xfrm>
                <a:off x="3915" y="593"/>
                <a:ext cx="335" cy="346"/>
                <a:chOff x="3915" y="593"/>
                <a:chExt cx="335" cy="346"/>
              </a:xfrm>
            </p:grpSpPr>
            <p:sp>
              <p:nvSpPr>
                <p:cNvPr id="234" name="Freeform 272"/>
                <p:cNvSpPr>
                  <a:spLocks/>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35" name="Freeform 273"/>
                <p:cNvSpPr>
                  <a:spLocks/>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36" name="Freeform 274"/>
                <p:cNvSpPr>
                  <a:spLocks/>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37" name="Freeform 275"/>
                <p:cNvSpPr>
                  <a:spLocks/>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38" name="Rectangle 276"/>
                <p:cNvSpPr>
                  <a:spLocks noChangeArrowheads="1"/>
                </p:cNvSpPr>
                <p:nvPr/>
              </p:nvSpPr>
              <p:spPr bwMode="auto">
                <a:xfrm>
                  <a:off x="3971"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39" name="Rectangle 277"/>
                <p:cNvSpPr>
                  <a:spLocks noChangeArrowheads="1"/>
                </p:cNvSpPr>
                <p:nvPr/>
              </p:nvSpPr>
              <p:spPr bwMode="auto">
                <a:xfrm>
                  <a:off x="3926"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40" name="Rectangle 278"/>
                <p:cNvSpPr>
                  <a:spLocks noChangeArrowheads="1"/>
                </p:cNvSpPr>
                <p:nvPr/>
              </p:nvSpPr>
              <p:spPr bwMode="auto">
                <a:xfrm>
                  <a:off x="3992"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41" name="Line 279"/>
                <p:cNvSpPr>
                  <a:spLocks noChangeShapeType="1"/>
                </p:cNvSpPr>
                <p:nvPr/>
              </p:nvSpPr>
              <p:spPr bwMode="auto">
                <a:xfrm flipH="1">
                  <a:off x="4141"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242" name="Group 280"/>
                <p:cNvGrpSpPr>
                  <a:grpSpLocks/>
                </p:cNvGrpSpPr>
                <p:nvPr/>
              </p:nvGrpSpPr>
              <p:grpSpPr bwMode="auto">
                <a:xfrm>
                  <a:off x="3915" y="888"/>
                  <a:ext cx="335" cy="51"/>
                  <a:chOff x="3915" y="888"/>
                  <a:chExt cx="335" cy="51"/>
                </a:xfrm>
              </p:grpSpPr>
              <p:sp>
                <p:nvSpPr>
                  <p:cNvPr id="243" name="Freeform 281"/>
                  <p:cNvSpPr>
                    <a:spLocks/>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44" name="Freeform 282"/>
                  <p:cNvSpPr>
                    <a:spLocks/>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45" name="Rectangle 283"/>
                  <p:cNvSpPr>
                    <a:spLocks noChangeArrowheads="1"/>
                  </p:cNvSpPr>
                  <p:nvPr/>
                </p:nvSpPr>
                <p:spPr bwMode="auto">
                  <a:xfrm>
                    <a:off x="3917"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grpSp>
          <p:nvGrpSpPr>
            <p:cNvPr id="114" name="Group 370"/>
            <p:cNvGrpSpPr>
              <a:grpSpLocks/>
            </p:cNvGrpSpPr>
            <p:nvPr/>
          </p:nvGrpSpPr>
          <p:grpSpPr bwMode="auto">
            <a:xfrm>
              <a:off x="5578486" y="2981254"/>
              <a:ext cx="314109" cy="197668"/>
              <a:chOff x="3488" y="2569"/>
              <a:chExt cx="439" cy="262"/>
            </a:xfrm>
          </p:grpSpPr>
          <p:sp>
            <p:nvSpPr>
              <p:cNvPr id="207" name="Oval 371"/>
              <p:cNvSpPr>
                <a:spLocks noChangeArrowheads="1"/>
              </p:cNvSpPr>
              <p:nvPr/>
            </p:nvSpPr>
            <p:spPr bwMode="auto">
              <a:xfrm>
                <a:off x="3489" y="2678"/>
                <a:ext cx="438" cy="153"/>
              </a:xfrm>
              <a:prstGeom prst="ellipse">
                <a:avLst/>
              </a:prstGeom>
              <a:solidFill>
                <a:srgbClr val="0078AA"/>
              </a:solidFill>
              <a:ln w="4763">
                <a:solidFill>
                  <a:srgbClr val="AAE6FF"/>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08" name="Rectangle 372"/>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09" name="Rectangle 373"/>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10" name="Oval 374"/>
              <p:cNvSpPr>
                <a:spLocks noChangeArrowheads="1"/>
              </p:cNvSpPr>
              <p:nvPr/>
            </p:nvSpPr>
            <p:spPr bwMode="auto">
              <a:xfrm>
                <a:off x="3489" y="2569"/>
                <a:ext cx="438" cy="153"/>
              </a:xfrm>
              <a:prstGeom prst="ellipse">
                <a:avLst/>
              </a:prstGeom>
              <a:solidFill>
                <a:srgbClr val="00B4FF"/>
              </a:solidFill>
              <a:ln w="4763">
                <a:solidFill>
                  <a:srgbClr val="AAE6FF"/>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nvGrpSpPr>
              <p:cNvPr id="211" name="Group 375"/>
              <p:cNvGrpSpPr>
                <a:grpSpLocks/>
              </p:cNvGrpSpPr>
              <p:nvPr/>
            </p:nvGrpSpPr>
            <p:grpSpPr bwMode="auto">
              <a:xfrm>
                <a:off x="3555" y="2587"/>
                <a:ext cx="304" cy="117"/>
                <a:chOff x="3555" y="2587"/>
                <a:chExt cx="304" cy="117"/>
              </a:xfrm>
            </p:grpSpPr>
            <p:grpSp>
              <p:nvGrpSpPr>
                <p:cNvPr id="214" name="Group 376"/>
                <p:cNvGrpSpPr>
                  <a:grpSpLocks/>
                </p:cNvGrpSpPr>
                <p:nvPr/>
              </p:nvGrpSpPr>
              <p:grpSpPr bwMode="auto">
                <a:xfrm>
                  <a:off x="3555" y="2587"/>
                  <a:ext cx="301" cy="115"/>
                  <a:chOff x="3555" y="2587"/>
                  <a:chExt cx="301" cy="115"/>
                </a:xfrm>
              </p:grpSpPr>
              <p:sp>
                <p:nvSpPr>
                  <p:cNvPr id="224" name="Freeform 377"/>
                  <p:cNvSpPr>
                    <a:spLocks/>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25" name="Freeform 378"/>
                  <p:cNvSpPr>
                    <a:spLocks/>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26" name="Freeform 379"/>
                  <p:cNvSpPr>
                    <a:spLocks/>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27" name="Freeform 380"/>
                  <p:cNvSpPr>
                    <a:spLocks/>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28" name="Freeform 381"/>
                  <p:cNvSpPr>
                    <a:spLocks/>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29" name="Freeform 382"/>
                  <p:cNvSpPr>
                    <a:spLocks/>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30" name="Freeform 383"/>
                  <p:cNvSpPr>
                    <a:spLocks/>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31" name="Freeform 384"/>
                  <p:cNvSpPr>
                    <a:spLocks/>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grpSp>
              <p:nvGrpSpPr>
                <p:cNvPr id="215" name="Group 385"/>
                <p:cNvGrpSpPr>
                  <a:grpSpLocks/>
                </p:cNvGrpSpPr>
                <p:nvPr/>
              </p:nvGrpSpPr>
              <p:grpSpPr bwMode="auto">
                <a:xfrm>
                  <a:off x="3557" y="2590"/>
                  <a:ext cx="302" cy="114"/>
                  <a:chOff x="3557" y="2590"/>
                  <a:chExt cx="302" cy="114"/>
                </a:xfrm>
              </p:grpSpPr>
              <p:sp>
                <p:nvSpPr>
                  <p:cNvPr id="216" name="Freeform 386"/>
                  <p:cNvSpPr>
                    <a:spLocks/>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17" name="Freeform 387"/>
                  <p:cNvSpPr>
                    <a:spLocks/>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18" name="Freeform 388"/>
                  <p:cNvSpPr>
                    <a:spLocks/>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19" name="Freeform 389"/>
                  <p:cNvSpPr>
                    <a:spLocks/>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20" name="Freeform 390"/>
                  <p:cNvSpPr>
                    <a:spLocks/>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21" name="Freeform 391"/>
                  <p:cNvSpPr>
                    <a:spLocks/>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22" name="Freeform 392"/>
                  <p:cNvSpPr>
                    <a:spLocks/>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23" name="Freeform 393"/>
                  <p:cNvSpPr>
                    <a:spLocks/>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grpSp>
          <p:sp>
            <p:nvSpPr>
              <p:cNvPr id="212" name="Line 394"/>
              <p:cNvSpPr>
                <a:spLocks noChangeShapeType="1"/>
              </p:cNvSpPr>
              <p:nvPr/>
            </p:nvSpPr>
            <p:spPr bwMode="auto">
              <a:xfrm>
                <a:off x="3488"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13" name="Line 395"/>
              <p:cNvSpPr>
                <a:spLocks noChangeShapeType="1"/>
              </p:cNvSpPr>
              <p:nvPr/>
            </p:nvSpPr>
            <p:spPr bwMode="auto">
              <a:xfrm>
                <a:off x="3925"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sp>
          <p:nvSpPr>
            <p:cNvPr id="115" name="Line 474"/>
            <p:cNvSpPr>
              <a:spLocks noChangeShapeType="1"/>
            </p:cNvSpPr>
            <p:nvPr/>
          </p:nvSpPr>
          <p:spPr bwMode="auto">
            <a:xfrm>
              <a:off x="3656878" y="2957865"/>
              <a:ext cx="631914" cy="13747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116" name="Group 344"/>
            <p:cNvGrpSpPr>
              <a:grpSpLocks/>
            </p:cNvGrpSpPr>
            <p:nvPr/>
          </p:nvGrpSpPr>
          <p:grpSpPr bwMode="auto">
            <a:xfrm>
              <a:off x="4171462" y="2981254"/>
              <a:ext cx="314109" cy="197668"/>
              <a:chOff x="1304" y="2569"/>
              <a:chExt cx="439" cy="262"/>
            </a:xfrm>
          </p:grpSpPr>
          <p:sp>
            <p:nvSpPr>
              <p:cNvPr id="182" name="Oval 345"/>
              <p:cNvSpPr>
                <a:spLocks noChangeArrowheads="1"/>
              </p:cNvSpPr>
              <p:nvPr/>
            </p:nvSpPr>
            <p:spPr bwMode="auto">
              <a:xfrm>
                <a:off x="1305" y="2678"/>
                <a:ext cx="438" cy="153"/>
              </a:xfrm>
              <a:prstGeom prst="ellipse">
                <a:avLst/>
              </a:prstGeom>
              <a:solidFill>
                <a:srgbClr val="0078AA"/>
              </a:solidFill>
              <a:ln w="4763">
                <a:solidFill>
                  <a:srgbClr val="AAE6FF"/>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83" name="Rectangle 346"/>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84" name="Rectangle 347"/>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85" name="Oval 348"/>
              <p:cNvSpPr>
                <a:spLocks noChangeArrowheads="1"/>
              </p:cNvSpPr>
              <p:nvPr/>
            </p:nvSpPr>
            <p:spPr bwMode="auto">
              <a:xfrm>
                <a:off x="1305" y="2569"/>
                <a:ext cx="438" cy="153"/>
              </a:xfrm>
              <a:prstGeom prst="ellipse">
                <a:avLst/>
              </a:prstGeom>
              <a:solidFill>
                <a:srgbClr val="00B4FF"/>
              </a:solidFill>
              <a:ln w="4763">
                <a:solidFill>
                  <a:srgbClr val="AAE6FF"/>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nvGrpSpPr>
              <p:cNvPr id="186" name="Group 349"/>
              <p:cNvGrpSpPr>
                <a:grpSpLocks/>
              </p:cNvGrpSpPr>
              <p:nvPr/>
            </p:nvGrpSpPr>
            <p:grpSpPr bwMode="auto">
              <a:xfrm>
                <a:off x="1371" y="2587"/>
                <a:ext cx="304" cy="117"/>
                <a:chOff x="1371" y="2587"/>
                <a:chExt cx="304" cy="117"/>
              </a:xfrm>
            </p:grpSpPr>
            <p:grpSp>
              <p:nvGrpSpPr>
                <p:cNvPr id="189" name="Group 350"/>
                <p:cNvGrpSpPr>
                  <a:grpSpLocks/>
                </p:cNvGrpSpPr>
                <p:nvPr/>
              </p:nvGrpSpPr>
              <p:grpSpPr bwMode="auto">
                <a:xfrm>
                  <a:off x="1371" y="2587"/>
                  <a:ext cx="301" cy="115"/>
                  <a:chOff x="1371" y="2587"/>
                  <a:chExt cx="301" cy="115"/>
                </a:xfrm>
              </p:grpSpPr>
              <p:sp>
                <p:nvSpPr>
                  <p:cNvPr id="199" name="Freeform 351"/>
                  <p:cNvSpPr>
                    <a:spLocks/>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00" name="Freeform 352"/>
                  <p:cNvSpPr>
                    <a:spLocks/>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01" name="Freeform 353"/>
                  <p:cNvSpPr>
                    <a:spLocks/>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02" name="Freeform 354"/>
                  <p:cNvSpPr>
                    <a:spLocks/>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03" name="Freeform 355"/>
                  <p:cNvSpPr>
                    <a:spLocks/>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04" name="Freeform 356"/>
                  <p:cNvSpPr>
                    <a:spLocks/>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05" name="Freeform 357"/>
                  <p:cNvSpPr>
                    <a:spLocks/>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06" name="Freeform 358"/>
                  <p:cNvSpPr>
                    <a:spLocks/>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grpSp>
              <p:nvGrpSpPr>
                <p:cNvPr id="190" name="Group 359"/>
                <p:cNvGrpSpPr>
                  <a:grpSpLocks/>
                </p:cNvGrpSpPr>
                <p:nvPr/>
              </p:nvGrpSpPr>
              <p:grpSpPr bwMode="auto">
                <a:xfrm>
                  <a:off x="1373" y="2590"/>
                  <a:ext cx="302" cy="114"/>
                  <a:chOff x="1373" y="2590"/>
                  <a:chExt cx="302" cy="114"/>
                </a:xfrm>
              </p:grpSpPr>
              <p:sp>
                <p:nvSpPr>
                  <p:cNvPr id="191" name="Freeform 360"/>
                  <p:cNvSpPr>
                    <a:spLocks/>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92" name="Freeform 361"/>
                  <p:cNvSpPr>
                    <a:spLocks/>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93" name="Freeform 362"/>
                  <p:cNvSpPr>
                    <a:spLocks/>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94" name="Freeform 363"/>
                  <p:cNvSpPr>
                    <a:spLocks/>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95" name="Freeform 364"/>
                  <p:cNvSpPr>
                    <a:spLocks/>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96" name="Freeform 365"/>
                  <p:cNvSpPr>
                    <a:spLocks/>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97" name="Freeform 366"/>
                  <p:cNvSpPr>
                    <a:spLocks/>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98" name="Freeform 367"/>
                  <p:cNvSpPr>
                    <a:spLocks/>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grpSp>
          <p:sp>
            <p:nvSpPr>
              <p:cNvPr id="187" name="Line 368"/>
              <p:cNvSpPr>
                <a:spLocks noChangeShapeType="1"/>
              </p:cNvSpPr>
              <p:nvPr/>
            </p:nvSpPr>
            <p:spPr bwMode="auto">
              <a:xfrm>
                <a:off x="1304"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88" name="Line 369"/>
              <p:cNvSpPr>
                <a:spLocks noChangeShapeType="1"/>
              </p:cNvSpPr>
              <p:nvPr/>
            </p:nvSpPr>
            <p:spPr bwMode="auto">
              <a:xfrm>
                <a:off x="1741"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sp>
          <p:nvSpPr>
            <p:cNvPr id="117" name="Oval 422"/>
            <p:cNvSpPr>
              <a:spLocks noChangeArrowheads="1"/>
            </p:cNvSpPr>
            <p:nvPr/>
          </p:nvSpPr>
          <p:spPr bwMode="auto">
            <a:xfrm>
              <a:off x="4028268" y="3023463"/>
              <a:ext cx="44345"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18" name="Rectangle 468"/>
            <p:cNvSpPr>
              <a:spLocks noChangeArrowheads="1"/>
            </p:cNvSpPr>
            <p:nvPr/>
          </p:nvSpPr>
          <p:spPr bwMode="auto">
            <a:xfrm>
              <a:off x="6881080" y="1353899"/>
              <a:ext cx="656408" cy="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600" b="1" dirty="0">
                  <a:solidFill>
                    <a:srgbClr val="000000"/>
                  </a:solidFill>
                  <a:latin typeface="微软雅黑" panose="020B0503020204020204" pitchFamily="34" charset="-122"/>
                  <a:ea typeface="微软雅黑" panose="020B0503020204020204" pitchFamily="34" charset="-122"/>
                </a:rPr>
                <a:t>网络地址</a:t>
              </a:r>
            </a:p>
          </p:txBody>
        </p:sp>
        <p:sp>
          <p:nvSpPr>
            <p:cNvPr id="119" name="Rectangle 468"/>
            <p:cNvSpPr>
              <a:spLocks noChangeArrowheads="1"/>
            </p:cNvSpPr>
            <p:nvPr/>
          </p:nvSpPr>
          <p:spPr bwMode="auto">
            <a:xfrm>
              <a:off x="7440736" y="1571605"/>
              <a:ext cx="491024" cy="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b="1" dirty="0">
                  <a:solidFill>
                    <a:srgbClr val="000000"/>
                  </a:solidFill>
                  <a:latin typeface="微软雅黑" panose="020B0503020204020204" pitchFamily="34" charset="-122"/>
                  <a:ea typeface="微软雅黑" panose="020B0503020204020204" pitchFamily="34" charset="-122"/>
                </a:rPr>
                <a:t>IP</a:t>
              </a:r>
              <a:r>
                <a:rPr lang="zh-CN" altLang="en-US" sz="1600" b="1" dirty="0">
                  <a:solidFill>
                    <a:srgbClr val="000000"/>
                  </a:solidFill>
                  <a:latin typeface="微软雅黑" panose="020B0503020204020204" pitchFamily="34" charset="-122"/>
                  <a:ea typeface="微软雅黑" panose="020B0503020204020204" pitchFamily="34" charset="-122"/>
                </a:rPr>
                <a:t>地址</a:t>
              </a:r>
            </a:p>
          </p:txBody>
        </p:sp>
        <p:sp>
          <p:nvSpPr>
            <p:cNvPr id="120" name="Line 469"/>
            <p:cNvSpPr>
              <a:spLocks noChangeShapeType="1"/>
            </p:cNvSpPr>
            <p:nvPr/>
          </p:nvSpPr>
          <p:spPr bwMode="auto">
            <a:xfrm flipH="1">
              <a:off x="7012040" y="1558343"/>
              <a:ext cx="168141" cy="512805"/>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21" name="Line 469"/>
            <p:cNvSpPr>
              <a:spLocks noChangeShapeType="1"/>
            </p:cNvSpPr>
            <p:nvPr/>
          </p:nvSpPr>
          <p:spPr bwMode="auto">
            <a:xfrm flipH="1">
              <a:off x="7605412" y="1757977"/>
              <a:ext cx="76679" cy="54782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22" name="Oval 316"/>
            <p:cNvSpPr>
              <a:spLocks noChangeArrowheads="1"/>
            </p:cNvSpPr>
            <p:nvPr/>
          </p:nvSpPr>
          <p:spPr bwMode="auto">
            <a:xfrm>
              <a:off x="3237400" y="2910820"/>
              <a:ext cx="45268"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nvGrpSpPr>
            <p:cNvPr id="123" name="Group 344"/>
            <p:cNvGrpSpPr>
              <a:grpSpLocks/>
            </p:cNvGrpSpPr>
            <p:nvPr/>
          </p:nvGrpSpPr>
          <p:grpSpPr bwMode="auto">
            <a:xfrm>
              <a:off x="3595071" y="3710360"/>
              <a:ext cx="242049" cy="128766"/>
              <a:chOff x="1304" y="2569"/>
              <a:chExt cx="439" cy="262"/>
            </a:xfrm>
          </p:grpSpPr>
          <p:sp>
            <p:nvSpPr>
              <p:cNvPr id="157" name="Oval 345"/>
              <p:cNvSpPr>
                <a:spLocks noChangeArrowheads="1"/>
              </p:cNvSpPr>
              <p:nvPr/>
            </p:nvSpPr>
            <p:spPr bwMode="auto">
              <a:xfrm>
                <a:off x="1305" y="2678"/>
                <a:ext cx="438" cy="153"/>
              </a:xfrm>
              <a:prstGeom prst="ellipse">
                <a:avLst/>
              </a:prstGeom>
              <a:solidFill>
                <a:srgbClr val="0078AA"/>
              </a:solidFill>
              <a:ln w="4763">
                <a:solidFill>
                  <a:srgbClr val="AAE6FF"/>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58" name="Rectangle 346"/>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59" name="Rectangle 347"/>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60" name="Oval 348"/>
              <p:cNvSpPr>
                <a:spLocks noChangeArrowheads="1"/>
              </p:cNvSpPr>
              <p:nvPr/>
            </p:nvSpPr>
            <p:spPr bwMode="auto">
              <a:xfrm>
                <a:off x="1305" y="2569"/>
                <a:ext cx="438" cy="153"/>
              </a:xfrm>
              <a:prstGeom prst="ellipse">
                <a:avLst/>
              </a:prstGeom>
              <a:solidFill>
                <a:srgbClr val="00B4FF"/>
              </a:solidFill>
              <a:ln w="4763">
                <a:solidFill>
                  <a:srgbClr val="AAE6FF"/>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nvGrpSpPr>
              <p:cNvPr id="161" name="Group 349"/>
              <p:cNvGrpSpPr>
                <a:grpSpLocks/>
              </p:cNvGrpSpPr>
              <p:nvPr/>
            </p:nvGrpSpPr>
            <p:grpSpPr bwMode="auto">
              <a:xfrm>
                <a:off x="1371" y="2587"/>
                <a:ext cx="304" cy="117"/>
                <a:chOff x="1371" y="2587"/>
                <a:chExt cx="304" cy="117"/>
              </a:xfrm>
            </p:grpSpPr>
            <p:grpSp>
              <p:nvGrpSpPr>
                <p:cNvPr id="164" name="Group 350"/>
                <p:cNvGrpSpPr>
                  <a:grpSpLocks/>
                </p:cNvGrpSpPr>
                <p:nvPr/>
              </p:nvGrpSpPr>
              <p:grpSpPr bwMode="auto">
                <a:xfrm>
                  <a:off x="1371" y="2587"/>
                  <a:ext cx="301" cy="115"/>
                  <a:chOff x="1371" y="2587"/>
                  <a:chExt cx="301" cy="115"/>
                </a:xfrm>
              </p:grpSpPr>
              <p:sp>
                <p:nvSpPr>
                  <p:cNvPr id="174" name="Freeform 351"/>
                  <p:cNvSpPr>
                    <a:spLocks/>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75" name="Freeform 352"/>
                  <p:cNvSpPr>
                    <a:spLocks/>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76" name="Freeform 353"/>
                  <p:cNvSpPr>
                    <a:spLocks/>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77" name="Freeform 354"/>
                  <p:cNvSpPr>
                    <a:spLocks/>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78" name="Freeform 355"/>
                  <p:cNvSpPr>
                    <a:spLocks/>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79" name="Freeform 356"/>
                  <p:cNvSpPr>
                    <a:spLocks/>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80" name="Freeform 357"/>
                  <p:cNvSpPr>
                    <a:spLocks/>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81" name="Freeform 358"/>
                  <p:cNvSpPr>
                    <a:spLocks/>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grpSp>
              <p:nvGrpSpPr>
                <p:cNvPr id="165" name="Group 359"/>
                <p:cNvGrpSpPr>
                  <a:grpSpLocks/>
                </p:cNvGrpSpPr>
                <p:nvPr/>
              </p:nvGrpSpPr>
              <p:grpSpPr bwMode="auto">
                <a:xfrm>
                  <a:off x="1373" y="2590"/>
                  <a:ext cx="302" cy="114"/>
                  <a:chOff x="1373" y="2590"/>
                  <a:chExt cx="302" cy="114"/>
                </a:xfrm>
              </p:grpSpPr>
              <p:sp>
                <p:nvSpPr>
                  <p:cNvPr id="166" name="Freeform 360"/>
                  <p:cNvSpPr>
                    <a:spLocks/>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67" name="Freeform 361"/>
                  <p:cNvSpPr>
                    <a:spLocks/>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68" name="Freeform 362"/>
                  <p:cNvSpPr>
                    <a:spLocks/>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69" name="Freeform 363"/>
                  <p:cNvSpPr>
                    <a:spLocks/>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70" name="Freeform 364"/>
                  <p:cNvSpPr>
                    <a:spLocks/>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71" name="Freeform 365"/>
                  <p:cNvSpPr>
                    <a:spLocks/>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72" name="Freeform 366"/>
                  <p:cNvSpPr>
                    <a:spLocks/>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73" name="Freeform 367"/>
                  <p:cNvSpPr>
                    <a:spLocks/>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grpSp>
          <p:sp>
            <p:nvSpPr>
              <p:cNvPr id="162" name="Line 368"/>
              <p:cNvSpPr>
                <a:spLocks noChangeShapeType="1"/>
              </p:cNvSpPr>
              <p:nvPr/>
            </p:nvSpPr>
            <p:spPr bwMode="auto">
              <a:xfrm>
                <a:off x="1304"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63" name="Line 369"/>
              <p:cNvSpPr>
                <a:spLocks noChangeShapeType="1"/>
              </p:cNvSpPr>
              <p:nvPr/>
            </p:nvSpPr>
            <p:spPr bwMode="auto">
              <a:xfrm>
                <a:off x="1741"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sp>
          <p:nvSpPr>
            <p:cNvPr id="124" name="Rectangle 27"/>
            <p:cNvSpPr>
              <a:spLocks noChangeArrowheads="1"/>
            </p:cNvSpPr>
            <p:nvPr/>
          </p:nvSpPr>
          <p:spPr bwMode="auto">
            <a:xfrm>
              <a:off x="3931352" y="3692733"/>
              <a:ext cx="492306" cy="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dirty="0">
                  <a:solidFill>
                    <a:srgbClr val="000000"/>
                  </a:solidFill>
                  <a:latin typeface="微软雅黑" panose="020B0503020204020204" pitchFamily="34" charset="-122"/>
                  <a:ea typeface="微软雅黑" panose="020B0503020204020204" pitchFamily="34" charset="-122"/>
                </a:rPr>
                <a:t>路由器</a:t>
              </a:r>
              <a:endParaRPr lang="en-US" altLang="zh-CN" sz="1600" b="1" dirty="0">
                <a:solidFill>
                  <a:srgbClr val="000000"/>
                </a:solidFill>
                <a:latin typeface="微软雅黑" panose="020B0503020204020204" pitchFamily="34" charset="-122"/>
                <a:ea typeface="微软雅黑" panose="020B0503020204020204" pitchFamily="34" charset="-122"/>
              </a:endParaRPr>
            </a:p>
          </p:txBody>
        </p:sp>
        <p:grpSp>
          <p:nvGrpSpPr>
            <p:cNvPr id="125" name="Group 30"/>
            <p:cNvGrpSpPr>
              <a:grpSpLocks/>
            </p:cNvGrpSpPr>
            <p:nvPr/>
          </p:nvGrpSpPr>
          <p:grpSpPr bwMode="auto">
            <a:xfrm>
              <a:off x="2944549" y="2679365"/>
              <a:ext cx="244820" cy="265439"/>
              <a:chOff x="101" y="2294"/>
              <a:chExt cx="343" cy="353"/>
            </a:xfrm>
          </p:grpSpPr>
          <p:grpSp>
            <p:nvGrpSpPr>
              <p:cNvPr id="131" name="Group 31"/>
              <p:cNvGrpSpPr>
                <a:grpSpLocks/>
              </p:cNvGrpSpPr>
              <p:nvPr/>
            </p:nvGrpSpPr>
            <p:grpSpPr bwMode="auto">
              <a:xfrm>
                <a:off x="109" y="2301"/>
                <a:ext cx="335" cy="346"/>
                <a:chOff x="109" y="2301"/>
                <a:chExt cx="335" cy="346"/>
              </a:xfrm>
            </p:grpSpPr>
            <p:sp>
              <p:nvSpPr>
                <p:cNvPr id="145" name="Freeform 32"/>
                <p:cNvSpPr>
                  <a:spLocks/>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46" name="Freeform 33"/>
                <p:cNvSpPr>
                  <a:spLocks/>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47" name="Freeform 34"/>
                <p:cNvSpPr>
                  <a:spLocks/>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48" name="Freeform 35"/>
                <p:cNvSpPr>
                  <a:spLocks/>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49" name="Rectangle 36"/>
                <p:cNvSpPr>
                  <a:spLocks noChangeArrowheads="1"/>
                </p:cNvSpPr>
                <p:nvPr/>
              </p:nvSpPr>
              <p:spPr bwMode="auto">
                <a:xfrm>
                  <a:off x="165" y="2324"/>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50" name="Rectangle 37"/>
                <p:cNvSpPr>
                  <a:spLocks noChangeArrowheads="1"/>
                </p:cNvSpPr>
                <p:nvPr/>
              </p:nvSpPr>
              <p:spPr bwMode="auto">
                <a:xfrm>
                  <a:off x="120" y="2512"/>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51" name="Rectangle 38"/>
                <p:cNvSpPr>
                  <a:spLocks noChangeArrowheads="1"/>
                </p:cNvSpPr>
                <p:nvPr/>
              </p:nvSpPr>
              <p:spPr bwMode="auto">
                <a:xfrm>
                  <a:off x="186" y="2345"/>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52" name="Line 39"/>
                <p:cNvSpPr>
                  <a:spLocks noChangeShapeType="1"/>
                </p:cNvSpPr>
                <p:nvPr/>
              </p:nvSpPr>
              <p:spPr bwMode="auto">
                <a:xfrm flipH="1">
                  <a:off x="335" y="2541"/>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153" name="Group 40"/>
                <p:cNvGrpSpPr>
                  <a:grpSpLocks/>
                </p:cNvGrpSpPr>
                <p:nvPr/>
              </p:nvGrpSpPr>
              <p:grpSpPr bwMode="auto">
                <a:xfrm>
                  <a:off x="109" y="2596"/>
                  <a:ext cx="335" cy="51"/>
                  <a:chOff x="109" y="2596"/>
                  <a:chExt cx="335" cy="51"/>
                </a:xfrm>
              </p:grpSpPr>
              <p:sp>
                <p:nvSpPr>
                  <p:cNvPr id="154" name="Freeform 41"/>
                  <p:cNvSpPr>
                    <a:spLocks/>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55" name="Freeform 42"/>
                  <p:cNvSpPr>
                    <a:spLocks/>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56" name="Rectangle 43"/>
                  <p:cNvSpPr>
                    <a:spLocks noChangeArrowheads="1"/>
                  </p:cNvSpPr>
                  <p:nvPr/>
                </p:nvSpPr>
                <p:spPr bwMode="auto">
                  <a:xfrm>
                    <a:off x="112" y="2632"/>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nvGrpSpPr>
              <p:cNvPr id="132" name="Group 44"/>
              <p:cNvGrpSpPr>
                <a:grpSpLocks/>
              </p:cNvGrpSpPr>
              <p:nvPr/>
            </p:nvGrpSpPr>
            <p:grpSpPr bwMode="auto">
              <a:xfrm>
                <a:off x="101" y="2294"/>
                <a:ext cx="335" cy="347"/>
                <a:chOff x="101" y="2294"/>
                <a:chExt cx="335" cy="347"/>
              </a:xfrm>
            </p:grpSpPr>
            <p:sp>
              <p:nvSpPr>
                <p:cNvPr id="133" name="Freeform 45"/>
                <p:cNvSpPr>
                  <a:spLocks/>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34" name="Freeform 46"/>
                <p:cNvSpPr>
                  <a:spLocks/>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35" name="Freeform 47"/>
                <p:cNvSpPr>
                  <a:spLocks/>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 name="T10" fmla="*/ 0 60000 65536"/>
                    <a:gd name="T11" fmla="*/ 0 60000 65536"/>
                    <a:gd name="T12" fmla="*/ 0 60000 65536"/>
                    <a:gd name="T13" fmla="*/ 0 60000 65536"/>
                    <a:gd name="T14" fmla="*/ 0 60000 65536"/>
                    <a:gd name="T15" fmla="*/ 0 w 223"/>
                    <a:gd name="T16" fmla="*/ 0 h 24"/>
                    <a:gd name="T17" fmla="*/ 223 w 223"/>
                    <a:gd name="T18" fmla="*/ 24 h 24"/>
                  </a:gdLst>
                  <a:ahLst/>
                  <a:cxnLst>
                    <a:cxn ang="T10">
                      <a:pos x="T0" y="T1"/>
                    </a:cxn>
                    <a:cxn ang="T11">
                      <a:pos x="T2" y="T3"/>
                    </a:cxn>
                    <a:cxn ang="T12">
                      <a:pos x="T4" y="T5"/>
                    </a:cxn>
                    <a:cxn ang="T13">
                      <a:pos x="T6" y="T7"/>
                    </a:cxn>
                    <a:cxn ang="T14">
                      <a:pos x="T8" y="T9"/>
                    </a:cxn>
                  </a:cxnLst>
                  <a:rect l="T15" t="T16" r="T17" b="T18"/>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36" name="Freeform 48"/>
                <p:cNvSpPr>
                  <a:spLocks/>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 name="T10" fmla="*/ 0 60000 65536"/>
                    <a:gd name="T11" fmla="*/ 0 60000 65536"/>
                    <a:gd name="T12" fmla="*/ 0 60000 65536"/>
                    <a:gd name="T13" fmla="*/ 0 60000 65536"/>
                    <a:gd name="T14" fmla="*/ 0 60000 65536"/>
                    <a:gd name="T15" fmla="*/ 0 w 223"/>
                    <a:gd name="T16" fmla="*/ 0 h 24"/>
                    <a:gd name="T17" fmla="*/ 223 w 223"/>
                    <a:gd name="T18" fmla="*/ 24 h 24"/>
                  </a:gdLst>
                  <a:ahLst/>
                  <a:cxnLst>
                    <a:cxn ang="T10">
                      <a:pos x="T0" y="T1"/>
                    </a:cxn>
                    <a:cxn ang="T11">
                      <a:pos x="T2" y="T3"/>
                    </a:cxn>
                    <a:cxn ang="T12">
                      <a:pos x="T4" y="T5"/>
                    </a:cxn>
                    <a:cxn ang="T13">
                      <a:pos x="T6" y="T7"/>
                    </a:cxn>
                    <a:cxn ang="T14">
                      <a:pos x="T8" y="T9"/>
                    </a:cxn>
                  </a:cxnLst>
                  <a:rect l="T15" t="T16" r="T17" b="T18"/>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37" name="Rectangle 49"/>
                <p:cNvSpPr>
                  <a:spLocks noChangeArrowheads="1"/>
                </p:cNvSpPr>
                <p:nvPr/>
              </p:nvSpPr>
              <p:spPr bwMode="auto">
                <a:xfrm>
                  <a:off x="157" y="2318"/>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38" name="Rectangle 50"/>
                <p:cNvSpPr>
                  <a:spLocks noChangeArrowheads="1"/>
                </p:cNvSpPr>
                <p:nvPr/>
              </p:nvSpPr>
              <p:spPr bwMode="auto">
                <a:xfrm>
                  <a:off x="112" y="2506"/>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39" name="Rectangle 51"/>
                <p:cNvSpPr>
                  <a:spLocks noChangeArrowheads="1"/>
                </p:cNvSpPr>
                <p:nvPr/>
              </p:nvSpPr>
              <p:spPr bwMode="auto">
                <a:xfrm>
                  <a:off x="178" y="2339"/>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40" name="Line 52"/>
                <p:cNvSpPr>
                  <a:spLocks noChangeShapeType="1"/>
                </p:cNvSpPr>
                <p:nvPr/>
              </p:nvSpPr>
              <p:spPr bwMode="auto">
                <a:xfrm flipH="1">
                  <a:off x="326" y="2535"/>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141" name="Group 53"/>
                <p:cNvGrpSpPr>
                  <a:grpSpLocks/>
                </p:cNvGrpSpPr>
                <p:nvPr/>
              </p:nvGrpSpPr>
              <p:grpSpPr bwMode="auto">
                <a:xfrm>
                  <a:off x="101" y="2590"/>
                  <a:ext cx="335" cy="51"/>
                  <a:chOff x="101" y="2590"/>
                  <a:chExt cx="335" cy="51"/>
                </a:xfrm>
              </p:grpSpPr>
              <p:sp>
                <p:nvSpPr>
                  <p:cNvPr id="142" name="Freeform 54"/>
                  <p:cNvSpPr>
                    <a:spLocks/>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43" name="Freeform 55"/>
                  <p:cNvSpPr>
                    <a:spLocks/>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44" name="Rectangle 56"/>
                  <p:cNvSpPr>
                    <a:spLocks noChangeArrowheads="1"/>
                  </p:cNvSpPr>
                  <p:nvPr/>
                </p:nvSpPr>
                <p:spPr bwMode="auto">
                  <a:xfrm>
                    <a:off x="103" y="2626"/>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pic>
          <p:nvPicPr>
            <p:cNvPr id="126" name="Picture 5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33294" y="1711264"/>
              <a:ext cx="397338" cy="182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27" name="Picture 5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67363" y="3920189"/>
              <a:ext cx="292813" cy="161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28" name="Picture 5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3617" y="2855922"/>
              <a:ext cx="397338" cy="182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29" name="Picture 5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73681" y="2984123"/>
              <a:ext cx="397338" cy="182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30" name="Picture 5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26747" y="2457355"/>
              <a:ext cx="397338" cy="182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spTree>
    <p:extLst>
      <p:ext uri="{BB962C8B-B14F-4D97-AF65-F5344CB8AC3E}">
        <p14:creationId xmlns:p14="http://schemas.microsoft.com/office/powerpoint/2010/main" val="1023646044"/>
      </p:ext>
    </p:extLst>
  </p:cSld>
  <p:clrMapOvr>
    <a:masterClrMapping/>
  </p:clrMapOvr>
  <p:transition spd="slow"/>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nchor="ctr"/>
          <a:lstStyle/>
          <a:p>
            <a:pPr eaLnBrk="1" hangingPunct="1"/>
            <a:r>
              <a:rPr lang="en-US" altLang="zh-CN" dirty="0" smtClean="0"/>
              <a:t>IP </a:t>
            </a:r>
            <a:r>
              <a:rPr lang="zh-CN" altLang="en-US" dirty="0" smtClean="0"/>
              <a:t>地址的特点 </a:t>
            </a:r>
          </a:p>
        </p:txBody>
      </p:sp>
      <p:grpSp>
        <p:nvGrpSpPr>
          <p:cNvPr id="3" name="组合 2"/>
          <p:cNvGrpSpPr/>
          <p:nvPr/>
        </p:nvGrpSpPr>
        <p:grpSpPr>
          <a:xfrm>
            <a:off x="839416" y="1656899"/>
            <a:ext cx="10069935" cy="4580413"/>
            <a:chOff x="597048" y="996680"/>
            <a:chExt cx="8053711" cy="3309912"/>
          </a:xfrm>
        </p:grpSpPr>
        <p:sp>
          <p:nvSpPr>
            <p:cNvPr id="4" name="圆角矩形 3"/>
            <p:cNvSpPr/>
            <p:nvPr/>
          </p:nvSpPr>
          <p:spPr>
            <a:xfrm>
              <a:off x="597048" y="996680"/>
              <a:ext cx="8053711" cy="330991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476"/>
            <p:cNvSpPr>
              <a:spLocks noChangeArrowheads="1"/>
            </p:cNvSpPr>
            <p:nvPr/>
          </p:nvSpPr>
          <p:spPr bwMode="auto">
            <a:xfrm>
              <a:off x="3480534" y="3636941"/>
              <a:ext cx="1513262" cy="503769"/>
            </a:xfrm>
            <a:prstGeom prst="rect">
              <a:avLst/>
            </a:prstGeom>
            <a:noFill/>
            <a:ln w="9525" cmpd="dbl"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7" name="椭圆 6"/>
            <p:cNvSpPr/>
            <p:nvPr/>
          </p:nvSpPr>
          <p:spPr bwMode="auto">
            <a:xfrm rot="19311755">
              <a:off x="5944139" y="2386474"/>
              <a:ext cx="2370599" cy="1274073"/>
            </a:xfrm>
            <a:prstGeom prst="ellipse">
              <a:avLst/>
            </a:prstGeom>
            <a:solidFill>
              <a:schemeClr val="bg1"/>
            </a:solidFill>
            <a:ln w="9525" cap="flat" cmpd="sng" algn="ctr">
              <a:solidFill>
                <a:schemeClr val="tx1"/>
              </a:solidFill>
              <a:prstDash val="dash"/>
              <a:round/>
              <a:headEnd type="none" w="med" len="med"/>
              <a:tailEnd type="none" w="med" len="med"/>
            </a:ln>
            <a:effectLst/>
          </p:spPr>
          <p:txBody>
            <a:bodyPr/>
            <a:lstStyle/>
            <a:p>
              <a:pPr>
                <a:defRPr/>
              </a:pPr>
              <a:endParaRPr lang="zh-CN" altLang="en-US" sz="1100" b="1">
                <a:latin typeface="微软雅黑" panose="020B0503020204020204" pitchFamily="34" charset="-122"/>
                <a:ea typeface="微软雅黑" panose="020B0503020204020204" pitchFamily="34" charset="-122"/>
              </a:endParaRPr>
            </a:p>
          </p:txBody>
        </p:sp>
        <p:sp>
          <p:nvSpPr>
            <p:cNvPr id="8" name="Line 472"/>
            <p:cNvSpPr>
              <a:spLocks noChangeShapeType="1"/>
            </p:cNvSpPr>
            <p:nvPr/>
          </p:nvSpPr>
          <p:spPr bwMode="auto">
            <a:xfrm flipH="1">
              <a:off x="6724060" y="2550905"/>
              <a:ext cx="544147" cy="46084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9" name="Line 472"/>
            <p:cNvSpPr>
              <a:spLocks noChangeShapeType="1"/>
            </p:cNvSpPr>
            <p:nvPr/>
          </p:nvSpPr>
          <p:spPr bwMode="auto">
            <a:xfrm flipH="1" flipV="1">
              <a:off x="7352277" y="2550905"/>
              <a:ext cx="363073" cy="26656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0" name="Line 472"/>
            <p:cNvSpPr>
              <a:spLocks noChangeShapeType="1"/>
            </p:cNvSpPr>
            <p:nvPr/>
          </p:nvSpPr>
          <p:spPr bwMode="auto">
            <a:xfrm flipH="1">
              <a:off x="7394775" y="2243674"/>
              <a:ext cx="374159" cy="25527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1" name="椭圆 10"/>
            <p:cNvSpPr/>
            <p:nvPr/>
          </p:nvSpPr>
          <p:spPr bwMode="auto">
            <a:xfrm rot="5400000">
              <a:off x="2635410" y="2144584"/>
              <a:ext cx="1278671" cy="1097332"/>
            </a:xfrm>
            <a:prstGeom prst="ellipse">
              <a:avLst/>
            </a:prstGeom>
            <a:solidFill>
              <a:schemeClr val="bg1"/>
            </a:solidFill>
            <a:ln w="9525" cap="flat" cmpd="sng" algn="ctr">
              <a:solidFill>
                <a:schemeClr val="tx1"/>
              </a:solidFill>
              <a:prstDash val="dash"/>
              <a:round/>
              <a:headEnd type="none" w="med" len="med"/>
              <a:tailEnd type="none" w="med" len="med"/>
            </a:ln>
            <a:effectLst/>
          </p:spPr>
          <p:txBody>
            <a:bodyPr/>
            <a:lstStyle/>
            <a:p>
              <a:pPr>
                <a:defRPr/>
              </a:pPr>
              <a:endParaRPr lang="zh-CN" altLang="en-US" sz="1100" b="1">
                <a:latin typeface="微软雅黑" panose="020B0503020204020204" pitchFamily="34" charset="-122"/>
                <a:ea typeface="微软雅黑" panose="020B0503020204020204" pitchFamily="34" charset="-122"/>
              </a:endParaRPr>
            </a:p>
          </p:txBody>
        </p:sp>
        <p:sp>
          <p:nvSpPr>
            <p:cNvPr id="12" name="Line 471"/>
            <p:cNvSpPr>
              <a:spLocks noChangeShapeType="1"/>
            </p:cNvSpPr>
            <p:nvPr/>
          </p:nvSpPr>
          <p:spPr bwMode="auto">
            <a:xfrm>
              <a:off x="3094243" y="2878324"/>
              <a:ext cx="405529" cy="12265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3" name="Line 471"/>
            <p:cNvSpPr>
              <a:spLocks noChangeShapeType="1"/>
            </p:cNvSpPr>
            <p:nvPr/>
          </p:nvSpPr>
          <p:spPr bwMode="auto">
            <a:xfrm>
              <a:off x="3390756" y="2360852"/>
              <a:ext cx="182925" cy="5621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4" name="椭圆 13"/>
            <p:cNvSpPr/>
            <p:nvPr/>
          </p:nvSpPr>
          <p:spPr bwMode="auto">
            <a:xfrm>
              <a:off x="4209341" y="1155939"/>
              <a:ext cx="1844004" cy="831332"/>
            </a:xfrm>
            <a:prstGeom prst="ellipse">
              <a:avLst/>
            </a:prstGeom>
            <a:solidFill>
              <a:schemeClr val="bg1"/>
            </a:solidFill>
            <a:ln w="9525" cap="flat" cmpd="sng" algn="ctr">
              <a:solidFill>
                <a:schemeClr val="tx1"/>
              </a:solidFill>
              <a:prstDash val="dash"/>
              <a:round/>
              <a:headEnd type="none" w="med" len="med"/>
              <a:tailEnd type="none" w="med" len="med"/>
            </a:ln>
            <a:effectLst/>
          </p:spPr>
          <p:txBody>
            <a:bodyPr/>
            <a:lstStyle/>
            <a:p>
              <a:pPr>
                <a:defRPr/>
              </a:pPr>
              <a:endParaRPr lang="zh-CN" altLang="en-US" sz="1100" b="1">
                <a:latin typeface="微软雅黑" panose="020B0503020204020204" pitchFamily="34" charset="-122"/>
                <a:ea typeface="微软雅黑" panose="020B0503020204020204" pitchFamily="34" charset="-122"/>
              </a:endParaRPr>
            </a:p>
          </p:txBody>
        </p:sp>
        <p:sp>
          <p:nvSpPr>
            <p:cNvPr id="15" name="Line 467"/>
            <p:cNvSpPr>
              <a:spLocks noChangeShapeType="1"/>
            </p:cNvSpPr>
            <p:nvPr/>
          </p:nvSpPr>
          <p:spPr bwMode="auto">
            <a:xfrm>
              <a:off x="6724060" y="3114538"/>
              <a:ext cx="181998" cy="54104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6" name="Line 466"/>
            <p:cNvSpPr>
              <a:spLocks noChangeShapeType="1"/>
            </p:cNvSpPr>
            <p:nvPr/>
          </p:nvSpPr>
          <p:spPr bwMode="auto">
            <a:xfrm flipH="1">
              <a:off x="6407179" y="3112279"/>
              <a:ext cx="183846" cy="5444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7" name="Freeform 6"/>
            <p:cNvSpPr>
              <a:spLocks/>
            </p:cNvSpPr>
            <p:nvPr/>
          </p:nvSpPr>
          <p:spPr bwMode="auto">
            <a:xfrm>
              <a:off x="4650941" y="3047897"/>
              <a:ext cx="813911" cy="131025"/>
            </a:xfrm>
            <a:custGeom>
              <a:avLst/>
              <a:gdLst>
                <a:gd name="T0" fmla="*/ 2147483647 w 1138"/>
                <a:gd name="T1" fmla="*/ 2147483647 h 174"/>
                <a:gd name="T2" fmla="*/ 2147483647 w 1138"/>
                <a:gd name="T3" fmla="*/ 2147483647 h 174"/>
                <a:gd name="T4" fmla="*/ 2147483647 w 1138"/>
                <a:gd name="T5" fmla="*/ 2147483647 h 174"/>
                <a:gd name="T6" fmla="*/ 2147483647 w 1138"/>
                <a:gd name="T7" fmla="*/ 2147483647 h 174"/>
                <a:gd name="T8" fmla="*/ 2147483647 w 1138"/>
                <a:gd name="T9" fmla="*/ 0 h 174"/>
                <a:gd name="T10" fmla="*/ 2147483647 w 1138"/>
                <a:gd name="T11" fmla="*/ 0 h 174"/>
                <a:gd name="T12" fmla="*/ 2147483647 w 1138"/>
                <a:gd name="T13" fmla="*/ 0 h 174"/>
                <a:gd name="T14" fmla="*/ 2147483647 w 1138"/>
                <a:gd name="T15" fmla="*/ 0 h 174"/>
                <a:gd name="T16" fmla="*/ 2147483647 w 1138"/>
                <a:gd name="T17" fmla="*/ 2147483647 h 174"/>
                <a:gd name="T18" fmla="*/ 2147483647 w 1138"/>
                <a:gd name="T19" fmla="*/ 2147483647 h 174"/>
                <a:gd name="T20" fmla="*/ 2147483647 w 1138"/>
                <a:gd name="T21" fmla="*/ 2147483647 h 174"/>
                <a:gd name="T22" fmla="*/ 2147483647 w 1138"/>
                <a:gd name="T23" fmla="*/ 2147483647 h 174"/>
                <a:gd name="T24" fmla="*/ 2147483647 w 1138"/>
                <a:gd name="T25" fmla="*/ 2147483647 h 174"/>
                <a:gd name="T26" fmla="*/ 2147483647 w 1138"/>
                <a:gd name="T27" fmla="*/ 2147483647 h 174"/>
                <a:gd name="T28" fmla="*/ 2147483647 w 1138"/>
                <a:gd name="T29" fmla="*/ 2147483647 h 174"/>
                <a:gd name="T30" fmla="*/ 2147483647 w 1138"/>
                <a:gd name="T31" fmla="*/ 2147483647 h 174"/>
                <a:gd name="T32" fmla="*/ 2147483647 w 1138"/>
                <a:gd name="T33" fmla="*/ 2147483647 h 174"/>
                <a:gd name="T34" fmla="*/ 2147483647 w 1138"/>
                <a:gd name="T35" fmla="*/ 2147483647 h 174"/>
                <a:gd name="T36" fmla="*/ 2147483647 w 1138"/>
                <a:gd name="T37" fmla="*/ 2147483647 h 174"/>
                <a:gd name="T38" fmla="*/ 2147483647 w 1138"/>
                <a:gd name="T39" fmla="*/ 2147483647 h 174"/>
                <a:gd name="T40" fmla="*/ 2147483647 w 1138"/>
                <a:gd name="T41" fmla="*/ 2147483647 h 174"/>
                <a:gd name="T42" fmla="*/ 2147483647 w 1138"/>
                <a:gd name="T43" fmla="*/ 2147483647 h 174"/>
                <a:gd name="T44" fmla="*/ 2147483647 w 1138"/>
                <a:gd name="T45" fmla="*/ 2147483647 h 174"/>
                <a:gd name="T46" fmla="*/ 2147483647 w 1138"/>
                <a:gd name="T47" fmla="*/ 2147483647 h 174"/>
                <a:gd name="T48" fmla="*/ 2147483647 w 1138"/>
                <a:gd name="T49" fmla="*/ 2147483647 h 174"/>
                <a:gd name="T50" fmla="*/ 2147483647 w 1138"/>
                <a:gd name="T51" fmla="*/ 2147483647 h 174"/>
                <a:gd name="T52" fmla="*/ 2147483647 w 1138"/>
                <a:gd name="T53" fmla="*/ 2147483647 h 174"/>
                <a:gd name="T54" fmla="*/ 2147483647 w 1138"/>
                <a:gd name="T55" fmla="*/ 2147483647 h 174"/>
                <a:gd name="T56" fmla="*/ 2147483647 w 1138"/>
                <a:gd name="T57" fmla="*/ 2147483647 h 174"/>
                <a:gd name="T58" fmla="*/ 2147483647 w 1138"/>
                <a:gd name="T59" fmla="*/ 2147483647 h 174"/>
                <a:gd name="T60" fmla="*/ 2147483647 w 1138"/>
                <a:gd name="T61" fmla="*/ 2147483647 h 174"/>
                <a:gd name="T62" fmla="*/ 2147483647 w 1138"/>
                <a:gd name="T63" fmla="*/ 2147483647 h 174"/>
                <a:gd name="T64" fmla="*/ 2147483647 w 1138"/>
                <a:gd name="T65" fmla="*/ 2147483647 h 174"/>
                <a:gd name="T66" fmla="*/ 2147483647 w 1138"/>
                <a:gd name="T67" fmla="*/ 2147483647 h 174"/>
                <a:gd name="T68" fmla="*/ 2147483647 w 1138"/>
                <a:gd name="T69" fmla="*/ 2147483647 h 174"/>
                <a:gd name="T70" fmla="*/ 2147483647 w 1138"/>
                <a:gd name="T71" fmla="*/ 2147483647 h 174"/>
                <a:gd name="T72" fmla="*/ 2147483647 w 1138"/>
                <a:gd name="T73" fmla="*/ 2147483647 h 174"/>
                <a:gd name="T74" fmla="*/ 2147483647 w 1138"/>
                <a:gd name="T75" fmla="*/ 2147483647 h 174"/>
                <a:gd name="T76" fmla="*/ 2147483647 w 1138"/>
                <a:gd name="T77" fmla="*/ 2147483647 h 174"/>
                <a:gd name="T78" fmla="*/ 2147483647 w 1138"/>
                <a:gd name="T79" fmla="*/ 2147483647 h 174"/>
                <a:gd name="T80" fmla="*/ 2147483647 w 1138"/>
                <a:gd name="T81" fmla="*/ 2147483647 h 174"/>
                <a:gd name="T82" fmla="*/ 2147483647 w 1138"/>
                <a:gd name="T83" fmla="*/ 2147483647 h 174"/>
                <a:gd name="T84" fmla="*/ 2147483647 w 1138"/>
                <a:gd name="T85" fmla="*/ 2147483647 h 174"/>
                <a:gd name="T86" fmla="*/ 2147483647 w 1138"/>
                <a:gd name="T87" fmla="*/ 2147483647 h 174"/>
                <a:gd name="T88" fmla="*/ 2147483647 w 1138"/>
                <a:gd name="T89" fmla="*/ 2147483647 h 174"/>
                <a:gd name="T90" fmla="*/ 2147483647 w 1138"/>
                <a:gd name="T91" fmla="*/ 2147483647 h 174"/>
                <a:gd name="T92" fmla="*/ 2147483647 w 1138"/>
                <a:gd name="T93" fmla="*/ 2147483647 h 174"/>
                <a:gd name="T94" fmla="*/ 2147483647 w 1138"/>
                <a:gd name="T95" fmla="*/ 2147483647 h 174"/>
                <a:gd name="T96" fmla="*/ 2147483647 w 1138"/>
                <a:gd name="T97" fmla="*/ 2147483647 h 174"/>
                <a:gd name="T98" fmla="*/ 2147483647 w 1138"/>
                <a:gd name="T99" fmla="*/ 2147483647 h 174"/>
                <a:gd name="T100" fmla="*/ 2147483647 w 1138"/>
                <a:gd name="T101" fmla="*/ 2147483647 h 174"/>
                <a:gd name="T102" fmla="*/ 2147483647 w 1138"/>
                <a:gd name="T103" fmla="*/ 2147483647 h 174"/>
                <a:gd name="T104" fmla="*/ 2147483647 w 1138"/>
                <a:gd name="T105" fmla="*/ 2147483647 h 174"/>
                <a:gd name="T106" fmla="*/ 2147483647 w 1138"/>
                <a:gd name="T107" fmla="*/ 2147483647 h 174"/>
                <a:gd name="T108" fmla="*/ 2147483647 w 1138"/>
                <a:gd name="T109" fmla="*/ 2147483647 h 174"/>
                <a:gd name="T110" fmla="*/ 0 w 1138"/>
                <a:gd name="T111" fmla="*/ 2147483647 h 174"/>
                <a:gd name="T112" fmla="*/ 0 w 1138"/>
                <a:gd name="T113" fmla="*/ 2147483647 h 174"/>
                <a:gd name="T114" fmla="*/ 2147483647 w 1138"/>
                <a:gd name="T115" fmla="*/ 2147483647 h 174"/>
                <a:gd name="T116" fmla="*/ 2147483647 w 1138"/>
                <a:gd name="T117" fmla="*/ 2147483647 h 174"/>
                <a:gd name="T118" fmla="*/ 2147483647 w 1138"/>
                <a:gd name="T119" fmla="*/ 2147483647 h 174"/>
                <a:gd name="T120" fmla="*/ 2147483647 w 1138"/>
                <a:gd name="T121" fmla="*/ 2147483647 h 174"/>
                <a:gd name="T122" fmla="*/ 2147483647 w 1138"/>
                <a:gd name="T123" fmla="*/ 2147483647 h 174"/>
                <a:gd name="T124" fmla="*/ 2147483647 w 1138"/>
                <a:gd name="T125" fmla="*/ 2147483647 h 17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138"/>
                <a:gd name="T190" fmla="*/ 0 h 174"/>
                <a:gd name="T191" fmla="*/ 1138 w 1138"/>
                <a:gd name="T192" fmla="*/ 174 h 17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138" h="174">
                  <a:moveTo>
                    <a:pt x="45" y="21"/>
                  </a:moveTo>
                  <a:lnTo>
                    <a:pt x="60" y="10"/>
                  </a:lnTo>
                  <a:lnTo>
                    <a:pt x="77" y="4"/>
                  </a:lnTo>
                  <a:lnTo>
                    <a:pt x="87" y="2"/>
                  </a:lnTo>
                  <a:lnTo>
                    <a:pt x="99" y="0"/>
                  </a:lnTo>
                  <a:lnTo>
                    <a:pt x="116" y="0"/>
                  </a:lnTo>
                  <a:lnTo>
                    <a:pt x="137" y="0"/>
                  </a:lnTo>
                  <a:lnTo>
                    <a:pt x="160" y="0"/>
                  </a:lnTo>
                  <a:lnTo>
                    <a:pt x="189" y="2"/>
                  </a:lnTo>
                  <a:lnTo>
                    <a:pt x="218" y="6"/>
                  </a:lnTo>
                  <a:lnTo>
                    <a:pt x="251" y="8"/>
                  </a:lnTo>
                  <a:lnTo>
                    <a:pt x="288" y="12"/>
                  </a:lnTo>
                  <a:lnTo>
                    <a:pt x="324" y="16"/>
                  </a:lnTo>
                  <a:lnTo>
                    <a:pt x="403" y="21"/>
                  </a:lnTo>
                  <a:lnTo>
                    <a:pt x="442" y="21"/>
                  </a:lnTo>
                  <a:lnTo>
                    <a:pt x="486" y="23"/>
                  </a:lnTo>
                  <a:lnTo>
                    <a:pt x="575" y="23"/>
                  </a:lnTo>
                  <a:lnTo>
                    <a:pt x="668" y="23"/>
                  </a:lnTo>
                  <a:lnTo>
                    <a:pt x="764" y="21"/>
                  </a:lnTo>
                  <a:lnTo>
                    <a:pt x="814" y="18"/>
                  </a:lnTo>
                  <a:lnTo>
                    <a:pt x="866" y="16"/>
                  </a:lnTo>
                  <a:lnTo>
                    <a:pt x="972" y="10"/>
                  </a:lnTo>
                  <a:lnTo>
                    <a:pt x="1024" y="6"/>
                  </a:lnTo>
                  <a:lnTo>
                    <a:pt x="1063" y="9"/>
                  </a:lnTo>
                  <a:lnTo>
                    <a:pt x="1102" y="15"/>
                  </a:lnTo>
                  <a:lnTo>
                    <a:pt x="1138" y="84"/>
                  </a:lnTo>
                  <a:lnTo>
                    <a:pt x="1096" y="138"/>
                  </a:lnTo>
                  <a:lnTo>
                    <a:pt x="1009" y="159"/>
                  </a:lnTo>
                  <a:lnTo>
                    <a:pt x="918" y="162"/>
                  </a:lnTo>
                  <a:lnTo>
                    <a:pt x="864" y="158"/>
                  </a:lnTo>
                  <a:lnTo>
                    <a:pt x="808" y="155"/>
                  </a:lnTo>
                  <a:lnTo>
                    <a:pt x="693" y="151"/>
                  </a:lnTo>
                  <a:lnTo>
                    <a:pt x="639" y="149"/>
                  </a:lnTo>
                  <a:lnTo>
                    <a:pt x="585" y="149"/>
                  </a:lnTo>
                  <a:lnTo>
                    <a:pt x="531" y="151"/>
                  </a:lnTo>
                  <a:lnTo>
                    <a:pt x="477" y="153"/>
                  </a:lnTo>
                  <a:lnTo>
                    <a:pt x="421" y="158"/>
                  </a:lnTo>
                  <a:lnTo>
                    <a:pt x="367" y="162"/>
                  </a:lnTo>
                  <a:lnTo>
                    <a:pt x="317" y="166"/>
                  </a:lnTo>
                  <a:lnTo>
                    <a:pt x="270" y="170"/>
                  </a:lnTo>
                  <a:lnTo>
                    <a:pt x="226" y="172"/>
                  </a:lnTo>
                  <a:lnTo>
                    <a:pt x="191" y="174"/>
                  </a:lnTo>
                  <a:lnTo>
                    <a:pt x="162" y="174"/>
                  </a:lnTo>
                  <a:lnTo>
                    <a:pt x="141" y="174"/>
                  </a:lnTo>
                  <a:lnTo>
                    <a:pt x="124" y="172"/>
                  </a:lnTo>
                  <a:lnTo>
                    <a:pt x="112" y="170"/>
                  </a:lnTo>
                  <a:lnTo>
                    <a:pt x="104" y="168"/>
                  </a:lnTo>
                  <a:lnTo>
                    <a:pt x="93" y="166"/>
                  </a:lnTo>
                  <a:lnTo>
                    <a:pt x="85" y="162"/>
                  </a:lnTo>
                  <a:lnTo>
                    <a:pt x="74" y="158"/>
                  </a:lnTo>
                  <a:lnTo>
                    <a:pt x="50" y="147"/>
                  </a:lnTo>
                  <a:lnTo>
                    <a:pt x="27" y="133"/>
                  </a:lnTo>
                  <a:lnTo>
                    <a:pt x="16" y="124"/>
                  </a:lnTo>
                  <a:lnTo>
                    <a:pt x="8" y="116"/>
                  </a:lnTo>
                  <a:lnTo>
                    <a:pt x="2" y="108"/>
                  </a:lnTo>
                  <a:lnTo>
                    <a:pt x="0" y="99"/>
                  </a:lnTo>
                  <a:lnTo>
                    <a:pt x="0" y="91"/>
                  </a:lnTo>
                  <a:lnTo>
                    <a:pt x="2" y="81"/>
                  </a:lnTo>
                  <a:lnTo>
                    <a:pt x="6" y="68"/>
                  </a:lnTo>
                  <a:lnTo>
                    <a:pt x="12" y="58"/>
                  </a:lnTo>
                  <a:lnTo>
                    <a:pt x="29" y="37"/>
                  </a:lnTo>
                  <a:lnTo>
                    <a:pt x="37" y="29"/>
                  </a:lnTo>
                  <a:lnTo>
                    <a:pt x="45" y="21"/>
                  </a:lnTo>
                  <a:close/>
                </a:path>
              </a:pathLst>
            </a:custGeom>
            <a:solidFill>
              <a:srgbClr val="FF99CC"/>
            </a:solidFill>
            <a:ln>
              <a:noFill/>
            </a:ln>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8" name="Line 450"/>
            <p:cNvSpPr>
              <a:spLocks noChangeShapeType="1"/>
            </p:cNvSpPr>
            <p:nvPr/>
          </p:nvSpPr>
          <p:spPr bwMode="auto">
            <a:xfrm>
              <a:off x="4445846" y="3106632"/>
              <a:ext cx="116774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9" name="Freeform 4"/>
            <p:cNvSpPr>
              <a:spLocks/>
            </p:cNvSpPr>
            <p:nvPr/>
          </p:nvSpPr>
          <p:spPr bwMode="auto">
            <a:xfrm>
              <a:off x="4429217" y="2313704"/>
              <a:ext cx="529366" cy="560245"/>
            </a:xfrm>
            <a:custGeom>
              <a:avLst/>
              <a:gdLst>
                <a:gd name="T0" fmla="*/ 2147483647 w 741"/>
                <a:gd name="T1" fmla="*/ 2147483647 h 744"/>
                <a:gd name="T2" fmla="*/ 2147483647 w 741"/>
                <a:gd name="T3" fmla="*/ 2147483647 h 744"/>
                <a:gd name="T4" fmla="*/ 2147483647 w 741"/>
                <a:gd name="T5" fmla="*/ 2147483647 h 744"/>
                <a:gd name="T6" fmla="*/ 2147483647 w 741"/>
                <a:gd name="T7" fmla="*/ 2147483647 h 744"/>
                <a:gd name="T8" fmla="*/ 2147483647 w 741"/>
                <a:gd name="T9" fmla="*/ 2147483647 h 744"/>
                <a:gd name="T10" fmla="*/ 2147483647 w 741"/>
                <a:gd name="T11" fmla="*/ 2147483647 h 744"/>
                <a:gd name="T12" fmla="*/ 2147483647 w 741"/>
                <a:gd name="T13" fmla="*/ 2147483647 h 744"/>
                <a:gd name="T14" fmla="*/ 2147483647 w 741"/>
                <a:gd name="T15" fmla="*/ 2147483647 h 744"/>
                <a:gd name="T16" fmla="*/ 2147483647 w 741"/>
                <a:gd name="T17" fmla="*/ 2147483647 h 744"/>
                <a:gd name="T18" fmla="*/ 2147483647 w 741"/>
                <a:gd name="T19" fmla="*/ 2147483647 h 744"/>
                <a:gd name="T20" fmla="*/ 2147483647 w 741"/>
                <a:gd name="T21" fmla="*/ 2147483647 h 744"/>
                <a:gd name="T22" fmla="*/ 2147483647 w 741"/>
                <a:gd name="T23" fmla="*/ 2147483647 h 744"/>
                <a:gd name="T24" fmla="*/ 2147483647 w 741"/>
                <a:gd name="T25" fmla="*/ 2147483647 h 744"/>
                <a:gd name="T26" fmla="*/ 2147483647 w 741"/>
                <a:gd name="T27" fmla="*/ 2147483647 h 744"/>
                <a:gd name="T28" fmla="*/ 2147483647 w 741"/>
                <a:gd name="T29" fmla="*/ 2147483647 h 744"/>
                <a:gd name="T30" fmla="*/ 2147483647 w 741"/>
                <a:gd name="T31" fmla="*/ 2147483647 h 744"/>
                <a:gd name="T32" fmla="*/ 2147483647 w 741"/>
                <a:gd name="T33" fmla="*/ 2147483647 h 744"/>
                <a:gd name="T34" fmla="*/ 2147483647 w 741"/>
                <a:gd name="T35" fmla="*/ 2147483647 h 744"/>
                <a:gd name="T36" fmla="*/ 2147483647 w 741"/>
                <a:gd name="T37" fmla="*/ 2147483647 h 744"/>
                <a:gd name="T38" fmla="*/ 2147483647 w 741"/>
                <a:gd name="T39" fmla="*/ 2147483647 h 744"/>
                <a:gd name="T40" fmla="*/ 2147483647 w 741"/>
                <a:gd name="T41" fmla="*/ 2147483647 h 744"/>
                <a:gd name="T42" fmla="*/ 2147483647 w 741"/>
                <a:gd name="T43" fmla="*/ 2147483647 h 744"/>
                <a:gd name="T44" fmla="*/ 2147483647 w 741"/>
                <a:gd name="T45" fmla="*/ 2147483647 h 744"/>
                <a:gd name="T46" fmla="*/ 2147483647 w 741"/>
                <a:gd name="T47" fmla="*/ 2147483647 h 744"/>
                <a:gd name="T48" fmla="*/ 2147483647 w 741"/>
                <a:gd name="T49" fmla="*/ 2147483647 h 744"/>
                <a:gd name="T50" fmla="*/ 2147483647 w 741"/>
                <a:gd name="T51" fmla="*/ 2147483647 h 744"/>
                <a:gd name="T52" fmla="*/ 2147483647 w 741"/>
                <a:gd name="T53" fmla="*/ 2147483647 h 744"/>
                <a:gd name="T54" fmla="*/ 2147483647 w 741"/>
                <a:gd name="T55" fmla="*/ 0 h 744"/>
                <a:gd name="T56" fmla="*/ 2147483647 w 741"/>
                <a:gd name="T57" fmla="*/ 2147483647 h 744"/>
                <a:gd name="T58" fmla="*/ 2147483647 w 741"/>
                <a:gd name="T59" fmla="*/ 2147483647 h 744"/>
                <a:gd name="T60" fmla="*/ 2147483647 w 741"/>
                <a:gd name="T61" fmla="*/ 2147483647 h 744"/>
                <a:gd name="T62" fmla="*/ 2147483647 w 741"/>
                <a:gd name="T63" fmla="*/ 2147483647 h 744"/>
                <a:gd name="T64" fmla="*/ 2147483647 w 741"/>
                <a:gd name="T65" fmla="*/ 2147483647 h 744"/>
                <a:gd name="T66" fmla="*/ 2147483647 w 741"/>
                <a:gd name="T67" fmla="*/ 2147483647 h 744"/>
                <a:gd name="T68" fmla="*/ 2147483647 w 741"/>
                <a:gd name="T69" fmla="*/ 2147483647 h 744"/>
                <a:gd name="T70" fmla="*/ 2147483647 w 741"/>
                <a:gd name="T71" fmla="*/ 2147483647 h 744"/>
                <a:gd name="T72" fmla="*/ 2147483647 w 741"/>
                <a:gd name="T73" fmla="*/ 2147483647 h 744"/>
                <a:gd name="T74" fmla="*/ 2147483647 w 741"/>
                <a:gd name="T75" fmla="*/ 2147483647 h 744"/>
                <a:gd name="T76" fmla="*/ 2147483647 w 741"/>
                <a:gd name="T77" fmla="*/ 2147483647 h 744"/>
                <a:gd name="T78" fmla="*/ 2147483647 w 741"/>
                <a:gd name="T79" fmla="*/ 2147483647 h 744"/>
                <a:gd name="T80" fmla="*/ 2147483647 w 741"/>
                <a:gd name="T81" fmla="*/ 2147483647 h 744"/>
                <a:gd name="T82" fmla="*/ 2147483647 w 741"/>
                <a:gd name="T83" fmla="*/ 2147483647 h 744"/>
                <a:gd name="T84" fmla="*/ 2147483647 w 741"/>
                <a:gd name="T85" fmla="*/ 2147483647 h 744"/>
                <a:gd name="T86" fmla="*/ 0 w 741"/>
                <a:gd name="T87" fmla="*/ 2147483647 h 744"/>
                <a:gd name="T88" fmla="*/ 2147483647 w 741"/>
                <a:gd name="T89" fmla="*/ 2147483647 h 744"/>
                <a:gd name="T90" fmla="*/ 2147483647 w 741"/>
                <a:gd name="T91" fmla="*/ 2147483647 h 744"/>
                <a:gd name="T92" fmla="*/ 2147483647 w 741"/>
                <a:gd name="T93" fmla="*/ 2147483647 h 744"/>
                <a:gd name="T94" fmla="*/ 2147483647 w 741"/>
                <a:gd name="T95" fmla="*/ 2147483647 h 74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41"/>
                <a:gd name="T145" fmla="*/ 0 h 744"/>
                <a:gd name="T146" fmla="*/ 741 w 741"/>
                <a:gd name="T147" fmla="*/ 744 h 74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41" h="744">
                  <a:moveTo>
                    <a:pt x="204" y="648"/>
                  </a:moveTo>
                  <a:lnTo>
                    <a:pt x="303" y="534"/>
                  </a:lnTo>
                  <a:lnTo>
                    <a:pt x="324" y="501"/>
                  </a:lnTo>
                  <a:lnTo>
                    <a:pt x="390" y="423"/>
                  </a:lnTo>
                  <a:lnTo>
                    <a:pt x="406" y="402"/>
                  </a:lnTo>
                  <a:lnTo>
                    <a:pt x="444" y="363"/>
                  </a:lnTo>
                  <a:lnTo>
                    <a:pt x="483" y="323"/>
                  </a:lnTo>
                  <a:lnTo>
                    <a:pt x="527" y="284"/>
                  </a:lnTo>
                  <a:lnTo>
                    <a:pt x="568" y="249"/>
                  </a:lnTo>
                  <a:lnTo>
                    <a:pt x="591" y="234"/>
                  </a:lnTo>
                  <a:lnTo>
                    <a:pt x="614" y="220"/>
                  </a:lnTo>
                  <a:lnTo>
                    <a:pt x="664" y="193"/>
                  </a:lnTo>
                  <a:lnTo>
                    <a:pt x="687" y="180"/>
                  </a:lnTo>
                  <a:lnTo>
                    <a:pt x="707" y="168"/>
                  </a:lnTo>
                  <a:lnTo>
                    <a:pt x="724" y="155"/>
                  </a:lnTo>
                  <a:lnTo>
                    <a:pt x="734" y="141"/>
                  </a:lnTo>
                  <a:lnTo>
                    <a:pt x="741" y="126"/>
                  </a:lnTo>
                  <a:lnTo>
                    <a:pt x="741" y="110"/>
                  </a:lnTo>
                  <a:lnTo>
                    <a:pt x="738" y="93"/>
                  </a:lnTo>
                  <a:lnTo>
                    <a:pt x="732" y="77"/>
                  </a:lnTo>
                  <a:lnTo>
                    <a:pt x="724" y="60"/>
                  </a:lnTo>
                  <a:lnTo>
                    <a:pt x="714" y="45"/>
                  </a:lnTo>
                  <a:lnTo>
                    <a:pt x="703" y="35"/>
                  </a:lnTo>
                  <a:lnTo>
                    <a:pt x="693" y="25"/>
                  </a:lnTo>
                  <a:lnTo>
                    <a:pt x="680" y="16"/>
                  </a:lnTo>
                  <a:lnTo>
                    <a:pt x="666" y="10"/>
                  </a:lnTo>
                  <a:lnTo>
                    <a:pt x="630" y="2"/>
                  </a:lnTo>
                  <a:lnTo>
                    <a:pt x="612" y="0"/>
                  </a:lnTo>
                  <a:lnTo>
                    <a:pt x="573" y="24"/>
                  </a:lnTo>
                  <a:lnTo>
                    <a:pt x="475" y="110"/>
                  </a:lnTo>
                  <a:lnTo>
                    <a:pt x="460" y="128"/>
                  </a:lnTo>
                  <a:lnTo>
                    <a:pt x="442" y="147"/>
                  </a:lnTo>
                  <a:lnTo>
                    <a:pt x="423" y="168"/>
                  </a:lnTo>
                  <a:lnTo>
                    <a:pt x="379" y="216"/>
                  </a:lnTo>
                  <a:lnTo>
                    <a:pt x="334" y="261"/>
                  </a:lnTo>
                  <a:lnTo>
                    <a:pt x="311" y="282"/>
                  </a:lnTo>
                  <a:lnTo>
                    <a:pt x="290" y="303"/>
                  </a:lnTo>
                  <a:lnTo>
                    <a:pt x="267" y="321"/>
                  </a:lnTo>
                  <a:lnTo>
                    <a:pt x="242" y="338"/>
                  </a:lnTo>
                  <a:lnTo>
                    <a:pt x="192" y="369"/>
                  </a:lnTo>
                  <a:lnTo>
                    <a:pt x="126" y="441"/>
                  </a:lnTo>
                  <a:lnTo>
                    <a:pt x="72" y="519"/>
                  </a:lnTo>
                  <a:lnTo>
                    <a:pt x="27" y="603"/>
                  </a:lnTo>
                  <a:lnTo>
                    <a:pt x="0" y="675"/>
                  </a:lnTo>
                  <a:lnTo>
                    <a:pt x="15" y="735"/>
                  </a:lnTo>
                  <a:lnTo>
                    <a:pt x="36" y="744"/>
                  </a:lnTo>
                  <a:lnTo>
                    <a:pt x="105" y="744"/>
                  </a:lnTo>
                  <a:lnTo>
                    <a:pt x="204" y="648"/>
                  </a:lnTo>
                  <a:close/>
                </a:path>
              </a:pathLst>
            </a:custGeom>
            <a:solidFill>
              <a:srgbClr val="FF99CC"/>
            </a:solidFill>
            <a:ln>
              <a:noFill/>
            </a:ln>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0" name="Freeform 5"/>
            <p:cNvSpPr>
              <a:spLocks/>
            </p:cNvSpPr>
            <p:nvPr/>
          </p:nvSpPr>
          <p:spPr bwMode="auto">
            <a:xfrm>
              <a:off x="5206174" y="2311445"/>
              <a:ext cx="470240" cy="626887"/>
            </a:xfrm>
            <a:custGeom>
              <a:avLst/>
              <a:gdLst>
                <a:gd name="T0" fmla="*/ 2147483647 w 657"/>
                <a:gd name="T1" fmla="*/ 2147483647 h 832"/>
                <a:gd name="T2" fmla="*/ 2147483647 w 657"/>
                <a:gd name="T3" fmla="*/ 2147483647 h 832"/>
                <a:gd name="T4" fmla="*/ 2147483647 w 657"/>
                <a:gd name="T5" fmla="*/ 2147483647 h 832"/>
                <a:gd name="T6" fmla="*/ 2147483647 w 657"/>
                <a:gd name="T7" fmla="*/ 2147483647 h 832"/>
                <a:gd name="T8" fmla="*/ 2147483647 w 657"/>
                <a:gd name="T9" fmla="*/ 0 h 832"/>
                <a:gd name="T10" fmla="*/ 2147483647 w 657"/>
                <a:gd name="T11" fmla="*/ 2147483647 h 832"/>
                <a:gd name="T12" fmla="*/ 2147483647 w 657"/>
                <a:gd name="T13" fmla="*/ 2147483647 h 832"/>
                <a:gd name="T14" fmla="*/ 2147483647 w 657"/>
                <a:gd name="T15" fmla="*/ 2147483647 h 832"/>
                <a:gd name="T16" fmla="*/ 2147483647 w 657"/>
                <a:gd name="T17" fmla="*/ 2147483647 h 832"/>
                <a:gd name="T18" fmla="*/ 2147483647 w 657"/>
                <a:gd name="T19" fmla="*/ 2147483647 h 832"/>
                <a:gd name="T20" fmla="*/ 2147483647 w 657"/>
                <a:gd name="T21" fmla="*/ 2147483647 h 832"/>
                <a:gd name="T22" fmla="*/ 2147483647 w 657"/>
                <a:gd name="T23" fmla="*/ 2147483647 h 832"/>
                <a:gd name="T24" fmla="*/ 2147483647 w 657"/>
                <a:gd name="T25" fmla="*/ 2147483647 h 832"/>
                <a:gd name="T26" fmla="*/ 2147483647 w 657"/>
                <a:gd name="T27" fmla="*/ 2147483647 h 832"/>
                <a:gd name="T28" fmla="*/ 2147483647 w 657"/>
                <a:gd name="T29" fmla="*/ 2147483647 h 832"/>
                <a:gd name="T30" fmla="*/ 2147483647 w 657"/>
                <a:gd name="T31" fmla="*/ 2147483647 h 832"/>
                <a:gd name="T32" fmla="*/ 2147483647 w 657"/>
                <a:gd name="T33" fmla="*/ 2147483647 h 832"/>
                <a:gd name="T34" fmla="*/ 2147483647 w 657"/>
                <a:gd name="T35" fmla="*/ 2147483647 h 832"/>
                <a:gd name="T36" fmla="*/ 2147483647 w 657"/>
                <a:gd name="T37" fmla="*/ 2147483647 h 832"/>
                <a:gd name="T38" fmla="*/ 2147483647 w 657"/>
                <a:gd name="T39" fmla="*/ 2147483647 h 832"/>
                <a:gd name="T40" fmla="*/ 2147483647 w 657"/>
                <a:gd name="T41" fmla="*/ 2147483647 h 832"/>
                <a:gd name="T42" fmla="*/ 2147483647 w 657"/>
                <a:gd name="T43" fmla="*/ 2147483647 h 832"/>
                <a:gd name="T44" fmla="*/ 0 w 657"/>
                <a:gd name="T45" fmla="*/ 2147483647 h 832"/>
                <a:gd name="T46" fmla="*/ 2147483647 w 657"/>
                <a:gd name="T47" fmla="*/ 2147483647 h 832"/>
                <a:gd name="T48" fmla="*/ 2147483647 w 657"/>
                <a:gd name="T49" fmla="*/ 2147483647 h 832"/>
                <a:gd name="T50" fmla="*/ 2147483647 w 657"/>
                <a:gd name="T51" fmla="*/ 2147483647 h 832"/>
                <a:gd name="T52" fmla="*/ 2147483647 w 657"/>
                <a:gd name="T53" fmla="*/ 2147483647 h 83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57"/>
                <a:gd name="T82" fmla="*/ 0 h 832"/>
                <a:gd name="T83" fmla="*/ 657 w 657"/>
                <a:gd name="T84" fmla="*/ 832 h 832"/>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57" h="832">
                  <a:moveTo>
                    <a:pt x="39" y="17"/>
                  </a:moveTo>
                  <a:lnTo>
                    <a:pt x="49" y="10"/>
                  </a:lnTo>
                  <a:lnTo>
                    <a:pt x="60" y="4"/>
                  </a:lnTo>
                  <a:lnTo>
                    <a:pt x="72" y="2"/>
                  </a:lnTo>
                  <a:lnTo>
                    <a:pt x="87" y="0"/>
                  </a:lnTo>
                  <a:lnTo>
                    <a:pt x="161" y="36"/>
                  </a:lnTo>
                  <a:lnTo>
                    <a:pt x="289" y="168"/>
                  </a:lnTo>
                  <a:lnTo>
                    <a:pt x="421" y="320"/>
                  </a:lnTo>
                  <a:lnTo>
                    <a:pt x="513" y="472"/>
                  </a:lnTo>
                  <a:lnTo>
                    <a:pt x="657" y="756"/>
                  </a:lnTo>
                  <a:lnTo>
                    <a:pt x="629" y="832"/>
                  </a:lnTo>
                  <a:lnTo>
                    <a:pt x="541" y="824"/>
                  </a:lnTo>
                  <a:lnTo>
                    <a:pt x="433" y="672"/>
                  </a:lnTo>
                  <a:lnTo>
                    <a:pt x="381" y="556"/>
                  </a:lnTo>
                  <a:lnTo>
                    <a:pt x="285" y="416"/>
                  </a:lnTo>
                  <a:lnTo>
                    <a:pt x="237" y="344"/>
                  </a:lnTo>
                  <a:lnTo>
                    <a:pt x="197" y="304"/>
                  </a:lnTo>
                  <a:lnTo>
                    <a:pt x="153" y="268"/>
                  </a:lnTo>
                  <a:lnTo>
                    <a:pt x="124" y="232"/>
                  </a:lnTo>
                  <a:lnTo>
                    <a:pt x="91" y="214"/>
                  </a:lnTo>
                  <a:lnTo>
                    <a:pt x="62" y="197"/>
                  </a:lnTo>
                  <a:lnTo>
                    <a:pt x="33" y="168"/>
                  </a:lnTo>
                  <a:lnTo>
                    <a:pt x="0" y="91"/>
                  </a:lnTo>
                  <a:lnTo>
                    <a:pt x="6" y="73"/>
                  </a:lnTo>
                  <a:lnTo>
                    <a:pt x="27" y="42"/>
                  </a:lnTo>
                  <a:lnTo>
                    <a:pt x="35" y="27"/>
                  </a:lnTo>
                  <a:lnTo>
                    <a:pt x="39" y="17"/>
                  </a:lnTo>
                  <a:close/>
                </a:path>
              </a:pathLst>
            </a:custGeom>
            <a:solidFill>
              <a:srgbClr val="FF99CC"/>
            </a:solidFill>
            <a:ln>
              <a:noFill/>
            </a:ln>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1" name="Freeform 10"/>
            <p:cNvSpPr>
              <a:spLocks/>
            </p:cNvSpPr>
            <p:nvPr/>
          </p:nvSpPr>
          <p:spPr bwMode="auto">
            <a:xfrm>
              <a:off x="4289715" y="2190586"/>
              <a:ext cx="766795" cy="842627"/>
            </a:xfrm>
            <a:custGeom>
              <a:avLst/>
              <a:gdLst>
                <a:gd name="T0" fmla="*/ 0 w 945"/>
                <a:gd name="T1" fmla="*/ 2147483647 h 888"/>
                <a:gd name="T2" fmla="*/ 2147483647 w 945"/>
                <a:gd name="T3" fmla="*/ 2147483647 h 888"/>
                <a:gd name="T4" fmla="*/ 2147483647 w 945"/>
                <a:gd name="T5" fmla="*/ 2147483647 h 888"/>
                <a:gd name="T6" fmla="*/ 2147483647 w 945"/>
                <a:gd name="T7" fmla="*/ 0 h 888"/>
                <a:gd name="T8" fmla="*/ 0 w 945"/>
                <a:gd name="T9" fmla="*/ 2147483647 h 888"/>
                <a:gd name="T10" fmla="*/ 0 60000 65536"/>
                <a:gd name="T11" fmla="*/ 0 60000 65536"/>
                <a:gd name="T12" fmla="*/ 0 60000 65536"/>
                <a:gd name="T13" fmla="*/ 0 60000 65536"/>
                <a:gd name="T14" fmla="*/ 0 60000 65536"/>
                <a:gd name="T15" fmla="*/ 0 w 945"/>
                <a:gd name="T16" fmla="*/ 0 h 888"/>
                <a:gd name="T17" fmla="*/ 945 w 945"/>
                <a:gd name="T18" fmla="*/ 888 h 888"/>
              </a:gdLst>
              <a:ahLst/>
              <a:cxnLst>
                <a:cxn ang="T10">
                  <a:pos x="T0" y="T1"/>
                </a:cxn>
                <a:cxn ang="T11">
                  <a:pos x="T2" y="T3"/>
                </a:cxn>
                <a:cxn ang="T12">
                  <a:pos x="T4" y="T5"/>
                </a:cxn>
                <a:cxn ang="T13">
                  <a:pos x="T6" y="T7"/>
                </a:cxn>
                <a:cxn ang="T14">
                  <a:pos x="T8" y="T9"/>
                </a:cxn>
              </a:cxnLst>
              <a:rect l="T15" t="T16" r="T17" b="T18"/>
              <a:pathLst>
                <a:path w="945" h="888">
                  <a:moveTo>
                    <a:pt x="0" y="876"/>
                  </a:moveTo>
                  <a:lnTo>
                    <a:pt x="12" y="888"/>
                  </a:lnTo>
                  <a:lnTo>
                    <a:pt x="945" y="12"/>
                  </a:lnTo>
                  <a:lnTo>
                    <a:pt x="932" y="0"/>
                  </a:lnTo>
                  <a:lnTo>
                    <a:pt x="0" y="876"/>
                  </a:lnTo>
                  <a:close/>
                </a:path>
              </a:pathLst>
            </a:custGeom>
            <a:solidFill>
              <a:srgbClr val="000000"/>
            </a:solidFill>
            <a:ln w="9525">
              <a:solidFill>
                <a:srgbClr val="000000"/>
              </a:solidFill>
              <a:round/>
              <a:headEnd/>
              <a:tailEnd/>
            </a:ln>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2" name="Freeform 15"/>
            <p:cNvSpPr>
              <a:spLocks/>
            </p:cNvSpPr>
            <p:nvPr/>
          </p:nvSpPr>
          <p:spPr bwMode="auto">
            <a:xfrm>
              <a:off x="5141505" y="2181549"/>
              <a:ext cx="574635" cy="816648"/>
            </a:xfrm>
            <a:custGeom>
              <a:avLst/>
              <a:gdLst>
                <a:gd name="T0" fmla="*/ 2147483647 w 1094"/>
                <a:gd name="T1" fmla="*/ 2147483647 h 901"/>
                <a:gd name="T2" fmla="*/ 2147483647 w 1094"/>
                <a:gd name="T3" fmla="*/ 2147483647 h 901"/>
                <a:gd name="T4" fmla="*/ 2147483647 w 1094"/>
                <a:gd name="T5" fmla="*/ 0 h 901"/>
                <a:gd name="T6" fmla="*/ 0 w 1094"/>
                <a:gd name="T7" fmla="*/ 2147483647 h 901"/>
                <a:gd name="T8" fmla="*/ 2147483647 w 1094"/>
                <a:gd name="T9" fmla="*/ 2147483647 h 901"/>
                <a:gd name="T10" fmla="*/ 0 60000 65536"/>
                <a:gd name="T11" fmla="*/ 0 60000 65536"/>
                <a:gd name="T12" fmla="*/ 0 60000 65536"/>
                <a:gd name="T13" fmla="*/ 0 60000 65536"/>
                <a:gd name="T14" fmla="*/ 0 60000 65536"/>
                <a:gd name="T15" fmla="*/ 0 w 1094"/>
                <a:gd name="T16" fmla="*/ 0 h 901"/>
                <a:gd name="T17" fmla="*/ 1094 w 1094"/>
                <a:gd name="T18" fmla="*/ 901 h 901"/>
              </a:gdLst>
              <a:ahLst/>
              <a:cxnLst>
                <a:cxn ang="T10">
                  <a:pos x="T0" y="T1"/>
                </a:cxn>
                <a:cxn ang="T11">
                  <a:pos x="T2" y="T3"/>
                </a:cxn>
                <a:cxn ang="T12">
                  <a:pos x="T4" y="T5"/>
                </a:cxn>
                <a:cxn ang="T13">
                  <a:pos x="T6" y="T7"/>
                </a:cxn>
                <a:cxn ang="T14">
                  <a:pos x="T8" y="T9"/>
                </a:cxn>
              </a:cxnLst>
              <a:rect l="T15" t="T16" r="T17" b="T18"/>
              <a:pathLst>
                <a:path w="1094" h="901">
                  <a:moveTo>
                    <a:pt x="1082" y="901"/>
                  </a:moveTo>
                  <a:lnTo>
                    <a:pt x="1094" y="887"/>
                  </a:lnTo>
                  <a:lnTo>
                    <a:pt x="12" y="0"/>
                  </a:lnTo>
                  <a:lnTo>
                    <a:pt x="0" y="15"/>
                  </a:lnTo>
                  <a:lnTo>
                    <a:pt x="1082" y="901"/>
                  </a:lnTo>
                  <a:close/>
                </a:path>
              </a:pathLst>
            </a:custGeom>
            <a:solidFill>
              <a:srgbClr val="000000"/>
            </a:solidFill>
            <a:ln w="9525">
              <a:solidFill>
                <a:srgbClr val="000000"/>
              </a:solidFill>
              <a:round/>
              <a:headEnd/>
              <a:tailEnd/>
            </a:ln>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3" name="Rectangle 27"/>
            <p:cNvSpPr>
              <a:spLocks noChangeArrowheads="1"/>
            </p:cNvSpPr>
            <p:nvPr/>
          </p:nvSpPr>
          <p:spPr bwMode="auto">
            <a:xfrm>
              <a:off x="3931352" y="3912547"/>
              <a:ext cx="984611" cy="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dirty="0">
                  <a:solidFill>
                    <a:srgbClr val="000000"/>
                  </a:solidFill>
                  <a:latin typeface="微软雅黑" panose="020B0503020204020204" pitchFamily="34" charset="-122"/>
                  <a:ea typeface="微软雅黑" panose="020B0503020204020204" pitchFamily="34" charset="-122"/>
                </a:rPr>
                <a:t>以太网交换机</a:t>
              </a:r>
              <a:endParaRPr lang="en-US" altLang="zh-CN" sz="1600" b="1" dirty="0">
                <a:latin typeface="微软雅黑" panose="020B0503020204020204" pitchFamily="34" charset="-122"/>
                <a:ea typeface="微软雅黑" panose="020B0503020204020204" pitchFamily="34" charset="-122"/>
              </a:endParaRPr>
            </a:p>
          </p:txBody>
        </p:sp>
        <p:sp>
          <p:nvSpPr>
            <p:cNvPr id="24" name="Oval 28"/>
            <p:cNvSpPr>
              <a:spLocks noChangeArrowheads="1"/>
            </p:cNvSpPr>
            <p:nvPr/>
          </p:nvSpPr>
          <p:spPr bwMode="auto">
            <a:xfrm>
              <a:off x="6444133" y="3435324"/>
              <a:ext cx="57279" cy="60994"/>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nvGrpSpPr>
            <p:cNvPr id="25" name="Group 57"/>
            <p:cNvGrpSpPr>
              <a:grpSpLocks/>
            </p:cNvGrpSpPr>
            <p:nvPr/>
          </p:nvGrpSpPr>
          <p:grpSpPr bwMode="auto">
            <a:xfrm>
              <a:off x="6270449" y="3566349"/>
              <a:ext cx="243896" cy="265439"/>
              <a:chOff x="3891" y="3616"/>
              <a:chExt cx="342" cy="353"/>
            </a:xfrm>
          </p:grpSpPr>
          <p:grpSp>
            <p:nvGrpSpPr>
              <p:cNvPr id="437" name="Group 58"/>
              <p:cNvGrpSpPr>
                <a:grpSpLocks/>
              </p:cNvGrpSpPr>
              <p:nvPr/>
            </p:nvGrpSpPr>
            <p:grpSpPr bwMode="auto">
              <a:xfrm>
                <a:off x="3899" y="3622"/>
                <a:ext cx="334" cy="347"/>
                <a:chOff x="3899" y="3622"/>
                <a:chExt cx="334" cy="347"/>
              </a:xfrm>
            </p:grpSpPr>
            <p:sp>
              <p:nvSpPr>
                <p:cNvPr id="451" name="Freeform 59"/>
                <p:cNvSpPr>
                  <a:spLocks/>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52" name="Freeform 60"/>
                <p:cNvSpPr>
                  <a:spLocks/>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53" name="Freeform 61"/>
                <p:cNvSpPr>
                  <a:spLocks/>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 name="T10" fmla="*/ 0 60000 65536"/>
                    <a:gd name="T11" fmla="*/ 0 60000 65536"/>
                    <a:gd name="T12" fmla="*/ 0 60000 65536"/>
                    <a:gd name="T13" fmla="*/ 0 60000 65536"/>
                    <a:gd name="T14" fmla="*/ 0 60000 65536"/>
                    <a:gd name="T15" fmla="*/ 0 w 223"/>
                    <a:gd name="T16" fmla="*/ 0 h 24"/>
                    <a:gd name="T17" fmla="*/ 223 w 223"/>
                    <a:gd name="T18" fmla="*/ 24 h 24"/>
                  </a:gdLst>
                  <a:ahLst/>
                  <a:cxnLst>
                    <a:cxn ang="T10">
                      <a:pos x="T0" y="T1"/>
                    </a:cxn>
                    <a:cxn ang="T11">
                      <a:pos x="T2" y="T3"/>
                    </a:cxn>
                    <a:cxn ang="T12">
                      <a:pos x="T4" y="T5"/>
                    </a:cxn>
                    <a:cxn ang="T13">
                      <a:pos x="T6" y="T7"/>
                    </a:cxn>
                    <a:cxn ang="T14">
                      <a:pos x="T8" y="T9"/>
                    </a:cxn>
                  </a:cxnLst>
                  <a:rect l="T15" t="T16" r="T17" b="T18"/>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54" name="Freeform 62"/>
                <p:cNvSpPr>
                  <a:spLocks/>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 name="T10" fmla="*/ 0 60000 65536"/>
                    <a:gd name="T11" fmla="*/ 0 60000 65536"/>
                    <a:gd name="T12" fmla="*/ 0 60000 65536"/>
                    <a:gd name="T13" fmla="*/ 0 60000 65536"/>
                    <a:gd name="T14" fmla="*/ 0 60000 65536"/>
                    <a:gd name="T15" fmla="*/ 0 w 223"/>
                    <a:gd name="T16" fmla="*/ 0 h 24"/>
                    <a:gd name="T17" fmla="*/ 223 w 223"/>
                    <a:gd name="T18" fmla="*/ 24 h 24"/>
                  </a:gdLst>
                  <a:ahLst/>
                  <a:cxnLst>
                    <a:cxn ang="T10">
                      <a:pos x="T0" y="T1"/>
                    </a:cxn>
                    <a:cxn ang="T11">
                      <a:pos x="T2" y="T3"/>
                    </a:cxn>
                    <a:cxn ang="T12">
                      <a:pos x="T4" y="T5"/>
                    </a:cxn>
                    <a:cxn ang="T13">
                      <a:pos x="T6" y="T7"/>
                    </a:cxn>
                    <a:cxn ang="T14">
                      <a:pos x="T8" y="T9"/>
                    </a:cxn>
                  </a:cxnLst>
                  <a:rect l="T15" t="T16" r="T17" b="T18"/>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55" name="Rectangle 63"/>
                <p:cNvSpPr>
                  <a:spLocks noChangeArrowheads="1"/>
                </p:cNvSpPr>
                <p:nvPr/>
              </p:nvSpPr>
              <p:spPr bwMode="auto">
                <a:xfrm>
                  <a:off x="3955" y="3646"/>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56" name="Rectangle 64"/>
                <p:cNvSpPr>
                  <a:spLocks noChangeArrowheads="1"/>
                </p:cNvSpPr>
                <p:nvPr/>
              </p:nvSpPr>
              <p:spPr bwMode="auto">
                <a:xfrm>
                  <a:off x="3909" y="3833"/>
                  <a:ext cx="314" cy="7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57" name="Rectangle 65"/>
                <p:cNvSpPr>
                  <a:spLocks noChangeArrowheads="1"/>
                </p:cNvSpPr>
                <p:nvPr/>
              </p:nvSpPr>
              <p:spPr bwMode="auto">
                <a:xfrm>
                  <a:off x="3975" y="3667"/>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58" name="Line 66"/>
                <p:cNvSpPr>
                  <a:spLocks noChangeShapeType="1"/>
                </p:cNvSpPr>
                <p:nvPr/>
              </p:nvSpPr>
              <p:spPr bwMode="auto">
                <a:xfrm flipH="1">
                  <a:off x="4124" y="3863"/>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459" name="Group 67"/>
                <p:cNvGrpSpPr>
                  <a:grpSpLocks/>
                </p:cNvGrpSpPr>
                <p:nvPr/>
              </p:nvGrpSpPr>
              <p:grpSpPr bwMode="auto">
                <a:xfrm>
                  <a:off x="3899" y="3918"/>
                  <a:ext cx="334" cy="51"/>
                  <a:chOff x="3899" y="3918"/>
                  <a:chExt cx="334" cy="51"/>
                </a:xfrm>
              </p:grpSpPr>
              <p:sp>
                <p:nvSpPr>
                  <p:cNvPr id="460" name="Freeform 68"/>
                  <p:cNvSpPr>
                    <a:spLocks/>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 name="T10" fmla="*/ 0 60000 65536"/>
                      <a:gd name="T11" fmla="*/ 0 60000 65536"/>
                      <a:gd name="T12" fmla="*/ 0 60000 65536"/>
                      <a:gd name="T13" fmla="*/ 0 60000 65536"/>
                      <a:gd name="T14" fmla="*/ 0 60000 65536"/>
                      <a:gd name="T15" fmla="*/ 0 w 334"/>
                      <a:gd name="T16" fmla="*/ 0 h 38"/>
                      <a:gd name="T17" fmla="*/ 334 w 334"/>
                      <a:gd name="T18" fmla="*/ 38 h 38"/>
                    </a:gdLst>
                    <a:ahLst/>
                    <a:cxnLst>
                      <a:cxn ang="T10">
                        <a:pos x="T0" y="T1"/>
                      </a:cxn>
                      <a:cxn ang="T11">
                        <a:pos x="T2" y="T3"/>
                      </a:cxn>
                      <a:cxn ang="T12">
                        <a:pos x="T4" y="T5"/>
                      </a:cxn>
                      <a:cxn ang="T13">
                        <a:pos x="T6" y="T7"/>
                      </a:cxn>
                      <a:cxn ang="T14">
                        <a:pos x="T8" y="T9"/>
                      </a:cxn>
                    </a:cxnLst>
                    <a:rect l="T15" t="T16" r="T17" b="T18"/>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61" name="Freeform 69"/>
                  <p:cNvSpPr>
                    <a:spLocks/>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 name="T10" fmla="*/ 0 60000 65536"/>
                      <a:gd name="T11" fmla="*/ 0 60000 65536"/>
                      <a:gd name="T12" fmla="*/ 0 60000 65536"/>
                      <a:gd name="T13" fmla="*/ 0 60000 65536"/>
                      <a:gd name="T14" fmla="*/ 0 60000 65536"/>
                      <a:gd name="T15" fmla="*/ 0 w 334"/>
                      <a:gd name="T16" fmla="*/ 0 h 38"/>
                      <a:gd name="T17" fmla="*/ 334 w 334"/>
                      <a:gd name="T18" fmla="*/ 38 h 38"/>
                    </a:gdLst>
                    <a:ahLst/>
                    <a:cxnLst>
                      <a:cxn ang="T10">
                        <a:pos x="T0" y="T1"/>
                      </a:cxn>
                      <a:cxn ang="T11">
                        <a:pos x="T2" y="T3"/>
                      </a:cxn>
                      <a:cxn ang="T12">
                        <a:pos x="T4" y="T5"/>
                      </a:cxn>
                      <a:cxn ang="T13">
                        <a:pos x="T6" y="T7"/>
                      </a:cxn>
                      <a:cxn ang="T14">
                        <a:pos x="T8" y="T9"/>
                      </a:cxn>
                    </a:cxnLst>
                    <a:rect l="T15" t="T16" r="T17" b="T18"/>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62" name="Rectangle 70"/>
                  <p:cNvSpPr>
                    <a:spLocks noChangeArrowheads="1"/>
                  </p:cNvSpPr>
                  <p:nvPr/>
                </p:nvSpPr>
                <p:spPr bwMode="auto">
                  <a:xfrm>
                    <a:off x="3901" y="3954"/>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nvGrpSpPr>
              <p:cNvPr id="438" name="Group 71"/>
              <p:cNvGrpSpPr>
                <a:grpSpLocks/>
              </p:cNvGrpSpPr>
              <p:nvPr/>
            </p:nvGrpSpPr>
            <p:grpSpPr bwMode="auto">
              <a:xfrm>
                <a:off x="3891" y="3616"/>
                <a:ext cx="334" cy="346"/>
                <a:chOff x="3891" y="3616"/>
                <a:chExt cx="334" cy="346"/>
              </a:xfrm>
            </p:grpSpPr>
            <p:sp>
              <p:nvSpPr>
                <p:cNvPr id="439" name="Freeform 72"/>
                <p:cNvSpPr>
                  <a:spLocks/>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40" name="Freeform 73"/>
                <p:cNvSpPr>
                  <a:spLocks/>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41" name="Freeform 74"/>
                <p:cNvSpPr>
                  <a:spLocks/>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42" name="Freeform 75"/>
                <p:cNvSpPr>
                  <a:spLocks/>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43" name="Rectangle 76"/>
                <p:cNvSpPr>
                  <a:spLocks noChangeArrowheads="1"/>
                </p:cNvSpPr>
                <p:nvPr/>
              </p:nvSpPr>
              <p:spPr bwMode="auto">
                <a:xfrm>
                  <a:off x="3946" y="363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44" name="Rectangle 77"/>
                <p:cNvSpPr>
                  <a:spLocks noChangeArrowheads="1"/>
                </p:cNvSpPr>
                <p:nvPr/>
              </p:nvSpPr>
              <p:spPr bwMode="auto">
                <a:xfrm>
                  <a:off x="3901" y="382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45" name="Rectangle 78"/>
                <p:cNvSpPr>
                  <a:spLocks noChangeArrowheads="1"/>
                </p:cNvSpPr>
                <p:nvPr/>
              </p:nvSpPr>
              <p:spPr bwMode="auto">
                <a:xfrm>
                  <a:off x="3967" y="366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46" name="Line 79"/>
                <p:cNvSpPr>
                  <a:spLocks noChangeShapeType="1"/>
                </p:cNvSpPr>
                <p:nvPr/>
              </p:nvSpPr>
              <p:spPr bwMode="auto">
                <a:xfrm flipH="1">
                  <a:off x="4116" y="3857"/>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447" name="Group 80"/>
                <p:cNvGrpSpPr>
                  <a:grpSpLocks/>
                </p:cNvGrpSpPr>
                <p:nvPr/>
              </p:nvGrpSpPr>
              <p:grpSpPr bwMode="auto">
                <a:xfrm>
                  <a:off x="3891" y="3912"/>
                  <a:ext cx="334" cy="50"/>
                  <a:chOff x="3891" y="3912"/>
                  <a:chExt cx="334" cy="50"/>
                </a:xfrm>
              </p:grpSpPr>
              <p:sp>
                <p:nvSpPr>
                  <p:cNvPr id="448" name="Freeform 81"/>
                  <p:cNvSpPr>
                    <a:spLocks/>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 name="T10" fmla="*/ 0 60000 65536"/>
                      <a:gd name="T11" fmla="*/ 0 60000 65536"/>
                      <a:gd name="T12" fmla="*/ 0 60000 65536"/>
                      <a:gd name="T13" fmla="*/ 0 60000 65536"/>
                      <a:gd name="T14" fmla="*/ 0 60000 65536"/>
                      <a:gd name="T15" fmla="*/ 0 w 334"/>
                      <a:gd name="T16" fmla="*/ 0 h 38"/>
                      <a:gd name="T17" fmla="*/ 334 w 334"/>
                      <a:gd name="T18" fmla="*/ 38 h 38"/>
                    </a:gdLst>
                    <a:ahLst/>
                    <a:cxnLst>
                      <a:cxn ang="T10">
                        <a:pos x="T0" y="T1"/>
                      </a:cxn>
                      <a:cxn ang="T11">
                        <a:pos x="T2" y="T3"/>
                      </a:cxn>
                      <a:cxn ang="T12">
                        <a:pos x="T4" y="T5"/>
                      </a:cxn>
                      <a:cxn ang="T13">
                        <a:pos x="T6" y="T7"/>
                      </a:cxn>
                      <a:cxn ang="T14">
                        <a:pos x="T8" y="T9"/>
                      </a:cxn>
                    </a:cxnLst>
                    <a:rect l="T15" t="T16" r="T17" b="T18"/>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49" name="Freeform 82"/>
                  <p:cNvSpPr>
                    <a:spLocks/>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 name="T10" fmla="*/ 0 60000 65536"/>
                      <a:gd name="T11" fmla="*/ 0 60000 65536"/>
                      <a:gd name="T12" fmla="*/ 0 60000 65536"/>
                      <a:gd name="T13" fmla="*/ 0 60000 65536"/>
                      <a:gd name="T14" fmla="*/ 0 60000 65536"/>
                      <a:gd name="T15" fmla="*/ 0 w 334"/>
                      <a:gd name="T16" fmla="*/ 0 h 38"/>
                      <a:gd name="T17" fmla="*/ 334 w 334"/>
                      <a:gd name="T18" fmla="*/ 38 h 38"/>
                    </a:gdLst>
                    <a:ahLst/>
                    <a:cxnLst>
                      <a:cxn ang="T10">
                        <a:pos x="T0" y="T1"/>
                      </a:cxn>
                      <a:cxn ang="T11">
                        <a:pos x="T2" y="T3"/>
                      </a:cxn>
                      <a:cxn ang="T12">
                        <a:pos x="T4" y="T5"/>
                      </a:cxn>
                      <a:cxn ang="T13">
                        <a:pos x="T6" y="T7"/>
                      </a:cxn>
                      <a:cxn ang="T14">
                        <a:pos x="T8" y="T9"/>
                      </a:cxn>
                    </a:cxnLst>
                    <a:rect l="T15" t="T16" r="T17" b="T18"/>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50" name="Rectangle 83"/>
                  <p:cNvSpPr>
                    <a:spLocks noChangeArrowheads="1"/>
                  </p:cNvSpPr>
                  <p:nvPr/>
                </p:nvSpPr>
                <p:spPr bwMode="auto">
                  <a:xfrm>
                    <a:off x="3893" y="394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grpSp>
          <p:nvGrpSpPr>
            <p:cNvPr id="26" name="Group 84"/>
            <p:cNvGrpSpPr>
              <a:grpSpLocks/>
            </p:cNvGrpSpPr>
            <p:nvPr/>
          </p:nvGrpSpPr>
          <p:grpSpPr bwMode="auto">
            <a:xfrm>
              <a:off x="6784110" y="3544889"/>
              <a:ext cx="244820" cy="265438"/>
              <a:chOff x="4752" y="3605"/>
              <a:chExt cx="343" cy="353"/>
            </a:xfrm>
          </p:grpSpPr>
          <p:grpSp>
            <p:nvGrpSpPr>
              <p:cNvPr id="411" name="Group 85"/>
              <p:cNvGrpSpPr>
                <a:grpSpLocks/>
              </p:cNvGrpSpPr>
              <p:nvPr/>
            </p:nvGrpSpPr>
            <p:grpSpPr bwMode="auto">
              <a:xfrm>
                <a:off x="4760" y="3612"/>
                <a:ext cx="335" cy="346"/>
                <a:chOff x="4760" y="3612"/>
                <a:chExt cx="335" cy="346"/>
              </a:xfrm>
            </p:grpSpPr>
            <p:sp>
              <p:nvSpPr>
                <p:cNvPr id="425" name="Freeform 86"/>
                <p:cNvSpPr>
                  <a:spLocks/>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26" name="Freeform 87"/>
                <p:cNvSpPr>
                  <a:spLocks/>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27" name="Freeform 88"/>
                <p:cNvSpPr>
                  <a:spLocks/>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28" name="Freeform 89"/>
                <p:cNvSpPr>
                  <a:spLocks/>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29" name="Rectangle 90"/>
                <p:cNvSpPr>
                  <a:spLocks noChangeArrowheads="1"/>
                </p:cNvSpPr>
                <p:nvPr/>
              </p:nvSpPr>
              <p:spPr bwMode="auto">
                <a:xfrm>
                  <a:off x="4816" y="3635"/>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30" name="Rectangle 91"/>
                <p:cNvSpPr>
                  <a:spLocks noChangeArrowheads="1"/>
                </p:cNvSpPr>
                <p:nvPr/>
              </p:nvSpPr>
              <p:spPr bwMode="auto">
                <a:xfrm>
                  <a:off x="4770" y="3823"/>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31" name="Rectangle 92"/>
                <p:cNvSpPr>
                  <a:spLocks noChangeArrowheads="1"/>
                </p:cNvSpPr>
                <p:nvPr/>
              </p:nvSpPr>
              <p:spPr bwMode="auto">
                <a:xfrm>
                  <a:off x="4836" y="3656"/>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32" name="Line 93"/>
                <p:cNvSpPr>
                  <a:spLocks noChangeShapeType="1"/>
                </p:cNvSpPr>
                <p:nvPr/>
              </p:nvSpPr>
              <p:spPr bwMode="auto">
                <a:xfrm flipH="1">
                  <a:off x="4985" y="3852"/>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433" name="Group 94"/>
                <p:cNvGrpSpPr>
                  <a:grpSpLocks/>
                </p:cNvGrpSpPr>
                <p:nvPr/>
              </p:nvGrpSpPr>
              <p:grpSpPr bwMode="auto">
                <a:xfrm>
                  <a:off x="4760" y="3907"/>
                  <a:ext cx="335" cy="51"/>
                  <a:chOff x="4760" y="3907"/>
                  <a:chExt cx="335" cy="51"/>
                </a:xfrm>
              </p:grpSpPr>
              <p:sp>
                <p:nvSpPr>
                  <p:cNvPr id="434" name="Freeform 95"/>
                  <p:cNvSpPr>
                    <a:spLocks/>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35" name="Freeform 96"/>
                  <p:cNvSpPr>
                    <a:spLocks/>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36" name="Rectangle 97"/>
                  <p:cNvSpPr>
                    <a:spLocks noChangeArrowheads="1"/>
                  </p:cNvSpPr>
                  <p:nvPr/>
                </p:nvSpPr>
                <p:spPr bwMode="auto">
                  <a:xfrm>
                    <a:off x="4762" y="3943"/>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nvGrpSpPr>
              <p:cNvPr id="412" name="Group 98"/>
              <p:cNvGrpSpPr>
                <a:grpSpLocks/>
              </p:cNvGrpSpPr>
              <p:nvPr/>
            </p:nvGrpSpPr>
            <p:grpSpPr bwMode="auto">
              <a:xfrm>
                <a:off x="4752" y="3605"/>
                <a:ext cx="334" cy="347"/>
                <a:chOff x="4752" y="3605"/>
                <a:chExt cx="334" cy="347"/>
              </a:xfrm>
            </p:grpSpPr>
            <p:sp>
              <p:nvSpPr>
                <p:cNvPr id="413" name="Freeform 99"/>
                <p:cNvSpPr>
                  <a:spLocks/>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14" name="Freeform 100"/>
                <p:cNvSpPr>
                  <a:spLocks/>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15" name="Freeform 101"/>
                <p:cNvSpPr>
                  <a:spLocks/>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 name="T10" fmla="*/ 0 60000 65536"/>
                    <a:gd name="T11" fmla="*/ 0 60000 65536"/>
                    <a:gd name="T12" fmla="*/ 0 60000 65536"/>
                    <a:gd name="T13" fmla="*/ 0 60000 65536"/>
                    <a:gd name="T14" fmla="*/ 0 60000 65536"/>
                    <a:gd name="T15" fmla="*/ 0 w 223"/>
                    <a:gd name="T16" fmla="*/ 0 h 24"/>
                    <a:gd name="T17" fmla="*/ 223 w 223"/>
                    <a:gd name="T18" fmla="*/ 24 h 24"/>
                  </a:gdLst>
                  <a:ahLst/>
                  <a:cxnLst>
                    <a:cxn ang="T10">
                      <a:pos x="T0" y="T1"/>
                    </a:cxn>
                    <a:cxn ang="T11">
                      <a:pos x="T2" y="T3"/>
                    </a:cxn>
                    <a:cxn ang="T12">
                      <a:pos x="T4" y="T5"/>
                    </a:cxn>
                    <a:cxn ang="T13">
                      <a:pos x="T6" y="T7"/>
                    </a:cxn>
                    <a:cxn ang="T14">
                      <a:pos x="T8" y="T9"/>
                    </a:cxn>
                  </a:cxnLst>
                  <a:rect l="T15" t="T16" r="T17" b="T18"/>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16" name="Freeform 102"/>
                <p:cNvSpPr>
                  <a:spLocks/>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 name="T10" fmla="*/ 0 60000 65536"/>
                    <a:gd name="T11" fmla="*/ 0 60000 65536"/>
                    <a:gd name="T12" fmla="*/ 0 60000 65536"/>
                    <a:gd name="T13" fmla="*/ 0 60000 65536"/>
                    <a:gd name="T14" fmla="*/ 0 60000 65536"/>
                    <a:gd name="T15" fmla="*/ 0 w 223"/>
                    <a:gd name="T16" fmla="*/ 0 h 24"/>
                    <a:gd name="T17" fmla="*/ 223 w 223"/>
                    <a:gd name="T18" fmla="*/ 24 h 24"/>
                  </a:gdLst>
                  <a:ahLst/>
                  <a:cxnLst>
                    <a:cxn ang="T10">
                      <a:pos x="T0" y="T1"/>
                    </a:cxn>
                    <a:cxn ang="T11">
                      <a:pos x="T2" y="T3"/>
                    </a:cxn>
                    <a:cxn ang="T12">
                      <a:pos x="T4" y="T5"/>
                    </a:cxn>
                    <a:cxn ang="T13">
                      <a:pos x="T6" y="T7"/>
                    </a:cxn>
                    <a:cxn ang="T14">
                      <a:pos x="T8" y="T9"/>
                    </a:cxn>
                  </a:cxnLst>
                  <a:rect l="T15" t="T16" r="T17" b="T18"/>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17" name="Rectangle 103"/>
                <p:cNvSpPr>
                  <a:spLocks noChangeArrowheads="1"/>
                </p:cNvSpPr>
                <p:nvPr/>
              </p:nvSpPr>
              <p:spPr bwMode="auto">
                <a:xfrm>
                  <a:off x="4808" y="362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18" name="Rectangle 104"/>
                <p:cNvSpPr>
                  <a:spLocks noChangeArrowheads="1"/>
                </p:cNvSpPr>
                <p:nvPr/>
              </p:nvSpPr>
              <p:spPr bwMode="auto">
                <a:xfrm>
                  <a:off x="4762" y="381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19" name="Rectangle 105"/>
                <p:cNvSpPr>
                  <a:spLocks noChangeArrowheads="1"/>
                </p:cNvSpPr>
                <p:nvPr/>
              </p:nvSpPr>
              <p:spPr bwMode="auto">
                <a:xfrm>
                  <a:off x="4828" y="365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20" name="Line 106"/>
                <p:cNvSpPr>
                  <a:spLocks noChangeShapeType="1"/>
                </p:cNvSpPr>
                <p:nvPr/>
              </p:nvSpPr>
              <p:spPr bwMode="auto">
                <a:xfrm flipH="1">
                  <a:off x="4977" y="384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421" name="Group 107"/>
                <p:cNvGrpSpPr>
                  <a:grpSpLocks/>
                </p:cNvGrpSpPr>
                <p:nvPr/>
              </p:nvGrpSpPr>
              <p:grpSpPr bwMode="auto">
                <a:xfrm>
                  <a:off x="4752" y="3901"/>
                  <a:ext cx="334" cy="51"/>
                  <a:chOff x="4752" y="3901"/>
                  <a:chExt cx="334" cy="51"/>
                </a:xfrm>
              </p:grpSpPr>
              <p:sp>
                <p:nvSpPr>
                  <p:cNvPr id="422" name="Freeform 108"/>
                  <p:cNvSpPr>
                    <a:spLocks/>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 name="T10" fmla="*/ 0 60000 65536"/>
                      <a:gd name="T11" fmla="*/ 0 60000 65536"/>
                      <a:gd name="T12" fmla="*/ 0 60000 65536"/>
                      <a:gd name="T13" fmla="*/ 0 60000 65536"/>
                      <a:gd name="T14" fmla="*/ 0 60000 65536"/>
                      <a:gd name="T15" fmla="*/ 0 w 334"/>
                      <a:gd name="T16" fmla="*/ 0 h 38"/>
                      <a:gd name="T17" fmla="*/ 334 w 334"/>
                      <a:gd name="T18" fmla="*/ 38 h 38"/>
                    </a:gdLst>
                    <a:ahLst/>
                    <a:cxnLst>
                      <a:cxn ang="T10">
                        <a:pos x="T0" y="T1"/>
                      </a:cxn>
                      <a:cxn ang="T11">
                        <a:pos x="T2" y="T3"/>
                      </a:cxn>
                      <a:cxn ang="T12">
                        <a:pos x="T4" y="T5"/>
                      </a:cxn>
                      <a:cxn ang="T13">
                        <a:pos x="T6" y="T7"/>
                      </a:cxn>
                      <a:cxn ang="T14">
                        <a:pos x="T8" y="T9"/>
                      </a:cxn>
                    </a:cxnLst>
                    <a:rect l="T15" t="T16" r="T17" b="T18"/>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23" name="Freeform 109"/>
                  <p:cNvSpPr>
                    <a:spLocks/>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 name="T10" fmla="*/ 0 60000 65536"/>
                      <a:gd name="T11" fmla="*/ 0 60000 65536"/>
                      <a:gd name="T12" fmla="*/ 0 60000 65536"/>
                      <a:gd name="T13" fmla="*/ 0 60000 65536"/>
                      <a:gd name="T14" fmla="*/ 0 60000 65536"/>
                      <a:gd name="T15" fmla="*/ 0 w 334"/>
                      <a:gd name="T16" fmla="*/ 0 h 38"/>
                      <a:gd name="T17" fmla="*/ 334 w 334"/>
                      <a:gd name="T18" fmla="*/ 38 h 38"/>
                    </a:gdLst>
                    <a:ahLst/>
                    <a:cxnLst>
                      <a:cxn ang="T10">
                        <a:pos x="T0" y="T1"/>
                      </a:cxn>
                      <a:cxn ang="T11">
                        <a:pos x="T2" y="T3"/>
                      </a:cxn>
                      <a:cxn ang="T12">
                        <a:pos x="T4" y="T5"/>
                      </a:cxn>
                      <a:cxn ang="T13">
                        <a:pos x="T6" y="T7"/>
                      </a:cxn>
                      <a:cxn ang="T14">
                        <a:pos x="T8" y="T9"/>
                      </a:cxn>
                    </a:cxnLst>
                    <a:rect l="T15" t="T16" r="T17" b="T18"/>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24" name="Rectangle 110"/>
                  <p:cNvSpPr>
                    <a:spLocks noChangeArrowheads="1"/>
                  </p:cNvSpPr>
                  <p:nvPr/>
                </p:nvSpPr>
                <p:spPr bwMode="auto">
                  <a:xfrm>
                    <a:off x="4754" y="393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grpSp>
          <p:nvGrpSpPr>
            <p:cNvPr id="27" name="Group 111"/>
            <p:cNvGrpSpPr>
              <a:grpSpLocks/>
            </p:cNvGrpSpPr>
            <p:nvPr/>
          </p:nvGrpSpPr>
          <p:grpSpPr bwMode="auto">
            <a:xfrm>
              <a:off x="3252685" y="2154439"/>
              <a:ext cx="244820" cy="265438"/>
              <a:chOff x="101" y="1539"/>
              <a:chExt cx="343" cy="352"/>
            </a:xfrm>
          </p:grpSpPr>
          <p:grpSp>
            <p:nvGrpSpPr>
              <p:cNvPr id="385" name="Group 112"/>
              <p:cNvGrpSpPr>
                <a:grpSpLocks/>
              </p:cNvGrpSpPr>
              <p:nvPr/>
            </p:nvGrpSpPr>
            <p:grpSpPr bwMode="auto">
              <a:xfrm>
                <a:off x="109" y="1545"/>
                <a:ext cx="335" cy="346"/>
                <a:chOff x="109" y="1545"/>
                <a:chExt cx="335" cy="346"/>
              </a:xfrm>
            </p:grpSpPr>
            <p:sp>
              <p:nvSpPr>
                <p:cNvPr id="399" name="Freeform 113"/>
                <p:cNvSpPr>
                  <a:spLocks/>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00" name="Freeform 114"/>
                <p:cNvSpPr>
                  <a:spLocks/>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01" name="Freeform 115"/>
                <p:cNvSpPr>
                  <a:spLocks/>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02" name="Freeform 116"/>
                <p:cNvSpPr>
                  <a:spLocks/>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03" name="Rectangle 117"/>
                <p:cNvSpPr>
                  <a:spLocks noChangeArrowheads="1"/>
                </p:cNvSpPr>
                <p:nvPr/>
              </p:nvSpPr>
              <p:spPr bwMode="auto">
                <a:xfrm>
                  <a:off x="165" y="1568"/>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04" name="Rectangle 118"/>
                <p:cNvSpPr>
                  <a:spLocks noChangeArrowheads="1"/>
                </p:cNvSpPr>
                <p:nvPr/>
              </p:nvSpPr>
              <p:spPr bwMode="auto">
                <a:xfrm>
                  <a:off x="120" y="1756"/>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05" name="Rectangle 119"/>
                <p:cNvSpPr>
                  <a:spLocks noChangeArrowheads="1"/>
                </p:cNvSpPr>
                <p:nvPr/>
              </p:nvSpPr>
              <p:spPr bwMode="auto">
                <a:xfrm>
                  <a:off x="186" y="1589"/>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06" name="Line 120"/>
                <p:cNvSpPr>
                  <a:spLocks noChangeShapeType="1"/>
                </p:cNvSpPr>
                <p:nvPr/>
              </p:nvSpPr>
              <p:spPr bwMode="auto">
                <a:xfrm flipH="1">
                  <a:off x="335" y="178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407" name="Group 121"/>
                <p:cNvGrpSpPr>
                  <a:grpSpLocks/>
                </p:cNvGrpSpPr>
                <p:nvPr/>
              </p:nvGrpSpPr>
              <p:grpSpPr bwMode="auto">
                <a:xfrm>
                  <a:off x="109" y="1841"/>
                  <a:ext cx="335" cy="50"/>
                  <a:chOff x="109" y="1841"/>
                  <a:chExt cx="335" cy="50"/>
                </a:xfrm>
              </p:grpSpPr>
              <p:sp>
                <p:nvSpPr>
                  <p:cNvPr id="408" name="Freeform 122"/>
                  <p:cNvSpPr>
                    <a:spLocks/>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09" name="Freeform 123"/>
                  <p:cNvSpPr>
                    <a:spLocks/>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410" name="Rectangle 124"/>
                  <p:cNvSpPr>
                    <a:spLocks noChangeArrowheads="1"/>
                  </p:cNvSpPr>
                  <p:nvPr/>
                </p:nvSpPr>
                <p:spPr bwMode="auto">
                  <a:xfrm>
                    <a:off x="112" y="1876"/>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nvGrpSpPr>
              <p:cNvPr id="386" name="Group 125"/>
              <p:cNvGrpSpPr>
                <a:grpSpLocks/>
              </p:cNvGrpSpPr>
              <p:nvPr/>
            </p:nvGrpSpPr>
            <p:grpSpPr bwMode="auto">
              <a:xfrm>
                <a:off x="101" y="1539"/>
                <a:ext cx="335" cy="346"/>
                <a:chOff x="101" y="1539"/>
                <a:chExt cx="335" cy="346"/>
              </a:xfrm>
            </p:grpSpPr>
            <p:sp>
              <p:nvSpPr>
                <p:cNvPr id="387" name="Freeform 126"/>
                <p:cNvSpPr>
                  <a:spLocks/>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88" name="Freeform 127"/>
                <p:cNvSpPr>
                  <a:spLocks/>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89" name="Freeform 128"/>
                <p:cNvSpPr>
                  <a:spLocks/>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90" name="Freeform 129"/>
                <p:cNvSpPr>
                  <a:spLocks/>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91" name="Rectangle 130"/>
                <p:cNvSpPr>
                  <a:spLocks noChangeArrowheads="1"/>
                </p:cNvSpPr>
                <p:nvPr/>
              </p:nvSpPr>
              <p:spPr bwMode="auto">
                <a:xfrm>
                  <a:off x="157" y="1562"/>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92" name="Rectangle 131"/>
                <p:cNvSpPr>
                  <a:spLocks noChangeArrowheads="1"/>
                </p:cNvSpPr>
                <p:nvPr/>
              </p:nvSpPr>
              <p:spPr bwMode="auto">
                <a:xfrm>
                  <a:off x="112" y="1750"/>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93" name="Rectangle 132"/>
                <p:cNvSpPr>
                  <a:spLocks noChangeArrowheads="1"/>
                </p:cNvSpPr>
                <p:nvPr/>
              </p:nvSpPr>
              <p:spPr bwMode="auto">
                <a:xfrm>
                  <a:off x="178" y="1583"/>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94" name="Line 133"/>
                <p:cNvSpPr>
                  <a:spLocks noChangeShapeType="1"/>
                </p:cNvSpPr>
                <p:nvPr/>
              </p:nvSpPr>
              <p:spPr bwMode="auto">
                <a:xfrm flipH="1">
                  <a:off x="326" y="177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395" name="Group 134"/>
                <p:cNvGrpSpPr>
                  <a:grpSpLocks/>
                </p:cNvGrpSpPr>
                <p:nvPr/>
              </p:nvGrpSpPr>
              <p:grpSpPr bwMode="auto">
                <a:xfrm>
                  <a:off x="101" y="1834"/>
                  <a:ext cx="335" cy="51"/>
                  <a:chOff x="101" y="1834"/>
                  <a:chExt cx="335" cy="51"/>
                </a:xfrm>
              </p:grpSpPr>
              <p:sp>
                <p:nvSpPr>
                  <p:cNvPr id="396" name="Freeform 135"/>
                  <p:cNvSpPr>
                    <a:spLocks/>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97" name="Freeform 136"/>
                  <p:cNvSpPr>
                    <a:spLocks/>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98" name="Rectangle 137"/>
                  <p:cNvSpPr>
                    <a:spLocks noChangeArrowheads="1"/>
                  </p:cNvSpPr>
                  <p:nvPr/>
                </p:nvSpPr>
                <p:spPr bwMode="auto">
                  <a:xfrm>
                    <a:off x="103" y="1870"/>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grpSp>
          <p:nvGrpSpPr>
            <p:cNvPr id="28" name="Group 138"/>
            <p:cNvGrpSpPr>
              <a:grpSpLocks/>
            </p:cNvGrpSpPr>
            <p:nvPr/>
          </p:nvGrpSpPr>
          <p:grpSpPr bwMode="auto">
            <a:xfrm>
              <a:off x="7667310" y="2607381"/>
              <a:ext cx="245744" cy="264309"/>
              <a:chOff x="5237" y="2322"/>
              <a:chExt cx="343" cy="352"/>
            </a:xfrm>
          </p:grpSpPr>
          <p:grpSp>
            <p:nvGrpSpPr>
              <p:cNvPr id="359" name="Group 139"/>
              <p:cNvGrpSpPr>
                <a:grpSpLocks/>
              </p:cNvGrpSpPr>
              <p:nvPr/>
            </p:nvGrpSpPr>
            <p:grpSpPr bwMode="auto">
              <a:xfrm>
                <a:off x="5245" y="2328"/>
                <a:ext cx="335" cy="346"/>
                <a:chOff x="5245" y="2328"/>
                <a:chExt cx="335" cy="346"/>
              </a:xfrm>
            </p:grpSpPr>
            <p:sp>
              <p:nvSpPr>
                <p:cNvPr id="373" name="Freeform 140"/>
                <p:cNvSpPr>
                  <a:spLocks/>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 name="T10" fmla="*/ 0 60000 65536"/>
                    <a:gd name="T11" fmla="*/ 0 60000 65536"/>
                    <a:gd name="T12" fmla="*/ 0 60000 65536"/>
                    <a:gd name="T13" fmla="*/ 0 60000 65536"/>
                    <a:gd name="T14" fmla="*/ 0 60000 65536"/>
                    <a:gd name="T15" fmla="*/ 0 w 316"/>
                    <a:gd name="T16" fmla="*/ 0 h 33"/>
                    <a:gd name="T17" fmla="*/ 316 w 316"/>
                    <a:gd name="T18" fmla="*/ 33 h 33"/>
                  </a:gdLst>
                  <a:ahLst/>
                  <a:cxnLst>
                    <a:cxn ang="T10">
                      <a:pos x="T0" y="T1"/>
                    </a:cxn>
                    <a:cxn ang="T11">
                      <a:pos x="T2" y="T3"/>
                    </a:cxn>
                    <a:cxn ang="T12">
                      <a:pos x="T4" y="T5"/>
                    </a:cxn>
                    <a:cxn ang="T13">
                      <a:pos x="T6" y="T7"/>
                    </a:cxn>
                    <a:cxn ang="T14">
                      <a:pos x="T8" y="T9"/>
                    </a:cxn>
                  </a:cxnLst>
                  <a:rect l="T15" t="T16" r="T17" b="T18"/>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74" name="Freeform 141"/>
                <p:cNvSpPr>
                  <a:spLocks/>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 name="T10" fmla="*/ 0 60000 65536"/>
                    <a:gd name="T11" fmla="*/ 0 60000 65536"/>
                    <a:gd name="T12" fmla="*/ 0 60000 65536"/>
                    <a:gd name="T13" fmla="*/ 0 60000 65536"/>
                    <a:gd name="T14" fmla="*/ 0 60000 65536"/>
                    <a:gd name="T15" fmla="*/ 0 w 316"/>
                    <a:gd name="T16" fmla="*/ 0 h 33"/>
                    <a:gd name="T17" fmla="*/ 316 w 316"/>
                    <a:gd name="T18" fmla="*/ 33 h 33"/>
                  </a:gdLst>
                  <a:ahLst/>
                  <a:cxnLst>
                    <a:cxn ang="T10">
                      <a:pos x="T0" y="T1"/>
                    </a:cxn>
                    <a:cxn ang="T11">
                      <a:pos x="T2" y="T3"/>
                    </a:cxn>
                    <a:cxn ang="T12">
                      <a:pos x="T4" y="T5"/>
                    </a:cxn>
                    <a:cxn ang="T13">
                      <a:pos x="T6" y="T7"/>
                    </a:cxn>
                    <a:cxn ang="T14">
                      <a:pos x="T8" y="T9"/>
                    </a:cxn>
                  </a:cxnLst>
                  <a:rect l="T15" t="T16" r="T17" b="T18"/>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75" name="Freeform 142"/>
                <p:cNvSpPr>
                  <a:spLocks/>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76" name="Freeform 143"/>
                <p:cNvSpPr>
                  <a:spLocks/>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77" name="Rectangle 144"/>
                <p:cNvSpPr>
                  <a:spLocks noChangeArrowheads="1"/>
                </p:cNvSpPr>
                <p:nvPr/>
              </p:nvSpPr>
              <p:spPr bwMode="auto">
                <a:xfrm>
                  <a:off x="5301" y="2351"/>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78" name="Rectangle 145"/>
                <p:cNvSpPr>
                  <a:spLocks noChangeArrowheads="1"/>
                </p:cNvSpPr>
                <p:nvPr/>
              </p:nvSpPr>
              <p:spPr bwMode="auto">
                <a:xfrm>
                  <a:off x="5256" y="2539"/>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79" name="Rectangle 146"/>
                <p:cNvSpPr>
                  <a:spLocks noChangeArrowheads="1"/>
                </p:cNvSpPr>
                <p:nvPr/>
              </p:nvSpPr>
              <p:spPr bwMode="auto">
                <a:xfrm>
                  <a:off x="5322" y="2373"/>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80" name="Line 147"/>
                <p:cNvSpPr>
                  <a:spLocks noChangeShapeType="1"/>
                </p:cNvSpPr>
                <p:nvPr/>
              </p:nvSpPr>
              <p:spPr bwMode="auto">
                <a:xfrm flipH="1">
                  <a:off x="5470" y="256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381" name="Group 148"/>
                <p:cNvGrpSpPr>
                  <a:grpSpLocks/>
                </p:cNvGrpSpPr>
                <p:nvPr/>
              </p:nvGrpSpPr>
              <p:grpSpPr bwMode="auto">
                <a:xfrm>
                  <a:off x="5245" y="2624"/>
                  <a:ext cx="335" cy="50"/>
                  <a:chOff x="5245" y="2624"/>
                  <a:chExt cx="335" cy="50"/>
                </a:xfrm>
              </p:grpSpPr>
              <p:sp>
                <p:nvSpPr>
                  <p:cNvPr id="382" name="Freeform 149"/>
                  <p:cNvSpPr>
                    <a:spLocks/>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83" name="Freeform 150"/>
                  <p:cNvSpPr>
                    <a:spLocks/>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84" name="Rectangle 151"/>
                  <p:cNvSpPr>
                    <a:spLocks noChangeArrowheads="1"/>
                  </p:cNvSpPr>
                  <p:nvPr/>
                </p:nvSpPr>
                <p:spPr bwMode="auto">
                  <a:xfrm>
                    <a:off x="5247" y="2660"/>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nvGrpSpPr>
              <p:cNvPr id="360" name="Group 152"/>
              <p:cNvGrpSpPr>
                <a:grpSpLocks/>
              </p:cNvGrpSpPr>
              <p:nvPr/>
            </p:nvGrpSpPr>
            <p:grpSpPr bwMode="auto">
              <a:xfrm>
                <a:off x="5237" y="2322"/>
                <a:ext cx="335" cy="346"/>
                <a:chOff x="5237" y="2322"/>
                <a:chExt cx="335" cy="346"/>
              </a:xfrm>
            </p:grpSpPr>
            <p:sp>
              <p:nvSpPr>
                <p:cNvPr id="361" name="Freeform 153"/>
                <p:cNvSpPr>
                  <a:spLocks/>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62" name="Freeform 154"/>
                <p:cNvSpPr>
                  <a:spLocks/>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63" name="Freeform 155"/>
                <p:cNvSpPr>
                  <a:spLocks/>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64" name="Freeform 156"/>
                <p:cNvSpPr>
                  <a:spLocks/>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65" name="Rectangle 157"/>
                <p:cNvSpPr>
                  <a:spLocks noChangeArrowheads="1"/>
                </p:cNvSpPr>
                <p:nvPr/>
              </p:nvSpPr>
              <p:spPr bwMode="auto">
                <a:xfrm>
                  <a:off x="5293" y="2345"/>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66" name="Rectangle 158"/>
                <p:cNvSpPr>
                  <a:spLocks noChangeArrowheads="1"/>
                </p:cNvSpPr>
                <p:nvPr/>
              </p:nvSpPr>
              <p:spPr bwMode="auto">
                <a:xfrm>
                  <a:off x="5247" y="2533"/>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67" name="Rectangle 159"/>
                <p:cNvSpPr>
                  <a:spLocks noChangeArrowheads="1"/>
                </p:cNvSpPr>
                <p:nvPr/>
              </p:nvSpPr>
              <p:spPr bwMode="auto">
                <a:xfrm>
                  <a:off x="5313" y="2366"/>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68" name="Line 160"/>
                <p:cNvSpPr>
                  <a:spLocks noChangeShapeType="1"/>
                </p:cNvSpPr>
                <p:nvPr/>
              </p:nvSpPr>
              <p:spPr bwMode="auto">
                <a:xfrm flipH="1">
                  <a:off x="5462" y="2563"/>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369" name="Group 161"/>
                <p:cNvGrpSpPr>
                  <a:grpSpLocks/>
                </p:cNvGrpSpPr>
                <p:nvPr/>
              </p:nvGrpSpPr>
              <p:grpSpPr bwMode="auto">
                <a:xfrm>
                  <a:off x="5237" y="2617"/>
                  <a:ext cx="335" cy="51"/>
                  <a:chOff x="5237" y="2617"/>
                  <a:chExt cx="335" cy="51"/>
                </a:xfrm>
              </p:grpSpPr>
              <p:sp>
                <p:nvSpPr>
                  <p:cNvPr id="370" name="Freeform 162"/>
                  <p:cNvSpPr>
                    <a:spLocks/>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71" name="Freeform 163"/>
                  <p:cNvSpPr>
                    <a:spLocks/>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72" name="Rectangle 164"/>
                  <p:cNvSpPr>
                    <a:spLocks noChangeArrowheads="1"/>
                  </p:cNvSpPr>
                  <p:nvPr/>
                </p:nvSpPr>
                <p:spPr bwMode="auto">
                  <a:xfrm>
                    <a:off x="5239" y="2653"/>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grpSp>
          <p:nvGrpSpPr>
            <p:cNvPr id="29" name="Group 165"/>
            <p:cNvGrpSpPr>
              <a:grpSpLocks/>
            </p:cNvGrpSpPr>
            <p:nvPr/>
          </p:nvGrpSpPr>
          <p:grpSpPr bwMode="auto">
            <a:xfrm>
              <a:off x="7667310" y="2053913"/>
              <a:ext cx="245744" cy="265438"/>
              <a:chOff x="5237" y="1587"/>
              <a:chExt cx="343" cy="353"/>
            </a:xfrm>
          </p:grpSpPr>
          <p:grpSp>
            <p:nvGrpSpPr>
              <p:cNvPr id="333" name="Group 166"/>
              <p:cNvGrpSpPr>
                <a:grpSpLocks/>
              </p:cNvGrpSpPr>
              <p:nvPr/>
            </p:nvGrpSpPr>
            <p:grpSpPr bwMode="auto">
              <a:xfrm>
                <a:off x="5245" y="1594"/>
                <a:ext cx="335" cy="346"/>
                <a:chOff x="5245" y="1594"/>
                <a:chExt cx="335" cy="346"/>
              </a:xfrm>
            </p:grpSpPr>
            <p:sp>
              <p:nvSpPr>
                <p:cNvPr id="347" name="Freeform 167"/>
                <p:cNvSpPr>
                  <a:spLocks/>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48" name="Freeform 168"/>
                <p:cNvSpPr>
                  <a:spLocks/>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49" name="Freeform 169"/>
                <p:cNvSpPr>
                  <a:spLocks/>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50" name="Freeform 170"/>
                <p:cNvSpPr>
                  <a:spLocks/>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51" name="Rectangle 171"/>
                <p:cNvSpPr>
                  <a:spLocks noChangeArrowheads="1"/>
                </p:cNvSpPr>
                <p:nvPr/>
              </p:nvSpPr>
              <p:spPr bwMode="auto">
                <a:xfrm>
                  <a:off x="5301" y="1617"/>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52" name="Rectangle 172"/>
                <p:cNvSpPr>
                  <a:spLocks noChangeArrowheads="1"/>
                </p:cNvSpPr>
                <p:nvPr/>
              </p:nvSpPr>
              <p:spPr bwMode="auto">
                <a:xfrm>
                  <a:off x="5256" y="1805"/>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53" name="Rectangle 173"/>
                <p:cNvSpPr>
                  <a:spLocks noChangeArrowheads="1"/>
                </p:cNvSpPr>
                <p:nvPr/>
              </p:nvSpPr>
              <p:spPr bwMode="auto">
                <a:xfrm>
                  <a:off x="5322" y="1638"/>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54" name="Line 174"/>
                <p:cNvSpPr>
                  <a:spLocks noChangeShapeType="1"/>
                </p:cNvSpPr>
                <p:nvPr/>
              </p:nvSpPr>
              <p:spPr bwMode="auto">
                <a:xfrm flipH="1">
                  <a:off x="5470" y="1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355" name="Group 175"/>
                <p:cNvGrpSpPr>
                  <a:grpSpLocks/>
                </p:cNvGrpSpPr>
                <p:nvPr/>
              </p:nvGrpSpPr>
              <p:grpSpPr bwMode="auto">
                <a:xfrm>
                  <a:off x="5245" y="1889"/>
                  <a:ext cx="335" cy="51"/>
                  <a:chOff x="5245" y="1889"/>
                  <a:chExt cx="335" cy="51"/>
                </a:xfrm>
              </p:grpSpPr>
              <p:sp>
                <p:nvSpPr>
                  <p:cNvPr id="356" name="Freeform 176"/>
                  <p:cNvSpPr>
                    <a:spLocks/>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57" name="Freeform 177"/>
                  <p:cNvSpPr>
                    <a:spLocks/>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58" name="Rectangle 178"/>
                  <p:cNvSpPr>
                    <a:spLocks noChangeArrowheads="1"/>
                  </p:cNvSpPr>
                  <p:nvPr/>
                </p:nvSpPr>
                <p:spPr bwMode="auto">
                  <a:xfrm>
                    <a:off x="5247" y="1925"/>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nvGrpSpPr>
              <p:cNvPr id="334" name="Group 179"/>
              <p:cNvGrpSpPr>
                <a:grpSpLocks/>
              </p:cNvGrpSpPr>
              <p:nvPr/>
            </p:nvGrpSpPr>
            <p:grpSpPr bwMode="auto">
              <a:xfrm>
                <a:off x="5237" y="1587"/>
                <a:ext cx="335" cy="346"/>
                <a:chOff x="5237" y="1587"/>
                <a:chExt cx="335" cy="346"/>
              </a:xfrm>
            </p:grpSpPr>
            <p:sp>
              <p:nvSpPr>
                <p:cNvPr id="335" name="Freeform 180"/>
                <p:cNvSpPr>
                  <a:spLocks/>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 name="T10" fmla="*/ 0 60000 65536"/>
                    <a:gd name="T11" fmla="*/ 0 60000 65536"/>
                    <a:gd name="T12" fmla="*/ 0 60000 65536"/>
                    <a:gd name="T13" fmla="*/ 0 60000 65536"/>
                    <a:gd name="T14" fmla="*/ 0 60000 65536"/>
                    <a:gd name="T15" fmla="*/ 0 w 316"/>
                    <a:gd name="T16" fmla="*/ 0 h 33"/>
                    <a:gd name="T17" fmla="*/ 316 w 316"/>
                    <a:gd name="T18" fmla="*/ 33 h 33"/>
                  </a:gdLst>
                  <a:ahLst/>
                  <a:cxnLst>
                    <a:cxn ang="T10">
                      <a:pos x="T0" y="T1"/>
                    </a:cxn>
                    <a:cxn ang="T11">
                      <a:pos x="T2" y="T3"/>
                    </a:cxn>
                    <a:cxn ang="T12">
                      <a:pos x="T4" y="T5"/>
                    </a:cxn>
                    <a:cxn ang="T13">
                      <a:pos x="T6" y="T7"/>
                    </a:cxn>
                    <a:cxn ang="T14">
                      <a:pos x="T8" y="T9"/>
                    </a:cxn>
                  </a:cxnLst>
                  <a:rect l="T15" t="T16" r="T17" b="T18"/>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36" name="Freeform 181"/>
                <p:cNvSpPr>
                  <a:spLocks/>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 name="T10" fmla="*/ 0 60000 65536"/>
                    <a:gd name="T11" fmla="*/ 0 60000 65536"/>
                    <a:gd name="T12" fmla="*/ 0 60000 65536"/>
                    <a:gd name="T13" fmla="*/ 0 60000 65536"/>
                    <a:gd name="T14" fmla="*/ 0 60000 65536"/>
                    <a:gd name="T15" fmla="*/ 0 w 316"/>
                    <a:gd name="T16" fmla="*/ 0 h 33"/>
                    <a:gd name="T17" fmla="*/ 316 w 316"/>
                    <a:gd name="T18" fmla="*/ 33 h 33"/>
                  </a:gdLst>
                  <a:ahLst/>
                  <a:cxnLst>
                    <a:cxn ang="T10">
                      <a:pos x="T0" y="T1"/>
                    </a:cxn>
                    <a:cxn ang="T11">
                      <a:pos x="T2" y="T3"/>
                    </a:cxn>
                    <a:cxn ang="T12">
                      <a:pos x="T4" y="T5"/>
                    </a:cxn>
                    <a:cxn ang="T13">
                      <a:pos x="T6" y="T7"/>
                    </a:cxn>
                    <a:cxn ang="T14">
                      <a:pos x="T8" y="T9"/>
                    </a:cxn>
                  </a:cxnLst>
                  <a:rect l="T15" t="T16" r="T17" b="T18"/>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37" name="Freeform 182"/>
                <p:cNvSpPr>
                  <a:spLocks/>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38" name="Freeform 183"/>
                <p:cNvSpPr>
                  <a:spLocks/>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39" name="Rectangle 184"/>
                <p:cNvSpPr>
                  <a:spLocks noChangeArrowheads="1"/>
                </p:cNvSpPr>
                <p:nvPr/>
              </p:nvSpPr>
              <p:spPr bwMode="auto">
                <a:xfrm>
                  <a:off x="5293" y="1610"/>
                  <a:ext cx="223" cy="17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40" name="Rectangle 185"/>
                <p:cNvSpPr>
                  <a:spLocks noChangeArrowheads="1"/>
                </p:cNvSpPr>
                <p:nvPr/>
              </p:nvSpPr>
              <p:spPr bwMode="auto">
                <a:xfrm>
                  <a:off x="5247" y="1798"/>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41" name="Rectangle 186"/>
                <p:cNvSpPr>
                  <a:spLocks noChangeArrowheads="1"/>
                </p:cNvSpPr>
                <p:nvPr/>
              </p:nvSpPr>
              <p:spPr bwMode="auto">
                <a:xfrm>
                  <a:off x="5313" y="1632"/>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42" name="Line 187"/>
                <p:cNvSpPr>
                  <a:spLocks noChangeShapeType="1"/>
                </p:cNvSpPr>
                <p:nvPr/>
              </p:nvSpPr>
              <p:spPr bwMode="auto">
                <a:xfrm flipH="1">
                  <a:off x="5462" y="1828"/>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343" name="Group 188"/>
                <p:cNvGrpSpPr>
                  <a:grpSpLocks/>
                </p:cNvGrpSpPr>
                <p:nvPr/>
              </p:nvGrpSpPr>
              <p:grpSpPr bwMode="auto">
                <a:xfrm>
                  <a:off x="5237" y="1883"/>
                  <a:ext cx="335" cy="50"/>
                  <a:chOff x="5237" y="1883"/>
                  <a:chExt cx="335" cy="50"/>
                </a:xfrm>
              </p:grpSpPr>
              <p:sp>
                <p:nvSpPr>
                  <p:cNvPr id="344" name="Freeform 189"/>
                  <p:cNvSpPr>
                    <a:spLocks/>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45" name="Freeform 190"/>
                  <p:cNvSpPr>
                    <a:spLocks/>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46" name="Rectangle 191"/>
                  <p:cNvSpPr>
                    <a:spLocks noChangeArrowheads="1"/>
                  </p:cNvSpPr>
                  <p:nvPr/>
                </p:nvSpPr>
                <p:spPr bwMode="auto">
                  <a:xfrm>
                    <a:off x="5239" y="1919"/>
                    <a:ext cx="331" cy="14"/>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sp>
          <p:nvSpPr>
            <p:cNvPr id="30" name="Rectangle 193"/>
            <p:cNvSpPr>
              <a:spLocks noChangeArrowheads="1"/>
            </p:cNvSpPr>
            <p:nvPr/>
          </p:nvSpPr>
          <p:spPr bwMode="auto">
            <a:xfrm>
              <a:off x="3546430" y="1311297"/>
              <a:ext cx="721792"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u="sng" dirty="0">
                  <a:solidFill>
                    <a:srgbClr val="000000"/>
                  </a:solidFill>
                  <a:latin typeface="微软雅黑" panose="020B0503020204020204" pitchFamily="34" charset="-122"/>
                  <a:ea typeface="微软雅黑" panose="020B0503020204020204" pitchFamily="34" charset="-122"/>
                </a:rPr>
                <a:t>1.1.1.0/29</a:t>
              </a:r>
            </a:p>
          </p:txBody>
        </p:sp>
        <p:sp>
          <p:nvSpPr>
            <p:cNvPr id="31" name="Rectangle 194"/>
            <p:cNvSpPr>
              <a:spLocks noChangeArrowheads="1"/>
            </p:cNvSpPr>
            <p:nvPr/>
          </p:nvSpPr>
          <p:spPr bwMode="auto">
            <a:xfrm>
              <a:off x="4823700" y="1490279"/>
              <a:ext cx="488717" cy="181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2" name="Rectangle 195"/>
            <p:cNvSpPr>
              <a:spLocks noChangeArrowheads="1"/>
            </p:cNvSpPr>
            <p:nvPr/>
          </p:nvSpPr>
          <p:spPr bwMode="auto">
            <a:xfrm>
              <a:off x="5479634" y="1681169"/>
              <a:ext cx="476921"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a:solidFill>
                    <a:srgbClr val="000000"/>
                  </a:solidFill>
                  <a:latin typeface="微软雅黑" panose="020B0503020204020204" pitchFamily="34" charset="-122"/>
                  <a:ea typeface="微软雅黑" panose="020B0503020204020204" pitchFamily="34" charset="-122"/>
                </a:rPr>
                <a:t>1.1.1.1</a:t>
              </a:r>
              <a:endParaRPr lang="en-US" altLang="zh-CN" sz="1400" b="1" dirty="0">
                <a:latin typeface="微软雅黑" panose="020B0503020204020204" pitchFamily="34" charset="-122"/>
                <a:ea typeface="微软雅黑" panose="020B0503020204020204" pitchFamily="34" charset="-122"/>
              </a:endParaRPr>
            </a:p>
          </p:txBody>
        </p:sp>
        <p:sp>
          <p:nvSpPr>
            <p:cNvPr id="33" name="Rectangle 196"/>
            <p:cNvSpPr>
              <a:spLocks noChangeArrowheads="1"/>
            </p:cNvSpPr>
            <p:nvPr/>
          </p:nvSpPr>
          <p:spPr bwMode="auto">
            <a:xfrm>
              <a:off x="5572019" y="1490279"/>
              <a:ext cx="487793" cy="181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4" name="Rectangle 197"/>
            <p:cNvSpPr>
              <a:spLocks noChangeArrowheads="1"/>
            </p:cNvSpPr>
            <p:nvPr/>
          </p:nvSpPr>
          <p:spPr bwMode="auto">
            <a:xfrm>
              <a:off x="5180307" y="1476725"/>
              <a:ext cx="476921"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a:solidFill>
                    <a:srgbClr val="000000"/>
                  </a:solidFill>
                  <a:latin typeface="微软雅黑" panose="020B0503020204020204" pitchFamily="34" charset="-122"/>
                  <a:ea typeface="微软雅黑" panose="020B0503020204020204" pitchFamily="34" charset="-122"/>
                </a:rPr>
                <a:t>1.1.1.2</a:t>
              </a:r>
              <a:endParaRPr lang="en-US" altLang="zh-CN" sz="1400" b="1" dirty="0">
                <a:latin typeface="微软雅黑" panose="020B0503020204020204" pitchFamily="34" charset="-122"/>
                <a:ea typeface="微软雅黑" panose="020B0503020204020204" pitchFamily="34" charset="-122"/>
              </a:endParaRPr>
            </a:p>
          </p:txBody>
        </p:sp>
        <p:sp>
          <p:nvSpPr>
            <p:cNvPr id="35" name="Rectangle 199"/>
            <p:cNvSpPr>
              <a:spLocks noChangeArrowheads="1"/>
            </p:cNvSpPr>
            <p:nvPr/>
          </p:nvSpPr>
          <p:spPr bwMode="auto">
            <a:xfrm>
              <a:off x="4291220" y="1588857"/>
              <a:ext cx="476921"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a:solidFill>
                    <a:srgbClr val="000000"/>
                  </a:solidFill>
                  <a:latin typeface="微软雅黑" panose="020B0503020204020204" pitchFamily="34" charset="-122"/>
                  <a:ea typeface="微软雅黑" panose="020B0503020204020204" pitchFamily="34" charset="-122"/>
                </a:rPr>
                <a:t>1.1.1.3</a:t>
              </a:r>
              <a:endParaRPr lang="en-US" altLang="zh-CN" sz="1400" b="1" dirty="0">
                <a:latin typeface="微软雅黑" panose="020B0503020204020204" pitchFamily="34" charset="-122"/>
                <a:ea typeface="微软雅黑" panose="020B0503020204020204" pitchFamily="34" charset="-122"/>
              </a:endParaRPr>
            </a:p>
          </p:txBody>
        </p:sp>
        <p:sp>
          <p:nvSpPr>
            <p:cNvPr id="36" name="Rectangle 284"/>
            <p:cNvSpPr>
              <a:spLocks noChangeArrowheads="1"/>
            </p:cNvSpPr>
            <p:nvPr/>
          </p:nvSpPr>
          <p:spPr bwMode="auto">
            <a:xfrm>
              <a:off x="5114713" y="1826878"/>
              <a:ext cx="12934" cy="276734"/>
            </a:xfrm>
            <a:prstGeom prst="rect">
              <a:avLst/>
            </a:prstGeom>
            <a:solidFill>
              <a:srgbClr val="000000"/>
            </a:solidFill>
            <a:ln w="1905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nvGrpSpPr>
            <p:cNvPr id="37" name="Group 285"/>
            <p:cNvGrpSpPr>
              <a:grpSpLocks/>
            </p:cNvGrpSpPr>
            <p:nvPr/>
          </p:nvGrpSpPr>
          <p:grpSpPr bwMode="auto">
            <a:xfrm>
              <a:off x="4946573" y="2079892"/>
              <a:ext cx="314109" cy="197668"/>
              <a:chOff x="2299" y="1622"/>
              <a:chExt cx="439" cy="262"/>
            </a:xfrm>
          </p:grpSpPr>
          <p:sp>
            <p:nvSpPr>
              <p:cNvPr id="308" name="Oval 286"/>
              <p:cNvSpPr>
                <a:spLocks noChangeArrowheads="1"/>
              </p:cNvSpPr>
              <p:nvPr/>
            </p:nvSpPr>
            <p:spPr bwMode="auto">
              <a:xfrm>
                <a:off x="2300" y="1731"/>
                <a:ext cx="438" cy="153"/>
              </a:xfrm>
              <a:prstGeom prst="ellipse">
                <a:avLst/>
              </a:prstGeom>
              <a:solidFill>
                <a:srgbClr val="0078AA"/>
              </a:solidFill>
              <a:ln w="4763">
                <a:solidFill>
                  <a:srgbClr val="AAE6FF"/>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09" name="Rectangle 287"/>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10" name="Rectangle 288"/>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11" name="Oval 289"/>
              <p:cNvSpPr>
                <a:spLocks noChangeArrowheads="1"/>
              </p:cNvSpPr>
              <p:nvPr/>
            </p:nvSpPr>
            <p:spPr bwMode="auto">
              <a:xfrm>
                <a:off x="2300" y="1622"/>
                <a:ext cx="438" cy="153"/>
              </a:xfrm>
              <a:prstGeom prst="ellipse">
                <a:avLst/>
              </a:prstGeom>
              <a:solidFill>
                <a:srgbClr val="00B4FF"/>
              </a:solidFill>
              <a:ln w="4763">
                <a:solidFill>
                  <a:srgbClr val="AAE6FF"/>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nvGrpSpPr>
              <p:cNvPr id="312" name="Group 290"/>
              <p:cNvGrpSpPr>
                <a:grpSpLocks/>
              </p:cNvGrpSpPr>
              <p:nvPr/>
            </p:nvGrpSpPr>
            <p:grpSpPr bwMode="auto">
              <a:xfrm>
                <a:off x="2365" y="1640"/>
                <a:ext cx="304" cy="117"/>
                <a:chOff x="2365" y="1640"/>
                <a:chExt cx="304" cy="117"/>
              </a:xfrm>
            </p:grpSpPr>
            <p:grpSp>
              <p:nvGrpSpPr>
                <p:cNvPr id="315" name="Group 291"/>
                <p:cNvGrpSpPr>
                  <a:grpSpLocks/>
                </p:cNvGrpSpPr>
                <p:nvPr/>
              </p:nvGrpSpPr>
              <p:grpSpPr bwMode="auto">
                <a:xfrm>
                  <a:off x="2365" y="1640"/>
                  <a:ext cx="302" cy="115"/>
                  <a:chOff x="2365" y="1640"/>
                  <a:chExt cx="302" cy="115"/>
                </a:xfrm>
              </p:grpSpPr>
              <p:sp>
                <p:nvSpPr>
                  <p:cNvPr id="325" name="Freeform 292"/>
                  <p:cNvSpPr>
                    <a:spLocks/>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26" name="Freeform 293"/>
                  <p:cNvSpPr>
                    <a:spLocks/>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27" name="Freeform 294"/>
                  <p:cNvSpPr>
                    <a:spLocks/>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28" name="Freeform 295"/>
                  <p:cNvSpPr>
                    <a:spLocks/>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29" name="Freeform 296"/>
                  <p:cNvSpPr>
                    <a:spLocks/>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30" name="Freeform 297"/>
                  <p:cNvSpPr>
                    <a:spLocks/>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31" name="Freeform 298"/>
                  <p:cNvSpPr>
                    <a:spLocks/>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32" name="Freeform 299"/>
                  <p:cNvSpPr>
                    <a:spLocks/>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grpSp>
              <p:nvGrpSpPr>
                <p:cNvPr id="316" name="Group 300"/>
                <p:cNvGrpSpPr>
                  <a:grpSpLocks/>
                </p:cNvGrpSpPr>
                <p:nvPr/>
              </p:nvGrpSpPr>
              <p:grpSpPr bwMode="auto">
                <a:xfrm>
                  <a:off x="2368" y="1643"/>
                  <a:ext cx="301" cy="114"/>
                  <a:chOff x="2368" y="1643"/>
                  <a:chExt cx="301" cy="114"/>
                </a:xfrm>
              </p:grpSpPr>
              <p:sp>
                <p:nvSpPr>
                  <p:cNvPr id="317" name="Freeform 301"/>
                  <p:cNvSpPr>
                    <a:spLocks/>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18" name="Freeform 302"/>
                  <p:cNvSpPr>
                    <a:spLocks/>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19" name="Freeform 303"/>
                  <p:cNvSpPr>
                    <a:spLocks/>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20" name="Freeform 304"/>
                  <p:cNvSpPr>
                    <a:spLocks/>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21" name="Freeform 305"/>
                  <p:cNvSpPr>
                    <a:spLocks/>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22" name="Freeform 306"/>
                  <p:cNvSpPr>
                    <a:spLocks/>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23" name="Freeform 307"/>
                  <p:cNvSpPr>
                    <a:spLocks/>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24" name="Freeform 308"/>
                  <p:cNvSpPr>
                    <a:spLocks/>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grpSp>
          <p:sp>
            <p:nvSpPr>
              <p:cNvPr id="313" name="Line 309"/>
              <p:cNvSpPr>
                <a:spLocks noChangeShapeType="1"/>
              </p:cNvSpPr>
              <p:nvPr/>
            </p:nvSpPr>
            <p:spPr bwMode="auto">
              <a:xfrm>
                <a:off x="2299"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14" name="Line 310"/>
              <p:cNvSpPr>
                <a:spLocks noChangeShapeType="1"/>
              </p:cNvSpPr>
              <p:nvPr/>
            </p:nvSpPr>
            <p:spPr bwMode="auto">
              <a:xfrm>
                <a:off x="2736"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sp>
          <p:nvSpPr>
            <p:cNvPr id="38" name="Rectangle 311"/>
            <p:cNvSpPr>
              <a:spLocks noChangeArrowheads="1"/>
            </p:cNvSpPr>
            <p:nvPr/>
          </p:nvSpPr>
          <p:spPr bwMode="auto">
            <a:xfrm>
              <a:off x="5167372" y="1946608"/>
              <a:ext cx="489640" cy="181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9" name="Rectangle 312"/>
            <p:cNvSpPr>
              <a:spLocks noChangeArrowheads="1"/>
            </p:cNvSpPr>
            <p:nvPr/>
          </p:nvSpPr>
          <p:spPr bwMode="auto">
            <a:xfrm>
              <a:off x="5181542" y="1916111"/>
              <a:ext cx="476921"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a:solidFill>
                    <a:srgbClr val="000000"/>
                  </a:solidFill>
                  <a:latin typeface="微软雅黑" panose="020B0503020204020204" pitchFamily="34" charset="-122"/>
                  <a:ea typeface="微软雅黑" panose="020B0503020204020204" pitchFamily="34" charset="-122"/>
                </a:rPr>
                <a:t>1.1.1.4</a:t>
              </a:r>
              <a:endParaRPr lang="en-US" altLang="zh-CN" sz="1400" b="1" dirty="0">
                <a:latin typeface="微软雅黑" panose="020B0503020204020204" pitchFamily="34" charset="-122"/>
                <a:ea typeface="微软雅黑" panose="020B0503020204020204" pitchFamily="34" charset="-122"/>
              </a:endParaRPr>
            </a:p>
          </p:txBody>
        </p:sp>
        <p:sp>
          <p:nvSpPr>
            <p:cNvPr id="40" name="Rectangle 313"/>
            <p:cNvSpPr>
              <a:spLocks noChangeArrowheads="1"/>
            </p:cNvSpPr>
            <p:nvPr/>
          </p:nvSpPr>
          <p:spPr bwMode="auto">
            <a:xfrm>
              <a:off x="4764574" y="2022286"/>
              <a:ext cx="199552" cy="180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1" name="Rectangle 314"/>
            <p:cNvSpPr>
              <a:spLocks noChangeArrowheads="1"/>
            </p:cNvSpPr>
            <p:nvPr/>
          </p:nvSpPr>
          <p:spPr bwMode="auto">
            <a:xfrm>
              <a:off x="4743557" y="1988083"/>
              <a:ext cx="182050" cy="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FF"/>
                  </a:solidFill>
                  <a:latin typeface="微软雅黑" panose="020B0503020204020204" pitchFamily="34" charset="-122"/>
                  <a:ea typeface="微软雅黑" panose="020B0503020204020204" pitchFamily="34" charset="-122"/>
                </a:rPr>
                <a:t>R</a:t>
              </a:r>
              <a:r>
                <a:rPr lang="en-US" altLang="zh-CN" sz="1600" b="1" baseline="-25000" dirty="0">
                  <a:solidFill>
                    <a:srgbClr val="0000FF"/>
                  </a:solidFill>
                  <a:latin typeface="微软雅黑" panose="020B0503020204020204" pitchFamily="34" charset="-122"/>
                  <a:ea typeface="微软雅黑" panose="020B0503020204020204" pitchFamily="34" charset="-122"/>
                </a:rPr>
                <a:t>1</a:t>
              </a:r>
            </a:p>
          </p:txBody>
        </p:sp>
        <p:sp>
          <p:nvSpPr>
            <p:cNvPr id="42" name="Oval 319"/>
            <p:cNvSpPr>
              <a:spLocks noChangeArrowheads="1"/>
            </p:cNvSpPr>
            <p:nvPr/>
          </p:nvSpPr>
          <p:spPr bwMode="auto">
            <a:xfrm>
              <a:off x="5095312" y="1972587"/>
              <a:ext cx="45269"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3" name="Oval 325"/>
            <p:cNvSpPr>
              <a:spLocks noChangeArrowheads="1"/>
            </p:cNvSpPr>
            <p:nvPr/>
          </p:nvSpPr>
          <p:spPr bwMode="auto">
            <a:xfrm>
              <a:off x="7561991" y="2704521"/>
              <a:ext cx="45269"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4" name="Oval 326"/>
            <p:cNvSpPr>
              <a:spLocks noChangeArrowheads="1"/>
            </p:cNvSpPr>
            <p:nvPr/>
          </p:nvSpPr>
          <p:spPr bwMode="auto">
            <a:xfrm>
              <a:off x="7588783" y="2334036"/>
              <a:ext cx="45268"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5" name="Rectangle 327"/>
            <p:cNvSpPr>
              <a:spLocks noChangeArrowheads="1"/>
            </p:cNvSpPr>
            <p:nvPr/>
          </p:nvSpPr>
          <p:spPr bwMode="auto">
            <a:xfrm>
              <a:off x="6166054" y="2622065"/>
              <a:ext cx="488716" cy="180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6" name="Rectangle 328"/>
            <p:cNvSpPr>
              <a:spLocks noChangeArrowheads="1"/>
            </p:cNvSpPr>
            <p:nvPr/>
          </p:nvSpPr>
          <p:spPr bwMode="auto">
            <a:xfrm>
              <a:off x="5912639" y="3114538"/>
              <a:ext cx="56538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a:solidFill>
                    <a:srgbClr val="000000"/>
                  </a:solidFill>
                  <a:latin typeface="微软雅黑" panose="020B0503020204020204" pitchFamily="34" charset="-122"/>
                  <a:ea typeface="微软雅黑" panose="020B0503020204020204" pitchFamily="34" charset="-122"/>
                </a:rPr>
                <a:t>1.1.1.13</a:t>
              </a:r>
              <a:endParaRPr lang="en-US" altLang="zh-CN" sz="1400" b="1" dirty="0">
                <a:latin typeface="微软雅黑" panose="020B0503020204020204" pitchFamily="34" charset="-122"/>
                <a:ea typeface="微软雅黑" panose="020B0503020204020204" pitchFamily="34" charset="-122"/>
              </a:endParaRPr>
            </a:p>
          </p:txBody>
        </p:sp>
        <p:sp>
          <p:nvSpPr>
            <p:cNvPr id="47" name="Rectangle 329"/>
            <p:cNvSpPr>
              <a:spLocks noChangeArrowheads="1"/>
            </p:cNvSpPr>
            <p:nvPr/>
          </p:nvSpPr>
          <p:spPr bwMode="auto">
            <a:xfrm>
              <a:off x="7534276" y="2884115"/>
              <a:ext cx="488717" cy="180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48" name="Rectangle 330"/>
            <p:cNvSpPr>
              <a:spLocks noChangeArrowheads="1"/>
            </p:cNvSpPr>
            <p:nvPr/>
          </p:nvSpPr>
          <p:spPr bwMode="auto">
            <a:xfrm>
              <a:off x="7121563" y="2785847"/>
              <a:ext cx="56538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a:solidFill>
                    <a:srgbClr val="000000"/>
                  </a:solidFill>
                  <a:latin typeface="微软雅黑" panose="020B0503020204020204" pitchFamily="34" charset="-122"/>
                  <a:ea typeface="微软雅黑" panose="020B0503020204020204" pitchFamily="34" charset="-122"/>
                </a:rPr>
                <a:t>1.1.1.10</a:t>
              </a:r>
              <a:endParaRPr lang="en-US" altLang="zh-CN" sz="1400" b="1" dirty="0">
                <a:latin typeface="微软雅黑" panose="020B0503020204020204" pitchFamily="34" charset="-122"/>
                <a:ea typeface="微软雅黑" panose="020B0503020204020204" pitchFamily="34" charset="-122"/>
              </a:endParaRPr>
            </a:p>
          </p:txBody>
        </p:sp>
        <p:sp>
          <p:nvSpPr>
            <p:cNvPr id="49" name="Rectangle 331"/>
            <p:cNvSpPr>
              <a:spLocks noChangeArrowheads="1"/>
            </p:cNvSpPr>
            <p:nvPr/>
          </p:nvSpPr>
          <p:spPr bwMode="auto">
            <a:xfrm>
              <a:off x="7534276" y="2313704"/>
              <a:ext cx="488717" cy="182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50" name="Rectangle 332"/>
            <p:cNvSpPr>
              <a:spLocks noChangeArrowheads="1"/>
            </p:cNvSpPr>
            <p:nvPr/>
          </p:nvSpPr>
          <p:spPr bwMode="auto">
            <a:xfrm>
              <a:off x="7611879" y="2381476"/>
              <a:ext cx="476921"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a:solidFill>
                    <a:srgbClr val="000000"/>
                  </a:solidFill>
                  <a:latin typeface="微软雅黑" panose="020B0503020204020204" pitchFamily="34" charset="-122"/>
                  <a:ea typeface="微软雅黑" panose="020B0503020204020204" pitchFamily="34" charset="-122"/>
                </a:rPr>
                <a:t>1.1.1.9</a:t>
              </a:r>
              <a:endParaRPr lang="en-US" altLang="zh-CN" sz="1400" b="1" dirty="0">
                <a:latin typeface="微软雅黑" panose="020B0503020204020204" pitchFamily="34" charset="-122"/>
                <a:ea typeface="微软雅黑" panose="020B0503020204020204" pitchFamily="34" charset="-122"/>
              </a:endParaRPr>
            </a:p>
          </p:txBody>
        </p:sp>
        <p:sp>
          <p:nvSpPr>
            <p:cNvPr id="51" name="Rectangle 334"/>
            <p:cNvSpPr>
              <a:spLocks noChangeArrowheads="1"/>
            </p:cNvSpPr>
            <p:nvPr/>
          </p:nvSpPr>
          <p:spPr bwMode="auto">
            <a:xfrm>
              <a:off x="6921131" y="3366423"/>
              <a:ext cx="56538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a:solidFill>
                    <a:srgbClr val="000000"/>
                  </a:solidFill>
                  <a:latin typeface="微软雅黑" panose="020B0503020204020204" pitchFamily="34" charset="-122"/>
                  <a:ea typeface="微软雅黑" panose="020B0503020204020204" pitchFamily="34" charset="-122"/>
                </a:rPr>
                <a:t>1.1.1.12</a:t>
              </a:r>
              <a:endParaRPr lang="en-US" altLang="zh-CN" sz="1400" b="1" dirty="0">
                <a:latin typeface="微软雅黑" panose="020B0503020204020204" pitchFamily="34" charset="-122"/>
                <a:ea typeface="微软雅黑" panose="020B0503020204020204" pitchFamily="34" charset="-122"/>
              </a:endParaRPr>
            </a:p>
          </p:txBody>
        </p:sp>
        <p:sp>
          <p:nvSpPr>
            <p:cNvPr id="52" name="Rectangle 335"/>
            <p:cNvSpPr>
              <a:spLocks noChangeArrowheads="1"/>
            </p:cNvSpPr>
            <p:nvPr/>
          </p:nvSpPr>
          <p:spPr bwMode="auto">
            <a:xfrm>
              <a:off x="5494415" y="3608142"/>
              <a:ext cx="488717" cy="180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53" name="Rectangle 336"/>
            <p:cNvSpPr>
              <a:spLocks noChangeArrowheads="1"/>
            </p:cNvSpPr>
            <p:nvPr/>
          </p:nvSpPr>
          <p:spPr bwMode="auto">
            <a:xfrm>
              <a:off x="5893152" y="3353998"/>
              <a:ext cx="56538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a:solidFill>
                    <a:srgbClr val="000000"/>
                  </a:solidFill>
                  <a:latin typeface="微软雅黑" panose="020B0503020204020204" pitchFamily="34" charset="-122"/>
                  <a:ea typeface="微软雅黑" panose="020B0503020204020204" pitchFamily="34" charset="-122"/>
                </a:rPr>
                <a:t>1.1.1.11</a:t>
              </a:r>
              <a:endParaRPr lang="en-US" altLang="zh-CN" sz="1400" b="1" dirty="0">
                <a:latin typeface="微软雅黑" panose="020B0503020204020204" pitchFamily="34" charset="-122"/>
                <a:ea typeface="微软雅黑" panose="020B0503020204020204" pitchFamily="34" charset="-122"/>
              </a:endParaRPr>
            </a:p>
          </p:txBody>
        </p:sp>
        <p:sp>
          <p:nvSpPr>
            <p:cNvPr id="54" name="Oval 337"/>
            <p:cNvSpPr>
              <a:spLocks noChangeArrowheads="1"/>
            </p:cNvSpPr>
            <p:nvPr/>
          </p:nvSpPr>
          <p:spPr bwMode="auto">
            <a:xfrm>
              <a:off x="6821988" y="3439842"/>
              <a:ext cx="45268"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55" name="Rectangle 338"/>
            <p:cNvSpPr>
              <a:spLocks noChangeArrowheads="1"/>
            </p:cNvSpPr>
            <p:nvPr/>
          </p:nvSpPr>
          <p:spPr bwMode="auto">
            <a:xfrm>
              <a:off x="6397940" y="2247062"/>
              <a:ext cx="434209" cy="180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56" name="Rectangle 339"/>
            <p:cNvSpPr>
              <a:spLocks noChangeArrowheads="1"/>
            </p:cNvSpPr>
            <p:nvPr/>
          </p:nvSpPr>
          <p:spPr bwMode="auto">
            <a:xfrm>
              <a:off x="6587986" y="2058318"/>
              <a:ext cx="799675"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u="sng" dirty="0">
                  <a:solidFill>
                    <a:srgbClr val="000000"/>
                  </a:solidFill>
                  <a:latin typeface="微软雅黑" panose="020B0503020204020204" pitchFamily="34" charset="-122"/>
                  <a:ea typeface="微软雅黑" panose="020B0503020204020204" pitchFamily="34" charset="-122"/>
                </a:rPr>
                <a:t>1.1.1.8/29</a:t>
              </a:r>
            </a:p>
          </p:txBody>
        </p:sp>
        <p:sp>
          <p:nvSpPr>
            <p:cNvPr id="57" name="Rectangle 340"/>
            <p:cNvSpPr>
              <a:spLocks noChangeArrowheads="1"/>
            </p:cNvSpPr>
            <p:nvPr/>
          </p:nvSpPr>
          <p:spPr bwMode="auto">
            <a:xfrm>
              <a:off x="6433047" y="2096835"/>
              <a:ext cx="349215" cy="181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58" name="Oval 396"/>
            <p:cNvSpPr>
              <a:spLocks noChangeArrowheads="1"/>
            </p:cNvSpPr>
            <p:nvPr/>
          </p:nvSpPr>
          <p:spPr bwMode="auto">
            <a:xfrm>
              <a:off x="4635235" y="3086301"/>
              <a:ext cx="45269"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59" name="Oval 397"/>
            <p:cNvSpPr>
              <a:spLocks noChangeArrowheads="1"/>
            </p:cNvSpPr>
            <p:nvPr/>
          </p:nvSpPr>
          <p:spPr bwMode="auto">
            <a:xfrm>
              <a:off x="5441756" y="3082912"/>
              <a:ext cx="45268" cy="46311"/>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60" name="Oval 398"/>
            <p:cNvSpPr>
              <a:spLocks noChangeArrowheads="1"/>
            </p:cNvSpPr>
            <p:nvPr/>
          </p:nvSpPr>
          <p:spPr bwMode="auto">
            <a:xfrm>
              <a:off x="5641308" y="2899928"/>
              <a:ext cx="45268"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61" name="Oval 399"/>
            <p:cNvSpPr>
              <a:spLocks noChangeArrowheads="1"/>
            </p:cNvSpPr>
            <p:nvPr/>
          </p:nvSpPr>
          <p:spPr bwMode="auto">
            <a:xfrm>
              <a:off x="5215413" y="2297891"/>
              <a:ext cx="45269"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62" name="Oval 400"/>
            <p:cNvSpPr>
              <a:spLocks noChangeArrowheads="1"/>
            </p:cNvSpPr>
            <p:nvPr/>
          </p:nvSpPr>
          <p:spPr bwMode="auto">
            <a:xfrm>
              <a:off x="4411663" y="2842323"/>
              <a:ext cx="45269"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63" name="Oval 401"/>
            <p:cNvSpPr>
              <a:spLocks noChangeArrowheads="1"/>
            </p:cNvSpPr>
            <p:nvPr/>
          </p:nvSpPr>
          <p:spPr bwMode="auto">
            <a:xfrm>
              <a:off x="4891142" y="2310315"/>
              <a:ext cx="44345" cy="46311"/>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64" name="Rectangle 402"/>
            <p:cNvSpPr>
              <a:spLocks noChangeArrowheads="1"/>
            </p:cNvSpPr>
            <p:nvPr/>
          </p:nvSpPr>
          <p:spPr bwMode="auto">
            <a:xfrm>
              <a:off x="5298559" y="2127332"/>
              <a:ext cx="488717" cy="181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65" name="Rectangle 403"/>
            <p:cNvSpPr>
              <a:spLocks noChangeArrowheads="1"/>
            </p:cNvSpPr>
            <p:nvPr/>
          </p:nvSpPr>
          <p:spPr bwMode="auto">
            <a:xfrm>
              <a:off x="5308722" y="2210917"/>
              <a:ext cx="56538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smtClean="0">
                  <a:solidFill>
                    <a:srgbClr val="000000"/>
                  </a:solidFill>
                  <a:latin typeface="微软雅黑" panose="020B0503020204020204" pitchFamily="34" charset="-122"/>
                  <a:ea typeface="微软雅黑" panose="020B0503020204020204" pitchFamily="34" charset="-122"/>
                </a:rPr>
                <a:t>1.1.1.25</a:t>
              </a:r>
              <a:endParaRPr lang="en-US" altLang="zh-CN" sz="1400" b="1" dirty="0">
                <a:latin typeface="微软雅黑" panose="020B0503020204020204" pitchFamily="34" charset="-122"/>
                <a:ea typeface="微软雅黑" panose="020B0503020204020204" pitchFamily="34" charset="-122"/>
              </a:endParaRPr>
            </a:p>
          </p:txBody>
        </p:sp>
        <p:sp>
          <p:nvSpPr>
            <p:cNvPr id="66" name="Rectangle 404"/>
            <p:cNvSpPr>
              <a:spLocks noChangeArrowheads="1"/>
            </p:cNvSpPr>
            <p:nvPr/>
          </p:nvSpPr>
          <p:spPr bwMode="auto">
            <a:xfrm>
              <a:off x="4371938" y="2201881"/>
              <a:ext cx="487793" cy="181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67" name="Rectangle 405"/>
            <p:cNvSpPr>
              <a:spLocks noChangeArrowheads="1"/>
            </p:cNvSpPr>
            <p:nvPr/>
          </p:nvSpPr>
          <p:spPr bwMode="auto">
            <a:xfrm>
              <a:off x="4362649" y="2195104"/>
              <a:ext cx="56538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smtClean="0">
                  <a:solidFill>
                    <a:srgbClr val="000000"/>
                  </a:solidFill>
                  <a:latin typeface="微软雅黑" panose="020B0503020204020204" pitchFamily="34" charset="-122"/>
                  <a:ea typeface="微软雅黑" panose="020B0503020204020204" pitchFamily="34" charset="-122"/>
                </a:rPr>
                <a:t>1.1.1.29</a:t>
              </a:r>
              <a:endParaRPr lang="en-US" altLang="zh-CN" sz="1400" b="1" dirty="0">
                <a:latin typeface="微软雅黑" panose="020B0503020204020204" pitchFamily="34" charset="-122"/>
                <a:ea typeface="微软雅黑" panose="020B0503020204020204" pitchFamily="34" charset="-122"/>
              </a:endParaRPr>
            </a:p>
          </p:txBody>
        </p:sp>
        <p:sp>
          <p:nvSpPr>
            <p:cNvPr id="68" name="Rectangle 406"/>
            <p:cNvSpPr>
              <a:spLocks noChangeArrowheads="1"/>
            </p:cNvSpPr>
            <p:nvPr/>
          </p:nvSpPr>
          <p:spPr bwMode="auto">
            <a:xfrm>
              <a:off x="4015332" y="2539610"/>
              <a:ext cx="488716" cy="181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69" name="Rectangle 407"/>
            <p:cNvSpPr>
              <a:spLocks noChangeArrowheads="1"/>
            </p:cNvSpPr>
            <p:nvPr/>
          </p:nvSpPr>
          <p:spPr bwMode="auto">
            <a:xfrm>
              <a:off x="3944777" y="2674433"/>
              <a:ext cx="56538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smtClean="0">
                  <a:solidFill>
                    <a:srgbClr val="000000"/>
                  </a:solidFill>
                  <a:latin typeface="微软雅黑" panose="020B0503020204020204" pitchFamily="34" charset="-122"/>
                  <a:ea typeface="微软雅黑" panose="020B0503020204020204" pitchFamily="34" charset="-122"/>
                </a:rPr>
                <a:t>1.1.1.30</a:t>
              </a:r>
              <a:endParaRPr lang="en-US" altLang="zh-CN" sz="1400" b="1" dirty="0">
                <a:solidFill>
                  <a:srgbClr val="000000"/>
                </a:solidFill>
                <a:latin typeface="微软雅黑" panose="020B0503020204020204" pitchFamily="34" charset="-122"/>
                <a:ea typeface="微软雅黑" panose="020B0503020204020204" pitchFamily="34" charset="-122"/>
              </a:endParaRPr>
            </a:p>
          </p:txBody>
        </p:sp>
        <p:sp>
          <p:nvSpPr>
            <p:cNvPr id="70" name="Rectangle 408"/>
            <p:cNvSpPr>
              <a:spLocks noChangeArrowheads="1"/>
            </p:cNvSpPr>
            <p:nvPr/>
          </p:nvSpPr>
          <p:spPr bwMode="auto">
            <a:xfrm>
              <a:off x="5631145" y="2471838"/>
              <a:ext cx="488717" cy="180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71" name="Rectangle 409"/>
            <p:cNvSpPr>
              <a:spLocks noChangeArrowheads="1"/>
            </p:cNvSpPr>
            <p:nvPr/>
          </p:nvSpPr>
          <p:spPr bwMode="auto">
            <a:xfrm>
              <a:off x="5693967" y="2774551"/>
              <a:ext cx="56538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smtClean="0">
                  <a:solidFill>
                    <a:srgbClr val="000000"/>
                  </a:solidFill>
                  <a:latin typeface="微软雅黑" panose="020B0503020204020204" pitchFamily="34" charset="-122"/>
                  <a:ea typeface="微软雅黑" panose="020B0503020204020204" pitchFamily="34" charset="-122"/>
                </a:rPr>
                <a:t>1.1.1.26</a:t>
              </a:r>
              <a:endParaRPr lang="en-US" altLang="zh-CN" sz="1400" b="1" dirty="0">
                <a:latin typeface="微软雅黑" panose="020B0503020204020204" pitchFamily="34" charset="-122"/>
                <a:ea typeface="微软雅黑" panose="020B0503020204020204" pitchFamily="34" charset="-122"/>
              </a:endParaRPr>
            </a:p>
          </p:txBody>
        </p:sp>
        <p:sp>
          <p:nvSpPr>
            <p:cNvPr id="72" name="Rectangle 410"/>
            <p:cNvSpPr>
              <a:spLocks noChangeArrowheads="1"/>
            </p:cNvSpPr>
            <p:nvPr/>
          </p:nvSpPr>
          <p:spPr bwMode="auto">
            <a:xfrm>
              <a:off x="5366924" y="2925908"/>
              <a:ext cx="488717" cy="182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73" name="Rectangle 411"/>
            <p:cNvSpPr>
              <a:spLocks noChangeArrowheads="1"/>
            </p:cNvSpPr>
            <p:nvPr/>
          </p:nvSpPr>
          <p:spPr bwMode="auto">
            <a:xfrm>
              <a:off x="5295788" y="3158590"/>
              <a:ext cx="56538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smtClean="0">
                  <a:solidFill>
                    <a:srgbClr val="000000"/>
                  </a:solidFill>
                  <a:latin typeface="微软雅黑" panose="020B0503020204020204" pitchFamily="34" charset="-122"/>
                  <a:ea typeface="微软雅黑" panose="020B0503020204020204" pitchFamily="34" charset="-122"/>
                </a:rPr>
                <a:t>1.1.1.34</a:t>
              </a:r>
              <a:endParaRPr lang="en-US" altLang="zh-CN" sz="1400" b="1" dirty="0">
                <a:latin typeface="微软雅黑" panose="020B0503020204020204" pitchFamily="34" charset="-122"/>
                <a:ea typeface="微软雅黑" panose="020B0503020204020204" pitchFamily="34" charset="-122"/>
              </a:endParaRPr>
            </a:p>
          </p:txBody>
        </p:sp>
        <p:sp>
          <p:nvSpPr>
            <p:cNvPr id="74" name="Rectangle 412"/>
            <p:cNvSpPr>
              <a:spLocks noChangeArrowheads="1"/>
            </p:cNvSpPr>
            <p:nvPr/>
          </p:nvSpPr>
          <p:spPr bwMode="auto">
            <a:xfrm>
              <a:off x="4505896" y="2925908"/>
              <a:ext cx="487793" cy="182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75" name="Rectangle 413"/>
            <p:cNvSpPr>
              <a:spLocks noChangeArrowheads="1"/>
            </p:cNvSpPr>
            <p:nvPr/>
          </p:nvSpPr>
          <p:spPr bwMode="auto">
            <a:xfrm>
              <a:off x="4419054" y="3149554"/>
              <a:ext cx="56538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smtClean="0">
                  <a:solidFill>
                    <a:srgbClr val="000000"/>
                  </a:solidFill>
                  <a:latin typeface="微软雅黑" panose="020B0503020204020204" pitchFamily="34" charset="-122"/>
                  <a:ea typeface="微软雅黑" panose="020B0503020204020204" pitchFamily="34" charset="-122"/>
                </a:rPr>
                <a:t>1.1.1.33</a:t>
              </a:r>
              <a:endParaRPr lang="en-US" altLang="zh-CN" sz="1400" b="1" dirty="0">
                <a:solidFill>
                  <a:srgbClr val="000000"/>
                </a:solidFill>
                <a:latin typeface="微软雅黑" panose="020B0503020204020204" pitchFamily="34" charset="-122"/>
                <a:ea typeface="微软雅黑" panose="020B0503020204020204" pitchFamily="34" charset="-122"/>
              </a:endParaRPr>
            </a:p>
          </p:txBody>
        </p:sp>
        <p:sp>
          <p:nvSpPr>
            <p:cNvPr id="76" name="Rectangle 414"/>
            <p:cNvSpPr>
              <a:spLocks noChangeArrowheads="1"/>
            </p:cNvSpPr>
            <p:nvPr/>
          </p:nvSpPr>
          <p:spPr bwMode="auto">
            <a:xfrm>
              <a:off x="2822591" y="2431699"/>
              <a:ext cx="488717" cy="182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77" name="Rectangle 415"/>
            <p:cNvSpPr>
              <a:spLocks noChangeArrowheads="1"/>
            </p:cNvSpPr>
            <p:nvPr/>
          </p:nvSpPr>
          <p:spPr bwMode="auto">
            <a:xfrm>
              <a:off x="2852904" y="2455549"/>
              <a:ext cx="56538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a:solidFill>
                    <a:srgbClr val="000000"/>
                  </a:solidFill>
                  <a:latin typeface="微软雅黑" panose="020B0503020204020204" pitchFamily="34" charset="-122"/>
                  <a:ea typeface="微软雅黑" panose="020B0503020204020204" pitchFamily="34" charset="-122"/>
                </a:rPr>
                <a:t>1.1.1.17</a:t>
              </a:r>
              <a:endParaRPr lang="en-US" altLang="zh-CN" sz="1400" b="1" dirty="0">
                <a:latin typeface="微软雅黑" panose="020B0503020204020204" pitchFamily="34" charset="-122"/>
                <a:ea typeface="微软雅黑" panose="020B0503020204020204" pitchFamily="34" charset="-122"/>
              </a:endParaRPr>
            </a:p>
          </p:txBody>
        </p:sp>
        <p:sp>
          <p:nvSpPr>
            <p:cNvPr id="78" name="Rectangle 416"/>
            <p:cNvSpPr>
              <a:spLocks noChangeArrowheads="1"/>
            </p:cNvSpPr>
            <p:nvPr/>
          </p:nvSpPr>
          <p:spPr bwMode="auto">
            <a:xfrm>
              <a:off x="3801922" y="2958664"/>
              <a:ext cx="488717" cy="181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79" name="Rectangle 417"/>
            <p:cNvSpPr>
              <a:spLocks noChangeArrowheads="1"/>
            </p:cNvSpPr>
            <p:nvPr/>
          </p:nvSpPr>
          <p:spPr bwMode="auto">
            <a:xfrm>
              <a:off x="3631876" y="3129549"/>
              <a:ext cx="56538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a:solidFill>
                    <a:srgbClr val="000000"/>
                  </a:solidFill>
                  <a:latin typeface="微软雅黑" panose="020B0503020204020204" pitchFamily="34" charset="-122"/>
                  <a:ea typeface="微软雅黑" panose="020B0503020204020204" pitchFamily="34" charset="-122"/>
                </a:rPr>
                <a:t>1.1.1.19</a:t>
              </a:r>
            </a:p>
          </p:txBody>
        </p:sp>
        <p:sp>
          <p:nvSpPr>
            <p:cNvPr id="80" name="Rectangle 418"/>
            <p:cNvSpPr>
              <a:spLocks noChangeArrowheads="1"/>
            </p:cNvSpPr>
            <p:nvPr/>
          </p:nvSpPr>
          <p:spPr bwMode="auto">
            <a:xfrm>
              <a:off x="2822591" y="3164762"/>
              <a:ext cx="488717" cy="181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81" name="Rectangle 419"/>
            <p:cNvSpPr>
              <a:spLocks noChangeArrowheads="1"/>
            </p:cNvSpPr>
            <p:nvPr/>
          </p:nvSpPr>
          <p:spPr bwMode="auto">
            <a:xfrm>
              <a:off x="2922380" y="3017614"/>
              <a:ext cx="56538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dirty="0">
                  <a:solidFill>
                    <a:srgbClr val="000000"/>
                  </a:solidFill>
                  <a:latin typeface="微软雅黑" panose="020B0503020204020204" pitchFamily="34" charset="-122"/>
                  <a:ea typeface="微软雅黑" panose="020B0503020204020204" pitchFamily="34" charset="-122"/>
                </a:rPr>
                <a:t>1.1.1.18</a:t>
              </a:r>
              <a:endParaRPr lang="en-US" altLang="zh-CN" sz="1400" b="1" dirty="0">
                <a:latin typeface="微软雅黑" panose="020B0503020204020204" pitchFamily="34" charset="-122"/>
                <a:ea typeface="微软雅黑" panose="020B0503020204020204" pitchFamily="34" charset="-122"/>
              </a:endParaRPr>
            </a:p>
          </p:txBody>
        </p:sp>
        <p:sp>
          <p:nvSpPr>
            <p:cNvPr id="82" name="Oval 421"/>
            <p:cNvSpPr>
              <a:spLocks noChangeArrowheads="1"/>
            </p:cNvSpPr>
            <p:nvPr/>
          </p:nvSpPr>
          <p:spPr bwMode="auto">
            <a:xfrm>
              <a:off x="3416419" y="2504298"/>
              <a:ext cx="45269"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83" name="Rectangle 423"/>
            <p:cNvSpPr>
              <a:spLocks noChangeArrowheads="1"/>
            </p:cNvSpPr>
            <p:nvPr/>
          </p:nvSpPr>
          <p:spPr bwMode="auto">
            <a:xfrm>
              <a:off x="4322974" y="2988031"/>
              <a:ext cx="200476" cy="182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84" name="Rectangle 424"/>
            <p:cNvSpPr>
              <a:spLocks noChangeArrowheads="1"/>
            </p:cNvSpPr>
            <p:nvPr/>
          </p:nvSpPr>
          <p:spPr bwMode="auto">
            <a:xfrm>
              <a:off x="4477257" y="2873950"/>
              <a:ext cx="182050" cy="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FF"/>
                  </a:solidFill>
                  <a:latin typeface="微软雅黑" panose="020B0503020204020204" pitchFamily="34" charset="-122"/>
                  <a:ea typeface="微软雅黑" panose="020B0503020204020204" pitchFamily="34" charset="-122"/>
                </a:rPr>
                <a:t>R</a:t>
              </a:r>
              <a:r>
                <a:rPr lang="en-US" altLang="zh-CN" sz="1600" b="1" baseline="-25000" dirty="0">
                  <a:solidFill>
                    <a:srgbClr val="0000FF"/>
                  </a:solidFill>
                  <a:latin typeface="微软雅黑" panose="020B0503020204020204" pitchFamily="34" charset="-122"/>
                  <a:ea typeface="微软雅黑" panose="020B0503020204020204" pitchFamily="34" charset="-122"/>
                </a:rPr>
                <a:t>3</a:t>
              </a:r>
            </a:p>
          </p:txBody>
        </p:sp>
        <p:sp>
          <p:nvSpPr>
            <p:cNvPr id="85" name="Rectangle 427"/>
            <p:cNvSpPr>
              <a:spLocks noChangeArrowheads="1"/>
            </p:cNvSpPr>
            <p:nvPr/>
          </p:nvSpPr>
          <p:spPr bwMode="auto">
            <a:xfrm>
              <a:off x="5395162" y="2872820"/>
              <a:ext cx="182050" cy="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FF"/>
                  </a:solidFill>
                  <a:latin typeface="微软雅黑" panose="020B0503020204020204" pitchFamily="34" charset="-122"/>
                  <a:ea typeface="微软雅黑" panose="020B0503020204020204" pitchFamily="34" charset="-122"/>
                </a:rPr>
                <a:t>R</a:t>
              </a:r>
              <a:r>
                <a:rPr lang="en-US" altLang="zh-CN" sz="1600" b="1" baseline="-25000" dirty="0">
                  <a:solidFill>
                    <a:srgbClr val="0000FF"/>
                  </a:solidFill>
                  <a:latin typeface="微软雅黑" panose="020B0503020204020204" pitchFamily="34" charset="-122"/>
                  <a:ea typeface="微软雅黑" panose="020B0503020204020204" pitchFamily="34" charset="-122"/>
                </a:rPr>
                <a:t>2</a:t>
              </a:r>
            </a:p>
          </p:txBody>
        </p:sp>
        <p:sp>
          <p:nvSpPr>
            <p:cNvPr id="86" name="Rectangle 429"/>
            <p:cNvSpPr>
              <a:spLocks noChangeArrowheads="1"/>
            </p:cNvSpPr>
            <p:nvPr/>
          </p:nvSpPr>
          <p:spPr bwMode="auto">
            <a:xfrm>
              <a:off x="3287338" y="1885613"/>
              <a:ext cx="435133" cy="181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87" name="Rectangle 430"/>
            <p:cNvSpPr>
              <a:spLocks noChangeArrowheads="1"/>
            </p:cNvSpPr>
            <p:nvPr/>
          </p:nvSpPr>
          <p:spPr bwMode="auto">
            <a:xfrm>
              <a:off x="3330759" y="1837347"/>
              <a:ext cx="81025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u="sng" dirty="0">
                  <a:solidFill>
                    <a:srgbClr val="000000"/>
                  </a:solidFill>
                  <a:latin typeface="微软雅黑" panose="020B0503020204020204" pitchFamily="34" charset="-122"/>
                  <a:ea typeface="微软雅黑" panose="020B0503020204020204" pitchFamily="34" charset="-122"/>
                </a:rPr>
                <a:t>1.1.1.16/29</a:t>
              </a:r>
            </a:p>
          </p:txBody>
        </p:sp>
        <p:sp>
          <p:nvSpPr>
            <p:cNvPr id="88" name="Rectangle 431"/>
            <p:cNvSpPr>
              <a:spLocks noChangeArrowheads="1"/>
            </p:cNvSpPr>
            <p:nvPr/>
          </p:nvSpPr>
          <p:spPr bwMode="auto">
            <a:xfrm>
              <a:off x="3303044" y="1733128"/>
              <a:ext cx="348292" cy="180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89" name="Rectangle 432"/>
            <p:cNvSpPr>
              <a:spLocks noChangeArrowheads="1"/>
            </p:cNvSpPr>
            <p:nvPr/>
          </p:nvSpPr>
          <p:spPr bwMode="auto">
            <a:xfrm>
              <a:off x="3339906" y="1637458"/>
              <a:ext cx="424614" cy="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LAN</a:t>
              </a:r>
              <a:r>
                <a:rPr lang="en-US" altLang="zh-CN" sz="1600" b="1" baseline="-25000" dirty="0">
                  <a:solidFill>
                    <a:srgbClr val="000000"/>
                  </a:solidFill>
                  <a:latin typeface="微软雅黑" panose="020B0503020204020204" pitchFamily="34" charset="-122"/>
                  <a:ea typeface="微软雅黑" panose="020B0503020204020204" pitchFamily="34" charset="-122"/>
                </a:rPr>
                <a:t>3</a:t>
              </a:r>
              <a:endParaRPr lang="en-US" altLang="zh-CN" sz="1600" b="1" baseline="-25000" dirty="0">
                <a:latin typeface="微软雅黑" panose="020B0503020204020204" pitchFamily="34" charset="-122"/>
                <a:ea typeface="微软雅黑" panose="020B0503020204020204" pitchFamily="34" charset="-122"/>
              </a:endParaRPr>
            </a:p>
          </p:txBody>
        </p:sp>
        <p:sp>
          <p:nvSpPr>
            <p:cNvPr id="90" name="Rectangle 434"/>
            <p:cNvSpPr>
              <a:spLocks noChangeArrowheads="1"/>
            </p:cNvSpPr>
            <p:nvPr/>
          </p:nvSpPr>
          <p:spPr bwMode="auto">
            <a:xfrm>
              <a:off x="5013090" y="2653692"/>
              <a:ext cx="201399" cy="182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91" name="Rectangle 438"/>
            <p:cNvSpPr>
              <a:spLocks noChangeArrowheads="1"/>
            </p:cNvSpPr>
            <p:nvPr/>
          </p:nvSpPr>
          <p:spPr bwMode="auto">
            <a:xfrm>
              <a:off x="5509197" y="2471838"/>
              <a:ext cx="207691" cy="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N</a:t>
              </a:r>
              <a:r>
                <a:rPr lang="en-US" altLang="zh-CN" sz="1600" b="1" baseline="-25000" dirty="0">
                  <a:solidFill>
                    <a:srgbClr val="000000"/>
                  </a:solidFill>
                  <a:latin typeface="微软雅黑" panose="020B0503020204020204" pitchFamily="34" charset="-122"/>
                  <a:ea typeface="微软雅黑" panose="020B0503020204020204" pitchFamily="34" charset="-122"/>
                </a:rPr>
                <a:t>1</a:t>
              </a:r>
              <a:endParaRPr lang="en-US" altLang="zh-CN" sz="1600" b="1" baseline="-25000" dirty="0">
                <a:latin typeface="微软雅黑" panose="020B0503020204020204" pitchFamily="34" charset="-122"/>
                <a:ea typeface="微软雅黑" panose="020B0503020204020204" pitchFamily="34" charset="-122"/>
              </a:endParaRPr>
            </a:p>
          </p:txBody>
        </p:sp>
        <p:sp>
          <p:nvSpPr>
            <p:cNvPr id="92" name="Rectangle 440"/>
            <p:cNvSpPr>
              <a:spLocks noChangeArrowheads="1"/>
            </p:cNvSpPr>
            <p:nvPr/>
          </p:nvSpPr>
          <p:spPr bwMode="auto">
            <a:xfrm>
              <a:off x="4692514" y="2501206"/>
              <a:ext cx="200476" cy="182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93" name="Rectangle 441"/>
            <p:cNvSpPr>
              <a:spLocks noChangeArrowheads="1"/>
            </p:cNvSpPr>
            <p:nvPr/>
          </p:nvSpPr>
          <p:spPr bwMode="auto">
            <a:xfrm>
              <a:off x="3874436" y="2248257"/>
              <a:ext cx="207691" cy="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N</a:t>
              </a:r>
              <a:r>
                <a:rPr lang="en-US" altLang="zh-CN" sz="1600" b="1" baseline="-25000" dirty="0">
                  <a:solidFill>
                    <a:srgbClr val="000000"/>
                  </a:solidFill>
                  <a:latin typeface="微软雅黑" panose="020B0503020204020204" pitchFamily="34" charset="-122"/>
                  <a:ea typeface="微软雅黑" panose="020B0503020204020204" pitchFamily="34" charset="-122"/>
                </a:rPr>
                <a:t>2</a:t>
              </a:r>
              <a:endParaRPr lang="en-US" altLang="zh-CN" sz="1600" b="1" baseline="-25000" dirty="0">
                <a:latin typeface="微软雅黑" panose="020B0503020204020204" pitchFamily="34" charset="-122"/>
                <a:ea typeface="微软雅黑" panose="020B0503020204020204" pitchFamily="34" charset="-122"/>
              </a:endParaRPr>
            </a:p>
          </p:txBody>
        </p:sp>
        <p:sp>
          <p:nvSpPr>
            <p:cNvPr id="94" name="Rectangle 444"/>
            <p:cNvSpPr>
              <a:spLocks noChangeArrowheads="1"/>
            </p:cNvSpPr>
            <p:nvPr/>
          </p:nvSpPr>
          <p:spPr bwMode="auto">
            <a:xfrm>
              <a:off x="4848006" y="3340175"/>
              <a:ext cx="81025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u="sng" dirty="0" smtClean="0">
                  <a:solidFill>
                    <a:srgbClr val="C00000"/>
                  </a:solidFill>
                  <a:latin typeface="微软雅黑" panose="020B0503020204020204" pitchFamily="34" charset="-122"/>
                  <a:ea typeface="微软雅黑" panose="020B0503020204020204" pitchFamily="34" charset="-122"/>
                </a:rPr>
                <a:t>1.1.1.32/30</a:t>
              </a:r>
              <a:endParaRPr lang="en-US" altLang="zh-CN" sz="1400" b="1" u="sng" dirty="0">
                <a:solidFill>
                  <a:srgbClr val="C00000"/>
                </a:solidFill>
                <a:latin typeface="微软雅黑" panose="020B0503020204020204" pitchFamily="34" charset="-122"/>
                <a:ea typeface="微软雅黑" panose="020B0503020204020204" pitchFamily="34" charset="-122"/>
              </a:endParaRPr>
            </a:p>
          </p:txBody>
        </p:sp>
        <p:sp>
          <p:nvSpPr>
            <p:cNvPr id="95" name="Rectangle 445"/>
            <p:cNvSpPr>
              <a:spLocks noChangeArrowheads="1"/>
            </p:cNvSpPr>
            <p:nvPr/>
          </p:nvSpPr>
          <p:spPr bwMode="auto">
            <a:xfrm>
              <a:off x="4834787" y="2501206"/>
              <a:ext cx="436057" cy="182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96" name="Rectangle 446"/>
            <p:cNvSpPr>
              <a:spLocks noChangeArrowheads="1"/>
            </p:cNvSpPr>
            <p:nvPr/>
          </p:nvSpPr>
          <p:spPr bwMode="auto">
            <a:xfrm>
              <a:off x="3875713" y="2436809"/>
              <a:ext cx="81025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u="sng" dirty="0" smtClean="0">
                  <a:solidFill>
                    <a:srgbClr val="C00000"/>
                  </a:solidFill>
                  <a:latin typeface="微软雅黑" panose="020B0503020204020204" pitchFamily="34" charset="-122"/>
                  <a:ea typeface="微软雅黑" panose="020B0503020204020204" pitchFamily="34" charset="-122"/>
                </a:rPr>
                <a:t>1.1.1.28/30</a:t>
              </a:r>
              <a:endParaRPr lang="en-US" altLang="zh-CN" sz="1400" b="1" u="sng" dirty="0">
                <a:solidFill>
                  <a:srgbClr val="C00000"/>
                </a:solidFill>
                <a:latin typeface="微软雅黑" panose="020B0503020204020204" pitchFamily="34" charset="-122"/>
                <a:ea typeface="微软雅黑" panose="020B0503020204020204" pitchFamily="34" charset="-122"/>
              </a:endParaRPr>
            </a:p>
          </p:txBody>
        </p:sp>
        <p:sp>
          <p:nvSpPr>
            <p:cNvPr id="97" name="Rectangle 448"/>
            <p:cNvSpPr>
              <a:spLocks noChangeArrowheads="1"/>
            </p:cNvSpPr>
            <p:nvPr/>
          </p:nvSpPr>
          <p:spPr bwMode="auto">
            <a:xfrm>
              <a:off x="5718606" y="2479744"/>
              <a:ext cx="810253" cy="15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u="sng" dirty="0" smtClean="0">
                  <a:solidFill>
                    <a:srgbClr val="C00000"/>
                  </a:solidFill>
                  <a:latin typeface="微软雅黑" panose="020B0503020204020204" pitchFamily="34" charset="-122"/>
                  <a:ea typeface="微软雅黑" panose="020B0503020204020204" pitchFamily="34" charset="-122"/>
                </a:rPr>
                <a:t>1.1.1.24/30</a:t>
              </a:r>
              <a:endParaRPr lang="en-US" altLang="zh-CN" sz="1400" b="1" u="sng" dirty="0">
                <a:solidFill>
                  <a:srgbClr val="C00000"/>
                </a:solidFill>
                <a:latin typeface="微软雅黑" panose="020B0503020204020204" pitchFamily="34" charset="-122"/>
                <a:ea typeface="微软雅黑" panose="020B0503020204020204" pitchFamily="34" charset="-122"/>
              </a:endParaRPr>
            </a:p>
          </p:txBody>
        </p:sp>
        <p:sp>
          <p:nvSpPr>
            <p:cNvPr id="98" name="Rectangle 435"/>
            <p:cNvSpPr>
              <a:spLocks noChangeArrowheads="1"/>
            </p:cNvSpPr>
            <p:nvPr/>
          </p:nvSpPr>
          <p:spPr bwMode="auto">
            <a:xfrm>
              <a:off x="4628376" y="3317934"/>
              <a:ext cx="207691" cy="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N</a:t>
              </a:r>
              <a:r>
                <a:rPr lang="en-US" altLang="zh-CN" sz="1600" b="1" baseline="-25000" dirty="0">
                  <a:solidFill>
                    <a:srgbClr val="000000"/>
                  </a:solidFill>
                  <a:latin typeface="微软雅黑" panose="020B0503020204020204" pitchFamily="34" charset="-122"/>
                  <a:ea typeface="微软雅黑" panose="020B0503020204020204" pitchFamily="34" charset="-122"/>
                </a:rPr>
                <a:t>3</a:t>
              </a:r>
              <a:endParaRPr lang="en-US" altLang="zh-CN" sz="1600" b="1" baseline="-25000" dirty="0">
                <a:latin typeface="微软雅黑" panose="020B0503020204020204" pitchFamily="34" charset="-122"/>
                <a:ea typeface="微软雅黑" panose="020B0503020204020204" pitchFamily="34" charset="-122"/>
              </a:endParaRPr>
            </a:p>
          </p:txBody>
        </p:sp>
        <p:sp>
          <p:nvSpPr>
            <p:cNvPr id="99" name="Line 460"/>
            <p:cNvSpPr>
              <a:spLocks noChangeShapeType="1"/>
            </p:cNvSpPr>
            <p:nvPr/>
          </p:nvSpPr>
          <p:spPr bwMode="auto">
            <a:xfrm>
              <a:off x="5843630" y="3062580"/>
              <a:ext cx="67071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00" name="Oval 29"/>
            <p:cNvSpPr>
              <a:spLocks noChangeArrowheads="1"/>
            </p:cNvSpPr>
            <p:nvPr/>
          </p:nvSpPr>
          <p:spPr bwMode="auto">
            <a:xfrm>
              <a:off x="5969274" y="3034342"/>
              <a:ext cx="58203" cy="60994"/>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01" name="Rectangle 341"/>
            <p:cNvSpPr>
              <a:spLocks noChangeArrowheads="1"/>
            </p:cNvSpPr>
            <p:nvPr/>
          </p:nvSpPr>
          <p:spPr bwMode="auto">
            <a:xfrm>
              <a:off x="6586450" y="1860964"/>
              <a:ext cx="468706" cy="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LAN</a:t>
              </a:r>
              <a:r>
                <a:rPr lang="en-US" altLang="zh-CN" sz="1600" b="1" baseline="-25000" dirty="0">
                  <a:solidFill>
                    <a:srgbClr val="000000"/>
                  </a:solidFill>
                  <a:latin typeface="微软雅黑" panose="020B0503020204020204" pitchFamily="34" charset="-122"/>
                  <a:ea typeface="微软雅黑" panose="020B0503020204020204" pitchFamily="34" charset="-122"/>
                </a:rPr>
                <a:t>2</a:t>
              </a:r>
              <a:endParaRPr lang="en-US" altLang="zh-CN" sz="1600" b="1" baseline="-25000" dirty="0">
                <a:latin typeface="微软雅黑" panose="020B0503020204020204" pitchFamily="34" charset="-122"/>
                <a:ea typeface="微软雅黑" panose="020B0503020204020204" pitchFamily="34" charset="-122"/>
              </a:endParaRPr>
            </a:p>
          </p:txBody>
        </p:sp>
        <p:sp>
          <p:nvSpPr>
            <p:cNvPr id="102" name="Rectangle 323"/>
            <p:cNvSpPr>
              <a:spLocks noChangeArrowheads="1"/>
            </p:cNvSpPr>
            <p:nvPr/>
          </p:nvSpPr>
          <p:spPr bwMode="auto">
            <a:xfrm>
              <a:off x="3534159" y="1110658"/>
              <a:ext cx="424614" cy="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LAN</a:t>
              </a:r>
              <a:r>
                <a:rPr lang="en-US" altLang="zh-CN" sz="1600" b="1" baseline="-25000" dirty="0">
                  <a:solidFill>
                    <a:srgbClr val="000000"/>
                  </a:solidFill>
                  <a:latin typeface="微软雅黑" panose="020B0503020204020204" pitchFamily="34" charset="-122"/>
                  <a:ea typeface="微软雅黑" panose="020B0503020204020204" pitchFamily="34" charset="-122"/>
                </a:rPr>
                <a:t>1</a:t>
              </a:r>
              <a:endParaRPr lang="en-US" altLang="zh-CN" sz="1600" b="1" baseline="-25000" dirty="0">
                <a:latin typeface="微软雅黑" panose="020B0503020204020204" pitchFamily="34" charset="-122"/>
                <a:ea typeface="微软雅黑" panose="020B0503020204020204" pitchFamily="34" charset="-122"/>
              </a:endParaRPr>
            </a:p>
          </p:txBody>
        </p:sp>
        <p:sp>
          <p:nvSpPr>
            <p:cNvPr id="103" name="Line 471"/>
            <p:cNvSpPr>
              <a:spLocks noChangeShapeType="1"/>
            </p:cNvSpPr>
            <p:nvPr/>
          </p:nvSpPr>
          <p:spPr bwMode="auto">
            <a:xfrm>
              <a:off x="4586271" y="1474466"/>
              <a:ext cx="419428" cy="3072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04" name="Oval 316"/>
            <p:cNvSpPr>
              <a:spLocks noChangeArrowheads="1"/>
            </p:cNvSpPr>
            <p:nvPr/>
          </p:nvSpPr>
          <p:spPr bwMode="auto">
            <a:xfrm>
              <a:off x="4700829" y="1551273"/>
              <a:ext cx="45268"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nvGrpSpPr>
            <p:cNvPr id="105" name="Group 201"/>
            <p:cNvGrpSpPr>
              <a:grpSpLocks/>
            </p:cNvGrpSpPr>
            <p:nvPr/>
          </p:nvGrpSpPr>
          <p:grpSpPr bwMode="auto">
            <a:xfrm>
              <a:off x="4419054" y="1270022"/>
              <a:ext cx="244820" cy="264309"/>
              <a:chOff x="1813" y="593"/>
              <a:chExt cx="343" cy="352"/>
            </a:xfrm>
          </p:grpSpPr>
          <p:grpSp>
            <p:nvGrpSpPr>
              <p:cNvPr id="282" name="Group 202"/>
              <p:cNvGrpSpPr>
                <a:grpSpLocks/>
              </p:cNvGrpSpPr>
              <p:nvPr/>
            </p:nvGrpSpPr>
            <p:grpSpPr bwMode="auto">
              <a:xfrm>
                <a:off x="1821" y="599"/>
                <a:ext cx="335" cy="346"/>
                <a:chOff x="1821" y="599"/>
                <a:chExt cx="335" cy="346"/>
              </a:xfrm>
            </p:grpSpPr>
            <p:sp>
              <p:nvSpPr>
                <p:cNvPr id="296" name="Freeform 203"/>
                <p:cNvSpPr>
                  <a:spLocks/>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 name="T10" fmla="*/ 0 60000 65536"/>
                    <a:gd name="T11" fmla="*/ 0 60000 65536"/>
                    <a:gd name="T12" fmla="*/ 0 60000 65536"/>
                    <a:gd name="T13" fmla="*/ 0 60000 65536"/>
                    <a:gd name="T14" fmla="*/ 0 60000 65536"/>
                    <a:gd name="T15" fmla="*/ 0 w 316"/>
                    <a:gd name="T16" fmla="*/ 0 h 33"/>
                    <a:gd name="T17" fmla="*/ 316 w 316"/>
                    <a:gd name="T18" fmla="*/ 33 h 33"/>
                  </a:gdLst>
                  <a:ahLst/>
                  <a:cxnLst>
                    <a:cxn ang="T10">
                      <a:pos x="T0" y="T1"/>
                    </a:cxn>
                    <a:cxn ang="T11">
                      <a:pos x="T2" y="T3"/>
                    </a:cxn>
                    <a:cxn ang="T12">
                      <a:pos x="T4" y="T5"/>
                    </a:cxn>
                    <a:cxn ang="T13">
                      <a:pos x="T6" y="T7"/>
                    </a:cxn>
                    <a:cxn ang="T14">
                      <a:pos x="T8" y="T9"/>
                    </a:cxn>
                  </a:cxnLst>
                  <a:rect l="T15" t="T16" r="T17" b="T18"/>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97" name="Freeform 204"/>
                <p:cNvSpPr>
                  <a:spLocks/>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 name="T10" fmla="*/ 0 60000 65536"/>
                    <a:gd name="T11" fmla="*/ 0 60000 65536"/>
                    <a:gd name="T12" fmla="*/ 0 60000 65536"/>
                    <a:gd name="T13" fmla="*/ 0 60000 65536"/>
                    <a:gd name="T14" fmla="*/ 0 60000 65536"/>
                    <a:gd name="T15" fmla="*/ 0 w 316"/>
                    <a:gd name="T16" fmla="*/ 0 h 33"/>
                    <a:gd name="T17" fmla="*/ 316 w 316"/>
                    <a:gd name="T18" fmla="*/ 33 h 33"/>
                  </a:gdLst>
                  <a:ahLst/>
                  <a:cxnLst>
                    <a:cxn ang="T10">
                      <a:pos x="T0" y="T1"/>
                    </a:cxn>
                    <a:cxn ang="T11">
                      <a:pos x="T2" y="T3"/>
                    </a:cxn>
                    <a:cxn ang="T12">
                      <a:pos x="T4" y="T5"/>
                    </a:cxn>
                    <a:cxn ang="T13">
                      <a:pos x="T6" y="T7"/>
                    </a:cxn>
                    <a:cxn ang="T14">
                      <a:pos x="T8" y="T9"/>
                    </a:cxn>
                  </a:cxnLst>
                  <a:rect l="T15" t="T16" r="T17" b="T18"/>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98" name="Freeform 205"/>
                <p:cNvSpPr>
                  <a:spLocks/>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99" name="Freeform 206"/>
                <p:cNvSpPr>
                  <a:spLocks/>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00" name="Rectangle 207"/>
                <p:cNvSpPr>
                  <a:spLocks noChangeArrowheads="1"/>
                </p:cNvSpPr>
                <p:nvPr/>
              </p:nvSpPr>
              <p:spPr bwMode="auto">
                <a:xfrm>
                  <a:off x="1877"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01" name="Rectangle 208"/>
                <p:cNvSpPr>
                  <a:spLocks noChangeArrowheads="1"/>
                </p:cNvSpPr>
                <p:nvPr/>
              </p:nvSpPr>
              <p:spPr bwMode="auto">
                <a:xfrm>
                  <a:off x="1832"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02" name="Rectangle 209"/>
                <p:cNvSpPr>
                  <a:spLocks noChangeArrowheads="1"/>
                </p:cNvSpPr>
                <p:nvPr/>
              </p:nvSpPr>
              <p:spPr bwMode="auto">
                <a:xfrm>
                  <a:off x="1898"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303" name="Line 210"/>
                <p:cNvSpPr>
                  <a:spLocks noChangeShapeType="1"/>
                </p:cNvSpPr>
                <p:nvPr/>
              </p:nvSpPr>
              <p:spPr bwMode="auto">
                <a:xfrm flipH="1">
                  <a:off x="2047"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304" name="Group 211"/>
                <p:cNvGrpSpPr>
                  <a:grpSpLocks/>
                </p:cNvGrpSpPr>
                <p:nvPr/>
              </p:nvGrpSpPr>
              <p:grpSpPr bwMode="auto">
                <a:xfrm>
                  <a:off x="1821" y="895"/>
                  <a:ext cx="335" cy="50"/>
                  <a:chOff x="1821" y="895"/>
                  <a:chExt cx="335" cy="50"/>
                </a:xfrm>
              </p:grpSpPr>
              <p:sp>
                <p:nvSpPr>
                  <p:cNvPr id="305" name="Freeform 212"/>
                  <p:cNvSpPr>
                    <a:spLocks/>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06" name="Freeform 213"/>
                  <p:cNvSpPr>
                    <a:spLocks/>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307" name="Rectangle 214"/>
                  <p:cNvSpPr>
                    <a:spLocks noChangeArrowheads="1"/>
                  </p:cNvSpPr>
                  <p:nvPr/>
                </p:nvSpPr>
                <p:spPr bwMode="auto">
                  <a:xfrm>
                    <a:off x="1823" y="931"/>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nvGrpSpPr>
              <p:cNvPr id="283" name="Group 215"/>
              <p:cNvGrpSpPr>
                <a:grpSpLocks/>
              </p:cNvGrpSpPr>
              <p:nvPr/>
            </p:nvGrpSpPr>
            <p:grpSpPr bwMode="auto">
              <a:xfrm>
                <a:off x="1813" y="593"/>
                <a:ext cx="335" cy="346"/>
                <a:chOff x="1813" y="593"/>
                <a:chExt cx="335" cy="346"/>
              </a:xfrm>
            </p:grpSpPr>
            <p:sp>
              <p:nvSpPr>
                <p:cNvPr id="284" name="Freeform 216"/>
                <p:cNvSpPr>
                  <a:spLocks/>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85" name="Freeform 217"/>
                <p:cNvSpPr>
                  <a:spLocks/>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86" name="Freeform 218"/>
                <p:cNvSpPr>
                  <a:spLocks/>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87" name="Freeform 219"/>
                <p:cNvSpPr>
                  <a:spLocks/>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88" name="Rectangle 220"/>
                <p:cNvSpPr>
                  <a:spLocks noChangeArrowheads="1"/>
                </p:cNvSpPr>
                <p:nvPr/>
              </p:nvSpPr>
              <p:spPr bwMode="auto">
                <a:xfrm>
                  <a:off x="1869"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89" name="Rectangle 221"/>
                <p:cNvSpPr>
                  <a:spLocks noChangeArrowheads="1"/>
                </p:cNvSpPr>
                <p:nvPr/>
              </p:nvSpPr>
              <p:spPr bwMode="auto">
                <a:xfrm>
                  <a:off x="1823"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90" name="Rectangle 222"/>
                <p:cNvSpPr>
                  <a:spLocks noChangeArrowheads="1"/>
                </p:cNvSpPr>
                <p:nvPr/>
              </p:nvSpPr>
              <p:spPr bwMode="auto">
                <a:xfrm>
                  <a:off x="1890" y="637"/>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91" name="Line 223"/>
                <p:cNvSpPr>
                  <a:spLocks noChangeShapeType="1"/>
                </p:cNvSpPr>
                <p:nvPr/>
              </p:nvSpPr>
              <p:spPr bwMode="auto">
                <a:xfrm flipH="1">
                  <a:off x="2038" y="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292" name="Group 224"/>
                <p:cNvGrpSpPr>
                  <a:grpSpLocks/>
                </p:cNvGrpSpPr>
                <p:nvPr/>
              </p:nvGrpSpPr>
              <p:grpSpPr bwMode="auto">
                <a:xfrm>
                  <a:off x="1813" y="888"/>
                  <a:ext cx="335" cy="51"/>
                  <a:chOff x="1813" y="888"/>
                  <a:chExt cx="335" cy="51"/>
                </a:xfrm>
              </p:grpSpPr>
              <p:sp>
                <p:nvSpPr>
                  <p:cNvPr id="293" name="Freeform 225"/>
                  <p:cNvSpPr>
                    <a:spLocks/>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94" name="Freeform 226"/>
                  <p:cNvSpPr>
                    <a:spLocks/>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95" name="Rectangle 227"/>
                  <p:cNvSpPr>
                    <a:spLocks noChangeArrowheads="1"/>
                  </p:cNvSpPr>
                  <p:nvPr/>
                </p:nvSpPr>
                <p:spPr bwMode="auto">
                  <a:xfrm>
                    <a:off x="1815"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sp>
          <p:nvSpPr>
            <p:cNvPr id="106" name="Line 472"/>
            <p:cNvSpPr>
              <a:spLocks noChangeShapeType="1"/>
            </p:cNvSpPr>
            <p:nvPr/>
          </p:nvSpPr>
          <p:spPr bwMode="auto">
            <a:xfrm flipH="1">
              <a:off x="5256986" y="1597584"/>
              <a:ext cx="500727" cy="1841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07" name="Line 473"/>
            <p:cNvSpPr>
              <a:spLocks noChangeShapeType="1"/>
            </p:cNvSpPr>
            <p:nvPr/>
          </p:nvSpPr>
          <p:spPr bwMode="auto">
            <a:xfrm>
              <a:off x="5131343" y="1413471"/>
              <a:ext cx="0" cy="39985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08" name="Oval 317"/>
            <p:cNvSpPr>
              <a:spLocks noChangeArrowheads="1"/>
            </p:cNvSpPr>
            <p:nvPr/>
          </p:nvSpPr>
          <p:spPr bwMode="auto">
            <a:xfrm>
              <a:off x="5547075" y="1647284"/>
              <a:ext cx="44345"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nvGrpSpPr>
            <p:cNvPr id="109" name="Group 230"/>
            <p:cNvGrpSpPr>
              <a:grpSpLocks/>
            </p:cNvGrpSpPr>
            <p:nvPr/>
          </p:nvGrpSpPr>
          <p:grpSpPr bwMode="auto">
            <a:xfrm>
              <a:off x="5005699" y="1189825"/>
              <a:ext cx="244820" cy="264309"/>
              <a:chOff x="2868" y="593"/>
              <a:chExt cx="343" cy="352"/>
            </a:xfrm>
          </p:grpSpPr>
          <p:grpSp>
            <p:nvGrpSpPr>
              <p:cNvPr id="256" name="Group 231"/>
              <p:cNvGrpSpPr>
                <a:grpSpLocks/>
              </p:cNvGrpSpPr>
              <p:nvPr/>
            </p:nvGrpSpPr>
            <p:grpSpPr bwMode="auto">
              <a:xfrm>
                <a:off x="2877" y="599"/>
                <a:ext cx="334" cy="346"/>
                <a:chOff x="2877" y="599"/>
                <a:chExt cx="334" cy="346"/>
              </a:xfrm>
            </p:grpSpPr>
            <p:sp>
              <p:nvSpPr>
                <p:cNvPr id="270" name="Freeform 232"/>
                <p:cNvSpPr>
                  <a:spLocks/>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 name="T10" fmla="*/ 0 60000 65536"/>
                    <a:gd name="T11" fmla="*/ 0 60000 65536"/>
                    <a:gd name="T12" fmla="*/ 0 60000 65536"/>
                    <a:gd name="T13" fmla="*/ 0 60000 65536"/>
                    <a:gd name="T14" fmla="*/ 0 60000 65536"/>
                    <a:gd name="T15" fmla="*/ 0 w 316"/>
                    <a:gd name="T16" fmla="*/ 0 h 33"/>
                    <a:gd name="T17" fmla="*/ 316 w 316"/>
                    <a:gd name="T18" fmla="*/ 33 h 33"/>
                  </a:gdLst>
                  <a:ahLst/>
                  <a:cxnLst>
                    <a:cxn ang="T10">
                      <a:pos x="T0" y="T1"/>
                    </a:cxn>
                    <a:cxn ang="T11">
                      <a:pos x="T2" y="T3"/>
                    </a:cxn>
                    <a:cxn ang="T12">
                      <a:pos x="T4" y="T5"/>
                    </a:cxn>
                    <a:cxn ang="T13">
                      <a:pos x="T6" y="T7"/>
                    </a:cxn>
                    <a:cxn ang="T14">
                      <a:pos x="T8" y="T9"/>
                    </a:cxn>
                  </a:cxnLst>
                  <a:rect l="T15" t="T16" r="T17" b="T18"/>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71" name="Freeform 233"/>
                <p:cNvSpPr>
                  <a:spLocks/>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 name="T10" fmla="*/ 0 60000 65536"/>
                    <a:gd name="T11" fmla="*/ 0 60000 65536"/>
                    <a:gd name="T12" fmla="*/ 0 60000 65536"/>
                    <a:gd name="T13" fmla="*/ 0 60000 65536"/>
                    <a:gd name="T14" fmla="*/ 0 60000 65536"/>
                    <a:gd name="T15" fmla="*/ 0 w 316"/>
                    <a:gd name="T16" fmla="*/ 0 h 33"/>
                    <a:gd name="T17" fmla="*/ 316 w 316"/>
                    <a:gd name="T18" fmla="*/ 33 h 33"/>
                  </a:gdLst>
                  <a:ahLst/>
                  <a:cxnLst>
                    <a:cxn ang="T10">
                      <a:pos x="T0" y="T1"/>
                    </a:cxn>
                    <a:cxn ang="T11">
                      <a:pos x="T2" y="T3"/>
                    </a:cxn>
                    <a:cxn ang="T12">
                      <a:pos x="T4" y="T5"/>
                    </a:cxn>
                    <a:cxn ang="T13">
                      <a:pos x="T6" y="T7"/>
                    </a:cxn>
                    <a:cxn ang="T14">
                      <a:pos x="T8" y="T9"/>
                    </a:cxn>
                  </a:cxnLst>
                  <a:rect l="T15" t="T16" r="T17" b="T18"/>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72" name="Freeform 234"/>
                <p:cNvSpPr>
                  <a:spLocks/>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73" name="Freeform 235"/>
                <p:cNvSpPr>
                  <a:spLocks/>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74" name="Rectangle 236"/>
                <p:cNvSpPr>
                  <a:spLocks noChangeArrowheads="1"/>
                </p:cNvSpPr>
                <p:nvPr/>
              </p:nvSpPr>
              <p:spPr bwMode="auto">
                <a:xfrm>
                  <a:off x="2932"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75" name="Rectangle 237"/>
                <p:cNvSpPr>
                  <a:spLocks noChangeArrowheads="1"/>
                </p:cNvSpPr>
                <p:nvPr/>
              </p:nvSpPr>
              <p:spPr bwMode="auto">
                <a:xfrm>
                  <a:off x="2887"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76" name="Rectangle 238"/>
                <p:cNvSpPr>
                  <a:spLocks noChangeArrowheads="1"/>
                </p:cNvSpPr>
                <p:nvPr/>
              </p:nvSpPr>
              <p:spPr bwMode="auto">
                <a:xfrm>
                  <a:off x="2953"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77" name="Line 239"/>
                <p:cNvSpPr>
                  <a:spLocks noChangeShapeType="1"/>
                </p:cNvSpPr>
                <p:nvPr/>
              </p:nvSpPr>
              <p:spPr bwMode="auto">
                <a:xfrm flipH="1">
                  <a:off x="3102"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278" name="Group 240"/>
                <p:cNvGrpSpPr>
                  <a:grpSpLocks/>
                </p:cNvGrpSpPr>
                <p:nvPr/>
              </p:nvGrpSpPr>
              <p:grpSpPr bwMode="auto">
                <a:xfrm>
                  <a:off x="2877" y="895"/>
                  <a:ext cx="334" cy="50"/>
                  <a:chOff x="2877" y="895"/>
                  <a:chExt cx="334" cy="50"/>
                </a:xfrm>
              </p:grpSpPr>
              <p:sp>
                <p:nvSpPr>
                  <p:cNvPr id="279" name="Freeform 241"/>
                  <p:cNvSpPr>
                    <a:spLocks/>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 name="T10" fmla="*/ 0 60000 65536"/>
                      <a:gd name="T11" fmla="*/ 0 60000 65536"/>
                      <a:gd name="T12" fmla="*/ 0 60000 65536"/>
                      <a:gd name="T13" fmla="*/ 0 60000 65536"/>
                      <a:gd name="T14" fmla="*/ 0 60000 65536"/>
                      <a:gd name="T15" fmla="*/ 0 w 334"/>
                      <a:gd name="T16" fmla="*/ 0 h 38"/>
                      <a:gd name="T17" fmla="*/ 334 w 334"/>
                      <a:gd name="T18" fmla="*/ 38 h 38"/>
                    </a:gdLst>
                    <a:ahLst/>
                    <a:cxnLst>
                      <a:cxn ang="T10">
                        <a:pos x="T0" y="T1"/>
                      </a:cxn>
                      <a:cxn ang="T11">
                        <a:pos x="T2" y="T3"/>
                      </a:cxn>
                      <a:cxn ang="T12">
                        <a:pos x="T4" y="T5"/>
                      </a:cxn>
                      <a:cxn ang="T13">
                        <a:pos x="T6" y="T7"/>
                      </a:cxn>
                      <a:cxn ang="T14">
                        <a:pos x="T8" y="T9"/>
                      </a:cxn>
                    </a:cxnLst>
                    <a:rect l="T15" t="T16" r="T17" b="T18"/>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80" name="Freeform 242"/>
                  <p:cNvSpPr>
                    <a:spLocks/>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 name="T10" fmla="*/ 0 60000 65536"/>
                      <a:gd name="T11" fmla="*/ 0 60000 65536"/>
                      <a:gd name="T12" fmla="*/ 0 60000 65536"/>
                      <a:gd name="T13" fmla="*/ 0 60000 65536"/>
                      <a:gd name="T14" fmla="*/ 0 60000 65536"/>
                      <a:gd name="T15" fmla="*/ 0 w 334"/>
                      <a:gd name="T16" fmla="*/ 0 h 38"/>
                      <a:gd name="T17" fmla="*/ 334 w 334"/>
                      <a:gd name="T18" fmla="*/ 38 h 38"/>
                    </a:gdLst>
                    <a:ahLst/>
                    <a:cxnLst>
                      <a:cxn ang="T10">
                        <a:pos x="T0" y="T1"/>
                      </a:cxn>
                      <a:cxn ang="T11">
                        <a:pos x="T2" y="T3"/>
                      </a:cxn>
                      <a:cxn ang="T12">
                        <a:pos x="T4" y="T5"/>
                      </a:cxn>
                      <a:cxn ang="T13">
                        <a:pos x="T6" y="T7"/>
                      </a:cxn>
                      <a:cxn ang="T14">
                        <a:pos x="T8" y="T9"/>
                      </a:cxn>
                    </a:cxnLst>
                    <a:rect l="T15" t="T16" r="T17" b="T18"/>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81" name="Rectangle 243"/>
                  <p:cNvSpPr>
                    <a:spLocks noChangeArrowheads="1"/>
                  </p:cNvSpPr>
                  <p:nvPr/>
                </p:nvSpPr>
                <p:spPr bwMode="auto">
                  <a:xfrm>
                    <a:off x="2879"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nvGrpSpPr>
              <p:cNvPr id="257" name="Group 244"/>
              <p:cNvGrpSpPr>
                <a:grpSpLocks/>
              </p:cNvGrpSpPr>
              <p:nvPr/>
            </p:nvGrpSpPr>
            <p:grpSpPr bwMode="auto">
              <a:xfrm>
                <a:off x="2868" y="593"/>
                <a:ext cx="335" cy="346"/>
                <a:chOff x="2868" y="593"/>
                <a:chExt cx="335" cy="346"/>
              </a:xfrm>
            </p:grpSpPr>
            <p:sp>
              <p:nvSpPr>
                <p:cNvPr id="258" name="Freeform 245"/>
                <p:cNvSpPr>
                  <a:spLocks/>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59" name="Freeform 246"/>
                <p:cNvSpPr>
                  <a:spLocks/>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60" name="Freeform 247"/>
                <p:cNvSpPr>
                  <a:spLocks/>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61" name="Freeform 248"/>
                <p:cNvSpPr>
                  <a:spLocks/>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62" name="Rectangle 249"/>
                <p:cNvSpPr>
                  <a:spLocks noChangeArrowheads="1"/>
                </p:cNvSpPr>
                <p:nvPr/>
              </p:nvSpPr>
              <p:spPr bwMode="auto">
                <a:xfrm>
                  <a:off x="2924"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63" name="Rectangle 250"/>
                <p:cNvSpPr>
                  <a:spLocks noChangeArrowheads="1"/>
                </p:cNvSpPr>
                <p:nvPr/>
              </p:nvSpPr>
              <p:spPr bwMode="auto">
                <a:xfrm>
                  <a:off x="2879"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64" name="Rectangle 251"/>
                <p:cNvSpPr>
                  <a:spLocks noChangeArrowheads="1"/>
                </p:cNvSpPr>
                <p:nvPr/>
              </p:nvSpPr>
              <p:spPr bwMode="auto">
                <a:xfrm>
                  <a:off x="2945"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65" name="Line 252"/>
                <p:cNvSpPr>
                  <a:spLocks noChangeShapeType="1"/>
                </p:cNvSpPr>
                <p:nvPr/>
              </p:nvSpPr>
              <p:spPr bwMode="auto">
                <a:xfrm flipH="1">
                  <a:off x="3094"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266" name="Group 253"/>
                <p:cNvGrpSpPr>
                  <a:grpSpLocks/>
                </p:cNvGrpSpPr>
                <p:nvPr/>
              </p:nvGrpSpPr>
              <p:grpSpPr bwMode="auto">
                <a:xfrm>
                  <a:off x="2868" y="888"/>
                  <a:ext cx="335" cy="51"/>
                  <a:chOff x="2868" y="888"/>
                  <a:chExt cx="335" cy="51"/>
                </a:xfrm>
              </p:grpSpPr>
              <p:sp>
                <p:nvSpPr>
                  <p:cNvPr id="267" name="Freeform 254"/>
                  <p:cNvSpPr>
                    <a:spLocks/>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68" name="Freeform 255"/>
                  <p:cNvSpPr>
                    <a:spLocks/>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69" name="Rectangle 256"/>
                  <p:cNvSpPr>
                    <a:spLocks noChangeArrowheads="1"/>
                  </p:cNvSpPr>
                  <p:nvPr/>
                </p:nvSpPr>
                <p:spPr bwMode="auto">
                  <a:xfrm>
                    <a:off x="2870"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sp>
          <p:nvSpPr>
            <p:cNvPr id="110" name="Oval 318"/>
            <p:cNvSpPr>
              <a:spLocks noChangeArrowheads="1"/>
            </p:cNvSpPr>
            <p:nvPr/>
          </p:nvSpPr>
          <p:spPr bwMode="auto">
            <a:xfrm>
              <a:off x="5110094" y="1546755"/>
              <a:ext cx="45269"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nvGrpSpPr>
            <p:cNvPr id="111" name="Group 257"/>
            <p:cNvGrpSpPr>
              <a:grpSpLocks/>
            </p:cNvGrpSpPr>
            <p:nvPr/>
          </p:nvGrpSpPr>
          <p:grpSpPr bwMode="auto">
            <a:xfrm>
              <a:off x="5667175" y="1401047"/>
              <a:ext cx="244820" cy="264309"/>
              <a:chOff x="3915" y="593"/>
              <a:chExt cx="343" cy="352"/>
            </a:xfrm>
          </p:grpSpPr>
          <p:grpSp>
            <p:nvGrpSpPr>
              <p:cNvPr id="230" name="Group 258"/>
              <p:cNvGrpSpPr>
                <a:grpSpLocks/>
              </p:cNvGrpSpPr>
              <p:nvPr/>
            </p:nvGrpSpPr>
            <p:grpSpPr bwMode="auto">
              <a:xfrm>
                <a:off x="3924" y="599"/>
                <a:ext cx="334" cy="346"/>
                <a:chOff x="3924" y="599"/>
                <a:chExt cx="334" cy="346"/>
              </a:xfrm>
            </p:grpSpPr>
            <p:sp>
              <p:nvSpPr>
                <p:cNvPr id="244" name="Freeform 259"/>
                <p:cNvSpPr>
                  <a:spLocks/>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 name="T10" fmla="*/ 0 60000 65536"/>
                    <a:gd name="T11" fmla="*/ 0 60000 65536"/>
                    <a:gd name="T12" fmla="*/ 0 60000 65536"/>
                    <a:gd name="T13" fmla="*/ 0 60000 65536"/>
                    <a:gd name="T14" fmla="*/ 0 60000 65536"/>
                    <a:gd name="T15" fmla="*/ 0 w 316"/>
                    <a:gd name="T16" fmla="*/ 0 h 33"/>
                    <a:gd name="T17" fmla="*/ 316 w 316"/>
                    <a:gd name="T18" fmla="*/ 33 h 33"/>
                  </a:gdLst>
                  <a:ahLst/>
                  <a:cxnLst>
                    <a:cxn ang="T10">
                      <a:pos x="T0" y="T1"/>
                    </a:cxn>
                    <a:cxn ang="T11">
                      <a:pos x="T2" y="T3"/>
                    </a:cxn>
                    <a:cxn ang="T12">
                      <a:pos x="T4" y="T5"/>
                    </a:cxn>
                    <a:cxn ang="T13">
                      <a:pos x="T6" y="T7"/>
                    </a:cxn>
                    <a:cxn ang="T14">
                      <a:pos x="T8" y="T9"/>
                    </a:cxn>
                  </a:cxnLst>
                  <a:rect l="T15" t="T16" r="T17" b="T18"/>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45" name="Freeform 260"/>
                <p:cNvSpPr>
                  <a:spLocks/>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 name="T10" fmla="*/ 0 60000 65536"/>
                    <a:gd name="T11" fmla="*/ 0 60000 65536"/>
                    <a:gd name="T12" fmla="*/ 0 60000 65536"/>
                    <a:gd name="T13" fmla="*/ 0 60000 65536"/>
                    <a:gd name="T14" fmla="*/ 0 60000 65536"/>
                    <a:gd name="T15" fmla="*/ 0 w 316"/>
                    <a:gd name="T16" fmla="*/ 0 h 33"/>
                    <a:gd name="T17" fmla="*/ 316 w 316"/>
                    <a:gd name="T18" fmla="*/ 33 h 33"/>
                  </a:gdLst>
                  <a:ahLst/>
                  <a:cxnLst>
                    <a:cxn ang="T10">
                      <a:pos x="T0" y="T1"/>
                    </a:cxn>
                    <a:cxn ang="T11">
                      <a:pos x="T2" y="T3"/>
                    </a:cxn>
                    <a:cxn ang="T12">
                      <a:pos x="T4" y="T5"/>
                    </a:cxn>
                    <a:cxn ang="T13">
                      <a:pos x="T6" y="T7"/>
                    </a:cxn>
                    <a:cxn ang="T14">
                      <a:pos x="T8" y="T9"/>
                    </a:cxn>
                  </a:cxnLst>
                  <a:rect l="T15" t="T16" r="T17" b="T18"/>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46" name="Freeform 261"/>
                <p:cNvSpPr>
                  <a:spLocks/>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47" name="Freeform 262"/>
                <p:cNvSpPr>
                  <a:spLocks/>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48" name="Rectangle 263"/>
                <p:cNvSpPr>
                  <a:spLocks noChangeArrowheads="1"/>
                </p:cNvSpPr>
                <p:nvPr/>
              </p:nvSpPr>
              <p:spPr bwMode="auto">
                <a:xfrm>
                  <a:off x="3979"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49" name="Rectangle 264"/>
                <p:cNvSpPr>
                  <a:spLocks noChangeArrowheads="1"/>
                </p:cNvSpPr>
                <p:nvPr/>
              </p:nvSpPr>
              <p:spPr bwMode="auto">
                <a:xfrm>
                  <a:off x="3934"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50" name="Rectangle 265"/>
                <p:cNvSpPr>
                  <a:spLocks noChangeArrowheads="1"/>
                </p:cNvSpPr>
                <p:nvPr/>
              </p:nvSpPr>
              <p:spPr bwMode="auto">
                <a:xfrm>
                  <a:off x="4000"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51" name="Line 266"/>
                <p:cNvSpPr>
                  <a:spLocks noChangeShapeType="1"/>
                </p:cNvSpPr>
                <p:nvPr/>
              </p:nvSpPr>
              <p:spPr bwMode="auto">
                <a:xfrm flipH="1">
                  <a:off x="4149"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252" name="Group 267"/>
                <p:cNvGrpSpPr>
                  <a:grpSpLocks/>
                </p:cNvGrpSpPr>
                <p:nvPr/>
              </p:nvGrpSpPr>
              <p:grpSpPr bwMode="auto">
                <a:xfrm>
                  <a:off x="3924" y="895"/>
                  <a:ext cx="334" cy="50"/>
                  <a:chOff x="3924" y="895"/>
                  <a:chExt cx="334" cy="50"/>
                </a:xfrm>
              </p:grpSpPr>
              <p:sp>
                <p:nvSpPr>
                  <p:cNvPr id="253" name="Freeform 268"/>
                  <p:cNvSpPr>
                    <a:spLocks/>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 name="T10" fmla="*/ 0 60000 65536"/>
                      <a:gd name="T11" fmla="*/ 0 60000 65536"/>
                      <a:gd name="T12" fmla="*/ 0 60000 65536"/>
                      <a:gd name="T13" fmla="*/ 0 60000 65536"/>
                      <a:gd name="T14" fmla="*/ 0 60000 65536"/>
                      <a:gd name="T15" fmla="*/ 0 w 334"/>
                      <a:gd name="T16" fmla="*/ 0 h 38"/>
                      <a:gd name="T17" fmla="*/ 334 w 334"/>
                      <a:gd name="T18" fmla="*/ 38 h 38"/>
                    </a:gdLst>
                    <a:ahLst/>
                    <a:cxnLst>
                      <a:cxn ang="T10">
                        <a:pos x="T0" y="T1"/>
                      </a:cxn>
                      <a:cxn ang="T11">
                        <a:pos x="T2" y="T3"/>
                      </a:cxn>
                      <a:cxn ang="T12">
                        <a:pos x="T4" y="T5"/>
                      </a:cxn>
                      <a:cxn ang="T13">
                        <a:pos x="T6" y="T7"/>
                      </a:cxn>
                      <a:cxn ang="T14">
                        <a:pos x="T8" y="T9"/>
                      </a:cxn>
                    </a:cxnLst>
                    <a:rect l="T15" t="T16" r="T17" b="T18"/>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54" name="Freeform 269"/>
                  <p:cNvSpPr>
                    <a:spLocks/>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 name="T10" fmla="*/ 0 60000 65536"/>
                      <a:gd name="T11" fmla="*/ 0 60000 65536"/>
                      <a:gd name="T12" fmla="*/ 0 60000 65536"/>
                      <a:gd name="T13" fmla="*/ 0 60000 65536"/>
                      <a:gd name="T14" fmla="*/ 0 60000 65536"/>
                      <a:gd name="T15" fmla="*/ 0 w 334"/>
                      <a:gd name="T16" fmla="*/ 0 h 38"/>
                      <a:gd name="T17" fmla="*/ 334 w 334"/>
                      <a:gd name="T18" fmla="*/ 38 h 38"/>
                    </a:gdLst>
                    <a:ahLst/>
                    <a:cxnLst>
                      <a:cxn ang="T10">
                        <a:pos x="T0" y="T1"/>
                      </a:cxn>
                      <a:cxn ang="T11">
                        <a:pos x="T2" y="T3"/>
                      </a:cxn>
                      <a:cxn ang="T12">
                        <a:pos x="T4" y="T5"/>
                      </a:cxn>
                      <a:cxn ang="T13">
                        <a:pos x="T6" y="T7"/>
                      </a:cxn>
                      <a:cxn ang="T14">
                        <a:pos x="T8" y="T9"/>
                      </a:cxn>
                    </a:cxnLst>
                    <a:rect l="T15" t="T16" r="T17" b="T18"/>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55" name="Rectangle 270"/>
                  <p:cNvSpPr>
                    <a:spLocks noChangeArrowheads="1"/>
                  </p:cNvSpPr>
                  <p:nvPr/>
                </p:nvSpPr>
                <p:spPr bwMode="auto">
                  <a:xfrm>
                    <a:off x="3926"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nvGrpSpPr>
              <p:cNvPr id="231" name="Group 271"/>
              <p:cNvGrpSpPr>
                <a:grpSpLocks/>
              </p:cNvGrpSpPr>
              <p:nvPr/>
            </p:nvGrpSpPr>
            <p:grpSpPr bwMode="auto">
              <a:xfrm>
                <a:off x="3915" y="593"/>
                <a:ext cx="335" cy="346"/>
                <a:chOff x="3915" y="593"/>
                <a:chExt cx="335" cy="346"/>
              </a:xfrm>
            </p:grpSpPr>
            <p:sp>
              <p:nvSpPr>
                <p:cNvPr id="232" name="Freeform 272"/>
                <p:cNvSpPr>
                  <a:spLocks/>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33" name="Freeform 273"/>
                <p:cNvSpPr>
                  <a:spLocks/>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34" name="Freeform 274"/>
                <p:cNvSpPr>
                  <a:spLocks/>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35" name="Freeform 275"/>
                <p:cNvSpPr>
                  <a:spLocks/>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36" name="Rectangle 276"/>
                <p:cNvSpPr>
                  <a:spLocks noChangeArrowheads="1"/>
                </p:cNvSpPr>
                <p:nvPr/>
              </p:nvSpPr>
              <p:spPr bwMode="auto">
                <a:xfrm>
                  <a:off x="3971"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37" name="Rectangle 277"/>
                <p:cNvSpPr>
                  <a:spLocks noChangeArrowheads="1"/>
                </p:cNvSpPr>
                <p:nvPr/>
              </p:nvSpPr>
              <p:spPr bwMode="auto">
                <a:xfrm>
                  <a:off x="3926"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38" name="Rectangle 278"/>
                <p:cNvSpPr>
                  <a:spLocks noChangeArrowheads="1"/>
                </p:cNvSpPr>
                <p:nvPr/>
              </p:nvSpPr>
              <p:spPr bwMode="auto">
                <a:xfrm>
                  <a:off x="3992"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39" name="Line 279"/>
                <p:cNvSpPr>
                  <a:spLocks noChangeShapeType="1"/>
                </p:cNvSpPr>
                <p:nvPr/>
              </p:nvSpPr>
              <p:spPr bwMode="auto">
                <a:xfrm flipH="1">
                  <a:off x="4141"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240" name="Group 280"/>
                <p:cNvGrpSpPr>
                  <a:grpSpLocks/>
                </p:cNvGrpSpPr>
                <p:nvPr/>
              </p:nvGrpSpPr>
              <p:grpSpPr bwMode="auto">
                <a:xfrm>
                  <a:off x="3915" y="888"/>
                  <a:ext cx="335" cy="51"/>
                  <a:chOff x="3915" y="888"/>
                  <a:chExt cx="335" cy="51"/>
                </a:xfrm>
              </p:grpSpPr>
              <p:sp>
                <p:nvSpPr>
                  <p:cNvPr id="241" name="Freeform 281"/>
                  <p:cNvSpPr>
                    <a:spLocks/>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42" name="Freeform 282"/>
                  <p:cNvSpPr>
                    <a:spLocks/>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43" name="Rectangle 283"/>
                  <p:cNvSpPr>
                    <a:spLocks noChangeArrowheads="1"/>
                  </p:cNvSpPr>
                  <p:nvPr/>
                </p:nvSpPr>
                <p:spPr bwMode="auto">
                  <a:xfrm>
                    <a:off x="3917"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grpSp>
          <p:nvGrpSpPr>
            <p:cNvPr id="112" name="Group 370"/>
            <p:cNvGrpSpPr>
              <a:grpSpLocks/>
            </p:cNvGrpSpPr>
            <p:nvPr/>
          </p:nvGrpSpPr>
          <p:grpSpPr bwMode="auto">
            <a:xfrm>
              <a:off x="5578486" y="2981254"/>
              <a:ext cx="314109" cy="197668"/>
              <a:chOff x="3488" y="2569"/>
              <a:chExt cx="439" cy="262"/>
            </a:xfrm>
          </p:grpSpPr>
          <p:sp>
            <p:nvSpPr>
              <p:cNvPr id="205" name="Oval 371"/>
              <p:cNvSpPr>
                <a:spLocks noChangeArrowheads="1"/>
              </p:cNvSpPr>
              <p:nvPr/>
            </p:nvSpPr>
            <p:spPr bwMode="auto">
              <a:xfrm>
                <a:off x="3489" y="2678"/>
                <a:ext cx="438" cy="153"/>
              </a:xfrm>
              <a:prstGeom prst="ellipse">
                <a:avLst/>
              </a:prstGeom>
              <a:solidFill>
                <a:srgbClr val="0078AA"/>
              </a:solidFill>
              <a:ln w="4763">
                <a:solidFill>
                  <a:srgbClr val="AAE6FF"/>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06" name="Rectangle 372"/>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07" name="Rectangle 373"/>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208" name="Oval 374"/>
              <p:cNvSpPr>
                <a:spLocks noChangeArrowheads="1"/>
              </p:cNvSpPr>
              <p:nvPr/>
            </p:nvSpPr>
            <p:spPr bwMode="auto">
              <a:xfrm>
                <a:off x="3489" y="2569"/>
                <a:ext cx="438" cy="153"/>
              </a:xfrm>
              <a:prstGeom prst="ellipse">
                <a:avLst/>
              </a:prstGeom>
              <a:solidFill>
                <a:srgbClr val="00B4FF"/>
              </a:solidFill>
              <a:ln w="4763">
                <a:solidFill>
                  <a:srgbClr val="AAE6FF"/>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nvGrpSpPr>
              <p:cNvPr id="209" name="Group 375"/>
              <p:cNvGrpSpPr>
                <a:grpSpLocks/>
              </p:cNvGrpSpPr>
              <p:nvPr/>
            </p:nvGrpSpPr>
            <p:grpSpPr bwMode="auto">
              <a:xfrm>
                <a:off x="3555" y="2587"/>
                <a:ext cx="304" cy="117"/>
                <a:chOff x="3555" y="2587"/>
                <a:chExt cx="304" cy="117"/>
              </a:xfrm>
            </p:grpSpPr>
            <p:grpSp>
              <p:nvGrpSpPr>
                <p:cNvPr id="212" name="Group 376"/>
                <p:cNvGrpSpPr>
                  <a:grpSpLocks/>
                </p:cNvGrpSpPr>
                <p:nvPr/>
              </p:nvGrpSpPr>
              <p:grpSpPr bwMode="auto">
                <a:xfrm>
                  <a:off x="3555" y="2587"/>
                  <a:ext cx="301" cy="115"/>
                  <a:chOff x="3555" y="2587"/>
                  <a:chExt cx="301" cy="115"/>
                </a:xfrm>
              </p:grpSpPr>
              <p:sp>
                <p:nvSpPr>
                  <p:cNvPr id="222" name="Freeform 377"/>
                  <p:cNvSpPr>
                    <a:spLocks/>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23" name="Freeform 378"/>
                  <p:cNvSpPr>
                    <a:spLocks/>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24" name="Freeform 379"/>
                  <p:cNvSpPr>
                    <a:spLocks/>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25" name="Freeform 380"/>
                  <p:cNvSpPr>
                    <a:spLocks/>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26" name="Freeform 381"/>
                  <p:cNvSpPr>
                    <a:spLocks/>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27" name="Freeform 382"/>
                  <p:cNvSpPr>
                    <a:spLocks/>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28" name="Freeform 383"/>
                  <p:cNvSpPr>
                    <a:spLocks/>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29" name="Freeform 384"/>
                  <p:cNvSpPr>
                    <a:spLocks/>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grpSp>
              <p:nvGrpSpPr>
                <p:cNvPr id="213" name="Group 385"/>
                <p:cNvGrpSpPr>
                  <a:grpSpLocks/>
                </p:cNvGrpSpPr>
                <p:nvPr/>
              </p:nvGrpSpPr>
              <p:grpSpPr bwMode="auto">
                <a:xfrm>
                  <a:off x="3557" y="2590"/>
                  <a:ext cx="302" cy="114"/>
                  <a:chOff x="3557" y="2590"/>
                  <a:chExt cx="302" cy="114"/>
                </a:xfrm>
              </p:grpSpPr>
              <p:sp>
                <p:nvSpPr>
                  <p:cNvPr id="214" name="Freeform 386"/>
                  <p:cNvSpPr>
                    <a:spLocks/>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15" name="Freeform 387"/>
                  <p:cNvSpPr>
                    <a:spLocks/>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16" name="Freeform 388"/>
                  <p:cNvSpPr>
                    <a:spLocks/>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17" name="Freeform 389"/>
                  <p:cNvSpPr>
                    <a:spLocks/>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18" name="Freeform 390"/>
                  <p:cNvSpPr>
                    <a:spLocks/>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19" name="Freeform 391"/>
                  <p:cNvSpPr>
                    <a:spLocks/>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20" name="Freeform 392"/>
                  <p:cNvSpPr>
                    <a:spLocks/>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21" name="Freeform 393"/>
                  <p:cNvSpPr>
                    <a:spLocks/>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grpSp>
          <p:sp>
            <p:nvSpPr>
              <p:cNvPr id="210" name="Line 394"/>
              <p:cNvSpPr>
                <a:spLocks noChangeShapeType="1"/>
              </p:cNvSpPr>
              <p:nvPr/>
            </p:nvSpPr>
            <p:spPr bwMode="auto">
              <a:xfrm>
                <a:off x="3488"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11" name="Line 395"/>
              <p:cNvSpPr>
                <a:spLocks noChangeShapeType="1"/>
              </p:cNvSpPr>
              <p:nvPr/>
            </p:nvSpPr>
            <p:spPr bwMode="auto">
              <a:xfrm>
                <a:off x="3925"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sp>
          <p:nvSpPr>
            <p:cNvPr id="113" name="Line 474"/>
            <p:cNvSpPr>
              <a:spLocks noChangeShapeType="1"/>
            </p:cNvSpPr>
            <p:nvPr/>
          </p:nvSpPr>
          <p:spPr bwMode="auto">
            <a:xfrm>
              <a:off x="3656878" y="2957865"/>
              <a:ext cx="631914" cy="13747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114" name="Group 344"/>
            <p:cNvGrpSpPr>
              <a:grpSpLocks/>
            </p:cNvGrpSpPr>
            <p:nvPr/>
          </p:nvGrpSpPr>
          <p:grpSpPr bwMode="auto">
            <a:xfrm>
              <a:off x="4171462" y="2981254"/>
              <a:ext cx="314109" cy="197668"/>
              <a:chOff x="1304" y="2569"/>
              <a:chExt cx="439" cy="262"/>
            </a:xfrm>
          </p:grpSpPr>
          <p:sp>
            <p:nvSpPr>
              <p:cNvPr id="180" name="Oval 345"/>
              <p:cNvSpPr>
                <a:spLocks noChangeArrowheads="1"/>
              </p:cNvSpPr>
              <p:nvPr/>
            </p:nvSpPr>
            <p:spPr bwMode="auto">
              <a:xfrm>
                <a:off x="1305" y="2678"/>
                <a:ext cx="438" cy="153"/>
              </a:xfrm>
              <a:prstGeom prst="ellipse">
                <a:avLst/>
              </a:prstGeom>
              <a:solidFill>
                <a:srgbClr val="0078AA"/>
              </a:solidFill>
              <a:ln w="4763">
                <a:solidFill>
                  <a:srgbClr val="AAE6FF"/>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81" name="Rectangle 346"/>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82" name="Rectangle 347"/>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83" name="Oval 348"/>
              <p:cNvSpPr>
                <a:spLocks noChangeArrowheads="1"/>
              </p:cNvSpPr>
              <p:nvPr/>
            </p:nvSpPr>
            <p:spPr bwMode="auto">
              <a:xfrm>
                <a:off x="1305" y="2569"/>
                <a:ext cx="438" cy="153"/>
              </a:xfrm>
              <a:prstGeom prst="ellipse">
                <a:avLst/>
              </a:prstGeom>
              <a:solidFill>
                <a:srgbClr val="00B4FF"/>
              </a:solidFill>
              <a:ln w="4763">
                <a:solidFill>
                  <a:srgbClr val="AAE6FF"/>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nvGrpSpPr>
              <p:cNvPr id="184" name="Group 349"/>
              <p:cNvGrpSpPr>
                <a:grpSpLocks/>
              </p:cNvGrpSpPr>
              <p:nvPr/>
            </p:nvGrpSpPr>
            <p:grpSpPr bwMode="auto">
              <a:xfrm>
                <a:off x="1371" y="2587"/>
                <a:ext cx="304" cy="117"/>
                <a:chOff x="1371" y="2587"/>
                <a:chExt cx="304" cy="117"/>
              </a:xfrm>
            </p:grpSpPr>
            <p:grpSp>
              <p:nvGrpSpPr>
                <p:cNvPr id="187" name="Group 350"/>
                <p:cNvGrpSpPr>
                  <a:grpSpLocks/>
                </p:cNvGrpSpPr>
                <p:nvPr/>
              </p:nvGrpSpPr>
              <p:grpSpPr bwMode="auto">
                <a:xfrm>
                  <a:off x="1371" y="2587"/>
                  <a:ext cx="301" cy="115"/>
                  <a:chOff x="1371" y="2587"/>
                  <a:chExt cx="301" cy="115"/>
                </a:xfrm>
              </p:grpSpPr>
              <p:sp>
                <p:nvSpPr>
                  <p:cNvPr id="197" name="Freeform 351"/>
                  <p:cNvSpPr>
                    <a:spLocks/>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98" name="Freeform 352"/>
                  <p:cNvSpPr>
                    <a:spLocks/>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99" name="Freeform 353"/>
                  <p:cNvSpPr>
                    <a:spLocks/>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00" name="Freeform 354"/>
                  <p:cNvSpPr>
                    <a:spLocks/>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01" name="Freeform 355"/>
                  <p:cNvSpPr>
                    <a:spLocks/>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02" name="Freeform 356"/>
                  <p:cNvSpPr>
                    <a:spLocks/>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03" name="Freeform 357"/>
                  <p:cNvSpPr>
                    <a:spLocks/>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204" name="Freeform 358"/>
                  <p:cNvSpPr>
                    <a:spLocks/>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grpSp>
              <p:nvGrpSpPr>
                <p:cNvPr id="188" name="Group 359"/>
                <p:cNvGrpSpPr>
                  <a:grpSpLocks/>
                </p:cNvGrpSpPr>
                <p:nvPr/>
              </p:nvGrpSpPr>
              <p:grpSpPr bwMode="auto">
                <a:xfrm>
                  <a:off x="1373" y="2590"/>
                  <a:ext cx="302" cy="114"/>
                  <a:chOff x="1373" y="2590"/>
                  <a:chExt cx="302" cy="114"/>
                </a:xfrm>
              </p:grpSpPr>
              <p:sp>
                <p:nvSpPr>
                  <p:cNvPr id="189" name="Freeform 360"/>
                  <p:cNvSpPr>
                    <a:spLocks/>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90" name="Freeform 361"/>
                  <p:cNvSpPr>
                    <a:spLocks/>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91" name="Freeform 362"/>
                  <p:cNvSpPr>
                    <a:spLocks/>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92" name="Freeform 363"/>
                  <p:cNvSpPr>
                    <a:spLocks/>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93" name="Freeform 364"/>
                  <p:cNvSpPr>
                    <a:spLocks/>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94" name="Freeform 365"/>
                  <p:cNvSpPr>
                    <a:spLocks/>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95" name="Freeform 366"/>
                  <p:cNvSpPr>
                    <a:spLocks/>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96" name="Freeform 367"/>
                  <p:cNvSpPr>
                    <a:spLocks/>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grpSp>
          <p:sp>
            <p:nvSpPr>
              <p:cNvPr id="185" name="Line 368"/>
              <p:cNvSpPr>
                <a:spLocks noChangeShapeType="1"/>
              </p:cNvSpPr>
              <p:nvPr/>
            </p:nvSpPr>
            <p:spPr bwMode="auto">
              <a:xfrm>
                <a:off x="1304"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86" name="Line 369"/>
              <p:cNvSpPr>
                <a:spLocks noChangeShapeType="1"/>
              </p:cNvSpPr>
              <p:nvPr/>
            </p:nvSpPr>
            <p:spPr bwMode="auto">
              <a:xfrm>
                <a:off x="1741"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sp>
          <p:nvSpPr>
            <p:cNvPr id="115" name="Oval 422"/>
            <p:cNvSpPr>
              <a:spLocks noChangeArrowheads="1"/>
            </p:cNvSpPr>
            <p:nvPr/>
          </p:nvSpPr>
          <p:spPr bwMode="auto">
            <a:xfrm>
              <a:off x="4028268" y="3023463"/>
              <a:ext cx="44345"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16" name="Rectangle 468"/>
            <p:cNvSpPr>
              <a:spLocks noChangeArrowheads="1"/>
            </p:cNvSpPr>
            <p:nvPr/>
          </p:nvSpPr>
          <p:spPr bwMode="auto">
            <a:xfrm>
              <a:off x="6881080" y="1353899"/>
              <a:ext cx="656408" cy="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600" b="1" dirty="0">
                  <a:solidFill>
                    <a:srgbClr val="000000"/>
                  </a:solidFill>
                  <a:latin typeface="微软雅黑" panose="020B0503020204020204" pitchFamily="34" charset="-122"/>
                  <a:ea typeface="微软雅黑" panose="020B0503020204020204" pitchFamily="34" charset="-122"/>
                </a:rPr>
                <a:t>网络地址</a:t>
              </a:r>
            </a:p>
          </p:txBody>
        </p:sp>
        <p:sp>
          <p:nvSpPr>
            <p:cNvPr id="117" name="Rectangle 468"/>
            <p:cNvSpPr>
              <a:spLocks noChangeArrowheads="1"/>
            </p:cNvSpPr>
            <p:nvPr/>
          </p:nvSpPr>
          <p:spPr bwMode="auto">
            <a:xfrm>
              <a:off x="7440736" y="1571605"/>
              <a:ext cx="491024" cy="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b="1" dirty="0">
                  <a:solidFill>
                    <a:srgbClr val="000000"/>
                  </a:solidFill>
                  <a:latin typeface="微软雅黑" panose="020B0503020204020204" pitchFamily="34" charset="-122"/>
                  <a:ea typeface="微软雅黑" panose="020B0503020204020204" pitchFamily="34" charset="-122"/>
                </a:rPr>
                <a:t>IP</a:t>
              </a:r>
              <a:r>
                <a:rPr lang="zh-CN" altLang="en-US" sz="1600" b="1" dirty="0">
                  <a:solidFill>
                    <a:srgbClr val="000000"/>
                  </a:solidFill>
                  <a:latin typeface="微软雅黑" panose="020B0503020204020204" pitchFamily="34" charset="-122"/>
                  <a:ea typeface="微软雅黑" panose="020B0503020204020204" pitchFamily="34" charset="-122"/>
                </a:rPr>
                <a:t>地址</a:t>
              </a:r>
            </a:p>
          </p:txBody>
        </p:sp>
        <p:sp>
          <p:nvSpPr>
            <p:cNvPr id="118" name="Line 469"/>
            <p:cNvSpPr>
              <a:spLocks noChangeShapeType="1"/>
            </p:cNvSpPr>
            <p:nvPr/>
          </p:nvSpPr>
          <p:spPr bwMode="auto">
            <a:xfrm flipH="1">
              <a:off x="7012040" y="1558343"/>
              <a:ext cx="168141" cy="512805"/>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19" name="Line 469"/>
            <p:cNvSpPr>
              <a:spLocks noChangeShapeType="1"/>
            </p:cNvSpPr>
            <p:nvPr/>
          </p:nvSpPr>
          <p:spPr bwMode="auto">
            <a:xfrm flipH="1">
              <a:off x="7605412" y="1757977"/>
              <a:ext cx="76679" cy="54782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20" name="Oval 316"/>
            <p:cNvSpPr>
              <a:spLocks noChangeArrowheads="1"/>
            </p:cNvSpPr>
            <p:nvPr/>
          </p:nvSpPr>
          <p:spPr bwMode="auto">
            <a:xfrm>
              <a:off x="3237400" y="2910820"/>
              <a:ext cx="45268" cy="47440"/>
            </a:xfrm>
            <a:prstGeom prst="ellipse">
              <a:avLst/>
            </a:prstGeom>
            <a:solidFill>
              <a:srgbClr val="FFFFFF"/>
            </a:solidFill>
            <a:ln w="30163">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nvGrpSpPr>
            <p:cNvPr id="121" name="Group 344"/>
            <p:cNvGrpSpPr>
              <a:grpSpLocks/>
            </p:cNvGrpSpPr>
            <p:nvPr/>
          </p:nvGrpSpPr>
          <p:grpSpPr bwMode="auto">
            <a:xfrm>
              <a:off x="3595071" y="3710360"/>
              <a:ext cx="242049" cy="128766"/>
              <a:chOff x="1304" y="2569"/>
              <a:chExt cx="439" cy="262"/>
            </a:xfrm>
          </p:grpSpPr>
          <p:sp>
            <p:nvSpPr>
              <p:cNvPr id="155" name="Oval 345"/>
              <p:cNvSpPr>
                <a:spLocks noChangeArrowheads="1"/>
              </p:cNvSpPr>
              <p:nvPr/>
            </p:nvSpPr>
            <p:spPr bwMode="auto">
              <a:xfrm>
                <a:off x="1305" y="2678"/>
                <a:ext cx="438" cy="153"/>
              </a:xfrm>
              <a:prstGeom prst="ellipse">
                <a:avLst/>
              </a:prstGeom>
              <a:solidFill>
                <a:srgbClr val="0078AA"/>
              </a:solidFill>
              <a:ln w="4763">
                <a:solidFill>
                  <a:srgbClr val="AAE6FF"/>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56" name="Rectangle 346"/>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57" name="Rectangle 347"/>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58" name="Oval 348"/>
              <p:cNvSpPr>
                <a:spLocks noChangeArrowheads="1"/>
              </p:cNvSpPr>
              <p:nvPr/>
            </p:nvSpPr>
            <p:spPr bwMode="auto">
              <a:xfrm>
                <a:off x="1305" y="2569"/>
                <a:ext cx="438" cy="153"/>
              </a:xfrm>
              <a:prstGeom prst="ellipse">
                <a:avLst/>
              </a:prstGeom>
              <a:solidFill>
                <a:srgbClr val="00B4FF"/>
              </a:solidFill>
              <a:ln w="4763">
                <a:solidFill>
                  <a:srgbClr val="AAE6FF"/>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nvGrpSpPr>
              <p:cNvPr id="159" name="Group 349"/>
              <p:cNvGrpSpPr>
                <a:grpSpLocks/>
              </p:cNvGrpSpPr>
              <p:nvPr/>
            </p:nvGrpSpPr>
            <p:grpSpPr bwMode="auto">
              <a:xfrm>
                <a:off x="1371" y="2587"/>
                <a:ext cx="304" cy="117"/>
                <a:chOff x="1371" y="2587"/>
                <a:chExt cx="304" cy="117"/>
              </a:xfrm>
            </p:grpSpPr>
            <p:grpSp>
              <p:nvGrpSpPr>
                <p:cNvPr id="162" name="Group 350"/>
                <p:cNvGrpSpPr>
                  <a:grpSpLocks/>
                </p:cNvGrpSpPr>
                <p:nvPr/>
              </p:nvGrpSpPr>
              <p:grpSpPr bwMode="auto">
                <a:xfrm>
                  <a:off x="1371" y="2587"/>
                  <a:ext cx="301" cy="115"/>
                  <a:chOff x="1371" y="2587"/>
                  <a:chExt cx="301" cy="115"/>
                </a:xfrm>
              </p:grpSpPr>
              <p:sp>
                <p:nvSpPr>
                  <p:cNvPr id="172" name="Freeform 351"/>
                  <p:cNvSpPr>
                    <a:spLocks/>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73" name="Freeform 352"/>
                  <p:cNvSpPr>
                    <a:spLocks/>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74" name="Freeform 353"/>
                  <p:cNvSpPr>
                    <a:spLocks/>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75" name="Freeform 354"/>
                  <p:cNvSpPr>
                    <a:spLocks/>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76" name="Freeform 355"/>
                  <p:cNvSpPr>
                    <a:spLocks/>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77" name="Freeform 356"/>
                  <p:cNvSpPr>
                    <a:spLocks/>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78" name="Freeform 357"/>
                  <p:cNvSpPr>
                    <a:spLocks/>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79" name="Freeform 358"/>
                  <p:cNvSpPr>
                    <a:spLocks/>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grpSp>
              <p:nvGrpSpPr>
                <p:cNvPr id="163" name="Group 359"/>
                <p:cNvGrpSpPr>
                  <a:grpSpLocks/>
                </p:cNvGrpSpPr>
                <p:nvPr/>
              </p:nvGrpSpPr>
              <p:grpSpPr bwMode="auto">
                <a:xfrm>
                  <a:off x="1373" y="2590"/>
                  <a:ext cx="302" cy="114"/>
                  <a:chOff x="1373" y="2590"/>
                  <a:chExt cx="302" cy="114"/>
                </a:xfrm>
              </p:grpSpPr>
              <p:sp>
                <p:nvSpPr>
                  <p:cNvPr id="164" name="Freeform 360"/>
                  <p:cNvSpPr>
                    <a:spLocks/>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65" name="Freeform 361"/>
                  <p:cNvSpPr>
                    <a:spLocks/>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66" name="Freeform 362"/>
                  <p:cNvSpPr>
                    <a:spLocks/>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67" name="Freeform 363"/>
                  <p:cNvSpPr>
                    <a:spLocks/>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52"/>
                      <a:gd name="T26" fmla="*/ 144 w 144"/>
                      <a:gd name="T27" fmla="*/ 52 h 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68" name="Freeform 364"/>
                  <p:cNvSpPr>
                    <a:spLocks/>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69" name="Freeform 365"/>
                  <p:cNvSpPr>
                    <a:spLocks/>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70" name="Freeform 366"/>
                  <p:cNvSpPr>
                    <a:spLocks/>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71" name="Freeform 367"/>
                  <p:cNvSpPr>
                    <a:spLocks/>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49"/>
                      <a:gd name="T26" fmla="*/ 144 w 144"/>
                      <a:gd name="T27" fmla="*/ 49 h 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grpSp>
          <p:sp>
            <p:nvSpPr>
              <p:cNvPr id="160" name="Line 368"/>
              <p:cNvSpPr>
                <a:spLocks noChangeShapeType="1"/>
              </p:cNvSpPr>
              <p:nvPr/>
            </p:nvSpPr>
            <p:spPr bwMode="auto">
              <a:xfrm>
                <a:off x="1304"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61" name="Line 369"/>
              <p:cNvSpPr>
                <a:spLocks noChangeShapeType="1"/>
              </p:cNvSpPr>
              <p:nvPr/>
            </p:nvSpPr>
            <p:spPr bwMode="auto">
              <a:xfrm>
                <a:off x="1741"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sp>
          <p:nvSpPr>
            <p:cNvPr id="122" name="Rectangle 27"/>
            <p:cNvSpPr>
              <a:spLocks noChangeArrowheads="1"/>
            </p:cNvSpPr>
            <p:nvPr/>
          </p:nvSpPr>
          <p:spPr bwMode="auto">
            <a:xfrm>
              <a:off x="3931352" y="3692733"/>
              <a:ext cx="492306" cy="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dirty="0">
                  <a:solidFill>
                    <a:srgbClr val="000000"/>
                  </a:solidFill>
                  <a:latin typeface="微软雅黑" panose="020B0503020204020204" pitchFamily="34" charset="-122"/>
                  <a:ea typeface="微软雅黑" panose="020B0503020204020204" pitchFamily="34" charset="-122"/>
                </a:rPr>
                <a:t>路由器</a:t>
              </a:r>
              <a:endParaRPr lang="en-US" altLang="zh-CN" sz="1600" b="1" dirty="0">
                <a:solidFill>
                  <a:srgbClr val="000000"/>
                </a:solidFill>
                <a:latin typeface="微软雅黑" panose="020B0503020204020204" pitchFamily="34" charset="-122"/>
                <a:ea typeface="微软雅黑" panose="020B0503020204020204" pitchFamily="34" charset="-122"/>
              </a:endParaRPr>
            </a:p>
          </p:txBody>
        </p:sp>
        <p:grpSp>
          <p:nvGrpSpPr>
            <p:cNvPr id="123" name="Group 30"/>
            <p:cNvGrpSpPr>
              <a:grpSpLocks/>
            </p:cNvGrpSpPr>
            <p:nvPr/>
          </p:nvGrpSpPr>
          <p:grpSpPr bwMode="auto">
            <a:xfrm>
              <a:off x="2944549" y="2679365"/>
              <a:ext cx="244820" cy="265439"/>
              <a:chOff x="101" y="2294"/>
              <a:chExt cx="343" cy="353"/>
            </a:xfrm>
          </p:grpSpPr>
          <p:grpSp>
            <p:nvGrpSpPr>
              <p:cNvPr id="129" name="Group 31"/>
              <p:cNvGrpSpPr>
                <a:grpSpLocks/>
              </p:cNvGrpSpPr>
              <p:nvPr/>
            </p:nvGrpSpPr>
            <p:grpSpPr bwMode="auto">
              <a:xfrm>
                <a:off x="109" y="2301"/>
                <a:ext cx="335" cy="346"/>
                <a:chOff x="109" y="2301"/>
                <a:chExt cx="335" cy="346"/>
              </a:xfrm>
            </p:grpSpPr>
            <p:sp>
              <p:nvSpPr>
                <p:cNvPr id="143" name="Freeform 32"/>
                <p:cNvSpPr>
                  <a:spLocks/>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44" name="Freeform 33"/>
                <p:cNvSpPr>
                  <a:spLocks/>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45" name="Freeform 34"/>
                <p:cNvSpPr>
                  <a:spLocks/>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46" name="Freeform 35"/>
                <p:cNvSpPr>
                  <a:spLocks/>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 name="T10" fmla="*/ 0 60000 65536"/>
                    <a:gd name="T11" fmla="*/ 0 60000 65536"/>
                    <a:gd name="T12" fmla="*/ 0 60000 65536"/>
                    <a:gd name="T13" fmla="*/ 0 60000 65536"/>
                    <a:gd name="T14" fmla="*/ 0 60000 65536"/>
                    <a:gd name="T15" fmla="*/ 0 w 223"/>
                    <a:gd name="T16" fmla="*/ 0 h 23"/>
                    <a:gd name="T17" fmla="*/ 223 w 223"/>
                    <a:gd name="T18" fmla="*/ 23 h 23"/>
                  </a:gdLst>
                  <a:ahLst/>
                  <a:cxnLst>
                    <a:cxn ang="T10">
                      <a:pos x="T0" y="T1"/>
                    </a:cxn>
                    <a:cxn ang="T11">
                      <a:pos x="T2" y="T3"/>
                    </a:cxn>
                    <a:cxn ang="T12">
                      <a:pos x="T4" y="T5"/>
                    </a:cxn>
                    <a:cxn ang="T13">
                      <a:pos x="T6" y="T7"/>
                    </a:cxn>
                    <a:cxn ang="T14">
                      <a:pos x="T8" y="T9"/>
                    </a:cxn>
                  </a:cxnLst>
                  <a:rect l="T15" t="T16" r="T17" b="T18"/>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47" name="Rectangle 36"/>
                <p:cNvSpPr>
                  <a:spLocks noChangeArrowheads="1"/>
                </p:cNvSpPr>
                <p:nvPr/>
              </p:nvSpPr>
              <p:spPr bwMode="auto">
                <a:xfrm>
                  <a:off x="165" y="2324"/>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48" name="Rectangle 37"/>
                <p:cNvSpPr>
                  <a:spLocks noChangeArrowheads="1"/>
                </p:cNvSpPr>
                <p:nvPr/>
              </p:nvSpPr>
              <p:spPr bwMode="auto">
                <a:xfrm>
                  <a:off x="120" y="2512"/>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49" name="Rectangle 38"/>
                <p:cNvSpPr>
                  <a:spLocks noChangeArrowheads="1"/>
                </p:cNvSpPr>
                <p:nvPr/>
              </p:nvSpPr>
              <p:spPr bwMode="auto">
                <a:xfrm>
                  <a:off x="186" y="2345"/>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50" name="Line 39"/>
                <p:cNvSpPr>
                  <a:spLocks noChangeShapeType="1"/>
                </p:cNvSpPr>
                <p:nvPr/>
              </p:nvSpPr>
              <p:spPr bwMode="auto">
                <a:xfrm flipH="1">
                  <a:off x="335" y="2541"/>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151" name="Group 40"/>
                <p:cNvGrpSpPr>
                  <a:grpSpLocks/>
                </p:cNvGrpSpPr>
                <p:nvPr/>
              </p:nvGrpSpPr>
              <p:grpSpPr bwMode="auto">
                <a:xfrm>
                  <a:off x="109" y="2596"/>
                  <a:ext cx="335" cy="51"/>
                  <a:chOff x="109" y="2596"/>
                  <a:chExt cx="335" cy="51"/>
                </a:xfrm>
              </p:grpSpPr>
              <p:sp>
                <p:nvSpPr>
                  <p:cNvPr id="152" name="Freeform 41"/>
                  <p:cNvSpPr>
                    <a:spLocks/>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53" name="Freeform 42"/>
                  <p:cNvSpPr>
                    <a:spLocks/>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54" name="Rectangle 43"/>
                  <p:cNvSpPr>
                    <a:spLocks noChangeArrowheads="1"/>
                  </p:cNvSpPr>
                  <p:nvPr/>
                </p:nvSpPr>
                <p:spPr bwMode="auto">
                  <a:xfrm>
                    <a:off x="112" y="2632"/>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nvGrpSpPr>
              <p:cNvPr id="130" name="Group 44"/>
              <p:cNvGrpSpPr>
                <a:grpSpLocks/>
              </p:cNvGrpSpPr>
              <p:nvPr/>
            </p:nvGrpSpPr>
            <p:grpSpPr bwMode="auto">
              <a:xfrm>
                <a:off x="101" y="2294"/>
                <a:ext cx="335" cy="347"/>
                <a:chOff x="101" y="2294"/>
                <a:chExt cx="335" cy="347"/>
              </a:xfrm>
            </p:grpSpPr>
            <p:sp>
              <p:nvSpPr>
                <p:cNvPr id="131" name="Freeform 45"/>
                <p:cNvSpPr>
                  <a:spLocks/>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32" name="Freeform 46"/>
                <p:cNvSpPr>
                  <a:spLocks/>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 name="T10" fmla="*/ 0 60000 65536"/>
                    <a:gd name="T11" fmla="*/ 0 60000 65536"/>
                    <a:gd name="T12" fmla="*/ 0 60000 65536"/>
                    <a:gd name="T13" fmla="*/ 0 60000 65536"/>
                    <a:gd name="T14" fmla="*/ 0 60000 65536"/>
                    <a:gd name="T15" fmla="*/ 0 w 316"/>
                    <a:gd name="T16" fmla="*/ 0 h 34"/>
                    <a:gd name="T17" fmla="*/ 316 w 316"/>
                    <a:gd name="T18" fmla="*/ 34 h 34"/>
                  </a:gdLst>
                  <a:ahLst/>
                  <a:cxnLst>
                    <a:cxn ang="T10">
                      <a:pos x="T0" y="T1"/>
                    </a:cxn>
                    <a:cxn ang="T11">
                      <a:pos x="T2" y="T3"/>
                    </a:cxn>
                    <a:cxn ang="T12">
                      <a:pos x="T4" y="T5"/>
                    </a:cxn>
                    <a:cxn ang="T13">
                      <a:pos x="T6" y="T7"/>
                    </a:cxn>
                    <a:cxn ang="T14">
                      <a:pos x="T8" y="T9"/>
                    </a:cxn>
                  </a:cxnLst>
                  <a:rect l="T15" t="T16" r="T17" b="T18"/>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33" name="Freeform 47"/>
                <p:cNvSpPr>
                  <a:spLocks/>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 name="T10" fmla="*/ 0 60000 65536"/>
                    <a:gd name="T11" fmla="*/ 0 60000 65536"/>
                    <a:gd name="T12" fmla="*/ 0 60000 65536"/>
                    <a:gd name="T13" fmla="*/ 0 60000 65536"/>
                    <a:gd name="T14" fmla="*/ 0 60000 65536"/>
                    <a:gd name="T15" fmla="*/ 0 w 223"/>
                    <a:gd name="T16" fmla="*/ 0 h 24"/>
                    <a:gd name="T17" fmla="*/ 223 w 223"/>
                    <a:gd name="T18" fmla="*/ 24 h 24"/>
                  </a:gdLst>
                  <a:ahLst/>
                  <a:cxnLst>
                    <a:cxn ang="T10">
                      <a:pos x="T0" y="T1"/>
                    </a:cxn>
                    <a:cxn ang="T11">
                      <a:pos x="T2" y="T3"/>
                    </a:cxn>
                    <a:cxn ang="T12">
                      <a:pos x="T4" y="T5"/>
                    </a:cxn>
                    <a:cxn ang="T13">
                      <a:pos x="T6" y="T7"/>
                    </a:cxn>
                    <a:cxn ang="T14">
                      <a:pos x="T8" y="T9"/>
                    </a:cxn>
                  </a:cxnLst>
                  <a:rect l="T15" t="T16" r="T17" b="T18"/>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34" name="Freeform 48"/>
                <p:cNvSpPr>
                  <a:spLocks/>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 name="T10" fmla="*/ 0 60000 65536"/>
                    <a:gd name="T11" fmla="*/ 0 60000 65536"/>
                    <a:gd name="T12" fmla="*/ 0 60000 65536"/>
                    <a:gd name="T13" fmla="*/ 0 60000 65536"/>
                    <a:gd name="T14" fmla="*/ 0 60000 65536"/>
                    <a:gd name="T15" fmla="*/ 0 w 223"/>
                    <a:gd name="T16" fmla="*/ 0 h 24"/>
                    <a:gd name="T17" fmla="*/ 223 w 223"/>
                    <a:gd name="T18" fmla="*/ 24 h 24"/>
                  </a:gdLst>
                  <a:ahLst/>
                  <a:cxnLst>
                    <a:cxn ang="T10">
                      <a:pos x="T0" y="T1"/>
                    </a:cxn>
                    <a:cxn ang="T11">
                      <a:pos x="T2" y="T3"/>
                    </a:cxn>
                    <a:cxn ang="T12">
                      <a:pos x="T4" y="T5"/>
                    </a:cxn>
                    <a:cxn ang="T13">
                      <a:pos x="T6" y="T7"/>
                    </a:cxn>
                    <a:cxn ang="T14">
                      <a:pos x="T8" y="T9"/>
                    </a:cxn>
                  </a:cxnLst>
                  <a:rect l="T15" t="T16" r="T17" b="T18"/>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35" name="Rectangle 49"/>
                <p:cNvSpPr>
                  <a:spLocks noChangeArrowheads="1"/>
                </p:cNvSpPr>
                <p:nvPr/>
              </p:nvSpPr>
              <p:spPr bwMode="auto">
                <a:xfrm>
                  <a:off x="157" y="2318"/>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36" name="Rectangle 50"/>
                <p:cNvSpPr>
                  <a:spLocks noChangeArrowheads="1"/>
                </p:cNvSpPr>
                <p:nvPr/>
              </p:nvSpPr>
              <p:spPr bwMode="auto">
                <a:xfrm>
                  <a:off x="112" y="2506"/>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37" name="Rectangle 51"/>
                <p:cNvSpPr>
                  <a:spLocks noChangeArrowheads="1"/>
                </p:cNvSpPr>
                <p:nvPr/>
              </p:nvSpPr>
              <p:spPr bwMode="auto">
                <a:xfrm>
                  <a:off x="178" y="2339"/>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sp>
              <p:nvSpPr>
                <p:cNvPr id="138" name="Line 52"/>
                <p:cNvSpPr>
                  <a:spLocks noChangeShapeType="1"/>
                </p:cNvSpPr>
                <p:nvPr/>
              </p:nvSpPr>
              <p:spPr bwMode="auto">
                <a:xfrm flipH="1">
                  <a:off x="326" y="2535"/>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100" b="1">
                    <a:latin typeface="微软雅黑" panose="020B0503020204020204" pitchFamily="34" charset="-122"/>
                    <a:ea typeface="微软雅黑" panose="020B0503020204020204" pitchFamily="34" charset="-122"/>
                  </a:endParaRPr>
                </a:p>
              </p:txBody>
            </p:sp>
            <p:grpSp>
              <p:nvGrpSpPr>
                <p:cNvPr id="139" name="Group 53"/>
                <p:cNvGrpSpPr>
                  <a:grpSpLocks/>
                </p:cNvGrpSpPr>
                <p:nvPr/>
              </p:nvGrpSpPr>
              <p:grpSpPr bwMode="auto">
                <a:xfrm>
                  <a:off x="101" y="2590"/>
                  <a:ext cx="335" cy="51"/>
                  <a:chOff x="101" y="2590"/>
                  <a:chExt cx="335" cy="51"/>
                </a:xfrm>
              </p:grpSpPr>
              <p:sp>
                <p:nvSpPr>
                  <p:cNvPr id="140" name="Freeform 54"/>
                  <p:cNvSpPr>
                    <a:spLocks/>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41" name="Freeform 55"/>
                  <p:cNvSpPr>
                    <a:spLocks/>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 name="T10" fmla="*/ 0 60000 65536"/>
                      <a:gd name="T11" fmla="*/ 0 60000 65536"/>
                      <a:gd name="T12" fmla="*/ 0 60000 65536"/>
                      <a:gd name="T13" fmla="*/ 0 60000 65536"/>
                      <a:gd name="T14" fmla="*/ 0 60000 65536"/>
                      <a:gd name="T15" fmla="*/ 0 w 335"/>
                      <a:gd name="T16" fmla="*/ 0 h 38"/>
                      <a:gd name="T17" fmla="*/ 335 w 335"/>
                      <a:gd name="T18" fmla="*/ 38 h 38"/>
                    </a:gdLst>
                    <a:ahLst/>
                    <a:cxnLst>
                      <a:cxn ang="T10">
                        <a:pos x="T0" y="T1"/>
                      </a:cxn>
                      <a:cxn ang="T11">
                        <a:pos x="T2" y="T3"/>
                      </a:cxn>
                      <a:cxn ang="T12">
                        <a:pos x="T4" y="T5"/>
                      </a:cxn>
                      <a:cxn ang="T13">
                        <a:pos x="T6" y="T7"/>
                      </a:cxn>
                      <a:cxn ang="T14">
                        <a:pos x="T8" y="T9"/>
                      </a:cxn>
                    </a:cxnLst>
                    <a:rect l="T15" t="T16" r="T17" b="T18"/>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100" b="1">
                      <a:latin typeface="微软雅黑" panose="020B0503020204020204" pitchFamily="34" charset="-122"/>
                      <a:ea typeface="微软雅黑" panose="020B0503020204020204" pitchFamily="34" charset="-122"/>
                    </a:endParaRPr>
                  </a:p>
                </p:txBody>
              </p:sp>
              <p:sp>
                <p:nvSpPr>
                  <p:cNvPr id="142" name="Rectangle 56"/>
                  <p:cNvSpPr>
                    <a:spLocks noChangeArrowheads="1"/>
                  </p:cNvSpPr>
                  <p:nvPr/>
                </p:nvSpPr>
                <p:spPr bwMode="auto">
                  <a:xfrm>
                    <a:off x="103" y="2626"/>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400" b="1">
                      <a:latin typeface="微软雅黑" panose="020B0503020204020204" pitchFamily="34" charset="-122"/>
                      <a:ea typeface="微软雅黑" panose="020B0503020204020204" pitchFamily="34" charset="-122"/>
                    </a:endParaRPr>
                  </a:p>
                </p:txBody>
              </p:sp>
            </p:grpSp>
          </p:grpSp>
        </p:grpSp>
        <p:pic>
          <p:nvPicPr>
            <p:cNvPr id="124" name="Picture 5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33294" y="1711264"/>
              <a:ext cx="397338" cy="182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25" name="Picture 5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67363" y="3920189"/>
              <a:ext cx="292813" cy="161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26" name="Picture 5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3617" y="2855922"/>
              <a:ext cx="397338" cy="182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27" name="Picture 5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73681" y="2984123"/>
              <a:ext cx="397338" cy="182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28" name="Picture 5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26747" y="2457355"/>
              <a:ext cx="397338" cy="182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sp>
        <p:nvSpPr>
          <p:cNvPr id="464" name="Text Box 438"/>
          <p:cNvSpPr txBox="1">
            <a:spLocks noChangeArrowheads="1"/>
          </p:cNvSpPr>
          <p:nvPr/>
        </p:nvSpPr>
        <p:spPr bwMode="auto">
          <a:xfrm>
            <a:off x="863219" y="3473133"/>
            <a:ext cx="2591712" cy="1107995"/>
          </a:xfrm>
          <a:prstGeom prst="rect">
            <a:avLst/>
          </a:prstGeom>
          <a:solidFill>
            <a:srgbClr val="00FFFF"/>
          </a:solidFill>
          <a:ln w="9525">
            <a:solidFill>
              <a:schemeClr val="tx2"/>
            </a:solidFill>
            <a:miter lim="800000"/>
            <a:headEnd/>
            <a:tailEnd/>
          </a:ln>
          <a:effectLst/>
          <a:extLst/>
        </p:spPr>
        <p:txBody>
          <a:bodyPr wrap="square">
            <a:spAutoFit/>
          </a:bodyPr>
          <a:lstStyle/>
          <a:p>
            <a:pPr algn="ctr">
              <a:lnSpc>
                <a:spcPct val="110000"/>
              </a:lnSpc>
            </a:pPr>
            <a:r>
              <a:rPr lang="zh-CN" altLang="en-US" sz="2000" b="1" dirty="0">
                <a:solidFill>
                  <a:srgbClr val="000000"/>
                </a:solidFill>
                <a:latin typeface="微软雅黑" pitchFamily="34" charset="-122"/>
                <a:ea typeface="微软雅黑" pitchFamily="34" charset="-122"/>
              </a:rPr>
              <a:t>两个路由器直接相连的接口处，也要分配 </a:t>
            </a:r>
            <a:r>
              <a:rPr lang="en-US" altLang="zh-CN" sz="2000" b="1" dirty="0">
                <a:solidFill>
                  <a:srgbClr val="000000"/>
                </a:solidFill>
                <a:latin typeface="微软雅黑" pitchFamily="34" charset="-122"/>
                <a:ea typeface="微软雅黑" pitchFamily="34" charset="-122"/>
              </a:rPr>
              <a:t>IP </a:t>
            </a:r>
            <a:r>
              <a:rPr lang="zh-CN" altLang="en-US" sz="2000" b="1" dirty="0">
                <a:solidFill>
                  <a:srgbClr val="000000"/>
                </a:solidFill>
                <a:latin typeface="微软雅黑" pitchFamily="34" charset="-122"/>
                <a:ea typeface="微软雅黑" pitchFamily="34" charset="-122"/>
              </a:rPr>
              <a:t>地址。</a:t>
            </a:r>
            <a:endParaRPr lang="en-US" altLang="zh-CN" sz="2000" b="1" dirty="0">
              <a:solidFill>
                <a:srgbClr val="000000"/>
              </a:solidFill>
              <a:latin typeface="微软雅黑" pitchFamily="34" charset="-122"/>
              <a:ea typeface="微软雅黑" pitchFamily="34" charset="-122"/>
            </a:endParaRPr>
          </a:p>
        </p:txBody>
      </p:sp>
    </p:spTree>
    <p:extLst>
      <p:ext uri="{BB962C8B-B14F-4D97-AF65-F5344CB8AC3E}">
        <p14:creationId xmlns:p14="http://schemas.microsoft.com/office/powerpoint/2010/main" val="4011848258"/>
      </p:ext>
    </p:extLst>
  </p:cSld>
  <p:clrMapOvr>
    <a:masterClrMapping/>
  </p:clrMapOvr>
  <p:transition spd="slow"/>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nchor="ctr"/>
          <a:lstStyle/>
          <a:p>
            <a:pPr eaLnBrk="1" hangingPunct="1"/>
            <a:r>
              <a:rPr lang="en-US" altLang="zh-CN" dirty="0" smtClean="0"/>
              <a:t>4.2.3 IP </a:t>
            </a:r>
            <a:r>
              <a:rPr lang="zh-CN" altLang="en-US" dirty="0" smtClean="0"/>
              <a:t>地址与 </a:t>
            </a:r>
            <a:r>
              <a:rPr lang="en-US" altLang="zh-CN" dirty="0" smtClean="0"/>
              <a:t>MAC </a:t>
            </a:r>
            <a:r>
              <a:rPr lang="zh-CN" altLang="en-US" dirty="0" smtClean="0"/>
              <a:t>地址 </a:t>
            </a:r>
          </a:p>
        </p:txBody>
      </p:sp>
      <p:sp>
        <p:nvSpPr>
          <p:cNvPr id="80899" name="Line 5"/>
          <p:cNvSpPr>
            <a:spLocks noChangeShapeType="1"/>
          </p:cNvSpPr>
          <p:nvPr/>
        </p:nvSpPr>
        <p:spPr bwMode="auto">
          <a:xfrm>
            <a:off x="2984500" y="5108575"/>
            <a:ext cx="5213350" cy="0"/>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0900" name="Line 6"/>
          <p:cNvSpPr>
            <a:spLocks noChangeShapeType="1"/>
          </p:cNvSpPr>
          <p:nvPr/>
        </p:nvSpPr>
        <p:spPr bwMode="auto">
          <a:xfrm>
            <a:off x="3681413" y="4133850"/>
            <a:ext cx="3819525" cy="0"/>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0901" name="Line 7"/>
          <p:cNvSpPr>
            <a:spLocks noChangeShapeType="1"/>
          </p:cNvSpPr>
          <p:nvPr/>
        </p:nvSpPr>
        <p:spPr bwMode="auto">
          <a:xfrm>
            <a:off x="4354513" y="3051175"/>
            <a:ext cx="3165475" cy="0"/>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0902" name="Rectangle 8"/>
          <p:cNvSpPr>
            <a:spLocks noChangeArrowheads="1"/>
          </p:cNvSpPr>
          <p:nvPr/>
        </p:nvSpPr>
        <p:spPr bwMode="auto">
          <a:xfrm>
            <a:off x="5430838" y="2925763"/>
            <a:ext cx="1041400" cy="180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80903" name="Text Box 9"/>
          <p:cNvSpPr txBox="1">
            <a:spLocks noChangeArrowheads="1"/>
          </p:cNvSpPr>
          <p:nvPr/>
        </p:nvSpPr>
        <p:spPr bwMode="auto">
          <a:xfrm>
            <a:off x="5231904" y="2820988"/>
            <a:ext cx="1534587"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dirty="0">
                <a:solidFill>
                  <a:srgbClr val="333399"/>
                </a:solidFill>
                <a:latin typeface="Arial" charset="0"/>
                <a:ea typeface="黑体" pitchFamily="2" charset="-122"/>
              </a:rPr>
              <a:t>TCP </a:t>
            </a:r>
            <a:r>
              <a:rPr kumimoji="1" lang="zh-CN" altLang="en-US" sz="2000" b="1" dirty="0" smtClean="0">
                <a:solidFill>
                  <a:srgbClr val="333399"/>
                </a:solidFill>
                <a:latin typeface="Arial" charset="0"/>
                <a:ea typeface="黑体" pitchFamily="2" charset="-122"/>
              </a:rPr>
              <a:t>报文段</a:t>
            </a:r>
            <a:endParaRPr kumimoji="1" lang="zh-CN" altLang="en-US" sz="2000" b="1" dirty="0">
              <a:solidFill>
                <a:srgbClr val="333399"/>
              </a:solidFill>
              <a:latin typeface="Arial" charset="0"/>
              <a:ea typeface="黑体" pitchFamily="2" charset="-122"/>
            </a:endParaRPr>
          </a:p>
        </p:txBody>
      </p:sp>
      <p:sp>
        <p:nvSpPr>
          <p:cNvPr id="80904" name="Rectangle 10"/>
          <p:cNvSpPr>
            <a:spLocks noChangeArrowheads="1"/>
          </p:cNvSpPr>
          <p:nvPr/>
        </p:nvSpPr>
        <p:spPr bwMode="auto">
          <a:xfrm>
            <a:off x="5114925" y="4030663"/>
            <a:ext cx="966788" cy="173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80905" name="Text Box 11"/>
          <p:cNvSpPr txBox="1">
            <a:spLocks noChangeArrowheads="1"/>
          </p:cNvSpPr>
          <p:nvPr/>
        </p:nvSpPr>
        <p:spPr bwMode="auto">
          <a:xfrm>
            <a:off x="4991100" y="3898900"/>
            <a:ext cx="1266885"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IP </a:t>
            </a:r>
            <a:r>
              <a:rPr kumimoji="1" lang="zh-CN" altLang="en-US" sz="2000" b="1">
                <a:solidFill>
                  <a:srgbClr val="333399"/>
                </a:solidFill>
                <a:latin typeface="Arial" charset="0"/>
                <a:ea typeface="黑体" pitchFamily="2" charset="-122"/>
              </a:rPr>
              <a:t>数据报</a:t>
            </a:r>
          </a:p>
        </p:txBody>
      </p:sp>
      <p:sp>
        <p:nvSpPr>
          <p:cNvPr id="80906" name="Rectangle 12"/>
          <p:cNvSpPr>
            <a:spLocks noChangeArrowheads="1"/>
          </p:cNvSpPr>
          <p:nvPr/>
        </p:nvSpPr>
        <p:spPr bwMode="auto">
          <a:xfrm>
            <a:off x="5173663" y="5018088"/>
            <a:ext cx="820737" cy="1825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80907" name="Text Box 13"/>
          <p:cNvSpPr txBox="1">
            <a:spLocks noChangeArrowheads="1"/>
          </p:cNvSpPr>
          <p:nvPr/>
        </p:nvSpPr>
        <p:spPr bwMode="auto">
          <a:xfrm>
            <a:off x="5076825" y="4872038"/>
            <a:ext cx="1098378"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MAC </a:t>
            </a:r>
            <a:r>
              <a:rPr kumimoji="1" lang="zh-CN" altLang="en-US" sz="2000" b="1">
                <a:solidFill>
                  <a:srgbClr val="333399"/>
                </a:solidFill>
                <a:latin typeface="Arial" charset="0"/>
                <a:ea typeface="黑体" pitchFamily="2" charset="-122"/>
              </a:rPr>
              <a:t>帧</a:t>
            </a:r>
          </a:p>
        </p:txBody>
      </p:sp>
      <p:sp>
        <p:nvSpPr>
          <p:cNvPr id="80908" name="Line 18"/>
          <p:cNvSpPr>
            <a:spLocks noChangeShapeType="1"/>
          </p:cNvSpPr>
          <p:nvPr/>
        </p:nvSpPr>
        <p:spPr bwMode="auto">
          <a:xfrm>
            <a:off x="3681413" y="3970338"/>
            <a:ext cx="0" cy="4064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0909" name="Line 19"/>
          <p:cNvSpPr>
            <a:spLocks noChangeShapeType="1"/>
          </p:cNvSpPr>
          <p:nvPr/>
        </p:nvSpPr>
        <p:spPr bwMode="auto">
          <a:xfrm>
            <a:off x="7500938" y="3970338"/>
            <a:ext cx="0" cy="4064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0910" name="Line 20"/>
          <p:cNvSpPr>
            <a:spLocks noChangeShapeType="1"/>
          </p:cNvSpPr>
          <p:nvPr/>
        </p:nvSpPr>
        <p:spPr bwMode="auto">
          <a:xfrm flipH="1">
            <a:off x="4367212" y="2844800"/>
            <a:ext cx="0" cy="55086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0911" name="Line 21"/>
          <p:cNvSpPr>
            <a:spLocks noChangeShapeType="1"/>
          </p:cNvSpPr>
          <p:nvPr/>
        </p:nvSpPr>
        <p:spPr bwMode="auto">
          <a:xfrm>
            <a:off x="7500938" y="2844800"/>
            <a:ext cx="0" cy="558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0912" name="Line 22"/>
          <p:cNvSpPr>
            <a:spLocks noChangeShapeType="1"/>
          </p:cNvSpPr>
          <p:nvPr/>
        </p:nvSpPr>
        <p:spPr bwMode="auto">
          <a:xfrm flipV="1">
            <a:off x="7867650" y="4151313"/>
            <a:ext cx="2303463" cy="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0913" name="Rectangle 23"/>
          <p:cNvSpPr>
            <a:spLocks noChangeArrowheads="1"/>
          </p:cNvSpPr>
          <p:nvPr/>
        </p:nvSpPr>
        <p:spPr bwMode="auto">
          <a:xfrm>
            <a:off x="4367213" y="2349500"/>
            <a:ext cx="3133725" cy="487363"/>
          </a:xfrm>
          <a:prstGeom prst="rect">
            <a:avLst/>
          </a:prstGeom>
          <a:solidFill>
            <a:srgbClr val="66FF99"/>
          </a:solidFill>
          <a:ln w="2857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80914" name="Line 24"/>
          <p:cNvSpPr>
            <a:spLocks noChangeShapeType="1"/>
          </p:cNvSpPr>
          <p:nvPr/>
        </p:nvSpPr>
        <p:spPr bwMode="auto">
          <a:xfrm flipH="1">
            <a:off x="5053013" y="2349500"/>
            <a:ext cx="0" cy="4873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0915" name="Text Box 25"/>
          <p:cNvSpPr txBox="1">
            <a:spLocks noChangeArrowheads="1"/>
          </p:cNvSpPr>
          <p:nvPr/>
        </p:nvSpPr>
        <p:spPr bwMode="auto">
          <a:xfrm>
            <a:off x="5303912" y="2351088"/>
            <a:ext cx="198002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a:solidFill>
                  <a:srgbClr val="333399"/>
                </a:solidFill>
                <a:latin typeface="Arial" charset="0"/>
                <a:ea typeface="黑体" pitchFamily="2" charset="-122"/>
              </a:rPr>
              <a:t>应用层</a:t>
            </a:r>
            <a:r>
              <a:rPr kumimoji="1" lang="zh-CN" altLang="en-US" sz="2000" b="1" dirty="0" smtClean="0">
                <a:solidFill>
                  <a:srgbClr val="333399"/>
                </a:solidFill>
                <a:latin typeface="Arial" charset="0"/>
                <a:ea typeface="黑体" pitchFamily="2" charset="-122"/>
              </a:rPr>
              <a:t>数据单元</a:t>
            </a:r>
            <a:endParaRPr kumimoji="1" lang="zh-CN" altLang="en-US" sz="2000" b="1" dirty="0">
              <a:solidFill>
                <a:srgbClr val="333399"/>
              </a:solidFill>
              <a:latin typeface="Arial" charset="0"/>
              <a:ea typeface="黑体" pitchFamily="2" charset="-122"/>
            </a:endParaRPr>
          </a:p>
        </p:txBody>
      </p:sp>
      <p:sp>
        <p:nvSpPr>
          <p:cNvPr id="80916" name="Text Box 26"/>
          <p:cNvSpPr txBox="1">
            <a:spLocks noChangeArrowheads="1"/>
          </p:cNvSpPr>
          <p:nvPr/>
        </p:nvSpPr>
        <p:spPr bwMode="auto">
          <a:xfrm>
            <a:off x="4341813" y="2352675"/>
            <a:ext cx="698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2" charset="-122"/>
              </a:rPr>
              <a:t>首部</a:t>
            </a:r>
          </a:p>
        </p:txBody>
      </p:sp>
      <p:sp>
        <p:nvSpPr>
          <p:cNvPr id="80917" name="Rectangle 27"/>
          <p:cNvSpPr>
            <a:spLocks noChangeArrowheads="1"/>
          </p:cNvSpPr>
          <p:nvPr/>
        </p:nvSpPr>
        <p:spPr bwMode="auto">
          <a:xfrm>
            <a:off x="3681413" y="3403600"/>
            <a:ext cx="3819525" cy="487363"/>
          </a:xfrm>
          <a:prstGeom prst="rect">
            <a:avLst/>
          </a:prstGeom>
          <a:solidFill>
            <a:srgbClr val="FFFF99"/>
          </a:solidFill>
          <a:ln w="2857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80918" name="Line 28"/>
          <p:cNvSpPr>
            <a:spLocks noChangeShapeType="1"/>
          </p:cNvSpPr>
          <p:nvPr/>
        </p:nvSpPr>
        <p:spPr bwMode="auto">
          <a:xfrm>
            <a:off x="4367213" y="3403600"/>
            <a:ext cx="0" cy="4873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0919" name="Text Box 29"/>
          <p:cNvSpPr txBox="1">
            <a:spLocks noChangeArrowheads="1"/>
          </p:cNvSpPr>
          <p:nvPr/>
        </p:nvSpPr>
        <p:spPr bwMode="auto">
          <a:xfrm>
            <a:off x="3657600" y="3395663"/>
            <a:ext cx="698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2" charset="-122"/>
              </a:rPr>
              <a:t>首部</a:t>
            </a:r>
          </a:p>
        </p:txBody>
      </p:sp>
      <p:sp>
        <p:nvSpPr>
          <p:cNvPr id="80920" name="Rectangle 30"/>
          <p:cNvSpPr>
            <a:spLocks noChangeArrowheads="1"/>
          </p:cNvSpPr>
          <p:nvPr/>
        </p:nvSpPr>
        <p:spPr bwMode="auto">
          <a:xfrm>
            <a:off x="3006725" y="4406900"/>
            <a:ext cx="684213" cy="457200"/>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80921" name="Rectangle 31"/>
          <p:cNvSpPr>
            <a:spLocks noChangeArrowheads="1"/>
          </p:cNvSpPr>
          <p:nvPr/>
        </p:nvSpPr>
        <p:spPr bwMode="auto">
          <a:xfrm>
            <a:off x="2997200" y="4376738"/>
            <a:ext cx="5189538" cy="487362"/>
          </a:xfrm>
          <a:prstGeom prst="rect">
            <a:avLst/>
          </a:prstGeom>
          <a:solidFill>
            <a:srgbClr val="CCECFF"/>
          </a:solidFill>
          <a:ln w="2857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80922" name="Line 32"/>
          <p:cNvSpPr>
            <a:spLocks noChangeShapeType="1"/>
          </p:cNvSpPr>
          <p:nvPr/>
        </p:nvSpPr>
        <p:spPr bwMode="auto">
          <a:xfrm>
            <a:off x="3681413" y="4376738"/>
            <a:ext cx="0" cy="4873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0923" name="Line 33"/>
          <p:cNvSpPr>
            <a:spLocks noChangeShapeType="1"/>
          </p:cNvSpPr>
          <p:nvPr/>
        </p:nvSpPr>
        <p:spPr bwMode="auto">
          <a:xfrm>
            <a:off x="7500938" y="4376738"/>
            <a:ext cx="0" cy="4873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0924" name="Text Box 34"/>
          <p:cNvSpPr txBox="1">
            <a:spLocks noChangeArrowheads="1"/>
          </p:cNvSpPr>
          <p:nvPr/>
        </p:nvSpPr>
        <p:spPr bwMode="auto">
          <a:xfrm>
            <a:off x="7462838" y="4371975"/>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2" charset="-122"/>
              </a:rPr>
              <a:t>尾部</a:t>
            </a:r>
          </a:p>
        </p:txBody>
      </p:sp>
      <p:sp>
        <p:nvSpPr>
          <p:cNvPr id="80925" name="Text Box 35"/>
          <p:cNvSpPr txBox="1">
            <a:spLocks noChangeArrowheads="1"/>
          </p:cNvSpPr>
          <p:nvPr/>
        </p:nvSpPr>
        <p:spPr bwMode="auto">
          <a:xfrm>
            <a:off x="2986088" y="4371975"/>
            <a:ext cx="698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2" charset="-122"/>
              </a:rPr>
              <a:t>首部</a:t>
            </a:r>
          </a:p>
        </p:txBody>
      </p:sp>
      <p:grpSp>
        <p:nvGrpSpPr>
          <p:cNvPr id="2" name="Group 49"/>
          <p:cNvGrpSpPr>
            <a:grpSpLocks/>
          </p:cNvGrpSpPr>
          <p:nvPr/>
        </p:nvGrpSpPr>
        <p:grpSpPr bwMode="auto">
          <a:xfrm>
            <a:off x="1670052" y="3644901"/>
            <a:ext cx="9834563" cy="1512888"/>
            <a:chOff x="247" y="2385"/>
            <a:chExt cx="6195" cy="953"/>
          </a:xfrm>
        </p:grpSpPr>
        <p:grpSp>
          <p:nvGrpSpPr>
            <p:cNvPr id="80935" name="Group 45"/>
            <p:cNvGrpSpPr>
              <a:grpSpLocks/>
            </p:cNvGrpSpPr>
            <p:nvPr/>
          </p:nvGrpSpPr>
          <p:grpSpPr bwMode="auto">
            <a:xfrm>
              <a:off x="4423" y="2709"/>
              <a:ext cx="2019" cy="629"/>
              <a:chOff x="4423" y="2709"/>
              <a:chExt cx="2019" cy="629"/>
            </a:xfrm>
          </p:grpSpPr>
          <p:sp>
            <p:nvSpPr>
              <p:cNvPr id="80939" name="AutoShape 15"/>
              <p:cNvSpPr>
                <a:spLocks noChangeArrowheads="1"/>
              </p:cNvSpPr>
              <p:nvPr/>
            </p:nvSpPr>
            <p:spPr bwMode="auto">
              <a:xfrm flipV="1">
                <a:off x="4831" y="2709"/>
                <a:ext cx="186" cy="358"/>
              </a:xfrm>
              <a:prstGeom prst="upArrow">
                <a:avLst>
                  <a:gd name="adj1" fmla="val 50000"/>
                  <a:gd name="adj2" fmla="val 81801"/>
                </a:avLst>
              </a:prstGeom>
              <a:solidFill>
                <a:srgbClr val="333399"/>
              </a:solidFill>
              <a:ln w="9525">
                <a:solidFill>
                  <a:schemeClr val="tx1"/>
                </a:solidFill>
                <a:miter lim="800000"/>
                <a:headEnd/>
                <a:tailEnd/>
              </a:ln>
            </p:spPr>
            <p:txBody>
              <a:bodyPr vert="eaVert" wrap="none" anchor="ctr"/>
              <a:lstStyle/>
              <a:p>
                <a:pPr eaLnBrk="1" hangingPunct="1"/>
                <a:endParaRPr lang="zh-CN" altLang="en-US" sz="2800" b="1">
                  <a:latin typeface="Tahoma" pitchFamily="34" charset="0"/>
                  <a:ea typeface="黑体" pitchFamily="2" charset="-122"/>
                </a:endParaRPr>
              </a:p>
            </p:txBody>
          </p:sp>
          <p:sp>
            <p:nvSpPr>
              <p:cNvPr id="80940" name="Text Box 17"/>
              <p:cNvSpPr txBox="1">
                <a:spLocks noChangeArrowheads="1"/>
              </p:cNvSpPr>
              <p:nvPr/>
            </p:nvSpPr>
            <p:spPr bwMode="auto">
              <a:xfrm>
                <a:off x="4423" y="3086"/>
                <a:ext cx="201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smtClean="0">
                    <a:solidFill>
                      <a:srgbClr val="333399"/>
                    </a:solidFill>
                    <a:latin typeface="Arial" charset="0"/>
                    <a:ea typeface="黑体" pitchFamily="2" charset="-122"/>
                  </a:rPr>
                  <a:t>数据链路层使用 </a:t>
                </a:r>
                <a:r>
                  <a:rPr kumimoji="1" lang="en-US" altLang="zh-CN" sz="2000" b="1" dirty="0" smtClean="0">
                    <a:solidFill>
                      <a:srgbClr val="333399"/>
                    </a:solidFill>
                    <a:latin typeface="Arial" charset="0"/>
                    <a:ea typeface="黑体" pitchFamily="2" charset="-122"/>
                  </a:rPr>
                  <a:t>MAC </a:t>
                </a:r>
                <a:r>
                  <a:rPr kumimoji="1" lang="zh-CN" altLang="en-US" sz="2000" b="1" dirty="0" smtClean="0">
                    <a:solidFill>
                      <a:srgbClr val="333399"/>
                    </a:solidFill>
                    <a:latin typeface="Arial" charset="0"/>
                    <a:ea typeface="黑体" pitchFamily="2" charset="-122"/>
                  </a:rPr>
                  <a:t>地址</a:t>
                </a:r>
                <a:endParaRPr kumimoji="1" lang="zh-CN" altLang="en-US" sz="2000" b="1" dirty="0">
                  <a:solidFill>
                    <a:srgbClr val="333399"/>
                  </a:solidFill>
                  <a:latin typeface="Arial" charset="0"/>
                  <a:ea typeface="黑体" pitchFamily="2" charset="-122"/>
                </a:endParaRPr>
              </a:p>
            </p:txBody>
          </p:sp>
        </p:grpSp>
        <p:grpSp>
          <p:nvGrpSpPr>
            <p:cNvPr id="80936" name="Group 47"/>
            <p:cNvGrpSpPr>
              <a:grpSpLocks/>
            </p:cNvGrpSpPr>
            <p:nvPr/>
          </p:nvGrpSpPr>
          <p:grpSpPr bwMode="auto">
            <a:xfrm>
              <a:off x="247" y="2385"/>
              <a:ext cx="854" cy="273"/>
              <a:chOff x="247" y="2385"/>
              <a:chExt cx="854" cy="273"/>
            </a:xfrm>
          </p:grpSpPr>
          <p:sp>
            <p:nvSpPr>
              <p:cNvPr id="80937" name="AutoShape 37"/>
              <p:cNvSpPr>
                <a:spLocks noChangeArrowheads="1"/>
              </p:cNvSpPr>
              <p:nvPr/>
            </p:nvSpPr>
            <p:spPr bwMode="auto">
              <a:xfrm>
                <a:off x="268" y="2385"/>
                <a:ext cx="802" cy="273"/>
              </a:xfrm>
              <a:prstGeom prst="wedgeRoundRectCallout">
                <a:avLst>
                  <a:gd name="adj1" fmla="val 75457"/>
                  <a:gd name="adj2" fmla="val 131620"/>
                  <a:gd name="adj3" fmla="val 16667"/>
                </a:avLst>
              </a:prstGeom>
              <a:solidFill>
                <a:srgbClr val="CCECFF"/>
              </a:solidFill>
              <a:ln w="9525">
                <a:solidFill>
                  <a:schemeClr val="tx1"/>
                </a:solidFill>
                <a:miter lim="800000"/>
                <a:headEnd/>
                <a:tailEnd/>
              </a:ln>
              <a:effectLst>
                <a:outerShdw dist="35921" dir="2700000" algn="ctr" rotWithShape="0">
                  <a:schemeClr val="bg2"/>
                </a:outerShdw>
              </a:effectLst>
            </p:spPr>
            <p:txBody>
              <a:bodyPr/>
              <a:lstStyle/>
              <a:p>
                <a:pPr algn="ctr" eaLnBrk="1" hangingPunct="1"/>
                <a:endParaRPr kumimoji="1" lang="zh-CN" altLang="zh-CN" sz="2000" b="1">
                  <a:solidFill>
                    <a:srgbClr val="333399"/>
                  </a:solidFill>
                  <a:ea typeface="黑体" pitchFamily="2" charset="-122"/>
                </a:endParaRPr>
              </a:p>
            </p:txBody>
          </p:sp>
          <p:sp>
            <p:nvSpPr>
              <p:cNvPr id="80938" name="Text Box 38"/>
              <p:cNvSpPr txBox="1">
                <a:spLocks noChangeArrowheads="1"/>
              </p:cNvSpPr>
              <p:nvPr/>
            </p:nvSpPr>
            <p:spPr bwMode="auto">
              <a:xfrm>
                <a:off x="247" y="2387"/>
                <a:ext cx="85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dirty="0" smtClean="0">
                    <a:solidFill>
                      <a:srgbClr val="333399"/>
                    </a:solidFill>
                    <a:latin typeface="Arial" charset="0"/>
                    <a:ea typeface="黑体" pitchFamily="2" charset="-122"/>
                  </a:rPr>
                  <a:t>MAC </a:t>
                </a:r>
                <a:r>
                  <a:rPr kumimoji="1" lang="zh-CN" altLang="en-US" sz="2000" b="1" dirty="0" smtClean="0">
                    <a:solidFill>
                      <a:srgbClr val="333399"/>
                    </a:solidFill>
                    <a:latin typeface="Arial" charset="0"/>
                    <a:ea typeface="黑体" pitchFamily="2" charset="-122"/>
                  </a:rPr>
                  <a:t>地址</a:t>
                </a:r>
                <a:endParaRPr kumimoji="1" lang="zh-CN" altLang="en-US" sz="2000" b="1" dirty="0">
                  <a:solidFill>
                    <a:srgbClr val="333399"/>
                  </a:solidFill>
                  <a:latin typeface="Arial" charset="0"/>
                  <a:ea typeface="黑体" pitchFamily="2" charset="-122"/>
                </a:endParaRPr>
              </a:p>
            </p:txBody>
          </p:sp>
        </p:grpSp>
      </p:grpSp>
      <p:grpSp>
        <p:nvGrpSpPr>
          <p:cNvPr id="5" name="Group 48"/>
          <p:cNvGrpSpPr>
            <a:grpSpLocks/>
          </p:cNvGrpSpPr>
          <p:nvPr/>
        </p:nvGrpSpPr>
        <p:grpSpPr bwMode="auto">
          <a:xfrm>
            <a:off x="2740025" y="2746375"/>
            <a:ext cx="7585075" cy="1412875"/>
            <a:chOff x="921" y="1819"/>
            <a:chExt cx="4778" cy="890"/>
          </a:xfrm>
        </p:grpSpPr>
        <p:grpSp>
          <p:nvGrpSpPr>
            <p:cNvPr id="80929" name="Group 44"/>
            <p:cNvGrpSpPr>
              <a:grpSpLocks/>
            </p:cNvGrpSpPr>
            <p:nvPr/>
          </p:nvGrpSpPr>
          <p:grpSpPr bwMode="auto">
            <a:xfrm>
              <a:off x="4169" y="2042"/>
              <a:ext cx="1530" cy="667"/>
              <a:chOff x="4169" y="2042"/>
              <a:chExt cx="1530" cy="667"/>
            </a:xfrm>
          </p:grpSpPr>
          <p:sp>
            <p:nvSpPr>
              <p:cNvPr id="80933" name="AutoShape 14"/>
              <p:cNvSpPr>
                <a:spLocks noChangeArrowheads="1"/>
              </p:cNvSpPr>
              <p:nvPr/>
            </p:nvSpPr>
            <p:spPr bwMode="auto">
              <a:xfrm>
                <a:off x="4831" y="2352"/>
                <a:ext cx="186" cy="357"/>
              </a:xfrm>
              <a:prstGeom prst="upArrow">
                <a:avLst>
                  <a:gd name="adj1" fmla="val 50000"/>
                  <a:gd name="adj2" fmla="val 69479"/>
                </a:avLst>
              </a:prstGeom>
              <a:solidFill>
                <a:srgbClr val="FFCCFF"/>
              </a:solidFill>
              <a:ln w="9525">
                <a:solidFill>
                  <a:schemeClr val="tx1"/>
                </a:solidFill>
                <a:miter lim="800000"/>
                <a:headEnd/>
                <a:tailEnd/>
              </a:ln>
            </p:spPr>
            <p:txBody>
              <a:bodyPr vert="eaVert" wrap="none" anchor="ctr"/>
              <a:lstStyle/>
              <a:p>
                <a:pPr eaLnBrk="1" hangingPunct="1"/>
                <a:endParaRPr lang="zh-CN" altLang="en-US" sz="2800" b="1">
                  <a:latin typeface="Tahoma" pitchFamily="34" charset="0"/>
                  <a:ea typeface="黑体" pitchFamily="2" charset="-122"/>
                </a:endParaRPr>
              </a:p>
            </p:txBody>
          </p:sp>
          <p:sp>
            <p:nvSpPr>
              <p:cNvPr id="80934" name="Text Box 16"/>
              <p:cNvSpPr txBox="1">
                <a:spLocks noChangeArrowheads="1"/>
              </p:cNvSpPr>
              <p:nvPr/>
            </p:nvSpPr>
            <p:spPr bwMode="auto">
              <a:xfrm>
                <a:off x="4169" y="2042"/>
                <a:ext cx="153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smtClean="0">
                    <a:solidFill>
                      <a:srgbClr val="333399"/>
                    </a:solidFill>
                    <a:latin typeface="Arial" charset="0"/>
                    <a:ea typeface="黑体" pitchFamily="2" charset="-122"/>
                  </a:rPr>
                  <a:t>网络层使用 </a:t>
                </a:r>
                <a:r>
                  <a:rPr kumimoji="1" lang="en-US" altLang="zh-CN" sz="2000" b="1" dirty="0">
                    <a:solidFill>
                      <a:srgbClr val="333399"/>
                    </a:solidFill>
                    <a:latin typeface="Arial" charset="0"/>
                    <a:ea typeface="黑体" pitchFamily="2" charset="-122"/>
                  </a:rPr>
                  <a:t>IP </a:t>
                </a:r>
                <a:r>
                  <a:rPr kumimoji="1" lang="zh-CN" altLang="en-US" sz="2000" b="1" dirty="0">
                    <a:solidFill>
                      <a:srgbClr val="333399"/>
                    </a:solidFill>
                    <a:latin typeface="Arial" charset="0"/>
                    <a:ea typeface="黑体" pitchFamily="2" charset="-122"/>
                  </a:rPr>
                  <a:t>地址</a:t>
                </a:r>
              </a:p>
            </p:txBody>
          </p:sp>
        </p:grpSp>
        <p:grpSp>
          <p:nvGrpSpPr>
            <p:cNvPr id="80930" name="Group 46"/>
            <p:cNvGrpSpPr>
              <a:grpSpLocks/>
            </p:cNvGrpSpPr>
            <p:nvPr/>
          </p:nvGrpSpPr>
          <p:grpSpPr bwMode="auto">
            <a:xfrm>
              <a:off x="921" y="1819"/>
              <a:ext cx="654" cy="261"/>
              <a:chOff x="921" y="1819"/>
              <a:chExt cx="654" cy="261"/>
            </a:xfrm>
          </p:grpSpPr>
          <p:sp>
            <p:nvSpPr>
              <p:cNvPr id="80931" name="AutoShape 40"/>
              <p:cNvSpPr>
                <a:spLocks noChangeArrowheads="1"/>
              </p:cNvSpPr>
              <p:nvPr/>
            </p:nvSpPr>
            <p:spPr bwMode="auto">
              <a:xfrm>
                <a:off x="921" y="1826"/>
                <a:ext cx="654" cy="254"/>
              </a:xfrm>
              <a:prstGeom prst="wedgeRoundRectCallout">
                <a:avLst>
                  <a:gd name="adj1" fmla="val 72171"/>
                  <a:gd name="adj2" fmla="val 129134"/>
                  <a:gd name="adj3" fmla="val 16667"/>
                </a:avLst>
              </a:prstGeom>
              <a:solidFill>
                <a:srgbClr val="FFCCFF"/>
              </a:solidFill>
              <a:ln w="9525">
                <a:solidFill>
                  <a:schemeClr val="tx1"/>
                </a:solidFill>
                <a:miter lim="800000"/>
                <a:headEnd/>
                <a:tailEnd/>
              </a:ln>
              <a:effectLst>
                <a:outerShdw dist="35921" dir="2700000" algn="ctr" rotWithShape="0">
                  <a:schemeClr val="bg2"/>
                </a:outerShdw>
              </a:effectLst>
            </p:spPr>
            <p:txBody>
              <a:bodyPr/>
              <a:lstStyle/>
              <a:p>
                <a:pPr algn="ctr" eaLnBrk="1" hangingPunct="1"/>
                <a:endParaRPr kumimoji="1" lang="zh-CN" altLang="zh-CN" sz="2000" b="1">
                  <a:solidFill>
                    <a:srgbClr val="333399"/>
                  </a:solidFill>
                  <a:ea typeface="黑体" pitchFamily="2" charset="-122"/>
                </a:endParaRPr>
              </a:p>
            </p:txBody>
          </p:sp>
          <p:sp>
            <p:nvSpPr>
              <p:cNvPr id="80932" name="Text Box 41"/>
              <p:cNvSpPr txBox="1">
                <a:spLocks noChangeArrowheads="1"/>
              </p:cNvSpPr>
              <p:nvPr/>
            </p:nvSpPr>
            <p:spPr bwMode="auto">
              <a:xfrm>
                <a:off x="927" y="1819"/>
                <a:ext cx="63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dirty="0">
                    <a:solidFill>
                      <a:srgbClr val="333399"/>
                    </a:solidFill>
                    <a:latin typeface="Arial" charset="0"/>
                    <a:ea typeface="黑体" pitchFamily="2" charset="-122"/>
                  </a:rPr>
                  <a:t>IP </a:t>
                </a:r>
                <a:r>
                  <a:rPr kumimoji="1" lang="zh-CN" altLang="en-US" sz="2000" b="1" dirty="0">
                    <a:solidFill>
                      <a:srgbClr val="333399"/>
                    </a:solidFill>
                    <a:latin typeface="Arial" charset="0"/>
                    <a:ea typeface="黑体" pitchFamily="2" charset="-122"/>
                  </a:rPr>
                  <a:t>地址</a:t>
                </a:r>
              </a:p>
            </p:txBody>
          </p:sp>
        </p:grpSp>
      </p:grpSp>
      <p:sp>
        <p:nvSpPr>
          <p:cNvPr id="80928" name="Rectangle 43"/>
          <p:cNvSpPr>
            <a:spLocks noChangeArrowheads="1"/>
          </p:cNvSpPr>
          <p:nvPr/>
        </p:nvSpPr>
        <p:spPr bwMode="auto">
          <a:xfrm>
            <a:off x="3702050" y="4406900"/>
            <a:ext cx="3776663" cy="43338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Tree>
    <p:extLst>
      <p:ext uri="{BB962C8B-B14F-4D97-AF65-F5344CB8AC3E}">
        <p14:creationId xmlns:p14="http://schemas.microsoft.com/office/powerpoint/2010/main" val="3742272942"/>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mph" presetSubtype="0" repeatCount="4000" fill="hold" nodeType="clickEffect">
                                  <p:stCondLst>
                                    <p:cond delay="0"/>
                                  </p:stCondLst>
                                  <p:childTnLst>
                                    <p:anim calcmode="discrete" valueType="str">
                                      <p:cBhvr>
                                        <p:cTn id="6" dur="1000" fill="hold"/>
                                        <p:tgtEl>
                                          <p:spTgt spid="5"/>
                                        </p:tgtEl>
                                        <p:attrNameLst>
                                          <p:attrName>style.visibility</p:attrName>
                                        </p:attrNameLst>
                                      </p:cBhvr>
                                      <p:tavLst>
                                        <p:tav tm="0">
                                          <p:val>
                                            <p:strVal val="hidden"/>
                                          </p:val>
                                        </p:tav>
                                        <p:tav tm="50000">
                                          <p:val>
                                            <p:strVal val="visible"/>
                                          </p:val>
                                        </p:tav>
                                      </p:tavLst>
                                    </p:anim>
                                  </p:childTnLst>
                                </p:cTn>
                              </p:par>
                            </p:childTnLst>
                          </p:cTn>
                        </p:par>
                      </p:childTnLst>
                    </p:cTn>
                  </p:par>
                  <p:par>
                    <p:cTn id="7" fill="hold" nodeType="clickPar">
                      <p:stCondLst>
                        <p:cond delay="indefinite"/>
                      </p:stCondLst>
                      <p:childTnLst>
                        <p:par>
                          <p:cTn id="8" fill="hold" nodeType="withGroup">
                            <p:stCondLst>
                              <p:cond delay="0"/>
                            </p:stCondLst>
                            <p:childTnLst>
                              <p:par>
                                <p:cTn id="9" presetID="35" presetClass="emph" presetSubtype="0" repeatCount="4000" fill="hold" nodeType="clickEffect">
                                  <p:stCondLst>
                                    <p:cond delay="0"/>
                                  </p:stCondLst>
                                  <p:childTnLst>
                                    <p:anim calcmode="discrete" valueType="str">
                                      <p:cBhvr>
                                        <p:cTn id="10" dur="1000" fill="hold"/>
                                        <p:tgtEl>
                                          <p:spTgt spid="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Freeform 2"/>
          <p:cNvSpPr>
            <a:spLocks/>
          </p:cNvSpPr>
          <p:nvPr/>
        </p:nvSpPr>
        <p:spPr bwMode="auto">
          <a:xfrm>
            <a:off x="4059238" y="3773751"/>
            <a:ext cx="249237" cy="533400"/>
          </a:xfrm>
          <a:custGeom>
            <a:avLst/>
            <a:gdLst>
              <a:gd name="T0" fmla="*/ 0 w 249"/>
              <a:gd name="T1" fmla="*/ 2147483646 h 176"/>
              <a:gd name="T2" fmla="*/ 2147483646 w 249"/>
              <a:gd name="T3" fmla="*/ 0 h 176"/>
              <a:gd name="T4" fmla="*/ 2147483646 w 249"/>
              <a:gd name="T5" fmla="*/ 2147483646 h 176"/>
              <a:gd name="T6" fmla="*/ 0 60000 65536"/>
              <a:gd name="T7" fmla="*/ 0 60000 65536"/>
              <a:gd name="T8" fmla="*/ 0 60000 65536"/>
              <a:gd name="T9" fmla="*/ 0 w 249"/>
              <a:gd name="T10" fmla="*/ 0 h 176"/>
              <a:gd name="T11" fmla="*/ 249 w 249"/>
              <a:gd name="T12" fmla="*/ 176 h 176"/>
            </a:gdLst>
            <a:ahLst/>
            <a:cxnLst>
              <a:cxn ang="T6">
                <a:pos x="T0" y="T1"/>
              </a:cxn>
              <a:cxn ang="T7">
                <a:pos x="T2" y="T3"/>
              </a:cxn>
              <a:cxn ang="T8">
                <a:pos x="T4" y="T5"/>
              </a:cxn>
            </a:cxnLst>
            <a:rect l="T9" t="T10" r="T11" b="T12"/>
            <a:pathLst>
              <a:path w="249" h="176">
                <a:moveTo>
                  <a:pt x="0" y="176"/>
                </a:moveTo>
                <a:lnTo>
                  <a:pt x="1" y="0"/>
                </a:lnTo>
                <a:lnTo>
                  <a:pt x="249" y="9"/>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84995" name="Freeform 3"/>
          <p:cNvSpPr>
            <a:spLocks/>
          </p:cNvSpPr>
          <p:nvPr/>
        </p:nvSpPr>
        <p:spPr bwMode="auto">
          <a:xfrm>
            <a:off x="6804025" y="3773751"/>
            <a:ext cx="169863" cy="531813"/>
          </a:xfrm>
          <a:custGeom>
            <a:avLst/>
            <a:gdLst>
              <a:gd name="T0" fmla="*/ 0 w 249"/>
              <a:gd name="T1" fmla="*/ 2147483646 h 176"/>
              <a:gd name="T2" fmla="*/ 2147483646 w 249"/>
              <a:gd name="T3" fmla="*/ 0 h 176"/>
              <a:gd name="T4" fmla="*/ 2147483646 w 249"/>
              <a:gd name="T5" fmla="*/ 2147483646 h 176"/>
              <a:gd name="T6" fmla="*/ 0 60000 65536"/>
              <a:gd name="T7" fmla="*/ 0 60000 65536"/>
              <a:gd name="T8" fmla="*/ 0 60000 65536"/>
              <a:gd name="T9" fmla="*/ 0 w 249"/>
              <a:gd name="T10" fmla="*/ 0 h 176"/>
              <a:gd name="T11" fmla="*/ 249 w 249"/>
              <a:gd name="T12" fmla="*/ 176 h 176"/>
            </a:gdLst>
            <a:ahLst/>
            <a:cxnLst>
              <a:cxn ang="T6">
                <a:pos x="T0" y="T1"/>
              </a:cxn>
              <a:cxn ang="T7">
                <a:pos x="T2" y="T3"/>
              </a:cxn>
              <a:cxn ang="T8">
                <a:pos x="T4" y="T5"/>
              </a:cxn>
            </a:cxnLst>
            <a:rect l="T9" t="T10" r="T11" b="T12"/>
            <a:pathLst>
              <a:path w="249" h="176">
                <a:moveTo>
                  <a:pt x="0" y="176"/>
                </a:moveTo>
                <a:lnTo>
                  <a:pt x="1" y="0"/>
                </a:lnTo>
                <a:lnTo>
                  <a:pt x="249" y="9"/>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84996" name="Line 4"/>
          <p:cNvSpPr>
            <a:spLocks noChangeShapeType="1"/>
          </p:cNvSpPr>
          <p:nvPr/>
        </p:nvSpPr>
        <p:spPr bwMode="auto">
          <a:xfrm rot="-5400000">
            <a:off x="9829801" y="4038863"/>
            <a:ext cx="533400"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4997" name="Line 5"/>
          <p:cNvSpPr>
            <a:spLocks noChangeShapeType="1"/>
          </p:cNvSpPr>
          <p:nvPr/>
        </p:nvSpPr>
        <p:spPr bwMode="auto">
          <a:xfrm rot="-5400000">
            <a:off x="1676401" y="4038863"/>
            <a:ext cx="533400"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4998" name="Line 6"/>
          <p:cNvSpPr>
            <a:spLocks noChangeShapeType="1"/>
          </p:cNvSpPr>
          <p:nvPr/>
        </p:nvSpPr>
        <p:spPr bwMode="auto">
          <a:xfrm>
            <a:off x="1706563" y="4307151"/>
            <a:ext cx="2587625" cy="0"/>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4999" name="Text Box 7"/>
          <p:cNvSpPr txBox="1">
            <a:spLocks noChangeArrowheads="1"/>
          </p:cNvSpPr>
          <p:nvPr/>
        </p:nvSpPr>
        <p:spPr bwMode="auto">
          <a:xfrm>
            <a:off x="1962150" y="3792801"/>
            <a:ext cx="7954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smtClean="0">
                <a:solidFill>
                  <a:srgbClr val="333399"/>
                </a:solidFill>
                <a:latin typeface="Arial" charset="0"/>
                <a:ea typeface="黑体" pitchFamily="2" charset="-122"/>
              </a:rPr>
              <a:t>MAC</a:t>
            </a:r>
            <a:r>
              <a:rPr kumimoji="1" lang="en-US" altLang="zh-CN" sz="1800" b="1" baseline="-25000" dirty="0" smtClean="0">
                <a:solidFill>
                  <a:srgbClr val="333399"/>
                </a:solidFill>
                <a:latin typeface="Arial" charset="0"/>
                <a:ea typeface="黑体" pitchFamily="2" charset="-122"/>
              </a:rPr>
              <a:t>1</a:t>
            </a:r>
            <a:endParaRPr kumimoji="1" lang="en-US" altLang="zh-CN" sz="1800" b="1" dirty="0">
              <a:solidFill>
                <a:srgbClr val="333399"/>
              </a:solidFill>
              <a:latin typeface="Arial" charset="0"/>
              <a:ea typeface="黑体" pitchFamily="2" charset="-122"/>
            </a:endParaRPr>
          </a:p>
        </p:txBody>
      </p:sp>
      <p:sp>
        <p:nvSpPr>
          <p:cNvPr id="85000" name="Text Box 8"/>
          <p:cNvSpPr txBox="1">
            <a:spLocks noChangeArrowheads="1"/>
          </p:cNvSpPr>
          <p:nvPr/>
        </p:nvSpPr>
        <p:spPr bwMode="auto">
          <a:xfrm>
            <a:off x="6023992" y="3792801"/>
            <a:ext cx="7954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smtClean="0">
                <a:solidFill>
                  <a:srgbClr val="333399"/>
                </a:solidFill>
                <a:latin typeface="Arial" charset="0"/>
                <a:ea typeface="黑体" pitchFamily="2" charset="-122"/>
              </a:rPr>
              <a:t>MAC</a:t>
            </a:r>
            <a:r>
              <a:rPr kumimoji="1" lang="en-US" altLang="zh-CN" sz="1800" b="1" baseline="-25000" dirty="0" smtClean="0">
                <a:solidFill>
                  <a:srgbClr val="333399"/>
                </a:solidFill>
                <a:latin typeface="Arial" charset="0"/>
                <a:ea typeface="黑体" pitchFamily="2" charset="-122"/>
              </a:rPr>
              <a:t>5</a:t>
            </a:r>
            <a:endParaRPr kumimoji="1" lang="en-US" altLang="zh-CN" sz="1800" b="1" dirty="0">
              <a:solidFill>
                <a:srgbClr val="333399"/>
              </a:solidFill>
              <a:latin typeface="Arial" charset="0"/>
              <a:ea typeface="黑体" pitchFamily="2" charset="-122"/>
            </a:endParaRPr>
          </a:p>
        </p:txBody>
      </p:sp>
      <p:sp>
        <p:nvSpPr>
          <p:cNvPr id="85001" name="Text Box 9"/>
          <p:cNvSpPr txBox="1">
            <a:spLocks noChangeArrowheads="1"/>
          </p:cNvSpPr>
          <p:nvPr/>
        </p:nvSpPr>
        <p:spPr bwMode="auto">
          <a:xfrm>
            <a:off x="4987925" y="3792801"/>
            <a:ext cx="7954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smtClean="0">
                <a:solidFill>
                  <a:srgbClr val="333399"/>
                </a:solidFill>
                <a:latin typeface="Arial" charset="0"/>
                <a:ea typeface="黑体" pitchFamily="2" charset="-122"/>
              </a:rPr>
              <a:t>MAC</a:t>
            </a:r>
            <a:r>
              <a:rPr kumimoji="1" lang="en-US" altLang="zh-CN" sz="1800" b="1" baseline="-25000" dirty="0" smtClean="0">
                <a:solidFill>
                  <a:srgbClr val="333399"/>
                </a:solidFill>
                <a:latin typeface="Arial" charset="0"/>
                <a:ea typeface="黑体" pitchFamily="2" charset="-122"/>
              </a:rPr>
              <a:t>4</a:t>
            </a:r>
            <a:endParaRPr kumimoji="1" lang="en-US" altLang="zh-CN" sz="1800" b="1" dirty="0">
              <a:solidFill>
                <a:srgbClr val="333399"/>
              </a:solidFill>
              <a:latin typeface="Arial" charset="0"/>
              <a:ea typeface="黑体" pitchFamily="2" charset="-122"/>
            </a:endParaRPr>
          </a:p>
        </p:txBody>
      </p:sp>
      <p:sp>
        <p:nvSpPr>
          <p:cNvPr id="85002" name="Text Box 10"/>
          <p:cNvSpPr txBox="1">
            <a:spLocks noChangeArrowheads="1"/>
          </p:cNvSpPr>
          <p:nvPr/>
        </p:nvSpPr>
        <p:spPr bwMode="auto">
          <a:xfrm>
            <a:off x="3287688" y="3792801"/>
            <a:ext cx="7954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smtClean="0">
                <a:solidFill>
                  <a:srgbClr val="333399"/>
                </a:solidFill>
                <a:latin typeface="Arial" charset="0"/>
                <a:ea typeface="黑体" pitchFamily="2" charset="-122"/>
              </a:rPr>
              <a:t>MAC</a:t>
            </a:r>
            <a:r>
              <a:rPr kumimoji="1" lang="en-US" altLang="zh-CN" sz="1800" b="1" baseline="-25000" dirty="0" smtClean="0">
                <a:solidFill>
                  <a:srgbClr val="333399"/>
                </a:solidFill>
                <a:latin typeface="Arial" charset="0"/>
                <a:ea typeface="黑体" pitchFamily="2" charset="-122"/>
              </a:rPr>
              <a:t>3</a:t>
            </a:r>
            <a:endParaRPr kumimoji="1" lang="en-US" altLang="zh-CN" sz="1800" b="1" dirty="0">
              <a:solidFill>
                <a:srgbClr val="333399"/>
              </a:solidFill>
              <a:latin typeface="Arial" charset="0"/>
              <a:ea typeface="黑体" pitchFamily="2" charset="-122"/>
            </a:endParaRPr>
          </a:p>
        </p:txBody>
      </p:sp>
      <p:sp>
        <p:nvSpPr>
          <p:cNvPr id="85003" name="Line 11"/>
          <p:cNvSpPr>
            <a:spLocks noChangeShapeType="1"/>
          </p:cNvSpPr>
          <p:nvPr/>
        </p:nvSpPr>
        <p:spPr bwMode="auto">
          <a:xfrm>
            <a:off x="7510463" y="4307151"/>
            <a:ext cx="2901950" cy="0"/>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5004" name="Text Box 12"/>
          <p:cNvSpPr txBox="1">
            <a:spLocks noChangeArrowheads="1"/>
          </p:cNvSpPr>
          <p:nvPr/>
        </p:nvSpPr>
        <p:spPr bwMode="auto">
          <a:xfrm>
            <a:off x="7732713" y="3792801"/>
            <a:ext cx="7954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smtClean="0">
                <a:solidFill>
                  <a:srgbClr val="333399"/>
                </a:solidFill>
                <a:latin typeface="Arial" charset="0"/>
                <a:ea typeface="黑体" pitchFamily="2" charset="-122"/>
              </a:rPr>
              <a:t>MAC</a:t>
            </a:r>
            <a:r>
              <a:rPr kumimoji="1" lang="en-US" altLang="zh-CN" sz="1800" b="1" baseline="-25000" dirty="0" smtClean="0">
                <a:solidFill>
                  <a:srgbClr val="333399"/>
                </a:solidFill>
                <a:latin typeface="Arial" charset="0"/>
                <a:ea typeface="黑体" pitchFamily="2" charset="-122"/>
              </a:rPr>
              <a:t>6</a:t>
            </a:r>
            <a:endParaRPr kumimoji="1" lang="en-US" altLang="zh-CN" sz="1800" b="1" dirty="0">
              <a:solidFill>
                <a:srgbClr val="333399"/>
              </a:solidFill>
              <a:latin typeface="Arial" charset="0"/>
              <a:ea typeface="黑体" pitchFamily="2" charset="-122"/>
            </a:endParaRPr>
          </a:p>
        </p:txBody>
      </p:sp>
      <p:sp>
        <p:nvSpPr>
          <p:cNvPr id="85005" name="Text Box 13"/>
          <p:cNvSpPr txBox="1">
            <a:spLocks noChangeArrowheads="1"/>
          </p:cNvSpPr>
          <p:nvPr/>
        </p:nvSpPr>
        <p:spPr bwMode="auto">
          <a:xfrm>
            <a:off x="1549400" y="2597414"/>
            <a:ext cx="9653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800" b="1">
                <a:solidFill>
                  <a:srgbClr val="333399"/>
                </a:solidFill>
                <a:latin typeface="Arial" charset="0"/>
                <a:ea typeface="黑体" pitchFamily="2" charset="-122"/>
              </a:rPr>
              <a:t>主机 </a:t>
            </a:r>
            <a:r>
              <a:rPr kumimoji="1" lang="en-US" altLang="zh-CN" sz="1800" b="1">
                <a:solidFill>
                  <a:srgbClr val="333399"/>
                </a:solidFill>
                <a:latin typeface="Arial" charset="0"/>
                <a:ea typeface="黑体" pitchFamily="2" charset="-122"/>
              </a:rPr>
              <a:t>H</a:t>
            </a:r>
            <a:r>
              <a:rPr kumimoji="1" lang="en-US" altLang="zh-CN" sz="1800" b="1" baseline="-25000">
                <a:solidFill>
                  <a:srgbClr val="333399"/>
                </a:solidFill>
                <a:latin typeface="Arial" charset="0"/>
                <a:ea typeface="黑体" pitchFamily="2" charset="-122"/>
              </a:rPr>
              <a:t>1</a:t>
            </a:r>
            <a:endParaRPr kumimoji="1" lang="en-US" altLang="zh-CN" sz="1800" b="1">
              <a:solidFill>
                <a:srgbClr val="333399"/>
              </a:solidFill>
              <a:latin typeface="Arial" charset="0"/>
              <a:ea typeface="黑体" pitchFamily="2" charset="-122"/>
            </a:endParaRPr>
          </a:p>
        </p:txBody>
      </p:sp>
      <p:sp>
        <p:nvSpPr>
          <p:cNvPr id="85006" name="Text Box 14"/>
          <p:cNvSpPr txBox="1">
            <a:spLocks noChangeArrowheads="1"/>
          </p:cNvSpPr>
          <p:nvPr/>
        </p:nvSpPr>
        <p:spPr bwMode="auto">
          <a:xfrm>
            <a:off x="9663113" y="2581539"/>
            <a:ext cx="9653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800" b="1">
                <a:solidFill>
                  <a:srgbClr val="333399"/>
                </a:solidFill>
                <a:latin typeface="Arial" charset="0"/>
                <a:ea typeface="黑体" pitchFamily="2" charset="-122"/>
              </a:rPr>
              <a:t>主机 </a:t>
            </a:r>
            <a:r>
              <a:rPr kumimoji="1" lang="en-US" altLang="zh-CN" sz="1800" b="1">
                <a:solidFill>
                  <a:srgbClr val="333399"/>
                </a:solidFill>
                <a:latin typeface="Arial" charset="0"/>
                <a:ea typeface="黑体" pitchFamily="2" charset="-122"/>
              </a:rPr>
              <a:t>H</a:t>
            </a:r>
            <a:r>
              <a:rPr kumimoji="1" lang="en-US" altLang="zh-CN" sz="1800" b="1" baseline="-25000">
                <a:solidFill>
                  <a:srgbClr val="333399"/>
                </a:solidFill>
                <a:latin typeface="Arial" charset="0"/>
                <a:ea typeface="黑体" pitchFamily="2" charset="-122"/>
              </a:rPr>
              <a:t>2</a:t>
            </a:r>
            <a:endParaRPr kumimoji="1" lang="en-US" altLang="zh-CN" sz="1800" b="1">
              <a:solidFill>
                <a:srgbClr val="333399"/>
              </a:solidFill>
              <a:latin typeface="Arial" charset="0"/>
              <a:ea typeface="黑体" pitchFamily="2" charset="-122"/>
            </a:endParaRPr>
          </a:p>
        </p:txBody>
      </p:sp>
      <p:sp>
        <p:nvSpPr>
          <p:cNvPr id="85007" name="Line 15"/>
          <p:cNvSpPr>
            <a:spLocks noChangeShapeType="1"/>
          </p:cNvSpPr>
          <p:nvPr/>
        </p:nvSpPr>
        <p:spPr bwMode="auto">
          <a:xfrm>
            <a:off x="4765675" y="4307151"/>
            <a:ext cx="2273300" cy="0"/>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5008" name="Freeform 16"/>
          <p:cNvSpPr>
            <a:spLocks/>
          </p:cNvSpPr>
          <p:nvPr/>
        </p:nvSpPr>
        <p:spPr bwMode="auto">
          <a:xfrm flipH="1">
            <a:off x="7510463" y="3773751"/>
            <a:ext cx="234950" cy="533400"/>
          </a:xfrm>
          <a:custGeom>
            <a:avLst/>
            <a:gdLst>
              <a:gd name="T0" fmla="*/ 0 w 249"/>
              <a:gd name="T1" fmla="*/ 2147483646 h 176"/>
              <a:gd name="T2" fmla="*/ 2147483646 w 249"/>
              <a:gd name="T3" fmla="*/ 0 h 176"/>
              <a:gd name="T4" fmla="*/ 2147483646 w 249"/>
              <a:gd name="T5" fmla="*/ 2147483646 h 176"/>
              <a:gd name="T6" fmla="*/ 0 60000 65536"/>
              <a:gd name="T7" fmla="*/ 0 60000 65536"/>
              <a:gd name="T8" fmla="*/ 0 60000 65536"/>
              <a:gd name="T9" fmla="*/ 0 w 249"/>
              <a:gd name="T10" fmla="*/ 0 h 176"/>
              <a:gd name="T11" fmla="*/ 249 w 249"/>
              <a:gd name="T12" fmla="*/ 176 h 176"/>
            </a:gdLst>
            <a:ahLst/>
            <a:cxnLst>
              <a:cxn ang="T6">
                <a:pos x="T0" y="T1"/>
              </a:cxn>
              <a:cxn ang="T7">
                <a:pos x="T2" y="T3"/>
              </a:cxn>
              <a:cxn ang="T8">
                <a:pos x="T4" y="T5"/>
              </a:cxn>
            </a:cxnLst>
            <a:rect l="T9" t="T10" r="T11" b="T12"/>
            <a:pathLst>
              <a:path w="249" h="176">
                <a:moveTo>
                  <a:pt x="0" y="176"/>
                </a:moveTo>
                <a:lnTo>
                  <a:pt x="1" y="0"/>
                </a:lnTo>
                <a:lnTo>
                  <a:pt x="249" y="9"/>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85009" name="Freeform 17"/>
          <p:cNvSpPr>
            <a:spLocks/>
          </p:cNvSpPr>
          <p:nvPr/>
        </p:nvSpPr>
        <p:spPr bwMode="auto">
          <a:xfrm flipH="1">
            <a:off x="4829175" y="3773751"/>
            <a:ext cx="171450" cy="534988"/>
          </a:xfrm>
          <a:custGeom>
            <a:avLst/>
            <a:gdLst>
              <a:gd name="T0" fmla="*/ 0 w 249"/>
              <a:gd name="T1" fmla="*/ 2147483646 h 176"/>
              <a:gd name="T2" fmla="*/ 2147483646 w 249"/>
              <a:gd name="T3" fmla="*/ 0 h 176"/>
              <a:gd name="T4" fmla="*/ 2147483646 w 249"/>
              <a:gd name="T5" fmla="*/ 2147483646 h 176"/>
              <a:gd name="T6" fmla="*/ 0 60000 65536"/>
              <a:gd name="T7" fmla="*/ 0 60000 65536"/>
              <a:gd name="T8" fmla="*/ 0 60000 65536"/>
              <a:gd name="T9" fmla="*/ 0 w 249"/>
              <a:gd name="T10" fmla="*/ 0 h 176"/>
              <a:gd name="T11" fmla="*/ 249 w 249"/>
              <a:gd name="T12" fmla="*/ 176 h 176"/>
            </a:gdLst>
            <a:ahLst/>
            <a:cxnLst>
              <a:cxn ang="T6">
                <a:pos x="T0" y="T1"/>
              </a:cxn>
              <a:cxn ang="T7">
                <a:pos x="T2" y="T3"/>
              </a:cxn>
              <a:cxn ang="T8">
                <a:pos x="T4" y="T5"/>
              </a:cxn>
            </a:cxnLst>
            <a:rect l="T9" t="T10" r="T11" b="T12"/>
            <a:pathLst>
              <a:path w="249" h="176">
                <a:moveTo>
                  <a:pt x="0" y="176"/>
                </a:moveTo>
                <a:lnTo>
                  <a:pt x="1" y="0"/>
                </a:lnTo>
                <a:lnTo>
                  <a:pt x="249" y="9"/>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85010" name="Text Box 18"/>
          <p:cNvSpPr txBox="1">
            <a:spLocks noChangeArrowheads="1"/>
          </p:cNvSpPr>
          <p:nvPr/>
        </p:nvSpPr>
        <p:spPr bwMode="auto">
          <a:xfrm>
            <a:off x="4029075" y="3110697"/>
            <a:ext cx="11977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800" b="1" dirty="0">
                <a:solidFill>
                  <a:srgbClr val="333399"/>
                </a:solidFill>
                <a:latin typeface="Arial" charset="0"/>
                <a:ea typeface="黑体" pitchFamily="2" charset="-122"/>
              </a:rPr>
              <a:t>路由器 </a:t>
            </a:r>
            <a:r>
              <a:rPr kumimoji="1" lang="en-US" altLang="zh-CN" sz="1800" b="1" dirty="0">
                <a:solidFill>
                  <a:srgbClr val="333399"/>
                </a:solidFill>
                <a:latin typeface="Arial" charset="0"/>
                <a:ea typeface="黑体" pitchFamily="2" charset="-122"/>
              </a:rPr>
              <a:t>R</a:t>
            </a:r>
            <a:r>
              <a:rPr kumimoji="1" lang="en-US" altLang="zh-CN" sz="1800" b="1" baseline="-25000" dirty="0">
                <a:solidFill>
                  <a:srgbClr val="333399"/>
                </a:solidFill>
                <a:latin typeface="Arial" charset="0"/>
                <a:ea typeface="黑体" pitchFamily="2" charset="-122"/>
              </a:rPr>
              <a:t>1</a:t>
            </a:r>
          </a:p>
        </p:txBody>
      </p:sp>
      <p:pic>
        <p:nvPicPr>
          <p:cNvPr id="85011" name="Picture 19"/>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0038" y="3030801"/>
            <a:ext cx="855662"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12" name="Picture 2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1813" y="3519751"/>
            <a:ext cx="77152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85013" name="Picture 21"/>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36125" y="3011751"/>
            <a:ext cx="8540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14" name="Picture 2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51313" y="3497526"/>
            <a:ext cx="769937"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85017" name="Text Box 25"/>
          <p:cNvSpPr txBox="1">
            <a:spLocks noChangeArrowheads="1"/>
          </p:cNvSpPr>
          <p:nvPr/>
        </p:nvSpPr>
        <p:spPr bwMode="auto">
          <a:xfrm>
            <a:off x="6710363" y="3110697"/>
            <a:ext cx="11977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800" b="1" dirty="0">
                <a:solidFill>
                  <a:srgbClr val="333399"/>
                </a:solidFill>
                <a:latin typeface="Arial" charset="0"/>
                <a:ea typeface="黑体" pitchFamily="2" charset="-122"/>
              </a:rPr>
              <a:t>路由器 </a:t>
            </a:r>
            <a:r>
              <a:rPr kumimoji="1" lang="en-US" altLang="zh-CN" sz="1800" b="1" dirty="0">
                <a:solidFill>
                  <a:srgbClr val="333399"/>
                </a:solidFill>
                <a:latin typeface="Arial" charset="0"/>
                <a:ea typeface="黑体" pitchFamily="2" charset="-122"/>
              </a:rPr>
              <a:t>R</a:t>
            </a:r>
            <a:r>
              <a:rPr kumimoji="1" lang="en-US" altLang="zh-CN" sz="1800" b="1" baseline="-25000" dirty="0">
                <a:solidFill>
                  <a:srgbClr val="333399"/>
                </a:solidFill>
                <a:latin typeface="Arial" charset="0"/>
                <a:ea typeface="黑体" pitchFamily="2" charset="-122"/>
              </a:rPr>
              <a:t>2</a:t>
            </a:r>
          </a:p>
        </p:txBody>
      </p:sp>
      <p:sp>
        <p:nvSpPr>
          <p:cNvPr id="85018" name="Text Box 26"/>
          <p:cNvSpPr txBox="1">
            <a:spLocks noChangeArrowheads="1"/>
          </p:cNvSpPr>
          <p:nvPr/>
        </p:nvSpPr>
        <p:spPr bwMode="auto">
          <a:xfrm>
            <a:off x="9336360" y="3792801"/>
            <a:ext cx="7954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smtClean="0">
                <a:solidFill>
                  <a:srgbClr val="333399"/>
                </a:solidFill>
                <a:latin typeface="Arial" charset="0"/>
                <a:ea typeface="黑体" pitchFamily="2" charset="-122"/>
              </a:rPr>
              <a:t>MAC</a:t>
            </a:r>
            <a:r>
              <a:rPr kumimoji="1" lang="en-US" altLang="zh-CN" sz="1800" b="1" baseline="-25000" dirty="0" smtClean="0">
                <a:solidFill>
                  <a:srgbClr val="333399"/>
                </a:solidFill>
                <a:latin typeface="Arial" charset="0"/>
                <a:ea typeface="黑体" pitchFamily="2" charset="-122"/>
              </a:rPr>
              <a:t>2</a:t>
            </a:r>
            <a:endParaRPr kumimoji="1" lang="en-US" altLang="zh-CN" sz="1800" b="1" dirty="0">
              <a:solidFill>
                <a:srgbClr val="333399"/>
              </a:solidFill>
              <a:latin typeface="Arial" charset="0"/>
              <a:ea typeface="黑体" pitchFamily="2" charset="-122"/>
            </a:endParaRPr>
          </a:p>
        </p:txBody>
      </p:sp>
      <p:sp>
        <p:nvSpPr>
          <p:cNvPr id="85019" name="Text Box 27"/>
          <p:cNvSpPr txBox="1">
            <a:spLocks noChangeArrowheads="1"/>
          </p:cNvSpPr>
          <p:nvPr/>
        </p:nvSpPr>
        <p:spPr bwMode="auto">
          <a:xfrm>
            <a:off x="1754188" y="3094301"/>
            <a:ext cx="4841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a:solidFill>
                  <a:srgbClr val="333399"/>
                </a:solidFill>
                <a:latin typeface="Arial" charset="0"/>
                <a:ea typeface="黑体" pitchFamily="2" charset="-122"/>
              </a:rPr>
              <a:t>IP</a:t>
            </a:r>
            <a:r>
              <a:rPr kumimoji="1" lang="en-US" altLang="zh-CN" sz="1800" b="1" baseline="-25000">
                <a:solidFill>
                  <a:srgbClr val="333399"/>
                </a:solidFill>
                <a:latin typeface="Arial" charset="0"/>
                <a:ea typeface="黑体" pitchFamily="2" charset="-122"/>
              </a:rPr>
              <a:t>1</a:t>
            </a:r>
            <a:endParaRPr kumimoji="1" lang="en-US" altLang="zh-CN" sz="1800" b="1">
              <a:solidFill>
                <a:srgbClr val="333399"/>
              </a:solidFill>
              <a:latin typeface="Arial" charset="0"/>
              <a:ea typeface="黑体" pitchFamily="2" charset="-122"/>
            </a:endParaRPr>
          </a:p>
        </p:txBody>
      </p:sp>
      <p:sp>
        <p:nvSpPr>
          <p:cNvPr id="85020" name="Text Box 28"/>
          <p:cNvSpPr txBox="1">
            <a:spLocks noChangeArrowheads="1"/>
          </p:cNvSpPr>
          <p:nvPr/>
        </p:nvSpPr>
        <p:spPr bwMode="auto">
          <a:xfrm>
            <a:off x="9837738" y="3078426"/>
            <a:ext cx="4841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a:solidFill>
                  <a:srgbClr val="333399"/>
                </a:solidFill>
                <a:latin typeface="Arial" charset="0"/>
                <a:ea typeface="黑体" pitchFamily="2" charset="-122"/>
              </a:rPr>
              <a:t>IP</a:t>
            </a:r>
            <a:r>
              <a:rPr kumimoji="1" lang="en-US" altLang="zh-CN" sz="1800" b="1" baseline="-25000">
                <a:solidFill>
                  <a:srgbClr val="333399"/>
                </a:solidFill>
                <a:latin typeface="Arial" charset="0"/>
                <a:ea typeface="黑体" pitchFamily="2" charset="-122"/>
              </a:rPr>
              <a:t>2</a:t>
            </a:r>
            <a:endParaRPr kumimoji="1" lang="en-US" altLang="zh-CN" sz="1800" b="1">
              <a:solidFill>
                <a:srgbClr val="333399"/>
              </a:solidFill>
              <a:latin typeface="Arial" charset="0"/>
              <a:ea typeface="黑体" pitchFamily="2" charset="-122"/>
            </a:endParaRPr>
          </a:p>
        </p:txBody>
      </p:sp>
      <p:sp>
        <p:nvSpPr>
          <p:cNvPr id="85021" name="Text Box 29"/>
          <p:cNvSpPr txBox="1">
            <a:spLocks noChangeArrowheads="1"/>
          </p:cNvSpPr>
          <p:nvPr/>
        </p:nvSpPr>
        <p:spPr bwMode="auto">
          <a:xfrm>
            <a:off x="2567608" y="4358432"/>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800" b="1" dirty="0">
                <a:solidFill>
                  <a:srgbClr val="333399"/>
                </a:solidFill>
                <a:latin typeface="Arial" charset="0"/>
                <a:ea typeface="黑体" pitchFamily="2" charset="-122"/>
              </a:rPr>
              <a:t>局域网</a:t>
            </a:r>
            <a:endParaRPr kumimoji="1" lang="zh-CN" altLang="en-US" sz="1800" b="1" baseline="-25000" dirty="0">
              <a:solidFill>
                <a:srgbClr val="333399"/>
              </a:solidFill>
              <a:latin typeface="Arial" charset="0"/>
              <a:ea typeface="黑体" pitchFamily="2" charset="-122"/>
            </a:endParaRPr>
          </a:p>
        </p:txBody>
      </p:sp>
      <p:sp>
        <p:nvSpPr>
          <p:cNvPr id="85022" name="Text Box 30"/>
          <p:cNvSpPr txBox="1">
            <a:spLocks noChangeArrowheads="1"/>
          </p:cNvSpPr>
          <p:nvPr/>
        </p:nvSpPr>
        <p:spPr bwMode="auto">
          <a:xfrm>
            <a:off x="5516563" y="4358432"/>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800" b="1" dirty="0">
                <a:solidFill>
                  <a:srgbClr val="333399"/>
                </a:solidFill>
                <a:latin typeface="Arial" charset="0"/>
                <a:ea typeface="黑体" pitchFamily="2" charset="-122"/>
              </a:rPr>
              <a:t>局域网</a:t>
            </a:r>
            <a:endParaRPr kumimoji="1" lang="zh-CN" altLang="en-US" sz="1800" b="1" baseline="-25000" dirty="0">
              <a:solidFill>
                <a:srgbClr val="333399"/>
              </a:solidFill>
              <a:latin typeface="Arial" charset="0"/>
              <a:ea typeface="黑体" pitchFamily="2" charset="-122"/>
            </a:endParaRPr>
          </a:p>
        </p:txBody>
      </p:sp>
      <p:sp>
        <p:nvSpPr>
          <p:cNvPr id="85023" name="Text Box 31"/>
          <p:cNvSpPr txBox="1">
            <a:spLocks noChangeArrowheads="1"/>
          </p:cNvSpPr>
          <p:nvPr/>
        </p:nvSpPr>
        <p:spPr bwMode="auto">
          <a:xfrm>
            <a:off x="8529638" y="4358432"/>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800" b="1" dirty="0">
                <a:solidFill>
                  <a:srgbClr val="333399"/>
                </a:solidFill>
                <a:latin typeface="Arial" charset="0"/>
                <a:ea typeface="黑体" pitchFamily="2" charset="-122"/>
              </a:rPr>
              <a:t>局域网</a:t>
            </a:r>
            <a:endParaRPr kumimoji="1" lang="zh-CN" altLang="en-US" sz="1800" b="1" baseline="-25000" dirty="0">
              <a:solidFill>
                <a:srgbClr val="333399"/>
              </a:solidFill>
              <a:latin typeface="Arial" charset="0"/>
              <a:ea typeface="黑体" pitchFamily="2" charset="-122"/>
            </a:endParaRPr>
          </a:p>
        </p:txBody>
      </p:sp>
      <p:sp>
        <p:nvSpPr>
          <p:cNvPr id="453740" name="Text Box 108"/>
          <p:cNvSpPr txBox="1">
            <a:spLocks noChangeArrowheads="1"/>
          </p:cNvSpPr>
          <p:nvPr/>
        </p:nvSpPr>
        <p:spPr bwMode="auto">
          <a:xfrm>
            <a:off x="4313147" y="4824676"/>
            <a:ext cx="2940228" cy="1052596"/>
          </a:xfrm>
          <a:prstGeom prst="rect">
            <a:avLst/>
          </a:prstGeom>
          <a:solidFill>
            <a:srgbClr val="FFFF99"/>
          </a:solidFill>
          <a:ln w="9525">
            <a:solidFill>
              <a:srgbClr val="333399"/>
            </a:solidFill>
            <a:miter lim="800000"/>
            <a:headEnd/>
            <a:tailEnd/>
          </a:ln>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lnSpc>
                <a:spcPct val="130000"/>
              </a:lnSpc>
            </a:pPr>
            <a:r>
              <a:rPr lang="zh-CN" altLang="en-US" sz="2400" b="1" dirty="0">
                <a:solidFill>
                  <a:srgbClr val="333399"/>
                </a:solidFill>
                <a:latin typeface="Arial" charset="0"/>
                <a:ea typeface="黑体" pitchFamily="2" charset="-122"/>
              </a:rPr>
              <a:t>通信的路径</a:t>
            </a:r>
          </a:p>
          <a:p>
            <a:pPr algn="ctr" eaLnBrk="1" hangingPunct="1">
              <a:lnSpc>
                <a:spcPct val="130000"/>
              </a:lnSpc>
              <a:spcAft>
                <a:spcPct val="30000"/>
              </a:spcAft>
            </a:pPr>
            <a:r>
              <a:rPr lang="en-US" altLang="zh-CN" sz="2400" b="1" dirty="0" smtClean="0">
                <a:solidFill>
                  <a:srgbClr val="333399"/>
                </a:solidFill>
                <a:latin typeface="Arial" charset="0"/>
                <a:ea typeface="黑体" pitchFamily="2" charset="-122"/>
              </a:rPr>
              <a:t>H</a:t>
            </a:r>
            <a:r>
              <a:rPr lang="en-US" altLang="zh-CN" sz="2400" b="1" baseline="-25000" dirty="0" smtClean="0">
                <a:solidFill>
                  <a:srgbClr val="333399"/>
                </a:solidFill>
                <a:latin typeface="Arial" charset="0"/>
                <a:ea typeface="黑体" pitchFamily="2" charset="-122"/>
              </a:rPr>
              <a:t>1 </a:t>
            </a:r>
            <a:r>
              <a:rPr lang="en-US" altLang="zh-CN" sz="2400" b="1" dirty="0" smtClean="0">
                <a:solidFill>
                  <a:srgbClr val="333399"/>
                </a:solidFill>
                <a:latin typeface="Arial" charset="0"/>
                <a:ea typeface="黑体" pitchFamily="2" charset="-122"/>
              </a:rPr>
              <a:t>→ R</a:t>
            </a:r>
            <a:r>
              <a:rPr lang="en-US" altLang="zh-CN" sz="2400" b="1" baseline="-25000" dirty="0" smtClean="0">
                <a:solidFill>
                  <a:srgbClr val="333399"/>
                </a:solidFill>
                <a:latin typeface="Arial" charset="0"/>
                <a:ea typeface="黑体" pitchFamily="2" charset="-122"/>
              </a:rPr>
              <a:t>1 </a:t>
            </a:r>
            <a:r>
              <a:rPr lang="zh-CN" altLang="en-US" sz="2400" b="1" dirty="0" smtClean="0">
                <a:solidFill>
                  <a:srgbClr val="333399"/>
                </a:solidFill>
                <a:latin typeface="Arial" charset="0"/>
                <a:ea typeface="黑体" pitchFamily="2" charset="-122"/>
              </a:rPr>
              <a:t>→ </a:t>
            </a:r>
            <a:r>
              <a:rPr lang="en-US" altLang="zh-CN" sz="2400" b="1" dirty="0">
                <a:solidFill>
                  <a:srgbClr val="333399"/>
                </a:solidFill>
                <a:latin typeface="Arial" charset="0"/>
                <a:ea typeface="黑体" pitchFamily="2" charset="-122"/>
              </a:rPr>
              <a:t>R</a:t>
            </a:r>
            <a:r>
              <a:rPr lang="en-US" altLang="zh-CN" sz="2400" b="1" baseline="-25000" dirty="0">
                <a:solidFill>
                  <a:srgbClr val="333399"/>
                </a:solidFill>
                <a:latin typeface="Arial" charset="0"/>
                <a:ea typeface="黑体" pitchFamily="2" charset="-122"/>
              </a:rPr>
              <a:t>2 </a:t>
            </a:r>
            <a:r>
              <a:rPr lang="en-US" altLang="zh-CN" sz="2400" b="1" baseline="-25000" dirty="0" smtClean="0">
                <a:solidFill>
                  <a:srgbClr val="333399"/>
                </a:solidFill>
                <a:latin typeface="Arial" charset="0"/>
                <a:ea typeface="黑体" pitchFamily="2" charset="-122"/>
              </a:rPr>
              <a:t> </a:t>
            </a:r>
            <a:r>
              <a:rPr lang="zh-CN" altLang="en-US" sz="2400" b="1" dirty="0" smtClean="0">
                <a:solidFill>
                  <a:srgbClr val="333399"/>
                </a:solidFill>
                <a:latin typeface="Arial" charset="0"/>
                <a:ea typeface="黑体" pitchFamily="2" charset="-122"/>
              </a:rPr>
              <a:t>→ </a:t>
            </a:r>
            <a:r>
              <a:rPr lang="en-US" altLang="zh-CN" sz="2400" b="1" dirty="0" smtClean="0">
                <a:solidFill>
                  <a:srgbClr val="333399"/>
                </a:solidFill>
                <a:latin typeface="Arial" charset="0"/>
                <a:ea typeface="黑体" pitchFamily="2" charset="-122"/>
              </a:rPr>
              <a:t>H</a:t>
            </a:r>
            <a:r>
              <a:rPr lang="en-US" altLang="zh-CN" sz="2400" b="1" baseline="-25000" dirty="0" smtClean="0">
                <a:solidFill>
                  <a:srgbClr val="333399"/>
                </a:solidFill>
                <a:latin typeface="Arial" charset="0"/>
                <a:ea typeface="黑体" pitchFamily="2" charset="-122"/>
              </a:rPr>
              <a:t>2</a:t>
            </a:r>
            <a:endParaRPr lang="en-US" altLang="zh-CN" sz="2400" b="1" dirty="0">
              <a:solidFill>
                <a:srgbClr val="333399"/>
              </a:solidFill>
              <a:latin typeface="Arial" charset="0"/>
              <a:ea typeface="黑体" pitchFamily="2" charset="-122"/>
            </a:endParaRPr>
          </a:p>
        </p:txBody>
      </p:sp>
      <p:sp>
        <p:nvSpPr>
          <p:cNvPr id="453741" name="Arc 109"/>
          <p:cNvSpPr>
            <a:spLocks/>
          </p:cNvSpPr>
          <p:nvPr/>
        </p:nvSpPr>
        <p:spPr bwMode="auto">
          <a:xfrm rot="2655715" flipV="1">
            <a:off x="2403475" y="2827601"/>
            <a:ext cx="1584325" cy="1728788"/>
          </a:xfrm>
          <a:custGeom>
            <a:avLst/>
            <a:gdLst>
              <a:gd name="T0" fmla="*/ 0 w 27804"/>
              <a:gd name="T1" fmla="*/ 2147483646 h 26910"/>
              <a:gd name="T2" fmla="*/ 2147483646 w 27804"/>
              <a:gd name="T3" fmla="*/ 2147483646 h 26910"/>
              <a:gd name="T4" fmla="*/ 2147483646 w 27804"/>
              <a:gd name="T5" fmla="*/ 2147483646 h 26910"/>
              <a:gd name="T6" fmla="*/ 0 60000 65536"/>
              <a:gd name="T7" fmla="*/ 0 60000 65536"/>
              <a:gd name="T8" fmla="*/ 0 60000 65536"/>
              <a:gd name="T9" fmla="*/ 0 w 27804"/>
              <a:gd name="T10" fmla="*/ 0 h 26910"/>
              <a:gd name="T11" fmla="*/ 27804 w 27804"/>
              <a:gd name="T12" fmla="*/ 26910 h 26910"/>
            </a:gdLst>
            <a:ahLst/>
            <a:cxnLst>
              <a:cxn ang="T6">
                <a:pos x="T0" y="T1"/>
              </a:cxn>
              <a:cxn ang="T7">
                <a:pos x="T2" y="T3"/>
              </a:cxn>
              <a:cxn ang="T8">
                <a:pos x="T4" y="T5"/>
              </a:cxn>
            </a:cxnLst>
            <a:rect l="T9" t="T10" r="T11" b="T12"/>
            <a:pathLst>
              <a:path w="27804" h="26910" fill="none" extrusionOk="0">
                <a:moveTo>
                  <a:pt x="0" y="910"/>
                </a:moveTo>
                <a:cubicBezTo>
                  <a:pt x="2012" y="306"/>
                  <a:pt x="4102" y="-1"/>
                  <a:pt x="6204" y="0"/>
                </a:cubicBezTo>
                <a:cubicBezTo>
                  <a:pt x="18133" y="0"/>
                  <a:pt x="27804" y="9670"/>
                  <a:pt x="27804" y="21600"/>
                </a:cubicBezTo>
                <a:cubicBezTo>
                  <a:pt x="27804" y="23390"/>
                  <a:pt x="27581" y="25174"/>
                  <a:pt x="27141" y="26910"/>
                </a:cubicBezTo>
              </a:path>
              <a:path w="27804" h="26910" stroke="0" extrusionOk="0">
                <a:moveTo>
                  <a:pt x="0" y="910"/>
                </a:moveTo>
                <a:cubicBezTo>
                  <a:pt x="2012" y="306"/>
                  <a:pt x="4102" y="-1"/>
                  <a:pt x="6204" y="0"/>
                </a:cubicBezTo>
                <a:cubicBezTo>
                  <a:pt x="18133" y="0"/>
                  <a:pt x="27804" y="9670"/>
                  <a:pt x="27804" y="21600"/>
                </a:cubicBezTo>
                <a:cubicBezTo>
                  <a:pt x="27804" y="23390"/>
                  <a:pt x="27581" y="25174"/>
                  <a:pt x="27141" y="26910"/>
                </a:cubicBezTo>
                <a:lnTo>
                  <a:pt x="6204" y="21600"/>
                </a:lnTo>
                <a:lnTo>
                  <a:pt x="0" y="910"/>
                </a:lnTo>
                <a:close/>
              </a:path>
            </a:pathLst>
          </a:custGeom>
          <a:noFill/>
          <a:ln w="76200">
            <a:solidFill>
              <a:schemeClr val="hlink"/>
            </a:solidFill>
            <a:round/>
            <a:headEnd/>
            <a:tailEnd type="triangle" w="med" len="lg"/>
          </a:ln>
          <a:extLst>
            <a:ext uri="{909E8E84-426E-40DD-AFC4-6F175D3DCCD1}">
              <a14:hiddenFill xmlns:a14="http://schemas.microsoft.com/office/drawing/2010/main">
                <a:solidFill>
                  <a:srgbClr val="FFFFFF"/>
                </a:solidFill>
              </a14:hiddenFill>
            </a:ext>
          </a:extLst>
        </p:spPr>
        <p:txBody>
          <a:bodyPr rot="10800000" wrap="none" anchor="ctr"/>
          <a:lstStyle/>
          <a:p>
            <a:endParaRPr lang="zh-CN" altLang="en-US" b="1"/>
          </a:p>
        </p:txBody>
      </p:sp>
      <p:sp>
        <p:nvSpPr>
          <p:cNvPr id="453742" name="Arc 110"/>
          <p:cNvSpPr>
            <a:spLocks/>
          </p:cNvSpPr>
          <p:nvPr/>
        </p:nvSpPr>
        <p:spPr bwMode="auto">
          <a:xfrm rot="2655715" flipV="1">
            <a:off x="5181600" y="2794264"/>
            <a:ext cx="1584325" cy="1728787"/>
          </a:xfrm>
          <a:custGeom>
            <a:avLst/>
            <a:gdLst>
              <a:gd name="T0" fmla="*/ 0 w 27804"/>
              <a:gd name="T1" fmla="*/ 2147483646 h 26910"/>
              <a:gd name="T2" fmla="*/ 2147483646 w 27804"/>
              <a:gd name="T3" fmla="*/ 2147483646 h 26910"/>
              <a:gd name="T4" fmla="*/ 2147483646 w 27804"/>
              <a:gd name="T5" fmla="*/ 2147483646 h 26910"/>
              <a:gd name="T6" fmla="*/ 0 60000 65536"/>
              <a:gd name="T7" fmla="*/ 0 60000 65536"/>
              <a:gd name="T8" fmla="*/ 0 60000 65536"/>
              <a:gd name="T9" fmla="*/ 0 w 27804"/>
              <a:gd name="T10" fmla="*/ 0 h 26910"/>
              <a:gd name="T11" fmla="*/ 27804 w 27804"/>
              <a:gd name="T12" fmla="*/ 26910 h 26910"/>
            </a:gdLst>
            <a:ahLst/>
            <a:cxnLst>
              <a:cxn ang="T6">
                <a:pos x="T0" y="T1"/>
              </a:cxn>
              <a:cxn ang="T7">
                <a:pos x="T2" y="T3"/>
              </a:cxn>
              <a:cxn ang="T8">
                <a:pos x="T4" y="T5"/>
              </a:cxn>
            </a:cxnLst>
            <a:rect l="T9" t="T10" r="T11" b="T12"/>
            <a:pathLst>
              <a:path w="27804" h="26910" fill="none" extrusionOk="0">
                <a:moveTo>
                  <a:pt x="0" y="910"/>
                </a:moveTo>
                <a:cubicBezTo>
                  <a:pt x="2012" y="306"/>
                  <a:pt x="4102" y="-1"/>
                  <a:pt x="6204" y="0"/>
                </a:cubicBezTo>
                <a:cubicBezTo>
                  <a:pt x="18133" y="0"/>
                  <a:pt x="27804" y="9670"/>
                  <a:pt x="27804" y="21600"/>
                </a:cubicBezTo>
                <a:cubicBezTo>
                  <a:pt x="27804" y="23390"/>
                  <a:pt x="27581" y="25174"/>
                  <a:pt x="27141" y="26910"/>
                </a:cubicBezTo>
              </a:path>
              <a:path w="27804" h="26910" stroke="0" extrusionOk="0">
                <a:moveTo>
                  <a:pt x="0" y="910"/>
                </a:moveTo>
                <a:cubicBezTo>
                  <a:pt x="2012" y="306"/>
                  <a:pt x="4102" y="-1"/>
                  <a:pt x="6204" y="0"/>
                </a:cubicBezTo>
                <a:cubicBezTo>
                  <a:pt x="18133" y="0"/>
                  <a:pt x="27804" y="9670"/>
                  <a:pt x="27804" y="21600"/>
                </a:cubicBezTo>
                <a:cubicBezTo>
                  <a:pt x="27804" y="23390"/>
                  <a:pt x="27581" y="25174"/>
                  <a:pt x="27141" y="26910"/>
                </a:cubicBezTo>
                <a:lnTo>
                  <a:pt x="6204" y="21600"/>
                </a:lnTo>
                <a:lnTo>
                  <a:pt x="0" y="910"/>
                </a:lnTo>
                <a:close/>
              </a:path>
            </a:pathLst>
          </a:custGeom>
          <a:noFill/>
          <a:ln w="76200">
            <a:solidFill>
              <a:schemeClr val="hlink"/>
            </a:solidFill>
            <a:round/>
            <a:headEnd/>
            <a:tailEnd type="triangle" w="med" len="lg"/>
          </a:ln>
          <a:extLst>
            <a:ext uri="{909E8E84-426E-40DD-AFC4-6F175D3DCCD1}">
              <a14:hiddenFill xmlns:a14="http://schemas.microsoft.com/office/drawing/2010/main">
                <a:solidFill>
                  <a:srgbClr val="FFFFFF"/>
                </a:solidFill>
              </a14:hiddenFill>
            </a:ext>
          </a:extLst>
        </p:spPr>
        <p:txBody>
          <a:bodyPr rot="10800000" wrap="none" anchor="ctr"/>
          <a:lstStyle/>
          <a:p>
            <a:endParaRPr lang="zh-CN" altLang="en-US" b="1"/>
          </a:p>
        </p:txBody>
      </p:sp>
      <p:sp>
        <p:nvSpPr>
          <p:cNvPr id="453743" name="Arc 111"/>
          <p:cNvSpPr>
            <a:spLocks/>
          </p:cNvSpPr>
          <p:nvPr/>
        </p:nvSpPr>
        <p:spPr bwMode="auto">
          <a:xfrm rot="2655715" flipV="1">
            <a:off x="7959725" y="2760926"/>
            <a:ext cx="1584325" cy="1728788"/>
          </a:xfrm>
          <a:custGeom>
            <a:avLst/>
            <a:gdLst>
              <a:gd name="T0" fmla="*/ 0 w 27804"/>
              <a:gd name="T1" fmla="*/ 2147483646 h 26910"/>
              <a:gd name="T2" fmla="*/ 2147483646 w 27804"/>
              <a:gd name="T3" fmla="*/ 2147483646 h 26910"/>
              <a:gd name="T4" fmla="*/ 2147483646 w 27804"/>
              <a:gd name="T5" fmla="*/ 2147483646 h 26910"/>
              <a:gd name="T6" fmla="*/ 0 60000 65536"/>
              <a:gd name="T7" fmla="*/ 0 60000 65536"/>
              <a:gd name="T8" fmla="*/ 0 60000 65536"/>
              <a:gd name="T9" fmla="*/ 0 w 27804"/>
              <a:gd name="T10" fmla="*/ 0 h 26910"/>
              <a:gd name="T11" fmla="*/ 27804 w 27804"/>
              <a:gd name="T12" fmla="*/ 26910 h 26910"/>
            </a:gdLst>
            <a:ahLst/>
            <a:cxnLst>
              <a:cxn ang="T6">
                <a:pos x="T0" y="T1"/>
              </a:cxn>
              <a:cxn ang="T7">
                <a:pos x="T2" y="T3"/>
              </a:cxn>
              <a:cxn ang="T8">
                <a:pos x="T4" y="T5"/>
              </a:cxn>
            </a:cxnLst>
            <a:rect l="T9" t="T10" r="T11" b="T12"/>
            <a:pathLst>
              <a:path w="27804" h="26910" fill="none" extrusionOk="0">
                <a:moveTo>
                  <a:pt x="0" y="910"/>
                </a:moveTo>
                <a:cubicBezTo>
                  <a:pt x="2012" y="306"/>
                  <a:pt x="4102" y="-1"/>
                  <a:pt x="6204" y="0"/>
                </a:cubicBezTo>
                <a:cubicBezTo>
                  <a:pt x="18133" y="0"/>
                  <a:pt x="27804" y="9670"/>
                  <a:pt x="27804" y="21600"/>
                </a:cubicBezTo>
                <a:cubicBezTo>
                  <a:pt x="27804" y="23390"/>
                  <a:pt x="27581" y="25174"/>
                  <a:pt x="27141" y="26910"/>
                </a:cubicBezTo>
              </a:path>
              <a:path w="27804" h="26910" stroke="0" extrusionOk="0">
                <a:moveTo>
                  <a:pt x="0" y="910"/>
                </a:moveTo>
                <a:cubicBezTo>
                  <a:pt x="2012" y="306"/>
                  <a:pt x="4102" y="-1"/>
                  <a:pt x="6204" y="0"/>
                </a:cubicBezTo>
                <a:cubicBezTo>
                  <a:pt x="18133" y="0"/>
                  <a:pt x="27804" y="9670"/>
                  <a:pt x="27804" y="21600"/>
                </a:cubicBezTo>
                <a:cubicBezTo>
                  <a:pt x="27804" y="23390"/>
                  <a:pt x="27581" y="25174"/>
                  <a:pt x="27141" y="26910"/>
                </a:cubicBezTo>
                <a:lnTo>
                  <a:pt x="6204" y="21600"/>
                </a:lnTo>
                <a:lnTo>
                  <a:pt x="0" y="910"/>
                </a:lnTo>
                <a:close/>
              </a:path>
            </a:pathLst>
          </a:custGeom>
          <a:noFill/>
          <a:ln w="76200">
            <a:solidFill>
              <a:schemeClr val="hlink"/>
            </a:solidFill>
            <a:round/>
            <a:headEnd/>
            <a:tailEnd type="triangle" w="med" len="lg"/>
          </a:ln>
          <a:extLst>
            <a:ext uri="{909E8E84-426E-40DD-AFC4-6F175D3DCCD1}">
              <a14:hiddenFill xmlns:a14="http://schemas.microsoft.com/office/drawing/2010/main">
                <a:solidFill>
                  <a:srgbClr val="FFFFFF"/>
                </a:solidFill>
              </a14:hiddenFill>
            </a:ext>
          </a:extLst>
        </p:spPr>
        <p:txBody>
          <a:bodyPr rot="10800000" wrap="none" anchor="ctr"/>
          <a:lstStyle/>
          <a:p>
            <a:endParaRPr lang="zh-CN" altLang="en-US" b="1"/>
          </a:p>
        </p:txBody>
      </p:sp>
      <p:sp>
        <p:nvSpPr>
          <p:cNvPr id="453744" name="Text Box 112"/>
          <p:cNvSpPr txBox="1">
            <a:spLocks noChangeArrowheads="1"/>
          </p:cNvSpPr>
          <p:nvPr/>
        </p:nvSpPr>
        <p:spPr bwMode="auto">
          <a:xfrm>
            <a:off x="3644305" y="2533914"/>
            <a:ext cx="1731564" cy="572464"/>
          </a:xfrm>
          <a:prstGeom prst="rect">
            <a:avLst/>
          </a:prstGeom>
          <a:solidFill>
            <a:srgbClr val="FFFF99"/>
          </a:solidFill>
          <a:ln w="9525">
            <a:solidFill>
              <a:srgbClr val="333399"/>
            </a:solidFill>
            <a:miter lim="800000"/>
            <a:headEnd/>
            <a:tailEnd/>
          </a:ln>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lnSpc>
                <a:spcPct val="130000"/>
              </a:lnSpc>
            </a:pPr>
            <a:r>
              <a:rPr lang="zh-CN" altLang="en-US" sz="2400" b="1" dirty="0" smtClean="0">
                <a:solidFill>
                  <a:srgbClr val="333399"/>
                </a:solidFill>
                <a:latin typeface="Arial" charset="0"/>
                <a:ea typeface="黑体" pitchFamily="2" charset="-122"/>
              </a:rPr>
              <a:t>查找转发表</a:t>
            </a:r>
            <a:endParaRPr lang="zh-CN" altLang="en-US" sz="2400" b="1" dirty="0">
              <a:solidFill>
                <a:srgbClr val="333399"/>
              </a:solidFill>
              <a:latin typeface="Arial" charset="0"/>
              <a:ea typeface="黑体" pitchFamily="2" charset="-122"/>
            </a:endParaRPr>
          </a:p>
        </p:txBody>
      </p:sp>
      <p:sp>
        <p:nvSpPr>
          <p:cNvPr id="453745" name="Text Box 113"/>
          <p:cNvSpPr txBox="1">
            <a:spLocks noChangeArrowheads="1"/>
          </p:cNvSpPr>
          <p:nvPr/>
        </p:nvSpPr>
        <p:spPr bwMode="auto">
          <a:xfrm>
            <a:off x="6309718" y="2578364"/>
            <a:ext cx="1731564" cy="572464"/>
          </a:xfrm>
          <a:prstGeom prst="rect">
            <a:avLst/>
          </a:prstGeom>
          <a:solidFill>
            <a:srgbClr val="FFFF99"/>
          </a:solidFill>
          <a:ln w="9525">
            <a:solidFill>
              <a:srgbClr val="333399"/>
            </a:solidFill>
            <a:miter lim="800000"/>
            <a:headEnd/>
            <a:tailEnd/>
          </a:ln>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lnSpc>
                <a:spcPct val="130000"/>
              </a:lnSpc>
            </a:pPr>
            <a:r>
              <a:rPr lang="zh-CN" altLang="en-US" sz="2400" b="1" dirty="0" smtClean="0">
                <a:solidFill>
                  <a:srgbClr val="333399"/>
                </a:solidFill>
                <a:latin typeface="Arial" charset="0"/>
                <a:ea typeface="黑体" pitchFamily="2" charset="-122"/>
              </a:rPr>
              <a:t>查找转发表</a:t>
            </a:r>
            <a:endParaRPr lang="zh-CN" altLang="en-US" sz="2400" b="1" dirty="0">
              <a:solidFill>
                <a:srgbClr val="333399"/>
              </a:solidFill>
              <a:latin typeface="Arial" charset="0"/>
              <a:ea typeface="黑体" pitchFamily="2" charset="-122"/>
            </a:endParaRPr>
          </a:p>
        </p:txBody>
      </p:sp>
      <p:sp>
        <p:nvSpPr>
          <p:cNvPr id="38" name="Rectangle 2"/>
          <p:cNvSpPr txBox="1">
            <a:spLocks noChangeArrowheads="1"/>
          </p:cNvSpPr>
          <p:nvPr/>
        </p:nvSpPr>
        <p:spPr>
          <a:xfrm>
            <a:off x="609600" y="274638"/>
            <a:ext cx="10972800" cy="817562"/>
          </a:xfrm>
          <a:prstGeom prst="rect">
            <a:avLst/>
          </a:prstGeom>
        </p:spPr>
        <p:txBody>
          <a:bodyPr anchor="ct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pPr eaLnBrk="1" hangingPunct="1"/>
            <a:r>
              <a:rPr lang="en-US" altLang="zh-CN" dirty="0" smtClean="0"/>
              <a:t>IP </a:t>
            </a:r>
            <a:r>
              <a:rPr lang="zh-CN" altLang="en-US" dirty="0" smtClean="0"/>
              <a:t>数据报转发过程 </a:t>
            </a:r>
          </a:p>
        </p:txBody>
      </p:sp>
      <p:sp>
        <p:nvSpPr>
          <p:cNvPr id="41" name="Text Box 112"/>
          <p:cNvSpPr txBox="1">
            <a:spLocks noChangeArrowheads="1"/>
          </p:cNvSpPr>
          <p:nvPr/>
        </p:nvSpPr>
        <p:spPr bwMode="auto">
          <a:xfrm>
            <a:off x="1188443" y="1955087"/>
            <a:ext cx="1731564" cy="572464"/>
          </a:xfrm>
          <a:prstGeom prst="rect">
            <a:avLst/>
          </a:prstGeom>
          <a:solidFill>
            <a:srgbClr val="FFFF99"/>
          </a:solidFill>
          <a:ln w="9525">
            <a:solidFill>
              <a:srgbClr val="333399"/>
            </a:solidFill>
            <a:miter lim="800000"/>
            <a:headEnd/>
            <a:tailEnd/>
          </a:ln>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lnSpc>
                <a:spcPct val="130000"/>
              </a:lnSpc>
            </a:pPr>
            <a:r>
              <a:rPr lang="zh-CN" altLang="en-US" sz="2400" b="1" dirty="0" smtClean="0">
                <a:solidFill>
                  <a:srgbClr val="333399"/>
                </a:solidFill>
                <a:latin typeface="Arial" charset="0"/>
                <a:ea typeface="黑体" pitchFamily="2" charset="-122"/>
              </a:rPr>
              <a:t>查找转发表</a:t>
            </a:r>
            <a:endParaRPr lang="zh-CN" altLang="en-US" sz="2400" b="1" dirty="0">
              <a:solidFill>
                <a:srgbClr val="333399"/>
              </a:solidFill>
              <a:latin typeface="Arial" charset="0"/>
              <a:ea typeface="黑体" pitchFamily="2" charset="-122"/>
            </a:endParaRPr>
          </a:p>
        </p:txBody>
      </p:sp>
    </p:spTree>
    <p:extLst>
      <p:ext uri="{BB962C8B-B14F-4D97-AF65-F5344CB8AC3E}">
        <p14:creationId xmlns:p14="http://schemas.microsoft.com/office/powerpoint/2010/main" val="3200751423"/>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1" nodeType="clickEffect">
                                  <p:stCondLst>
                                    <p:cond delay="0"/>
                                  </p:stCondLst>
                                  <p:childTnLst>
                                    <p:set>
                                      <p:cBhvr>
                                        <p:cTn id="6" dur="1" fill="hold">
                                          <p:stCondLst>
                                            <p:cond delay="0"/>
                                          </p:stCondLst>
                                        </p:cTn>
                                        <p:tgtEl>
                                          <p:spTgt spid="453740"/>
                                        </p:tgtEl>
                                        <p:attrNameLst>
                                          <p:attrName>style.visibility</p:attrName>
                                        </p:attrNameLst>
                                      </p:cBhvr>
                                      <p:to>
                                        <p:strVal val="visible"/>
                                      </p:to>
                                    </p:set>
                                  </p:childTnLst>
                                </p:cTn>
                              </p:par>
                              <p:par>
                                <p:cTn id="7" presetID="35" presetClass="emph" presetSubtype="0" repeatCount="3000" fill="hold" grpId="0" nodeType="withEffect">
                                  <p:stCondLst>
                                    <p:cond delay="0"/>
                                  </p:stCondLst>
                                  <p:childTnLst>
                                    <p:anim calcmode="discrete" valueType="str">
                                      <p:cBhvr>
                                        <p:cTn id="8" dur="1000" fill="hold"/>
                                        <p:tgtEl>
                                          <p:spTgt spid="453740"/>
                                        </p:tgtEl>
                                        <p:attrNameLst>
                                          <p:attrName>style.visibility</p:attrName>
                                        </p:attrNameLst>
                                      </p:cBhvr>
                                      <p:tavLst>
                                        <p:tav tm="0">
                                          <p:val>
                                            <p:strVal val="hidden"/>
                                          </p:val>
                                        </p:tav>
                                        <p:tav tm="50000">
                                          <p:val>
                                            <p:strVal val="visible"/>
                                          </p:val>
                                        </p:tav>
                                      </p:tavLst>
                                    </p:anim>
                                  </p:childTnLst>
                                </p:cTn>
                              </p:par>
                            </p:childTnLst>
                          </p:cTn>
                        </p:par>
                        <p:par>
                          <p:cTn id="9" fill="hold">
                            <p:stCondLst>
                              <p:cond delay="3000"/>
                            </p:stCondLst>
                            <p:childTnLst>
                              <p:par>
                                <p:cTn id="10" presetID="1" presetClass="entr" presetSubtype="0" fill="hold" grpId="0" nodeType="afterEffect">
                                  <p:stCondLst>
                                    <p:cond delay="0"/>
                                  </p:stCondLst>
                                  <p:childTnLst>
                                    <p:set>
                                      <p:cBhvr>
                                        <p:cTn id="11" dur="1" fill="hold">
                                          <p:stCondLst>
                                            <p:cond delay="0"/>
                                          </p:stCondLst>
                                        </p:cTn>
                                        <p:tgtEl>
                                          <p:spTgt spid="41"/>
                                        </p:tgtEl>
                                        <p:attrNameLst>
                                          <p:attrName>style.visibility</p:attrName>
                                        </p:attrNameLst>
                                      </p:cBhvr>
                                      <p:to>
                                        <p:strVal val="visible"/>
                                      </p:to>
                                    </p:set>
                                  </p:childTnLst>
                                </p:cTn>
                              </p:par>
                            </p:childTnLst>
                          </p:cTn>
                        </p:par>
                        <p:par>
                          <p:cTn id="12" fill="hold">
                            <p:stCondLst>
                              <p:cond delay="3000"/>
                            </p:stCondLst>
                            <p:childTnLst>
                              <p:par>
                                <p:cTn id="13" presetID="1" presetClass="exit" presetSubtype="0" fill="hold" grpId="1" nodeType="afterEffect">
                                  <p:stCondLst>
                                    <p:cond delay="1000"/>
                                  </p:stCondLst>
                                  <p:childTnLst>
                                    <p:set>
                                      <p:cBhvr>
                                        <p:cTn id="14" dur="1" fill="hold">
                                          <p:stCondLst>
                                            <p:cond delay="0"/>
                                          </p:stCondLst>
                                        </p:cTn>
                                        <p:tgtEl>
                                          <p:spTgt spid="41"/>
                                        </p:tgtEl>
                                        <p:attrNameLst>
                                          <p:attrName>style.visibility</p:attrName>
                                        </p:attrNameLst>
                                      </p:cBhvr>
                                      <p:to>
                                        <p:strVal val="hidden"/>
                                      </p:to>
                                    </p:set>
                                  </p:childTnLst>
                                </p:cTn>
                              </p:par>
                            </p:childTnLst>
                          </p:cTn>
                        </p:par>
                        <p:par>
                          <p:cTn id="15" fill="hold">
                            <p:stCondLst>
                              <p:cond delay="4000"/>
                            </p:stCondLst>
                            <p:childTnLst>
                              <p:par>
                                <p:cTn id="16" presetID="22" presetClass="entr" presetSubtype="8" fill="hold" grpId="0" nodeType="afterEffect">
                                  <p:stCondLst>
                                    <p:cond delay="0"/>
                                  </p:stCondLst>
                                  <p:childTnLst>
                                    <p:set>
                                      <p:cBhvr>
                                        <p:cTn id="17" dur="1" fill="hold">
                                          <p:stCondLst>
                                            <p:cond delay="0"/>
                                          </p:stCondLst>
                                        </p:cTn>
                                        <p:tgtEl>
                                          <p:spTgt spid="453741"/>
                                        </p:tgtEl>
                                        <p:attrNameLst>
                                          <p:attrName>style.visibility</p:attrName>
                                        </p:attrNameLst>
                                      </p:cBhvr>
                                      <p:to>
                                        <p:strVal val="visible"/>
                                      </p:to>
                                    </p:set>
                                    <p:animEffect transition="in" filter="wipe(left)">
                                      <p:cBhvr>
                                        <p:cTn id="18" dur="1000"/>
                                        <p:tgtEl>
                                          <p:spTgt spid="453741"/>
                                        </p:tgtEl>
                                      </p:cBhvr>
                                    </p:animEffect>
                                  </p:childTnLst>
                                </p:cTn>
                              </p:par>
                            </p:childTnLst>
                          </p:cTn>
                        </p:par>
                        <p:par>
                          <p:cTn id="19" fill="hold" nodeType="afterGroup">
                            <p:stCondLst>
                              <p:cond delay="5000"/>
                            </p:stCondLst>
                            <p:childTnLst>
                              <p:par>
                                <p:cTn id="20" presetID="1" presetClass="exit" presetSubtype="0" fill="hold" grpId="1" nodeType="afterEffect">
                                  <p:stCondLst>
                                    <p:cond delay="500"/>
                                  </p:stCondLst>
                                  <p:childTnLst>
                                    <p:set>
                                      <p:cBhvr>
                                        <p:cTn id="21" dur="1" fill="hold">
                                          <p:stCondLst>
                                            <p:cond delay="0"/>
                                          </p:stCondLst>
                                        </p:cTn>
                                        <p:tgtEl>
                                          <p:spTgt spid="453741"/>
                                        </p:tgtEl>
                                        <p:attrNameLst>
                                          <p:attrName>style.visibility</p:attrName>
                                        </p:attrNameLst>
                                      </p:cBhvr>
                                      <p:to>
                                        <p:strVal val="hidden"/>
                                      </p:to>
                                    </p:set>
                                  </p:childTnLst>
                                </p:cTn>
                              </p:par>
                            </p:childTnLst>
                          </p:cTn>
                        </p:par>
                        <p:par>
                          <p:cTn id="22" fill="hold" nodeType="afterGroup">
                            <p:stCondLst>
                              <p:cond delay="5500"/>
                            </p:stCondLst>
                            <p:childTnLst>
                              <p:par>
                                <p:cTn id="23" presetID="1" presetClass="entr" presetSubtype="0" fill="hold" grpId="0" nodeType="afterEffect">
                                  <p:stCondLst>
                                    <p:cond delay="500"/>
                                  </p:stCondLst>
                                  <p:childTnLst>
                                    <p:set>
                                      <p:cBhvr>
                                        <p:cTn id="24" dur="1" fill="hold">
                                          <p:stCondLst>
                                            <p:cond delay="0"/>
                                          </p:stCondLst>
                                        </p:cTn>
                                        <p:tgtEl>
                                          <p:spTgt spid="453744"/>
                                        </p:tgtEl>
                                        <p:attrNameLst>
                                          <p:attrName>style.visibility</p:attrName>
                                        </p:attrNameLst>
                                      </p:cBhvr>
                                      <p:to>
                                        <p:strVal val="visible"/>
                                      </p:to>
                                    </p:set>
                                  </p:childTnLst>
                                </p:cTn>
                              </p:par>
                            </p:childTnLst>
                          </p:cTn>
                        </p:par>
                        <p:par>
                          <p:cTn id="25" fill="hold" nodeType="afterGroup">
                            <p:stCondLst>
                              <p:cond delay="6000"/>
                            </p:stCondLst>
                            <p:childTnLst>
                              <p:par>
                                <p:cTn id="26" presetID="1" presetClass="exit" presetSubtype="0" fill="hold" grpId="1" nodeType="afterEffect">
                                  <p:stCondLst>
                                    <p:cond delay="1000"/>
                                  </p:stCondLst>
                                  <p:childTnLst>
                                    <p:set>
                                      <p:cBhvr>
                                        <p:cTn id="27" dur="1" fill="hold">
                                          <p:stCondLst>
                                            <p:cond delay="0"/>
                                          </p:stCondLst>
                                        </p:cTn>
                                        <p:tgtEl>
                                          <p:spTgt spid="453744"/>
                                        </p:tgtEl>
                                        <p:attrNameLst>
                                          <p:attrName>style.visibility</p:attrName>
                                        </p:attrNameLst>
                                      </p:cBhvr>
                                      <p:to>
                                        <p:strVal val="hidden"/>
                                      </p:to>
                                    </p:set>
                                  </p:childTnLst>
                                </p:cTn>
                              </p:par>
                            </p:childTnLst>
                          </p:cTn>
                        </p:par>
                        <p:par>
                          <p:cTn id="28" fill="hold" nodeType="afterGroup">
                            <p:stCondLst>
                              <p:cond delay="7000"/>
                            </p:stCondLst>
                            <p:childTnLst>
                              <p:par>
                                <p:cTn id="29" presetID="22" presetClass="entr" presetSubtype="8" fill="hold" grpId="0" nodeType="afterEffect">
                                  <p:stCondLst>
                                    <p:cond delay="0"/>
                                  </p:stCondLst>
                                  <p:childTnLst>
                                    <p:set>
                                      <p:cBhvr>
                                        <p:cTn id="30" dur="1" fill="hold">
                                          <p:stCondLst>
                                            <p:cond delay="0"/>
                                          </p:stCondLst>
                                        </p:cTn>
                                        <p:tgtEl>
                                          <p:spTgt spid="453742"/>
                                        </p:tgtEl>
                                        <p:attrNameLst>
                                          <p:attrName>style.visibility</p:attrName>
                                        </p:attrNameLst>
                                      </p:cBhvr>
                                      <p:to>
                                        <p:strVal val="visible"/>
                                      </p:to>
                                    </p:set>
                                    <p:animEffect transition="in" filter="wipe(left)">
                                      <p:cBhvr>
                                        <p:cTn id="31" dur="1000"/>
                                        <p:tgtEl>
                                          <p:spTgt spid="453742"/>
                                        </p:tgtEl>
                                      </p:cBhvr>
                                    </p:animEffect>
                                  </p:childTnLst>
                                </p:cTn>
                              </p:par>
                            </p:childTnLst>
                          </p:cTn>
                        </p:par>
                        <p:par>
                          <p:cTn id="32" fill="hold" nodeType="afterGroup">
                            <p:stCondLst>
                              <p:cond delay="8000"/>
                            </p:stCondLst>
                            <p:childTnLst>
                              <p:par>
                                <p:cTn id="33" presetID="1" presetClass="exit" presetSubtype="0" fill="hold" grpId="1" nodeType="afterEffect">
                                  <p:stCondLst>
                                    <p:cond delay="500"/>
                                  </p:stCondLst>
                                  <p:childTnLst>
                                    <p:set>
                                      <p:cBhvr>
                                        <p:cTn id="34" dur="1" fill="hold">
                                          <p:stCondLst>
                                            <p:cond delay="0"/>
                                          </p:stCondLst>
                                        </p:cTn>
                                        <p:tgtEl>
                                          <p:spTgt spid="453742"/>
                                        </p:tgtEl>
                                        <p:attrNameLst>
                                          <p:attrName>style.visibility</p:attrName>
                                        </p:attrNameLst>
                                      </p:cBhvr>
                                      <p:to>
                                        <p:strVal val="hidden"/>
                                      </p:to>
                                    </p:set>
                                  </p:childTnLst>
                                </p:cTn>
                              </p:par>
                            </p:childTnLst>
                          </p:cTn>
                        </p:par>
                        <p:par>
                          <p:cTn id="35" fill="hold" nodeType="afterGroup">
                            <p:stCondLst>
                              <p:cond delay="8500"/>
                            </p:stCondLst>
                            <p:childTnLst>
                              <p:par>
                                <p:cTn id="36" presetID="1" presetClass="entr" presetSubtype="0" fill="hold" grpId="0" nodeType="afterEffect">
                                  <p:stCondLst>
                                    <p:cond delay="500"/>
                                  </p:stCondLst>
                                  <p:childTnLst>
                                    <p:set>
                                      <p:cBhvr>
                                        <p:cTn id="37" dur="1" fill="hold">
                                          <p:stCondLst>
                                            <p:cond delay="0"/>
                                          </p:stCondLst>
                                        </p:cTn>
                                        <p:tgtEl>
                                          <p:spTgt spid="453745"/>
                                        </p:tgtEl>
                                        <p:attrNameLst>
                                          <p:attrName>style.visibility</p:attrName>
                                        </p:attrNameLst>
                                      </p:cBhvr>
                                      <p:to>
                                        <p:strVal val="visible"/>
                                      </p:to>
                                    </p:set>
                                  </p:childTnLst>
                                </p:cTn>
                              </p:par>
                            </p:childTnLst>
                          </p:cTn>
                        </p:par>
                        <p:par>
                          <p:cTn id="38" fill="hold" nodeType="afterGroup">
                            <p:stCondLst>
                              <p:cond delay="9000"/>
                            </p:stCondLst>
                            <p:childTnLst>
                              <p:par>
                                <p:cTn id="39" presetID="1" presetClass="exit" presetSubtype="0" fill="hold" grpId="1" nodeType="afterEffect">
                                  <p:stCondLst>
                                    <p:cond delay="1000"/>
                                  </p:stCondLst>
                                  <p:childTnLst>
                                    <p:set>
                                      <p:cBhvr>
                                        <p:cTn id="40" dur="1" fill="hold">
                                          <p:stCondLst>
                                            <p:cond delay="0"/>
                                          </p:stCondLst>
                                        </p:cTn>
                                        <p:tgtEl>
                                          <p:spTgt spid="453745"/>
                                        </p:tgtEl>
                                        <p:attrNameLst>
                                          <p:attrName>style.visibility</p:attrName>
                                        </p:attrNameLst>
                                      </p:cBhvr>
                                      <p:to>
                                        <p:strVal val="hidden"/>
                                      </p:to>
                                    </p:set>
                                  </p:childTnLst>
                                </p:cTn>
                              </p:par>
                            </p:childTnLst>
                          </p:cTn>
                        </p:par>
                        <p:par>
                          <p:cTn id="41" fill="hold" nodeType="afterGroup">
                            <p:stCondLst>
                              <p:cond delay="10000"/>
                            </p:stCondLst>
                            <p:childTnLst>
                              <p:par>
                                <p:cTn id="42" presetID="22" presetClass="entr" presetSubtype="8" fill="hold" grpId="0" nodeType="afterEffect">
                                  <p:stCondLst>
                                    <p:cond delay="0"/>
                                  </p:stCondLst>
                                  <p:childTnLst>
                                    <p:set>
                                      <p:cBhvr>
                                        <p:cTn id="43" dur="1" fill="hold">
                                          <p:stCondLst>
                                            <p:cond delay="0"/>
                                          </p:stCondLst>
                                        </p:cTn>
                                        <p:tgtEl>
                                          <p:spTgt spid="453743"/>
                                        </p:tgtEl>
                                        <p:attrNameLst>
                                          <p:attrName>style.visibility</p:attrName>
                                        </p:attrNameLst>
                                      </p:cBhvr>
                                      <p:to>
                                        <p:strVal val="visible"/>
                                      </p:to>
                                    </p:set>
                                    <p:animEffect transition="in" filter="wipe(left)">
                                      <p:cBhvr>
                                        <p:cTn id="44" dur="1000"/>
                                        <p:tgtEl>
                                          <p:spTgt spid="453743"/>
                                        </p:tgtEl>
                                      </p:cBhvr>
                                    </p:animEffect>
                                  </p:childTnLst>
                                </p:cTn>
                              </p:par>
                            </p:childTnLst>
                          </p:cTn>
                        </p:par>
                        <p:par>
                          <p:cTn id="45" fill="hold" nodeType="afterGroup">
                            <p:stCondLst>
                              <p:cond delay="11000"/>
                            </p:stCondLst>
                            <p:childTnLst>
                              <p:par>
                                <p:cTn id="46" presetID="1" presetClass="exit" presetSubtype="0" fill="hold" grpId="1" nodeType="afterEffect">
                                  <p:stCondLst>
                                    <p:cond delay="1000"/>
                                  </p:stCondLst>
                                  <p:childTnLst>
                                    <p:set>
                                      <p:cBhvr>
                                        <p:cTn id="47" dur="1" fill="hold">
                                          <p:stCondLst>
                                            <p:cond delay="0"/>
                                          </p:stCondLst>
                                        </p:cTn>
                                        <p:tgtEl>
                                          <p:spTgt spid="45374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3740" grpId="0" animBg="1"/>
      <p:bldP spid="453740" grpId="1" animBg="1"/>
      <p:bldP spid="453741" grpId="0" animBg="1"/>
      <p:bldP spid="453741" grpId="1" animBg="1"/>
      <p:bldP spid="453742" grpId="0" animBg="1"/>
      <p:bldP spid="453742" grpId="1" animBg="1"/>
      <p:bldP spid="453743" grpId="0" animBg="1"/>
      <p:bldP spid="453743" grpId="1" animBg="1"/>
      <p:bldP spid="453744" grpId="0" animBg="1"/>
      <p:bldP spid="453744" grpId="1" animBg="1"/>
      <p:bldP spid="453745" grpId="0" animBg="1"/>
      <p:bldP spid="453745" grpId="1" animBg="1"/>
      <p:bldP spid="41" grpId="0" animBg="1"/>
      <p:bldP spid="41" grpId="1"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72" name="Freeform 77"/>
          <p:cNvSpPr>
            <a:spLocks/>
          </p:cNvSpPr>
          <p:nvPr/>
        </p:nvSpPr>
        <p:spPr bwMode="auto">
          <a:xfrm>
            <a:off x="3886200" y="5160963"/>
            <a:ext cx="395288" cy="279400"/>
          </a:xfrm>
          <a:custGeom>
            <a:avLst/>
            <a:gdLst>
              <a:gd name="T0" fmla="*/ 0 w 249"/>
              <a:gd name="T1" fmla="*/ 2147483646 h 176"/>
              <a:gd name="T2" fmla="*/ 2147483646 w 249"/>
              <a:gd name="T3" fmla="*/ 0 h 176"/>
              <a:gd name="T4" fmla="*/ 2147483646 w 249"/>
              <a:gd name="T5" fmla="*/ 2147483646 h 176"/>
              <a:gd name="T6" fmla="*/ 0 60000 65536"/>
              <a:gd name="T7" fmla="*/ 0 60000 65536"/>
              <a:gd name="T8" fmla="*/ 0 60000 65536"/>
              <a:gd name="T9" fmla="*/ 0 w 249"/>
              <a:gd name="T10" fmla="*/ 0 h 176"/>
              <a:gd name="T11" fmla="*/ 249 w 249"/>
              <a:gd name="T12" fmla="*/ 176 h 176"/>
            </a:gdLst>
            <a:ahLst/>
            <a:cxnLst>
              <a:cxn ang="T6">
                <a:pos x="T0" y="T1"/>
              </a:cxn>
              <a:cxn ang="T7">
                <a:pos x="T2" y="T3"/>
              </a:cxn>
              <a:cxn ang="T8">
                <a:pos x="T4" y="T5"/>
              </a:cxn>
            </a:cxnLst>
            <a:rect l="T9" t="T10" r="T11" b="T12"/>
            <a:pathLst>
              <a:path w="249" h="176">
                <a:moveTo>
                  <a:pt x="0" y="176"/>
                </a:moveTo>
                <a:lnTo>
                  <a:pt x="1" y="0"/>
                </a:lnTo>
                <a:lnTo>
                  <a:pt x="249" y="9"/>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87073" name="Freeform 78"/>
          <p:cNvSpPr>
            <a:spLocks/>
          </p:cNvSpPr>
          <p:nvPr/>
        </p:nvSpPr>
        <p:spPr bwMode="auto">
          <a:xfrm>
            <a:off x="6475413" y="5159375"/>
            <a:ext cx="395287" cy="279400"/>
          </a:xfrm>
          <a:custGeom>
            <a:avLst/>
            <a:gdLst>
              <a:gd name="T0" fmla="*/ 0 w 249"/>
              <a:gd name="T1" fmla="*/ 2147483646 h 176"/>
              <a:gd name="T2" fmla="*/ 2147483646 w 249"/>
              <a:gd name="T3" fmla="*/ 0 h 176"/>
              <a:gd name="T4" fmla="*/ 2147483646 w 249"/>
              <a:gd name="T5" fmla="*/ 2147483646 h 176"/>
              <a:gd name="T6" fmla="*/ 0 60000 65536"/>
              <a:gd name="T7" fmla="*/ 0 60000 65536"/>
              <a:gd name="T8" fmla="*/ 0 60000 65536"/>
              <a:gd name="T9" fmla="*/ 0 w 249"/>
              <a:gd name="T10" fmla="*/ 0 h 176"/>
              <a:gd name="T11" fmla="*/ 249 w 249"/>
              <a:gd name="T12" fmla="*/ 176 h 176"/>
            </a:gdLst>
            <a:ahLst/>
            <a:cxnLst>
              <a:cxn ang="T6">
                <a:pos x="T0" y="T1"/>
              </a:cxn>
              <a:cxn ang="T7">
                <a:pos x="T2" y="T3"/>
              </a:cxn>
              <a:cxn ang="T8">
                <a:pos x="T4" y="T5"/>
              </a:cxn>
            </a:cxnLst>
            <a:rect l="T9" t="T10" r="T11" b="T12"/>
            <a:pathLst>
              <a:path w="249" h="176">
                <a:moveTo>
                  <a:pt x="0" y="176"/>
                </a:moveTo>
                <a:lnTo>
                  <a:pt x="1" y="0"/>
                </a:lnTo>
                <a:lnTo>
                  <a:pt x="249" y="9"/>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87074" name="Line 79"/>
          <p:cNvSpPr>
            <a:spLocks noChangeShapeType="1"/>
          </p:cNvSpPr>
          <p:nvPr/>
        </p:nvSpPr>
        <p:spPr bwMode="auto">
          <a:xfrm rot="-5400000">
            <a:off x="9637713" y="5172075"/>
            <a:ext cx="533400"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7075" name="Line 80"/>
          <p:cNvSpPr>
            <a:spLocks noChangeShapeType="1"/>
          </p:cNvSpPr>
          <p:nvPr/>
        </p:nvSpPr>
        <p:spPr bwMode="auto">
          <a:xfrm rot="-5400000">
            <a:off x="1716088" y="5172075"/>
            <a:ext cx="533400"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7076" name="AutoShape 81"/>
          <p:cNvSpPr>
            <a:spLocks noChangeArrowheads="1"/>
          </p:cNvSpPr>
          <p:nvPr/>
        </p:nvSpPr>
        <p:spPr bwMode="auto">
          <a:xfrm>
            <a:off x="1752600" y="3306763"/>
            <a:ext cx="685800" cy="1905000"/>
          </a:xfrm>
          <a:prstGeom prst="cube">
            <a:avLst>
              <a:gd name="adj" fmla="val 25000"/>
            </a:avLst>
          </a:prstGeom>
          <a:solidFill>
            <a:srgbClr val="DDDDDD"/>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87077" name="AutoShape 82"/>
          <p:cNvSpPr>
            <a:spLocks noChangeArrowheads="1"/>
          </p:cNvSpPr>
          <p:nvPr/>
        </p:nvSpPr>
        <p:spPr bwMode="auto">
          <a:xfrm>
            <a:off x="4191000" y="3382963"/>
            <a:ext cx="685800" cy="1905000"/>
          </a:xfrm>
          <a:prstGeom prst="cube">
            <a:avLst>
              <a:gd name="adj" fmla="val 25000"/>
            </a:avLst>
          </a:prstGeom>
          <a:solidFill>
            <a:srgbClr val="66CCFF"/>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87078" name="AutoShape 83"/>
          <p:cNvSpPr>
            <a:spLocks noChangeArrowheads="1"/>
          </p:cNvSpPr>
          <p:nvPr/>
        </p:nvSpPr>
        <p:spPr bwMode="auto">
          <a:xfrm>
            <a:off x="9677400" y="3306763"/>
            <a:ext cx="685800" cy="1905000"/>
          </a:xfrm>
          <a:prstGeom prst="cube">
            <a:avLst>
              <a:gd name="adj" fmla="val 25000"/>
            </a:avLst>
          </a:prstGeom>
          <a:solidFill>
            <a:srgbClr val="DDDDDD"/>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87079" name="AutoShape 84"/>
          <p:cNvSpPr>
            <a:spLocks noChangeArrowheads="1"/>
          </p:cNvSpPr>
          <p:nvPr/>
        </p:nvSpPr>
        <p:spPr bwMode="auto">
          <a:xfrm>
            <a:off x="6856413" y="3611563"/>
            <a:ext cx="685800" cy="1676400"/>
          </a:xfrm>
          <a:prstGeom prst="cube">
            <a:avLst>
              <a:gd name="adj" fmla="val 25000"/>
            </a:avLst>
          </a:prstGeom>
          <a:solidFill>
            <a:srgbClr val="66CCFF"/>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grpSp>
        <p:nvGrpSpPr>
          <p:cNvPr id="87080" name="Group 85"/>
          <p:cNvGrpSpPr>
            <a:grpSpLocks/>
          </p:cNvGrpSpPr>
          <p:nvPr/>
        </p:nvGrpSpPr>
        <p:grpSpPr bwMode="auto">
          <a:xfrm>
            <a:off x="1560513" y="2420938"/>
            <a:ext cx="9121775" cy="2438400"/>
            <a:chOff x="96" y="1056"/>
            <a:chExt cx="5472" cy="1536"/>
          </a:xfrm>
        </p:grpSpPr>
        <p:sp>
          <p:nvSpPr>
            <p:cNvPr id="87149" name="Oval 86"/>
            <p:cNvSpPr>
              <a:spLocks noChangeArrowheads="1"/>
            </p:cNvSpPr>
            <p:nvPr/>
          </p:nvSpPr>
          <p:spPr bwMode="auto">
            <a:xfrm>
              <a:off x="3662" y="1674"/>
              <a:ext cx="1906" cy="756"/>
            </a:xfrm>
            <a:prstGeom prst="ellipse">
              <a:avLst/>
            </a:prstGeom>
            <a:solidFill>
              <a:srgbClr val="FFFF99"/>
            </a:solidFill>
            <a:ln w="31750">
              <a:solidFill>
                <a:srgbClr val="000000"/>
              </a:solidFill>
              <a:round/>
              <a:headEnd/>
              <a:tailEnd/>
            </a:ln>
          </p:spPr>
          <p:txBody>
            <a:bodyPr/>
            <a:lstStyle/>
            <a:p>
              <a:pPr eaLnBrk="1" hangingPunct="1"/>
              <a:endParaRPr lang="zh-CN" altLang="en-US" sz="2800" b="1">
                <a:latin typeface="Tahoma" pitchFamily="34" charset="0"/>
                <a:ea typeface="黑体" pitchFamily="2" charset="-122"/>
              </a:endParaRPr>
            </a:p>
          </p:txBody>
        </p:sp>
        <p:sp>
          <p:nvSpPr>
            <p:cNvPr id="87150" name="Oval 87"/>
            <p:cNvSpPr>
              <a:spLocks noChangeArrowheads="1"/>
            </p:cNvSpPr>
            <p:nvPr/>
          </p:nvSpPr>
          <p:spPr bwMode="auto">
            <a:xfrm>
              <a:off x="96" y="1430"/>
              <a:ext cx="1870" cy="760"/>
            </a:xfrm>
            <a:prstGeom prst="ellipse">
              <a:avLst/>
            </a:prstGeom>
            <a:solidFill>
              <a:srgbClr val="FFFF99"/>
            </a:solidFill>
            <a:ln w="31750">
              <a:solidFill>
                <a:srgbClr val="000000"/>
              </a:solidFill>
              <a:round/>
              <a:headEnd/>
              <a:tailEnd/>
            </a:ln>
          </p:spPr>
          <p:txBody>
            <a:bodyPr/>
            <a:lstStyle/>
            <a:p>
              <a:pPr eaLnBrk="1" hangingPunct="1"/>
              <a:endParaRPr lang="zh-CN" altLang="en-US" sz="2800" b="1">
                <a:latin typeface="Tahoma" pitchFamily="34" charset="0"/>
                <a:ea typeface="黑体" pitchFamily="2" charset="-122"/>
              </a:endParaRPr>
            </a:p>
          </p:txBody>
        </p:sp>
        <p:sp>
          <p:nvSpPr>
            <p:cNvPr id="87151" name="Oval 88"/>
            <p:cNvSpPr>
              <a:spLocks noChangeArrowheads="1"/>
            </p:cNvSpPr>
            <p:nvPr/>
          </p:nvSpPr>
          <p:spPr bwMode="auto">
            <a:xfrm>
              <a:off x="3365" y="1163"/>
              <a:ext cx="1903" cy="731"/>
            </a:xfrm>
            <a:prstGeom prst="ellipse">
              <a:avLst/>
            </a:prstGeom>
            <a:solidFill>
              <a:srgbClr val="FFFF99"/>
            </a:solidFill>
            <a:ln w="31750">
              <a:solidFill>
                <a:srgbClr val="000000"/>
              </a:solidFill>
              <a:round/>
              <a:headEnd/>
              <a:tailEnd/>
            </a:ln>
          </p:spPr>
          <p:txBody>
            <a:bodyPr/>
            <a:lstStyle/>
            <a:p>
              <a:pPr eaLnBrk="1" hangingPunct="1"/>
              <a:endParaRPr lang="zh-CN" altLang="en-US" sz="2800" b="1">
                <a:latin typeface="Tahoma" pitchFamily="34" charset="0"/>
                <a:ea typeface="黑体" pitchFamily="2" charset="-122"/>
              </a:endParaRPr>
            </a:p>
          </p:txBody>
        </p:sp>
        <p:sp>
          <p:nvSpPr>
            <p:cNvPr id="87152" name="Oval 89"/>
            <p:cNvSpPr>
              <a:spLocks noChangeArrowheads="1"/>
            </p:cNvSpPr>
            <p:nvPr/>
          </p:nvSpPr>
          <p:spPr bwMode="auto">
            <a:xfrm>
              <a:off x="2365" y="1821"/>
              <a:ext cx="1900" cy="771"/>
            </a:xfrm>
            <a:prstGeom prst="ellipse">
              <a:avLst/>
            </a:prstGeom>
            <a:solidFill>
              <a:srgbClr val="FFFF99"/>
            </a:solidFill>
            <a:ln w="31750">
              <a:solidFill>
                <a:srgbClr val="000000"/>
              </a:solidFill>
              <a:round/>
              <a:headEnd/>
              <a:tailEnd/>
            </a:ln>
          </p:spPr>
          <p:txBody>
            <a:bodyPr/>
            <a:lstStyle/>
            <a:p>
              <a:pPr eaLnBrk="1" hangingPunct="1"/>
              <a:endParaRPr lang="zh-CN" altLang="en-US" sz="2800" b="1">
                <a:latin typeface="Tahoma" pitchFamily="34" charset="0"/>
                <a:ea typeface="黑体" pitchFamily="2" charset="-122"/>
              </a:endParaRPr>
            </a:p>
          </p:txBody>
        </p:sp>
        <p:sp>
          <p:nvSpPr>
            <p:cNvPr id="87153" name="Oval 90"/>
            <p:cNvSpPr>
              <a:spLocks noChangeArrowheads="1"/>
            </p:cNvSpPr>
            <p:nvPr/>
          </p:nvSpPr>
          <p:spPr bwMode="auto">
            <a:xfrm>
              <a:off x="729" y="1752"/>
              <a:ext cx="1900" cy="731"/>
            </a:xfrm>
            <a:prstGeom prst="ellipse">
              <a:avLst/>
            </a:prstGeom>
            <a:solidFill>
              <a:srgbClr val="FFFF99"/>
            </a:solidFill>
            <a:ln w="31750">
              <a:solidFill>
                <a:srgbClr val="000000"/>
              </a:solidFill>
              <a:round/>
              <a:headEnd/>
              <a:tailEnd/>
            </a:ln>
          </p:spPr>
          <p:txBody>
            <a:bodyPr/>
            <a:lstStyle/>
            <a:p>
              <a:pPr eaLnBrk="1" hangingPunct="1"/>
              <a:endParaRPr lang="zh-CN" altLang="en-US" sz="2800" b="1">
                <a:latin typeface="Tahoma" pitchFamily="34" charset="0"/>
                <a:ea typeface="黑体" pitchFamily="2" charset="-122"/>
              </a:endParaRPr>
            </a:p>
          </p:txBody>
        </p:sp>
        <p:sp>
          <p:nvSpPr>
            <p:cNvPr id="87154" name="Oval 91"/>
            <p:cNvSpPr>
              <a:spLocks noChangeArrowheads="1"/>
            </p:cNvSpPr>
            <p:nvPr/>
          </p:nvSpPr>
          <p:spPr bwMode="auto">
            <a:xfrm>
              <a:off x="2197" y="1056"/>
              <a:ext cx="1870" cy="758"/>
            </a:xfrm>
            <a:prstGeom prst="ellipse">
              <a:avLst/>
            </a:prstGeom>
            <a:solidFill>
              <a:srgbClr val="FFFF99"/>
            </a:solidFill>
            <a:ln w="31750">
              <a:solidFill>
                <a:srgbClr val="000000"/>
              </a:solidFill>
              <a:round/>
              <a:headEnd/>
              <a:tailEnd/>
            </a:ln>
          </p:spPr>
          <p:txBody>
            <a:bodyPr/>
            <a:lstStyle/>
            <a:p>
              <a:pPr eaLnBrk="1" hangingPunct="1"/>
              <a:endParaRPr lang="zh-CN" altLang="en-US" sz="2800" b="1">
                <a:latin typeface="Tahoma" pitchFamily="34" charset="0"/>
                <a:ea typeface="黑体" pitchFamily="2" charset="-122"/>
              </a:endParaRPr>
            </a:p>
          </p:txBody>
        </p:sp>
        <p:sp>
          <p:nvSpPr>
            <p:cNvPr id="87155" name="Oval 92"/>
            <p:cNvSpPr>
              <a:spLocks noChangeArrowheads="1"/>
            </p:cNvSpPr>
            <p:nvPr/>
          </p:nvSpPr>
          <p:spPr bwMode="auto">
            <a:xfrm>
              <a:off x="996" y="1056"/>
              <a:ext cx="1867" cy="731"/>
            </a:xfrm>
            <a:prstGeom prst="ellipse">
              <a:avLst/>
            </a:prstGeom>
            <a:solidFill>
              <a:srgbClr val="FFFF99"/>
            </a:solidFill>
            <a:ln w="31750">
              <a:solidFill>
                <a:srgbClr val="000000"/>
              </a:solidFill>
              <a:round/>
              <a:headEnd/>
              <a:tailEnd/>
            </a:ln>
          </p:spPr>
          <p:txBody>
            <a:bodyPr/>
            <a:lstStyle/>
            <a:p>
              <a:pPr eaLnBrk="1" hangingPunct="1"/>
              <a:endParaRPr lang="zh-CN" altLang="en-US" sz="2800" b="1">
                <a:latin typeface="Tahoma" pitchFamily="34" charset="0"/>
                <a:ea typeface="黑体" pitchFamily="2" charset="-122"/>
              </a:endParaRPr>
            </a:p>
          </p:txBody>
        </p:sp>
        <p:sp>
          <p:nvSpPr>
            <p:cNvPr id="87156" name="Oval 93"/>
            <p:cNvSpPr>
              <a:spLocks noChangeArrowheads="1"/>
            </p:cNvSpPr>
            <p:nvPr/>
          </p:nvSpPr>
          <p:spPr bwMode="auto">
            <a:xfrm>
              <a:off x="597" y="1226"/>
              <a:ext cx="4536" cy="1060"/>
            </a:xfrm>
            <a:prstGeom prst="ellipse">
              <a:avLst/>
            </a:pr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grpSp>
      <p:sp>
        <p:nvSpPr>
          <p:cNvPr id="87081" name="Line 94"/>
          <p:cNvSpPr>
            <a:spLocks noChangeShapeType="1"/>
          </p:cNvSpPr>
          <p:nvPr/>
        </p:nvSpPr>
        <p:spPr bwMode="auto">
          <a:xfrm>
            <a:off x="1676400" y="5440363"/>
            <a:ext cx="2590800" cy="0"/>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nvGrpSpPr>
          <p:cNvPr id="87082" name="Group 95"/>
          <p:cNvGrpSpPr>
            <a:grpSpLocks/>
          </p:cNvGrpSpPr>
          <p:nvPr/>
        </p:nvGrpSpPr>
        <p:grpSpPr bwMode="auto">
          <a:xfrm>
            <a:off x="1752600" y="2420938"/>
            <a:ext cx="685800" cy="1447800"/>
            <a:chOff x="672" y="528"/>
            <a:chExt cx="432" cy="912"/>
          </a:xfrm>
        </p:grpSpPr>
        <p:sp>
          <p:nvSpPr>
            <p:cNvPr id="87146" name="AutoShape 96"/>
            <p:cNvSpPr>
              <a:spLocks noChangeArrowheads="1"/>
            </p:cNvSpPr>
            <p:nvPr/>
          </p:nvSpPr>
          <p:spPr bwMode="auto">
            <a:xfrm>
              <a:off x="672" y="1008"/>
              <a:ext cx="432" cy="432"/>
            </a:xfrm>
            <a:prstGeom prst="cube">
              <a:avLst>
                <a:gd name="adj" fmla="val 25000"/>
              </a:avLst>
            </a:prstGeom>
            <a:solidFill>
              <a:srgbClr val="DDDDDD"/>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87147" name="AutoShape 97"/>
            <p:cNvSpPr>
              <a:spLocks noChangeArrowheads="1"/>
            </p:cNvSpPr>
            <p:nvPr/>
          </p:nvSpPr>
          <p:spPr bwMode="auto">
            <a:xfrm>
              <a:off x="672" y="720"/>
              <a:ext cx="432" cy="432"/>
            </a:xfrm>
            <a:prstGeom prst="cube">
              <a:avLst>
                <a:gd name="adj" fmla="val 25000"/>
              </a:avLst>
            </a:prstGeom>
            <a:solidFill>
              <a:srgbClr val="DDDDDD"/>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87148" name="AutoShape 98"/>
            <p:cNvSpPr>
              <a:spLocks noChangeArrowheads="1"/>
            </p:cNvSpPr>
            <p:nvPr/>
          </p:nvSpPr>
          <p:spPr bwMode="auto">
            <a:xfrm>
              <a:off x="672" y="528"/>
              <a:ext cx="432" cy="432"/>
            </a:xfrm>
            <a:prstGeom prst="cube">
              <a:avLst>
                <a:gd name="adj" fmla="val 25000"/>
              </a:avLst>
            </a:prstGeom>
            <a:solidFill>
              <a:srgbClr val="DDDDDD"/>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grpSp>
      <p:sp>
        <p:nvSpPr>
          <p:cNvPr id="87083" name="Text Box 99"/>
          <p:cNvSpPr txBox="1">
            <a:spLocks noChangeArrowheads="1"/>
          </p:cNvSpPr>
          <p:nvPr/>
        </p:nvSpPr>
        <p:spPr bwMode="auto">
          <a:xfrm>
            <a:off x="1789113" y="3430588"/>
            <a:ext cx="4841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a:solidFill>
                  <a:srgbClr val="333399"/>
                </a:solidFill>
                <a:latin typeface="Arial" charset="0"/>
                <a:ea typeface="黑体" pitchFamily="2" charset="-122"/>
              </a:rPr>
              <a:t>IP</a:t>
            </a:r>
            <a:r>
              <a:rPr kumimoji="1" lang="en-US" altLang="zh-CN" sz="1800" b="1" baseline="-25000">
                <a:solidFill>
                  <a:srgbClr val="333399"/>
                </a:solidFill>
                <a:latin typeface="Arial" charset="0"/>
                <a:ea typeface="黑体" pitchFamily="2" charset="-122"/>
              </a:rPr>
              <a:t>1</a:t>
            </a:r>
            <a:endParaRPr kumimoji="1" lang="en-US" altLang="zh-CN" sz="1800" b="1">
              <a:solidFill>
                <a:srgbClr val="333399"/>
              </a:solidFill>
              <a:latin typeface="Arial" charset="0"/>
              <a:ea typeface="黑体" pitchFamily="2" charset="-122"/>
            </a:endParaRPr>
          </a:p>
        </p:txBody>
      </p:sp>
      <p:sp>
        <p:nvSpPr>
          <p:cNvPr id="87084" name="Text Box 100"/>
          <p:cNvSpPr txBox="1">
            <a:spLocks noChangeArrowheads="1"/>
          </p:cNvSpPr>
          <p:nvPr/>
        </p:nvSpPr>
        <p:spPr bwMode="auto">
          <a:xfrm>
            <a:off x="1663403" y="4849813"/>
            <a:ext cx="7954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smtClean="0">
                <a:solidFill>
                  <a:srgbClr val="333399"/>
                </a:solidFill>
                <a:latin typeface="Arial" charset="0"/>
                <a:ea typeface="黑体" pitchFamily="2" charset="-122"/>
              </a:rPr>
              <a:t>MAC</a:t>
            </a:r>
            <a:r>
              <a:rPr kumimoji="1" lang="en-US" altLang="zh-CN" sz="1800" b="1" baseline="-25000" dirty="0" smtClean="0">
                <a:solidFill>
                  <a:srgbClr val="333399"/>
                </a:solidFill>
                <a:latin typeface="Arial" charset="0"/>
                <a:ea typeface="黑体" pitchFamily="2" charset="-122"/>
              </a:rPr>
              <a:t>1</a:t>
            </a:r>
            <a:endParaRPr kumimoji="1" lang="en-US" altLang="zh-CN" sz="1800" b="1" dirty="0">
              <a:solidFill>
                <a:srgbClr val="333399"/>
              </a:solidFill>
              <a:latin typeface="Arial" charset="0"/>
              <a:ea typeface="黑体" pitchFamily="2" charset="-122"/>
            </a:endParaRPr>
          </a:p>
        </p:txBody>
      </p:sp>
      <p:sp>
        <p:nvSpPr>
          <p:cNvPr id="87085" name="Text Box 101"/>
          <p:cNvSpPr txBox="1">
            <a:spLocks noChangeArrowheads="1"/>
          </p:cNvSpPr>
          <p:nvPr/>
        </p:nvSpPr>
        <p:spPr bwMode="auto">
          <a:xfrm>
            <a:off x="6096000" y="4811713"/>
            <a:ext cx="7954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smtClean="0">
                <a:solidFill>
                  <a:srgbClr val="333399"/>
                </a:solidFill>
                <a:latin typeface="Arial" charset="0"/>
                <a:ea typeface="黑体" pitchFamily="2" charset="-122"/>
              </a:rPr>
              <a:t>MAC</a:t>
            </a:r>
            <a:r>
              <a:rPr kumimoji="1" lang="en-US" altLang="zh-CN" sz="1800" b="1" baseline="-25000" dirty="0" smtClean="0">
                <a:solidFill>
                  <a:srgbClr val="333399"/>
                </a:solidFill>
                <a:latin typeface="Arial" charset="0"/>
                <a:ea typeface="黑体" pitchFamily="2" charset="-122"/>
              </a:rPr>
              <a:t>5</a:t>
            </a:r>
            <a:endParaRPr kumimoji="1" lang="en-US" altLang="zh-CN" sz="1800" b="1" dirty="0">
              <a:solidFill>
                <a:srgbClr val="333399"/>
              </a:solidFill>
              <a:latin typeface="Arial" charset="0"/>
              <a:ea typeface="黑体" pitchFamily="2" charset="-122"/>
            </a:endParaRPr>
          </a:p>
        </p:txBody>
      </p:sp>
      <p:sp>
        <p:nvSpPr>
          <p:cNvPr id="87086" name="Text Box 102"/>
          <p:cNvSpPr txBox="1">
            <a:spLocks noChangeArrowheads="1"/>
          </p:cNvSpPr>
          <p:nvPr/>
        </p:nvSpPr>
        <p:spPr bwMode="auto">
          <a:xfrm>
            <a:off x="4851400" y="4805363"/>
            <a:ext cx="7954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smtClean="0">
                <a:solidFill>
                  <a:srgbClr val="333399"/>
                </a:solidFill>
                <a:latin typeface="Arial" charset="0"/>
                <a:ea typeface="黑体" pitchFamily="2" charset="-122"/>
              </a:rPr>
              <a:t>MAC</a:t>
            </a:r>
            <a:r>
              <a:rPr kumimoji="1" lang="en-US" altLang="zh-CN" sz="1800" b="1" baseline="-25000" dirty="0" smtClean="0">
                <a:solidFill>
                  <a:srgbClr val="333399"/>
                </a:solidFill>
                <a:latin typeface="Arial" charset="0"/>
                <a:ea typeface="黑体" pitchFamily="2" charset="-122"/>
              </a:rPr>
              <a:t>4</a:t>
            </a:r>
            <a:endParaRPr kumimoji="1" lang="en-US" altLang="zh-CN" sz="1800" b="1" dirty="0">
              <a:solidFill>
                <a:srgbClr val="333399"/>
              </a:solidFill>
              <a:latin typeface="Arial" charset="0"/>
              <a:ea typeface="黑体" pitchFamily="2" charset="-122"/>
            </a:endParaRPr>
          </a:p>
        </p:txBody>
      </p:sp>
      <p:sp>
        <p:nvSpPr>
          <p:cNvPr id="87087" name="Text Box 103"/>
          <p:cNvSpPr txBox="1">
            <a:spLocks noChangeArrowheads="1"/>
          </p:cNvSpPr>
          <p:nvPr/>
        </p:nvSpPr>
        <p:spPr bwMode="auto">
          <a:xfrm>
            <a:off x="3431704" y="4805363"/>
            <a:ext cx="7954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smtClean="0">
                <a:solidFill>
                  <a:srgbClr val="333399"/>
                </a:solidFill>
                <a:latin typeface="Arial" charset="0"/>
                <a:ea typeface="黑体" pitchFamily="2" charset="-122"/>
              </a:rPr>
              <a:t>MAC</a:t>
            </a:r>
            <a:r>
              <a:rPr kumimoji="1" lang="en-US" altLang="zh-CN" sz="1800" b="1" baseline="-25000" dirty="0" smtClean="0">
                <a:solidFill>
                  <a:srgbClr val="333399"/>
                </a:solidFill>
                <a:latin typeface="Arial" charset="0"/>
                <a:ea typeface="黑体" pitchFamily="2" charset="-122"/>
              </a:rPr>
              <a:t>3</a:t>
            </a:r>
            <a:endParaRPr kumimoji="1" lang="en-US" altLang="zh-CN" sz="1800" b="1" dirty="0">
              <a:solidFill>
                <a:srgbClr val="333399"/>
              </a:solidFill>
              <a:latin typeface="Arial" charset="0"/>
              <a:ea typeface="黑体" pitchFamily="2" charset="-122"/>
            </a:endParaRPr>
          </a:p>
        </p:txBody>
      </p:sp>
      <p:sp>
        <p:nvSpPr>
          <p:cNvPr id="87088" name="Line 104"/>
          <p:cNvSpPr>
            <a:spLocks noChangeShapeType="1"/>
          </p:cNvSpPr>
          <p:nvPr/>
        </p:nvSpPr>
        <p:spPr bwMode="auto">
          <a:xfrm>
            <a:off x="2362200" y="3611563"/>
            <a:ext cx="1905000" cy="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7089" name="Line 105"/>
          <p:cNvSpPr>
            <a:spLocks noChangeShapeType="1"/>
          </p:cNvSpPr>
          <p:nvPr/>
        </p:nvSpPr>
        <p:spPr bwMode="auto">
          <a:xfrm>
            <a:off x="7467600" y="5440363"/>
            <a:ext cx="2971800" cy="0"/>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7090" name="Text Box 106"/>
          <p:cNvSpPr txBox="1">
            <a:spLocks noChangeArrowheads="1"/>
          </p:cNvSpPr>
          <p:nvPr/>
        </p:nvSpPr>
        <p:spPr bwMode="auto">
          <a:xfrm>
            <a:off x="7531100" y="4799013"/>
            <a:ext cx="7954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smtClean="0">
                <a:solidFill>
                  <a:srgbClr val="333399"/>
                </a:solidFill>
                <a:latin typeface="Arial" charset="0"/>
                <a:ea typeface="黑体" pitchFamily="2" charset="-122"/>
              </a:rPr>
              <a:t>MAC</a:t>
            </a:r>
            <a:r>
              <a:rPr kumimoji="1" lang="en-US" altLang="zh-CN" sz="1800" b="1" baseline="-25000" dirty="0" smtClean="0">
                <a:solidFill>
                  <a:srgbClr val="333399"/>
                </a:solidFill>
                <a:latin typeface="Arial" charset="0"/>
                <a:ea typeface="黑体" pitchFamily="2" charset="-122"/>
              </a:rPr>
              <a:t>6</a:t>
            </a:r>
            <a:endParaRPr kumimoji="1" lang="en-US" altLang="zh-CN" sz="1800" b="1" dirty="0">
              <a:solidFill>
                <a:srgbClr val="333399"/>
              </a:solidFill>
              <a:latin typeface="Arial" charset="0"/>
              <a:ea typeface="黑体" pitchFamily="2" charset="-122"/>
            </a:endParaRPr>
          </a:p>
        </p:txBody>
      </p:sp>
      <p:sp>
        <p:nvSpPr>
          <p:cNvPr id="87091" name="Text Box 107"/>
          <p:cNvSpPr txBox="1">
            <a:spLocks noChangeArrowheads="1"/>
          </p:cNvSpPr>
          <p:nvPr/>
        </p:nvSpPr>
        <p:spPr bwMode="auto">
          <a:xfrm>
            <a:off x="9580728" y="4814888"/>
            <a:ext cx="7954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smtClean="0">
                <a:solidFill>
                  <a:srgbClr val="333399"/>
                </a:solidFill>
                <a:latin typeface="Arial" charset="0"/>
                <a:ea typeface="黑体" pitchFamily="2" charset="-122"/>
              </a:rPr>
              <a:t>MAC</a:t>
            </a:r>
            <a:r>
              <a:rPr kumimoji="1" lang="en-US" altLang="zh-CN" sz="1800" b="1" baseline="-25000" dirty="0" smtClean="0">
                <a:solidFill>
                  <a:srgbClr val="333399"/>
                </a:solidFill>
                <a:latin typeface="Arial" charset="0"/>
                <a:ea typeface="黑体" pitchFamily="2" charset="-122"/>
              </a:rPr>
              <a:t>2</a:t>
            </a:r>
            <a:endParaRPr kumimoji="1" lang="en-US" altLang="zh-CN" sz="1800" b="1" dirty="0">
              <a:solidFill>
                <a:srgbClr val="333399"/>
              </a:solidFill>
              <a:latin typeface="Arial" charset="0"/>
              <a:ea typeface="黑体" pitchFamily="2" charset="-122"/>
            </a:endParaRPr>
          </a:p>
        </p:txBody>
      </p:sp>
      <p:sp>
        <p:nvSpPr>
          <p:cNvPr id="87092" name="Text Box 108"/>
          <p:cNvSpPr txBox="1">
            <a:spLocks noChangeArrowheads="1"/>
          </p:cNvSpPr>
          <p:nvPr/>
        </p:nvSpPr>
        <p:spPr bwMode="auto">
          <a:xfrm>
            <a:off x="7531100" y="3709988"/>
            <a:ext cx="4841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a:solidFill>
                  <a:srgbClr val="333399"/>
                </a:solidFill>
                <a:latin typeface="Arial" charset="0"/>
                <a:ea typeface="黑体" pitchFamily="2" charset="-122"/>
              </a:rPr>
              <a:t>IP</a:t>
            </a:r>
            <a:r>
              <a:rPr kumimoji="1" lang="en-US" altLang="zh-CN" sz="1800" b="1" baseline="-25000">
                <a:solidFill>
                  <a:srgbClr val="333399"/>
                </a:solidFill>
                <a:latin typeface="Arial" charset="0"/>
                <a:ea typeface="黑体" pitchFamily="2" charset="-122"/>
              </a:rPr>
              <a:t>6</a:t>
            </a:r>
            <a:endParaRPr kumimoji="1" lang="en-US" altLang="zh-CN" sz="1800" b="1">
              <a:solidFill>
                <a:srgbClr val="333399"/>
              </a:solidFill>
              <a:latin typeface="Arial" charset="0"/>
              <a:ea typeface="黑体" pitchFamily="2" charset="-122"/>
            </a:endParaRPr>
          </a:p>
        </p:txBody>
      </p:sp>
      <p:sp>
        <p:nvSpPr>
          <p:cNvPr id="87093" name="Text Box 109"/>
          <p:cNvSpPr txBox="1">
            <a:spLocks noChangeArrowheads="1"/>
          </p:cNvSpPr>
          <p:nvPr/>
        </p:nvSpPr>
        <p:spPr bwMode="auto">
          <a:xfrm>
            <a:off x="1631950" y="2060575"/>
            <a:ext cx="9653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800" b="1">
                <a:solidFill>
                  <a:srgbClr val="333399"/>
                </a:solidFill>
                <a:latin typeface="Arial" charset="0"/>
                <a:ea typeface="黑体" pitchFamily="2" charset="-122"/>
              </a:rPr>
              <a:t>主机 </a:t>
            </a:r>
            <a:r>
              <a:rPr kumimoji="1" lang="en-US" altLang="zh-CN" sz="1800" b="1">
                <a:solidFill>
                  <a:srgbClr val="333399"/>
                </a:solidFill>
                <a:latin typeface="Arial" charset="0"/>
                <a:ea typeface="黑体" pitchFamily="2" charset="-122"/>
              </a:rPr>
              <a:t>H</a:t>
            </a:r>
            <a:r>
              <a:rPr kumimoji="1" lang="en-US" altLang="zh-CN" sz="1800" b="1" baseline="-25000">
                <a:solidFill>
                  <a:srgbClr val="333399"/>
                </a:solidFill>
                <a:latin typeface="Arial" charset="0"/>
                <a:ea typeface="黑体" pitchFamily="2" charset="-122"/>
              </a:rPr>
              <a:t>1</a:t>
            </a:r>
            <a:endParaRPr kumimoji="1" lang="en-US" altLang="zh-CN" sz="1800" b="1">
              <a:solidFill>
                <a:srgbClr val="333399"/>
              </a:solidFill>
              <a:latin typeface="Arial" charset="0"/>
              <a:ea typeface="黑体" pitchFamily="2" charset="-122"/>
            </a:endParaRPr>
          </a:p>
        </p:txBody>
      </p:sp>
      <p:sp>
        <p:nvSpPr>
          <p:cNvPr id="87094" name="Text Box 110"/>
          <p:cNvSpPr txBox="1">
            <a:spLocks noChangeArrowheads="1"/>
          </p:cNvSpPr>
          <p:nvPr/>
        </p:nvSpPr>
        <p:spPr bwMode="auto">
          <a:xfrm>
            <a:off x="9556750" y="2035175"/>
            <a:ext cx="9653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800" b="1">
                <a:solidFill>
                  <a:srgbClr val="333399"/>
                </a:solidFill>
                <a:latin typeface="Arial" charset="0"/>
                <a:ea typeface="黑体" pitchFamily="2" charset="-122"/>
              </a:rPr>
              <a:t>主机 </a:t>
            </a:r>
            <a:r>
              <a:rPr kumimoji="1" lang="en-US" altLang="zh-CN" sz="1800" b="1">
                <a:solidFill>
                  <a:srgbClr val="333399"/>
                </a:solidFill>
                <a:latin typeface="Arial" charset="0"/>
                <a:ea typeface="黑体" pitchFamily="2" charset="-122"/>
              </a:rPr>
              <a:t>H</a:t>
            </a:r>
            <a:r>
              <a:rPr kumimoji="1" lang="en-US" altLang="zh-CN" sz="1800" b="1" baseline="-25000">
                <a:solidFill>
                  <a:srgbClr val="333399"/>
                </a:solidFill>
                <a:latin typeface="Arial" charset="0"/>
                <a:ea typeface="黑体" pitchFamily="2" charset="-122"/>
              </a:rPr>
              <a:t>2</a:t>
            </a:r>
            <a:endParaRPr kumimoji="1" lang="en-US" altLang="zh-CN" sz="1800" b="1">
              <a:solidFill>
                <a:srgbClr val="333399"/>
              </a:solidFill>
              <a:latin typeface="Arial" charset="0"/>
              <a:ea typeface="黑体" pitchFamily="2" charset="-122"/>
            </a:endParaRPr>
          </a:p>
        </p:txBody>
      </p:sp>
      <p:sp>
        <p:nvSpPr>
          <p:cNvPr id="87095" name="AutoShape 111"/>
          <p:cNvSpPr>
            <a:spLocks noChangeArrowheads="1"/>
          </p:cNvSpPr>
          <p:nvPr/>
        </p:nvSpPr>
        <p:spPr bwMode="auto">
          <a:xfrm>
            <a:off x="4191000" y="3259138"/>
            <a:ext cx="685800" cy="609600"/>
          </a:xfrm>
          <a:prstGeom prst="cube">
            <a:avLst>
              <a:gd name="adj" fmla="val 25000"/>
            </a:avLst>
          </a:prstGeom>
          <a:solidFill>
            <a:srgbClr val="66CCFF"/>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87096" name="Text Box 112"/>
          <p:cNvSpPr txBox="1">
            <a:spLocks noChangeArrowheads="1"/>
          </p:cNvSpPr>
          <p:nvPr/>
        </p:nvSpPr>
        <p:spPr bwMode="auto">
          <a:xfrm>
            <a:off x="4079776" y="2887663"/>
            <a:ext cx="11977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800" b="1" dirty="0">
                <a:solidFill>
                  <a:srgbClr val="333399"/>
                </a:solidFill>
                <a:latin typeface="Arial" charset="0"/>
                <a:ea typeface="黑体" pitchFamily="2" charset="-122"/>
              </a:rPr>
              <a:t>路由器 </a:t>
            </a:r>
            <a:r>
              <a:rPr kumimoji="1" lang="en-US" altLang="zh-CN" sz="1800" b="1" dirty="0">
                <a:solidFill>
                  <a:srgbClr val="333399"/>
                </a:solidFill>
                <a:latin typeface="Arial" charset="0"/>
                <a:ea typeface="黑体" pitchFamily="2" charset="-122"/>
              </a:rPr>
              <a:t>R</a:t>
            </a:r>
            <a:r>
              <a:rPr kumimoji="1" lang="en-US" altLang="zh-CN" sz="1800" b="1" baseline="-25000" dirty="0">
                <a:solidFill>
                  <a:srgbClr val="333399"/>
                </a:solidFill>
                <a:latin typeface="Arial" charset="0"/>
                <a:ea typeface="黑体" pitchFamily="2" charset="-122"/>
              </a:rPr>
              <a:t>1</a:t>
            </a:r>
            <a:endParaRPr kumimoji="1" lang="en-US" altLang="zh-CN" sz="1800" b="1" dirty="0">
              <a:solidFill>
                <a:srgbClr val="333399"/>
              </a:solidFill>
              <a:latin typeface="Arial" charset="0"/>
              <a:ea typeface="黑体" pitchFamily="2" charset="-122"/>
            </a:endParaRPr>
          </a:p>
        </p:txBody>
      </p:sp>
      <p:sp>
        <p:nvSpPr>
          <p:cNvPr id="87097" name="Text Box 113"/>
          <p:cNvSpPr txBox="1">
            <a:spLocks noChangeArrowheads="1"/>
          </p:cNvSpPr>
          <p:nvPr/>
        </p:nvSpPr>
        <p:spPr bwMode="auto">
          <a:xfrm>
            <a:off x="5690495" y="4149080"/>
            <a:ext cx="2544479" cy="400110"/>
          </a:xfrm>
          <a:prstGeom prst="rect">
            <a:avLst/>
          </a:prstGeom>
          <a:solidFill>
            <a:srgbClr val="CCECFF"/>
          </a:solidFill>
          <a:ln w="9525">
            <a:solidFill>
              <a:srgbClr val="333399"/>
            </a:solidFill>
            <a:miter lim="800000"/>
            <a:headEnd/>
            <a:tailEnd/>
          </a:ln>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dirty="0">
                <a:solidFill>
                  <a:srgbClr val="333399"/>
                </a:solidFill>
                <a:latin typeface="Arial" charset="0"/>
                <a:ea typeface="黑体" pitchFamily="2" charset="-122"/>
              </a:rPr>
              <a:t>IP </a:t>
            </a:r>
            <a:r>
              <a:rPr kumimoji="1" lang="zh-CN" altLang="en-US" sz="2000" b="1" dirty="0">
                <a:solidFill>
                  <a:srgbClr val="333399"/>
                </a:solidFill>
                <a:latin typeface="Arial" charset="0"/>
                <a:ea typeface="黑体" pitchFamily="2" charset="-122"/>
              </a:rPr>
              <a:t>层上</a:t>
            </a:r>
            <a:r>
              <a:rPr kumimoji="1" lang="zh-CN" altLang="en-US" sz="2000" b="1" dirty="0" smtClean="0">
                <a:solidFill>
                  <a:srgbClr val="333399"/>
                </a:solidFill>
                <a:latin typeface="Arial" charset="0"/>
                <a:ea typeface="黑体" pitchFamily="2" charset="-122"/>
              </a:rPr>
              <a:t>的虚拟互联网</a:t>
            </a:r>
            <a:endParaRPr kumimoji="1" lang="zh-CN" altLang="en-US" sz="2000" b="1" dirty="0">
              <a:solidFill>
                <a:srgbClr val="333399"/>
              </a:solidFill>
              <a:latin typeface="Arial" charset="0"/>
              <a:ea typeface="黑体" pitchFamily="2" charset="-122"/>
            </a:endParaRPr>
          </a:p>
        </p:txBody>
      </p:sp>
      <p:sp>
        <p:nvSpPr>
          <p:cNvPr id="87098" name="Text Box 114"/>
          <p:cNvSpPr txBox="1">
            <a:spLocks noChangeArrowheads="1"/>
          </p:cNvSpPr>
          <p:nvPr/>
        </p:nvSpPr>
        <p:spPr bwMode="auto">
          <a:xfrm>
            <a:off x="2591470" y="6014616"/>
            <a:ext cx="10070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a:solidFill>
                  <a:srgbClr val="333399"/>
                </a:solidFill>
                <a:latin typeface="Arial" charset="0"/>
                <a:ea typeface="黑体" pitchFamily="2" charset="-122"/>
              </a:rPr>
              <a:t>MAC </a:t>
            </a:r>
            <a:r>
              <a:rPr kumimoji="1" lang="zh-CN" altLang="en-US" sz="1800" b="1" dirty="0">
                <a:solidFill>
                  <a:srgbClr val="333399"/>
                </a:solidFill>
                <a:latin typeface="Arial" charset="0"/>
                <a:ea typeface="黑体" pitchFamily="2" charset="-122"/>
              </a:rPr>
              <a:t>帧</a:t>
            </a:r>
          </a:p>
        </p:txBody>
      </p:sp>
      <p:grpSp>
        <p:nvGrpSpPr>
          <p:cNvPr id="87099" name="Group 115"/>
          <p:cNvGrpSpPr>
            <a:grpSpLocks/>
          </p:cNvGrpSpPr>
          <p:nvPr/>
        </p:nvGrpSpPr>
        <p:grpSpPr bwMode="auto">
          <a:xfrm>
            <a:off x="9677400" y="2420938"/>
            <a:ext cx="685800" cy="1447800"/>
            <a:chOff x="672" y="528"/>
            <a:chExt cx="432" cy="912"/>
          </a:xfrm>
        </p:grpSpPr>
        <p:sp>
          <p:nvSpPr>
            <p:cNvPr id="87143" name="AutoShape 116"/>
            <p:cNvSpPr>
              <a:spLocks noChangeArrowheads="1"/>
            </p:cNvSpPr>
            <p:nvPr/>
          </p:nvSpPr>
          <p:spPr bwMode="auto">
            <a:xfrm>
              <a:off x="672" y="1008"/>
              <a:ext cx="432" cy="432"/>
            </a:xfrm>
            <a:prstGeom prst="cube">
              <a:avLst>
                <a:gd name="adj" fmla="val 25000"/>
              </a:avLst>
            </a:prstGeom>
            <a:solidFill>
              <a:srgbClr val="DDDDDD"/>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87144" name="AutoShape 117"/>
            <p:cNvSpPr>
              <a:spLocks noChangeArrowheads="1"/>
            </p:cNvSpPr>
            <p:nvPr/>
          </p:nvSpPr>
          <p:spPr bwMode="auto">
            <a:xfrm>
              <a:off x="672" y="720"/>
              <a:ext cx="432" cy="432"/>
            </a:xfrm>
            <a:prstGeom prst="cube">
              <a:avLst>
                <a:gd name="adj" fmla="val 25000"/>
              </a:avLst>
            </a:prstGeom>
            <a:solidFill>
              <a:srgbClr val="DDDDDD"/>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87145" name="AutoShape 118"/>
            <p:cNvSpPr>
              <a:spLocks noChangeArrowheads="1"/>
            </p:cNvSpPr>
            <p:nvPr/>
          </p:nvSpPr>
          <p:spPr bwMode="auto">
            <a:xfrm>
              <a:off x="672" y="528"/>
              <a:ext cx="432" cy="432"/>
            </a:xfrm>
            <a:prstGeom prst="cube">
              <a:avLst>
                <a:gd name="adj" fmla="val 25000"/>
              </a:avLst>
            </a:prstGeom>
            <a:solidFill>
              <a:srgbClr val="DDDDDD"/>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grpSp>
      <p:sp>
        <p:nvSpPr>
          <p:cNvPr id="87100" name="Text Box 119"/>
          <p:cNvSpPr txBox="1">
            <a:spLocks noChangeArrowheads="1"/>
          </p:cNvSpPr>
          <p:nvPr/>
        </p:nvSpPr>
        <p:spPr bwMode="auto">
          <a:xfrm>
            <a:off x="9726613" y="3435350"/>
            <a:ext cx="4841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a:solidFill>
                  <a:srgbClr val="333399"/>
                </a:solidFill>
                <a:latin typeface="Arial" charset="0"/>
                <a:ea typeface="黑体" pitchFamily="2" charset="-122"/>
              </a:rPr>
              <a:t>IP</a:t>
            </a:r>
            <a:r>
              <a:rPr kumimoji="1" lang="en-US" altLang="zh-CN" sz="1800" b="1" baseline="-25000">
                <a:solidFill>
                  <a:srgbClr val="333399"/>
                </a:solidFill>
                <a:latin typeface="Arial" charset="0"/>
                <a:ea typeface="黑体" pitchFamily="2" charset="-122"/>
              </a:rPr>
              <a:t>2</a:t>
            </a:r>
            <a:endParaRPr kumimoji="1" lang="en-US" altLang="zh-CN" sz="1800" b="1">
              <a:solidFill>
                <a:srgbClr val="333399"/>
              </a:solidFill>
              <a:latin typeface="Arial" charset="0"/>
              <a:ea typeface="黑体" pitchFamily="2" charset="-122"/>
            </a:endParaRPr>
          </a:p>
        </p:txBody>
      </p:sp>
      <p:sp>
        <p:nvSpPr>
          <p:cNvPr id="87101" name="Text Box 120"/>
          <p:cNvSpPr txBox="1">
            <a:spLocks noChangeArrowheads="1"/>
          </p:cNvSpPr>
          <p:nvPr/>
        </p:nvSpPr>
        <p:spPr bwMode="auto">
          <a:xfrm>
            <a:off x="4845050" y="3697288"/>
            <a:ext cx="4841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a:solidFill>
                  <a:srgbClr val="333399"/>
                </a:solidFill>
                <a:latin typeface="Arial" charset="0"/>
                <a:ea typeface="黑体" pitchFamily="2" charset="-122"/>
              </a:rPr>
              <a:t>IP</a:t>
            </a:r>
            <a:r>
              <a:rPr kumimoji="1" lang="en-US" altLang="zh-CN" sz="1800" b="1" baseline="-25000" dirty="0">
                <a:solidFill>
                  <a:srgbClr val="333399"/>
                </a:solidFill>
                <a:latin typeface="Arial" charset="0"/>
                <a:ea typeface="黑体" pitchFamily="2" charset="-122"/>
              </a:rPr>
              <a:t>4</a:t>
            </a:r>
            <a:endParaRPr kumimoji="1" lang="en-US" altLang="zh-CN" sz="1800" b="1" dirty="0">
              <a:solidFill>
                <a:srgbClr val="333399"/>
              </a:solidFill>
              <a:latin typeface="Arial" charset="0"/>
              <a:ea typeface="黑体" pitchFamily="2" charset="-122"/>
            </a:endParaRPr>
          </a:p>
        </p:txBody>
      </p:sp>
      <p:sp>
        <p:nvSpPr>
          <p:cNvPr id="87102" name="Text Box 121"/>
          <p:cNvSpPr txBox="1">
            <a:spLocks noChangeArrowheads="1"/>
          </p:cNvSpPr>
          <p:nvPr/>
        </p:nvSpPr>
        <p:spPr bwMode="auto">
          <a:xfrm>
            <a:off x="3810000" y="3697288"/>
            <a:ext cx="4841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a:solidFill>
                  <a:srgbClr val="333399"/>
                </a:solidFill>
                <a:latin typeface="Arial" charset="0"/>
                <a:ea typeface="黑体" pitchFamily="2" charset="-122"/>
              </a:rPr>
              <a:t>IP</a:t>
            </a:r>
            <a:r>
              <a:rPr kumimoji="1" lang="en-US" altLang="zh-CN" sz="1800" b="1" baseline="-25000" dirty="0">
                <a:solidFill>
                  <a:srgbClr val="333399"/>
                </a:solidFill>
                <a:latin typeface="Arial" charset="0"/>
                <a:ea typeface="黑体" pitchFamily="2" charset="-122"/>
              </a:rPr>
              <a:t>3</a:t>
            </a:r>
            <a:endParaRPr kumimoji="1" lang="en-US" altLang="zh-CN" sz="1800" b="1" dirty="0">
              <a:solidFill>
                <a:srgbClr val="333399"/>
              </a:solidFill>
              <a:latin typeface="Arial" charset="0"/>
              <a:ea typeface="黑体" pitchFamily="2" charset="-122"/>
            </a:endParaRPr>
          </a:p>
        </p:txBody>
      </p:sp>
      <p:sp>
        <p:nvSpPr>
          <p:cNvPr id="87103" name="Line 122"/>
          <p:cNvSpPr>
            <a:spLocks noChangeShapeType="1"/>
          </p:cNvSpPr>
          <p:nvPr/>
        </p:nvSpPr>
        <p:spPr bwMode="auto">
          <a:xfrm>
            <a:off x="4800600" y="3611563"/>
            <a:ext cx="2057400" cy="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7104" name="AutoShape 123"/>
          <p:cNvSpPr>
            <a:spLocks noChangeArrowheads="1"/>
          </p:cNvSpPr>
          <p:nvPr/>
        </p:nvSpPr>
        <p:spPr bwMode="auto">
          <a:xfrm>
            <a:off x="6856413" y="3230563"/>
            <a:ext cx="685800" cy="609600"/>
          </a:xfrm>
          <a:prstGeom prst="cube">
            <a:avLst>
              <a:gd name="adj" fmla="val 25000"/>
            </a:avLst>
          </a:prstGeom>
          <a:solidFill>
            <a:srgbClr val="66CCFF"/>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87105" name="Line 124"/>
          <p:cNvSpPr>
            <a:spLocks noChangeShapeType="1"/>
          </p:cNvSpPr>
          <p:nvPr/>
        </p:nvSpPr>
        <p:spPr bwMode="auto">
          <a:xfrm>
            <a:off x="7467600" y="3611563"/>
            <a:ext cx="2209800" cy="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7106" name="Text Box 125"/>
          <p:cNvSpPr txBox="1">
            <a:spLocks noChangeArrowheads="1"/>
          </p:cNvSpPr>
          <p:nvPr/>
        </p:nvSpPr>
        <p:spPr bwMode="auto">
          <a:xfrm>
            <a:off x="6477000" y="3697288"/>
            <a:ext cx="4841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a:solidFill>
                  <a:srgbClr val="333399"/>
                </a:solidFill>
                <a:latin typeface="Arial" charset="0"/>
                <a:ea typeface="黑体" pitchFamily="2" charset="-122"/>
              </a:rPr>
              <a:t>IP</a:t>
            </a:r>
            <a:r>
              <a:rPr kumimoji="1" lang="en-US" altLang="zh-CN" sz="1800" b="1" baseline="-25000">
                <a:solidFill>
                  <a:srgbClr val="333399"/>
                </a:solidFill>
                <a:latin typeface="Arial" charset="0"/>
                <a:ea typeface="黑体" pitchFamily="2" charset="-122"/>
              </a:rPr>
              <a:t>5</a:t>
            </a:r>
            <a:endParaRPr kumimoji="1" lang="en-US" altLang="zh-CN" sz="1800" b="1">
              <a:solidFill>
                <a:srgbClr val="333399"/>
              </a:solidFill>
              <a:latin typeface="Arial" charset="0"/>
              <a:ea typeface="黑体" pitchFamily="2" charset="-122"/>
            </a:endParaRPr>
          </a:p>
        </p:txBody>
      </p:sp>
      <p:sp>
        <p:nvSpPr>
          <p:cNvPr id="87107" name="Line 126"/>
          <p:cNvSpPr>
            <a:spLocks noChangeShapeType="1"/>
          </p:cNvSpPr>
          <p:nvPr/>
        </p:nvSpPr>
        <p:spPr bwMode="auto">
          <a:xfrm>
            <a:off x="4876800" y="5440363"/>
            <a:ext cx="1905000" cy="0"/>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7108" name="Freeform 127"/>
          <p:cNvSpPr>
            <a:spLocks/>
          </p:cNvSpPr>
          <p:nvPr/>
        </p:nvSpPr>
        <p:spPr bwMode="auto">
          <a:xfrm flipH="1">
            <a:off x="7445375" y="5156200"/>
            <a:ext cx="341313" cy="284163"/>
          </a:xfrm>
          <a:custGeom>
            <a:avLst/>
            <a:gdLst>
              <a:gd name="T0" fmla="*/ 0 w 249"/>
              <a:gd name="T1" fmla="*/ 2147483646 h 176"/>
              <a:gd name="T2" fmla="*/ 2147483646 w 249"/>
              <a:gd name="T3" fmla="*/ 0 h 176"/>
              <a:gd name="T4" fmla="*/ 2147483646 w 249"/>
              <a:gd name="T5" fmla="*/ 2147483646 h 176"/>
              <a:gd name="T6" fmla="*/ 0 60000 65536"/>
              <a:gd name="T7" fmla="*/ 0 60000 65536"/>
              <a:gd name="T8" fmla="*/ 0 60000 65536"/>
              <a:gd name="T9" fmla="*/ 0 w 249"/>
              <a:gd name="T10" fmla="*/ 0 h 176"/>
              <a:gd name="T11" fmla="*/ 249 w 249"/>
              <a:gd name="T12" fmla="*/ 176 h 176"/>
            </a:gdLst>
            <a:ahLst/>
            <a:cxnLst>
              <a:cxn ang="T6">
                <a:pos x="T0" y="T1"/>
              </a:cxn>
              <a:cxn ang="T7">
                <a:pos x="T2" y="T3"/>
              </a:cxn>
              <a:cxn ang="T8">
                <a:pos x="T4" y="T5"/>
              </a:cxn>
            </a:cxnLst>
            <a:rect l="T9" t="T10" r="T11" b="T12"/>
            <a:pathLst>
              <a:path w="249" h="176">
                <a:moveTo>
                  <a:pt x="0" y="176"/>
                </a:moveTo>
                <a:lnTo>
                  <a:pt x="1" y="0"/>
                </a:lnTo>
                <a:lnTo>
                  <a:pt x="249" y="9"/>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87109" name="Freeform 128"/>
          <p:cNvSpPr>
            <a:spLocks/>
          </p:cNvSpPr>
          <p:nvPr/>
        </p:nvSpPr>
        <p:spPr bwMode="auto">
          <a:xfrm flipH="1">
            <a:off x="4757738" y="5162550"/>
            <a:ext cx="423862" cy="279400"/>
          </a:xfrm>
          <a:custGeom>
            <a:avLst/>
            <a:gdLst>
              <a:gd name="T0" fmla="*/ 0 w 249"/>
              <a:gd name="T1" fmla="*/ 2147483646 h 176"/>
              <a:gd name="T2" fmla="*/ 2147483646 w 249"/>
              <a:gd name="T3" fmla="*/ 0 h 176"/>
              <a:gd name="T4" fmla="*/ 2147483646 w 249"/>
              <a:gd name="T5" fmla="*/ 2147483646 h 176"/>
              <a:gd name="T6" fmla="*/ 0 60000 65536"/>
              <a:gd name="T7" fmla="*/ 0 60000 65536"/>
              <a:gd name="T8" fmla="*/ 0 60000 65536"/>
              <a:gd name="T9" fmla="*/ 0 w 249"/>
              <a:gd name="T10" fmla="*/ 0 h 176"/>
              <a:gd name="T11" fmla="*/ 249 w 249"/>
              <a:gd name="T12" fmla="*/ 176 h 176"/>
            </a:gdLst>
            <a:ahLst/>
            <a:cxnLst>
              <a:cxn ang="T6">
                <a:pos x="T0" y="T1"/>
              </a:cxn>
              <a:cxn ang="T7">
                <a:pos x="T2" y="T3"/>
              </a:cxn>
              <a:cxn ang="T8">
                <a:pos x="T4" y="T5"/>
              </a:cxn>
            </a:cxnLst>
            <a:rect l="T9" t="T10" r="T11" b="T12"/>
            <a:pathLst>
              <a:path w="249" h="176">
                <a:moveTo>
                  <a:pt x="0" y="176"/>
                </a:moveTo>
                <a:lnTo>
                  <a:pt x="1" y="0"/>
                </a:lnTo>
                <a:lnTo>
                  <a:pt x="249" y="9"/>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87110" name="Text Box 129"/>
          <p:cNvSpPr txBox="1">
            <a:spLocks noChangeArrowheads="1"/>
          </p:cNvSpPr>
          <p:nvPr/>
        </p:nvSpPr>
        <p:spPr bwMode="auto">
          <a:xfrm>
            <a:off x="6742113" y="2862263"/>
            <a:ext cx="11977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800" b="1">
                <a:solidFill>
                  <a:srgbClr val="333399"/>
                </a:solidFill>
                <a:latin typeface="Arial" charset="0"/>
                <a:ea typeface="黑体" pitchFamily="2" charset="-122"/>
              </a:rPr>
              <a:t>路由器 </a:t>
            </a:r>
            <a:r>
              <a:rPr kumimoji="1" lang="en-US" altLang="zh-CN" sz="1800" b="1">
                <a:solidFill>
                  <a:srgbClr val="333399"/>
                </a:solidFill>
                <a:latin typeface="Arial" charset="0"/>
                <a:ea typeface="黑体" pitchFamily="2" charset="-122"/>
              </a:rPr>
              <a:t>R</a:t>
            </a:r>
            <a:r>
              <a:rPr kumimoji="1" lang="en-US" altLang="zh-CN" sz="1800" b="1" baseline="-25000">
                <a:solidFill>
                  <a:srgbClr val="333399"/>
                </a:solidFill>
                <a:latin typeface="Arial" charset="0"/>
                <a:ea typeface="黑体" pitchFamily="2" charset="-122"/>
              </a:rPr>
              <a:t>2</a:t>
            </a:r>
            <a:endParaRPr kumimoji="1" lang="en-US" altLang="zh-CN" sz="1800" b="1">
              <a:solidFill>
                <a:srgbClr val="333399"/>
              </a:solidFill>
              <a:latin typeface="Arial" charset="0"/>
              <a:ea typeface="黑体" pitchFamily="2" charset="-122"/>
            </a:endParaRPr>
          </a:p>
        </p:txBody>
      </p:sp>
      <p:sp>
        <p:nvSpPr>
          <p:cNvPr id="87117" name="Text Box 148"/>
          <p:cNvSpPr txBox="1">
            <a:spLocks noChangeArrowheads="1"/>
          </p:cNvSpPr>
          <p:nvPr/>
        </p:nvSpPr>
        <p:spPr bwMode="auto">
          <a:xfrm>
            <a:off x="8040216" y="6018213"/>
            <a:ext cx="10070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a:solidFill>
                  <a:srgbClr val="333399"/>
                </a:solidFill>
                <a:latin typeface="Arial" charset="0"/>
                <a:ea typeface="黑体" pitchFamily="2" charset="-122"/>
              </a:rPr>
              <a:t>MAC </a:t>
            </a:r>
            <a:r>
              <a:rPr kumimoji="1" lang="zh-CN" altLang="en-US" sz="1800" b="1" dirty="0">
                <a:solidFill>
                  <a:srgbClr val="333399"/>
                </a:solidFill>
                <a:latin typeface="Arial" charset="0"/>
                <a:ea typeface="黑体" pitchFamily="2" charset="-122"/>
              </a:rPr>
              <a:t>帧</a:t>
            </a:r>
          </a:p>
        </p:txBody>
      </p:sp>
      <p:sp>
        <p:nvSpPr>
          <p:cNvPr id="87118" name="Text Box 149"/>
          <p:cNvSpPr txBox="1">
            <a:spLocks noChangeArrowheads="1"/>
          </p:cNvSpPr>
          <p:nvPr/>
        </p:nvSpPr>
        <p:spPr bwMode="auto">
          <a:xfrm>
            <a:off x="5303912" y="6018213"/>
            <a:ext cx="10070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a:solidFill>
                  <a:srgbClr val="333399"/>
                </a:solidFill>
                <a:latin typeface="Arial" charset="0"/>
                <a:ea typeface="黑体" pitchFamily="2" charset="-122"/>
              </a:rPr>
              <a:t>MAC </a:t>
            </a:r>
            <a:r>
              <a:rPr kumimoji="1" lang="zh-CN" altLang="en-US" sz="1800" b="1" dirty="0">
                <a:solidFill>
                  <a:srgbClr val="333399"/>
                </a:solidFill>
                <a:latin typeface="Arial" charset="0"/>
                <a:ea typeface="黑体" pitchFamily="2" charset="-122"/>
              </a:rPr>
              <a:t>帧</a:t>
            </a:r>
          </a:p>
        </p:txBody>
      </p:sp>
      <p:sp>
        <p:nvSpPr>
          <p:cNvPr id="220318" name="Text Box 158"/>
          <p:cNvSpPr txBox="1">
            <a:spLocks noChangeArrowheads="1"/>
          </p:cNvSpPr>
          <p:nvPr/>
        </p:nvSpPr>
        <p:spPr bwMode="auto">
          <a:xfrm>
            <a:off x="3834036" y="1598885"/>
            <a:ext cx="4494212" cy="461963"/>
          </a:xfrm>
          <a:prstGeom prst="rect">
            <a:avLst/>
          </a:prstGeom>
          <a:solidFill>
            <a:srgbClr val="FFFF99"/>
          </a:solidFill>
          <a:ln w="9525">
            <a:solidFill>
              <a:srgbClr val="333399"/>
            </a:solidFill>
            <a:miter lim="800000"/>
            <a:headEnd/>
            <a:tailEnd/>
          </a:ln>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zh-CN" altLang="en-US" sz="2400" b="1" dirty="0">
                <a:solidFill>
                  <a:srgbClr val="333399"/>
                </a:solidFill>
                <a:latin typeface="Tahoma" pitchFamily="34" charset="0"/>
                <a:ea typeface="黑体" pitchFamily="2" charset="-122"/>
              </a:rPr>
              <a:t>从协议栈的层次上看数据的流动</a:t>
            </a:r>
          </a:p>
        </p:txBody>
      </p:sp>
      <p:sp>
        <p:nvSpPr>
          <p:cNvPr id="220319" name="Line 159"/>
          <p:cNvSpPr>
            <a:spLocks noChangeShapeType="1"/>
          </p:cNvSpPr>
          <p:nvPr/>
        </p:nvSpPr>
        <p:spPr bwMode="auto">
          <a:xfrm>
            <a:off x="1992313" y="2708275"/>
            <a:ext cx="0" cy="2665413"/>
          </a:xfrm>
          <a:prstGeom prst="line">
            <a:avLst/>
          </a:prstGeom>
          <a:noFill/>
          <a:ln w="7620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20321" name="Line 161"/>
          <p:cNvSpPr>
            <a:spLocks noChangeShapeType="1"/>
          </p:cNvSpPr>
          <p:nvPr/>
        </p:nvSpPr>
        <p:spPr bwMode="auto">
          <a:xfrm>
            <a:off x="1992313" y="5445125"/>
            <a:ext cx="1871662" cy="0"/>
          </a:xfrm>
          <a:prstGeom prst="line">
            <a:avLst/>
          </a:prstGeom>
          <a:noFill/>
          <a:ln w="7620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20323" name="Line 163"/>
          <p:cNvSpPr>
            <a:spLocks noChangeShapeType="1"/>
          </p:cNvSpPr>
          <p:nvPr/>
        </p:nvSpPr>
        <p:spPr bwMode="auto">
          <a:xfrm flipV="1">
            <a:off x="4367213" y="3500438"/>
            <a:ext cx="0" cy="1800225"/>
          </a:xfrm>
          <a:prstGeom prst="line">
            <a:avLst/>
          </a:prstGeom>
          <a:noFill/>
          <a:ln w="7620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20324" name="Line 164"/>
          <p:cNvSpPr>
            <a:spLocks noChangeShapeType="1"/>
          </p:cNvSpPr>
          <p:nvPr/>
        </p:nvSpPr>
        <p:spPr bwMode="auto">
          <a:xfrm>
            <a:off x="4583113" y="3500438"/>
            <a:ext cx="0" cy="1800225"/>
          </a:xfrm>
          <a:prstGeom prst="line">
            <a:avLst/>
          </a:prstGeom>
          <a:noFill/>
          <a:ln w="7620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20325" name="Line 165"/>
          <p:cNvSpPr>
            <a:spLocks noChangeShapeType="1"/>
          </p:cNvSpPr>
          <p:nvPr/>
        </p:nvSpPr>
        <p:spPr bwMode="auto">
          <a:xfrm>
            <a:off x="4945063" y="5445125"/>
            <a:ext cx="1871662" cy="0"/>
          </a:xfrm>
          <a:prstGeom prst="line">
            <a:avLst/>
          </a:prstGeom>
          <a:noFill/>
          <a:ln w="7620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20328" name="Line 168"/>
          <p:cNvSpPr>
            <a:spLocks noChangeShapeType="1"/>
          </p:cNvSpPr>
          <p:nvPr/>
        </p:nvSpPr>
        <p:spPr bwMode="auto">
          <a:xfrm flipV="1">
            <a:off x="7032625" y="3500438"/>
            <a:ext cx="0" cy="1800225"/>
          </a:xfrm>
          <a:prstGeom prst="line">
            <a:avLst/>
          </a:prstGeom>
          <a:noFill/>
          <a:ln w="7620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20329" name="Line 169"/>
          <p:cNvSpPr>
            <a:spLocks noChangeShapeType="1"/>
          </p:cNvSpPr>
          <p:nvPr/>
        </p:nvSpPr>
        <p:spPr bwMode="auto">
          <a:xfrm>
            <a:off x="7248525" y="3500438"/>
            <a:ext cx="0" cy="1800225"/>
          </a:xfrm>
          <a:prstGeom prst="line">
            <a:avLst/>
          </a:prstGeom>
          <a:noFill/>
          <a:ln w="7620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20330" name="Line 170"/>
          <p:cNvSpPr>
            <a:spLocks noChangeShapeType="1"/>
          </p:cNvSpPr>
          <p:nvPr/>
        </p:nvSpPr>
        <p:spPr bwMode="auto">
          <a:xfrm>
            <a:off x="7896225" y="5445125"/>
            <a:ext cx="1871663" cy="0"/>
          </a:xfrm>
          <a:prstGeom prst="line">
            <a:avLst/>
          </a:prstGeom>
          <a:noFill/>
          <a:ln w="7620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20331" name="Line 171"/>
          <p:cNvSpPr>
            <a:spLocks noChangeShapeType="1"/>
          </p:cNvSpPr>
          <p:nvPr/>
        </p:nvSpPr>
        <p:spPr bwMode="auto">
          <a:xfrm flipV="1">
            <a:off x="9912350" y="2779713"/>
            <a:ext cx="0" cy="2665412"/>
          </a:xfrm>
          <a:prstGeom prst="line">
            <a:avLst/>
          </a:prstGeom>
          <a:noFill/>
          <a:ln w="7620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 name="标题 1"/>
          <p:cNvSpPr>
            <a:spLocks noGrp="1"/>
          </p:cNvSpPr>
          <p:nvPr>
            <p:ph type="title"/>
          </p:nvPr>
        </p:nvSpPr>
        <p:spPr/>
        <p:txBody>
          <a:bodyPr/>
          <a:lstStyle/>
          <a:p>
            <a:r>
              <a:rPr lang="en-US" altLang="zh-CN" dirty="0"/>
              <a:t>IP </a:t>
            </a:r>
            <a:r>
              <a:rPr lang="zh-CN" altLang="en-US" dirty="0"/>
              <a:t>数据报转发过程 </a:t>
            </a:r>
          </a:p>
        </p:txBody>
      </p:sp>
      <p:grpSp>
        <p:nvGrpSpPr>
          <p:cNvPr id="11" name="组合 10"/>
          <p:cNvGrpSpPr/>
          <p:nvPr/>
        </p:nvGrpSpPr>
        <p:grpSpPr>
          <a:xfrm>
            <a:off x="2273301" y="5592763"/>
            <a:ext cx="1841501" cy="381000"/>
            <a:chOff x="2273301" y="5592763"/>
            <a:chExt cx="1841501" cy="381000"/>
          </a:xfrm>
        </p:grpSpPr>
        <p:sp>
          <p:nvSpPr>
            <p:cNvPr id="87136" name="AutoShape 141"/>
            <p:cNvSpPr>
              <a:spLocks noChangeArrowheads="1"/>
            </p:cNvSpPr>
            <p:nvPr/>
          </p:nvSpPr>
          <p:spPr bwMode="auto">
            <a:xfrm>
              <a:off x="3810002" y="5668963"/>
              <a:ext cx="304800" cy="228600"/>
            </a:xfrm>
            <a:prstGeom prst="rightArrow">
              <a:avLst>
                <a:gd name="adj1" fmla="val 50000"/>
                <a:gd name="adj2" fmla="val 54167"/>
              </a:avLst>
            </a:prstGeom>
            <a:solidFill>
              <a:srgbClr val="CCECFF"/>
            </a:solidFill>
            <a:ln w="127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6" name="矩形 5"/>
            <p:cNvSpPr/>
            <p:nvPr/>
          </p:nvSpPr>
          <p:spPr>
            <a:xfrm>
              <a:off x="2273301" y="5609213"/>
              <a:ext cx="1539710" cy="348178"/>
            </a:xfrm>
            <a:prstGeom prst="rect">
              <a:avLst/>
            </a:prstGeom>
            <a:solidFill>
              <a:srgbClr val="CCEC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87135" name="Rectangle 140"/>
            <p:cNvSpPr>
              <a:spLocks noChangeArrowheads="1"/>
            </p:cNvSpPr>
            <p:nvPr/>
          </p:nvSpPr>
          <p:spPr bwMode="auto">
            <a:xfrm>
              <a:off x="2917015" y="5592763"/>
              <a:ext cx="985838" cy="381000"/>
            </a:xfrm>
            <a:prstGeom prst="rect">
              <a:avLst/>
            </a:prstGeom>
            <a:noFill/>
            <a:ln w="12700">
              <a:noFill/>
              <a:miter lim="800000"/>
              <a:headEnd/>
              <a:tailEnd/>
            </a:ln>
          </p:spPr>
          <p:txBody>
            <a:bodyPr wrap="none" anchor="ctr"/>
            <a:lstStyle/>
            <a:p>
              <a:pPr algn="r" eaLnBrk="1" hangingPunct="1"/>
              <a:r>
                <a:rPr kumimoji="1" lang="en-US" altLang="zh-CN" sz="1400" b="1" dirty="0" smtClean="0">
                  <a:solidFill>
                    <a:srgbClr val="333399"/>
                  </a:solidFill>
                  <a:ea typeface="黑体" pitchFamily="2" charset="-122"/>
                </a:rPr>
                <a:t>MAC</a:t>
              </a:r>
              <a:r>
                <a:rPr kumimoji="1" lang="en-US" altLang="zh-CN" sz="1400" b="1" baseline="-25000" dirty="0" smtClean="0">
                  <a:solidFill>
                    <a:srgbClr val="333399"/>
                  </a:solidFill>
                  <a:ea typeface="黑体" pitchFamily="2" charset="-122"/>
                </a:rPr>
                <a:t>1</a:t>
              </a:r>
              <a:r>
                <a:rPr kumimoji="1" lang="en-US" altLang="zh-CN" sz="1400" b="1" dirty="0" smtClean="0">
                  <a:solidFill>
                    <a:srgbClr val="333399"/>
                  </a:solidFill>
                  <a:ea typeface="黑体" pitchFamily="2" charset="-122"/>
                </a:rPr>
                <a:t> MAC</a:t>
              </a:r>
              <a:r>
                <a:rPr kumimoji="1" lang="en-US" altLang="zh-CN" sz="1400" b="1" baseline="-25000" dirty="0" smtClean="0">
                  <a:solidFill>
                    <a:srgbClr val="333399"/>
                  </a:solidFill>
                  <a:ea typeface="黑体" pitchFamily="2" charset="-122"/>
                </a:rPr>
                <a:t>3</a:t>
              </a:r>
              <a:endParaRPr kumimoji="1" lang="en-US" altLang="zh-CN" sz="1400" b="1" baseline="-25000" dirty="0">
                <a:solidFill>
                  <a:srgbClr val="333399"/>
                </a:solidFill>
                <a:ea typeface="黑体" pitchFamily="2" charset="-122"/>
              </a:endParaRPr>
            </a:p>
          </p:txBody>
        </p:sp>
        <p:cxnSp>
          <p:nvCxnSpPr>
            <p:cNvPr id="8" name="直接连接符 7"/>
            <p:cNvCxnSpPr/>
            <p:nvPr/>
          </p:nvCxnSpPr>
          <p:spPr>
            <a:xfrm>
              <a:off x="3314700" y="560921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直接连接符 126"/>
            <p:cNvCxnSpPr/>
            <p:nvPr/>
          </p:nvCxnSpPr>
          <p:spPr>
            <a:xfrm>
              <a:off x="2815531" y="561629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9" name="组合 128"/>
          <p:cNvGrpSpPr/>
          <p:nvPr/>
        </p:nvGrpSpPr>
        <p:grpSpPr>
          <a:xfrm>
            <a:off x="4974579" y="5599873"/>
            <a:ext cx="1841501" cy="381000"/>
            <a:chOff x="2273301" y="5592763"/>
            <a:chExt cx="1841501" cy="381000"/>
          </a:xfrm>
        </p:grpSpPr>
        <p:sp>
          <p:nvSpPr>
            <p:cNvPr id="130" name="AutoShape 141"/>
            <p:cNvSpPr>
              <a:spLocks noChangeArrowheads="1"/>
            </p:cNvSpPr>
            <p:nvPr/>
          </p:nvSpPr>
          <p:spPr bwMode="auto">
            <a:xfrm>
              <a:off x="3810002" y="5668963"/>
              <a:ext cx="304800" cy="228600"/>
            </a:xfrm>
            <a:prstGeom prst="rightArrow">
              <a:avLst>
                <a:gd name="adj1" fmla="val 50000"/>
                <a:gd name="adj2" fmla="val 54167"/>
              </a:avLst>
            </a:prstGeom>
            <a:solidFill>
              <a:srgbClr val="CCECFF"/>
            </a:solidFill>
            <a:ln w="127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31" name="矩形 130"/>
            <p:cNvSpPr/>
            <p:nvPr/>
          </p:nvSpPr>
          <p:spPr>
            <a:xfrm>
              <a:off x="2273301" y="5609213"/>
              <a:ext cx="1539710" cy="348178"/>
            </a:xfrm>
            <a:prstGeom prst="rect">
              <a:avLst/>
            </a:prstGeom>
            <a:solidFill>
              <a:srgbClr val="CCEC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32" name="Rectangle 140"/>
            <p:cNvSpPr>
              <a:spLocks noChangeArrowheads="1"/>
            </p:cNvSpPr>
            <p:nvPr/>
          </p:nvSpPr>
          <p:spPr bwMode="auto">
            <a:xfrm>
              <a:off x="2917015" y="5592763"/>
              <a:ext cx="985838" cy="381000"/>
            </a:xfrm>
            <a:prstGeom prst="rect">
              <a:avLst/>
            </a:prstGeom>
            <a:noFill/>
            <a:ln w="12700">
              <a:noFill/>
              <a:miter lim="800000"/>
              <a:headEnd/>
              <a:tailEnd/>
            </a:ln>
          </p:spPr>
          <p:txBody>
            <a:bodyPr wrap="none" anchor="ctr"/>
            <a:lstStyle/>
            <a:p>
              <a:pPr algn="r" eaLnBrk="1" hangingPunct="1"/>
              <a:r>
                <a:rPr kumimoji="1" lang="en-US" altLang="zh-CN" sz="1400" b="1" dirty="0" smtClean="0">
                  <a:solidFill>
                    <a:srgbClr val="333399"/>
                  </a:solidFill>
                  <a:ea typeface="黑体" pitchFamily="2" charset="-122"/>
                </a:rPr>
                <a:t>MAC</a:t>
              </a:r>
              <a:r>
                <a:rPr kumimoji="1" lang="en-US" altLang="zh-CN" sz="1400" b="1" baseline="-25000" dirty="0" smtClean="0">
                  <a:solidFill>
                    <a:srgbClr val="333399"/>
                  </a:solidFill>
                  <a:ea typeface="黑体" pitchFamily="2" charset="-122"/>
                </a:rPr>
                <a:t>4</a:t>
              </a:r>
              <a:r>
                <a:rPr kumimoji="1" lang="en-US" altLang="zh-CN" sz="1400" b="1" dirty="0" smtClean="0">
                  <a:solidFill>
                    <a:srgbClr val="333399"/>
                  </a:solidFill>
                  <a:ea typeface="黑体" pitchFamily="2" charset="-122"/>
                </a:rPr>
                <a:t> MAC</a:t>
              </a:r>
              <a:r>
                <a:rPr kumimoji="1" lang="en-US" altLang="zh-CN" sz="1400" b="1" baseline="-25000" dirty="0" smtClean="0">
                  <a:solidFill>
                    <a:srgbClr val="333399"/>
                  </a:solidFill>
                  <a:ea typeface="黑体" pitchFamily="2" charset="-122"/>
                </a:rPr>
                <a:t>5</a:t>
              </a:r>
              <a:endParaRPr kumimoji="1" lang="en-US" altLang="zh-CN" sz="1400" b="1" baseline="-25000" dirty="0">
                <a:solidFill>
                  <a:srgbClr val="333399"/>
                </a:solidFill>
                <a:ea typeface="黑体" pitchFamily="2" charset="-122"/>
              </a:endParaRPr>
            </a:p>
          </p:txBody>
        </p:sp>
        <p:cxnSp>
          <p:nvCxnSpPr>
            <p:cNvPr id="133" name="直接连接符 132"/>
            <p:cNvCxnSpPr/>
            <p:nvPr/>
          </p:nvCxnSpPr>
          <p:spPr>
            <a:xfrm>
              <a:off x="3314700" y="560921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a:off x="2815531" y="561629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5" name="组合 134"/>
          <p:cNvGrpSpPr/>
          <p:nvPr/>
        </p:nvGrpSpPr>
        <p:grpSpPr>
          <a:xfrm>
            <a:off x="7710883" y="5599873"/>
            <a:ext cx="1841501" cy="381000"/>
            <a:chOff x="2273301" y="5592763"/>
            <a:chExt cx="1841501" cy="381000"/>
          </a:xfrm>
        </p:grpSpPr>
        <p:sp>
          <p:nvSpPr>
            <p:cNvPr id="136" name="AutoShape 141"/>
            <p:cNvSpPr>
              <a:spLocks noChangeArrowheads="1"/>
            </p:cNvSpPr>
            <p:nvPr/>
          </p:nvSpPr>
          <p:spPr bwMode="auto">
            <a:xfrm>
              <a:off x="3810002" y="5668963"/>
              <a:ext cx="304800" cy="228600"/>
            </a:xfrm>
            <a:prstGeom prst="rightArrow">
              <a:avLst>
                <a:gd name="adj1" fmla="val 50000"/>
                <a:gd name="adj2" fmla="val 54167"/>
              </a:avLst>
            </a:prstGeom>
            <a:solidFill>
              <a:srgbClr val="CCECFF"/>
            </a:solidFill>
            <a:ln w="127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37" name="矩形 136"/>
            <p:cNvSpPr/>
            <p:nvPr/>
          </p:nvSpPr>
          <p:spPr>
            <a:xfrm>
              <a:off x="2273301" y="5609213"/>
              <a:ext cx="1539710" cy="348178"/>
            </a:xfrm>
            <a:prstGeom prst="rect">
              <a:avLst/>
            </a:prstGeom>
            <a:solidFill>
              <a:srgbClr val="CCEC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38" name="Rectangle 140"/>
            <p:cNvSpPr>
              <a:spLocks noChangeArrowheads="1"/>
            </p:cNvSpPr>
            <p:nvPr/>
          </p:nvSpPr>
          <p:spPr bwMode="auto">
            <a:xfrm>
              <a:off x="2917015" y="5592763"/>
              <a:ext cx="985838" cy="381000"/>
            </a:xfrm>
            <a:prstGeom prst="rect">
              <a:avLst/>
            </a:prstGeom>
            <a:noFill/>
            <a:ln w="12700">
              <a:noFill/>
              <a:miter lim="800000"/>
              <a:headEnd/>
              <a:tailEnd/>
            </a:ln>
          </p:spPr>
          <p:txBody>
            <a:bodyPr wrap="none" anchor="ctr"/>
            <a:lstStyle/>
            <a:p>
              <a:pPr algn="r" eaLnBrk="1" hangingPunct="1"/>
              <a:r>
                <a:rPr kumimoji="1" lang="en-US" altLang="zh-CN" sz="1400" b="1" dirty="0" smtClean="0">
                  <a:solidFill>
                    <a:srgbClr val="333399"/>
                  </a:solidFill>
                  <a:ea typeface="黑体" pitchFamily="2" charset="-122"/>
                </a:rPr>
                <a:t>MAC</a:t>
              </a:r>
              <a:r>
                <a:rPr kumimoji="1" lang="en-US" altLang="zh-CN" sz="1400" b="1" baseline="-25000" dirty="0" smtClean="0">
                  <a:solidFill>
                    <a:srgbClr val="333399"/>
                  </a:solidFill>
                  <a:ea typeface="黑体" pitchFamily="2" charset="-122"/>
                </a:rPr>
                <a:t>6</a:t>
              </a:r>
              <a:r>
                <a:rPr kumimoji="1" lang="en-US" altLang="zh-CN" sz="1400" b="1" dirty="0" smtClean="0">
                  <a:solidFill>
                    <a:srgbClr val="333399"/>
                  </a:solidFill>
                  <a:ea typeface="黑体" pitchFamily="2" charset="-122"/>
                </a:rPr>
                <a:t> MAC</a:t>
              </a:r>
              <a:r>
                <a:rPr kumimoji="1" lang="en-US" altLang="zh-CN" sz="1400" b="1" baseline="-25000" dirty="0" smtClean="0">
                  <a:solidFill>
                    <a:srgbClr val="333399"/>
                  </a:solidFill>
                  <a:ea typeface="黑体" pitchFamily="2" charset="-122"/>
                </a:rPr>
                <a:t>2</a:t>
              </a:r>
              <a:endParaRPr kumimoji="1" lang="en-US" altLang="zh-CN" sz="1400" b="1" baseline="-25000" dirty="0">
                <a:solidFill>
                  <a:srgbClr val="333399"/>
                </a:solidFill>
                <a:ea typeface="黑体" pitchFamily="2" charset="-122"/>
              </a:endParaRPr>
            </a:p>
          </p:txBody>
        </p:sp>
        <p:cxnSp>
          <p:nvCxnSpPr>
            <p:cNvPr id="139" name="直接连接符 138"/>
            <p:cNvCxnSpPr/>
            <p:nvPr/>
          </p:nvCxnSpPr>
          <p:spPr>
            <a:xfrm>
              <a:off x="3314700" y="560921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直接连接符 139"/>
            <p:cNvCxnSpPr/>
            <p:nvPr/>
          </p:nvCxnSpPr>
          <p:spPr>
            <a:xfrm>
              <a:off x="2815531" y="561629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1" name="组合 140"/>
          <p:cNvGrpSpPr/>
          <p:nvPr/>
        </p:nvGrpSpPr>
        <p:grpSpPr>
          <a:xfrm>
            <a:off x="2567608" y="3192016"/>
            <a:ext cx="1564085" cy="381000"/>
            <a:chOff x="2550717" y="5592763"/>
            <a:chExt cx="1564085" cy="381000"/>
          </a:xfrm>
        </p:grpSpPr>
        <p:sp>
          <p:nvSpPr>
            <p:cNvPr id="142" name="AutoShape 141"/>
            <p:cNvSpPr>
              <a:spLocks noChangeArrowheads="1"/>
            </p:cNvSpPr>
            <p:nvPr/>
          </p:nvSpPr>
          <p:spPr bwMode="auto">
            <a:xfrm>
              <a:off x="3810002" y="5668963"/>
              <a:ext cx="304800" cy="228600"/>
            </a:xfrm>
            <a:prstGeom prst="rightArrow">
              <a:avLst>
                <a:gd name="adj1" fmla="val 50000"/>
                <a:gd name="adj2" fmla="val 54167"/>
              </a:avLst>
            </a:prstGeom>
            <a:solidFill>
              <a:srgbClr val="FFCCFF"/>
            </a:solidFill>
            <a:ln w="127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43" name="矩形 142"/>
            <p:cNvSpPr/>
            <p:nvPr/>
          </p:nvSpPr>
          <p:spPr>
            <a:xfrm>
              <a:off x="2550717" y="5609213"/>
              <a:ext cx="1262294" cy="348178"/>
            </a:xfrm>
            <a:prstGeom prst="rect">
              <a:avLst/>
            </a:prstGeom>
            <a:solidFill>
              <a:srgbClr val="FFCC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144" name="Rectangle 140"/>
            <p:cNvSpPr>
              <a:spLocks noChangeArrowheads="1"/>
            </p:cNvSpPr>
            <p:nvPr/>
          </p:nvSpPr>
          <p:spPr bwMode="auto">
            <a:xfrm>
              <a:off x="2917015" y="5592763"/>
              <a:ext cx="985838" cy="381000"/>
            </a:xfrm>
            <a:prstGeom prst="rect">
              <a:avLst/>
            </a:prstGeom>
            <a:noFill/>
            <a:ln w="12700">
              <a:noFill/>
              <a:miter lim="800000"/>
              <a:headEnd/>
              <a:tailEnd/>
            </a:ln>
          </p:spPr>
          <p:txBody>
            <a:bodyPr wrap="none" anchor="ctr"/>
            <a:lstStyle/>
            <a:p>
              <a:pPr algn="r" eaLnBrk="1" hangingPunct="1"/>
              <a:r>
                <a:rPr kumimoji="1" lang="en-US" altLang="zh-CN" b="1" dirty="0" smtClean="0">
                  <a:solidFill>
                    <a:srgbClr val="333399"/>
                  </a:solidFill>
                  <a:ea typeface="黑体" pitchFamily="2" charset="-122"/>
                </a:rPr>
                <a:t>IP</a:t>
              </a:r>
              <a:r>
                <a:rPr kumimoji="1" lang="en-US" altLang="zh-CN" b="1" baseline="-25000" dirty="0" smtClean="0">
                  <a:solidFill>
                    <a:srgbClr val="333399"/>
                  </a:solidFill>
                  <a:ea typeface="黑体" pitchFamily="2" charset="-122"/>
                </a:rPr>
                <a:t>2</a:t>
              </a:r>
              <a:r>
                <a:rPr kumimoji="1" lang="en-US" altLang="zh-CN" b="1" dirty="0" smtClean="0">
                  <a:solidFill>
                    <a:srgbClr val="333399"/>
                  </a:solidFill>
                  <a:ea typeface="黑体" pitchFamily="2" charset="-122"/>
                </a:rPr>
                <a:t> IP</a:t>
              </a:r>
              <a:r>
                <a:rPr kumimoji="1" lang="en-US" altLang="zh-CN" b="1" baseline="-25000" dirty="0" smtClean="0">
                  <a:solidFill>
                    <a:srgbClr val="333399"/>
                  </a:solidFill>
                  <a:ea typeface="黑体" pitchFamily="2" charset="-122"/>
                </a:rPr>
                <a:t>1</a:t>
              </a:r>
              <a:endParaRPr kumimoji="1" lang="en-US" altLang="zh-CN" b="1" baseline="-25000" dirty="0">
                <a:solidFill>
                  <a:srgbClr val="333399"/>
                </a:solidFill>
                <a:ea typeface="黑体" pitchFamily="2" charset="-122"/>
              </a:endParaRPr>
            </a:p>
          </p:txBody>
        </p:sp>
        <p:cxnSp>
          <p:nvCxnSpPr>
            <p:cNvPr id="145" name="直接连接符 144"/>
            <p:cNvCxnSpPr/>
            <p:nvPr/>
          </p:nvCxnSpPr>
          <p:spPr>
            <a:xfrm>
              <a:off x="3465712" y="560921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a:off x="3116305" y="561629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组合 11"/>
          <p:cNvGrpSpPr/>
          <p:nvPr/>
        </p:nvGrpSpPr>
        <p:grpSpPr>
          <a:xfrm>
            <a:off x="3581400" y="2292350"/>
            <a:ext cx="1219200" cy="390525"/>
            <a:chOff x="3581400" y="2292350"/>
            <a:chExt cx="1219200" cy="390525"/>
          </a:xfrm>
        </p:grpSpPr>
        <p:sp>
          <p:nvSpPr>
            <p:cNvPr id="87119" name="AutoShape 150"/>
            <p:cNvSpPr>
              <a:spLocks noChangeArrowheads="1"/>
            </p:cNvSpPr>
            <p:nvPr/>
          </p:nvSpPr>
          <p:spPr bwMode="auto">
            <a:xfrm flipV="1">
              <a:off x="3581400" y="2292350"/>
              <a:ext cx="1219200" cy="377825"/>
            </a:xfrm>
            <a:prstGeom prst="wedgeRoundRectCallout">
              <a:avLst>
                <a:gd name="adj1" fmla="val -76654"/>
                <a:gd name="adj2" fmla="val -184082"/>
                <a:gd name="adj3" fmla="val 16667"/>
              </a:avLst>
            </a:prstGeom>
            <a:solidFill>
              <a:schemeClr val="bg1"/>
            </a:solidFill>
            <a:ln w="9525">
              <a:solidFill>
                <a:schemeClr val="tx1"/>
              </a:solidFill>
              <a:miter lim="800000"/>
              <a:headEnd/>
              <a:tailEnd/>
            </a:ln>
          </p:spPr>
          <p:txBody>
            <a:bodyPr rot="10800000" wrap="none" anchor="ctr"/>
            <a:lstStyle/>
            <a:p>
              <a:pPr algn="ctr" eaLnBrk="1" hangingPunct="1"/>
              <a:endParaRPr kumimoji="1" lang="zh-CN" altLang="zh-CN" b="1">
                <a:solidFill>
                  <a:srgbClr val="333399"/>
                </a:solidFill>
                <a:ea typeface="黑体" pitchFamily="2" charset="-122"/>
              </a:endParaRPr>
            </a:p>
          </p:txBody>
        </p:sp>
        <p:sp>
          <p:nvSpPr>
            <p:cNvPr id="87120" name="Text Box 151"/>
            <p:cNvSpPr txBox="1">
              <a:spLocks noChangeArrowheads="1"/>
            </p:cNvSpPr>
            <p:nvPr/>
          </p:nvSpPr>
          <p:spPr bwMode="auto">
            <a:xfrm>
              <a:off x="3619500" y="2316163"/>
              <a:ext cx="1149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a:solidFill>
                    <a:srgbClr val="333399"/>
                  </a:solidFill>
                  <a:latin typeface="Arial" charset="0"/>
                  <a:ea typeface="黑体" pitchFamily="2" charset="-122"/>
                </a:rPr>
                <a:t>IP </a:t>
              </a:r>
              <a:r>
                <a:rPr kumimoji="1" lang="zh-CN" altLang="en-US" sz="1800" b="1" dirty="0">
                  <a:solidFill>
                    <a:srgbClr val="333399"/>
                  </a:solidFill>
                  <a:latin typeface="Arial" charset="0"/>
                  <a:ea typeface="黑体" pitchFamily="2" charset="-122"/>
                </a:rPr>
                <a:t>数据报</a:t>
              </a:r>
            </a:p>
          </p:txBody>
        </p:sp>
      </p:grpSp>
      <p:grpSp>
        <p:nvGrpSpPr>
          <p:cNvPr id="148" name="组合 147"/>
          <p:cNvGrpSpPr/>
          <p:nvPr/>
        </p:nvGrpSpPr>
        <p:grpSpPr>
          <a:xfrm>
            <a:off x="5087888" y="3194133"/>
            <a:ext cx="1564085" cy="381000"/>
            <a:chOff x="2550717" y="5592763"/>
            <a:chExt cx="1564085" cy="381000"/>
          </a:xfrm>
        </p:grpSpPr>
        <p:sp>
          <p:nvSpPr>
            <p:cNvPr id="149" name="AutoShape 141"/>
            <p:cNvSpPr>
              <a:spLocks noChangeArrowheads="1"/>
            </p:cNvSpPr>
            <p:nvPr/>
          </p:nvSpPr>
          <p:spPr bwMode="auto">
            <a:xfrm>
              <a:off x="3810002" y="5668963"/>
              <a:ext cx="304800" cy="228600"/>
            </a:xfrm>
            <a:prstGeom prst="rightArrow">
              <a:avLst>
                <a:gd name="adj1" fmla="val 50000"/>
                <a:gd name="adj2" fmla="val 54167"/>
              </a:avLst>
            </a:prstGeom>
            <a:solidFill>
              <a:srgbClr val="FFCCFF"/>
            </a:solidFill>
            <a:ln w="127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50" name="矩形 149"/>
            <p:cNvSpPr/>
            <p:nvPr/>
          </p:nvSpPr>
          <p:spPr>
            <a:xfrm>
              <a:off x="2550717" y="5609213"/>
              <a:ext cx="1262294" cy="348178"/>
            </a:xfrm>
            <a:prstGeom prst="rect">
              <a:avLst/>
            </a:prstGeom>
            <a:solidFill>
              <a:srgbClr val="FFCC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151" name="Rectangle 140"/>
            <p:cNvSpPr>
              <a:spLocks noChangeArrowheads="1"/>
            </p:cNvSpPr>
            <p:nvPr/>
          </p:nvSpPr>
          <p:spPr bwMode="auto">
            <a:xfrm>
              <a:off x="2917015" y="5592763"/>
              <a:ext cx="985838" cy="381000"/>
            </a:xfrm>
            <a:prstGeom prst="rect">
              <a:avLst/>
            </a:prstGeom>
            <a:noFill/>
            <a:ln w="12700">
              <a:noFill/>
              <a:miter lim="800000"/>
              <a:headEnd/>
              <a:tailEnd/>
            </a:ln>
          </p:spPr>
          <p:txBody>
            <a:bodyPr wrap="none" anchor="ctr"/>
            <a:lstStyle/>
            <a:p>
              <a:pPr algn="r" eaLnBrk="1" hangingPunct="1"/>
              <a:r>
                <a:rPr kumimoji="1" lang="en-US" altLang="zh-CN" b="1" dirty="0" smtClean="0">
                  <a:solidFill>
                    <a:srgbClr val="333399"/>
                  </a:solidFill>
                  <a:ea typeface="黑体" pitchFamily="2" charset="-122"/>
                </a:rPr>
                <a:t>IP</a:t>
              </a:r>
              <a:r>
                <a:rPr kumimoji="1" lang="en-US" altLang="zh-CN" b="1" baseline="-25000" dirty="0" smtClean="0">
                  <a:solidFill>
                    <a:srgbClr val="333399"/>
                  </a:solidFill>
                  <a:ea typeface="黑体" pitchFamily="2" charset="-122"/>
                </a:rPr>
                <a:t>2</a:t>
              </a:r>
              <a:r>
                <a:rPr kumimoji="1" lang="en-US" altLang="zh-CN" b="1" dirty="0" smtClean="0">
                  <a:solidFill>
                    <a:srgbClr val="333399"/>
                  </a:solidFill>
                  <a:ea typeface="黑体" pitchFamily="2" charset="-122"/>
                </a:rPr>
                <a:t> IP</a:t>
              </a:r>
              <a:r>
                <a:rPr kumimoji="1" lang="en-US" altLang="zh-CN" b="1" baseline="-25000" dirty="0" smtClean="0">
                  <a:solidFill>
                    <a:srgbClr val="333399"/>
                  </a:solidFill>
                  <a:ea typeface="黑体" pitchFamily="2" charset="-122"/>
                </a:rPr>
                <a:t>1</a:t>
              </a:r>
              <a:endParaRPr kumimoji="1" lang="en-US" altLang="zh-CN" b="1" baseline="-25000" dirty="0">
                <a:solidFill>
                  <a:srgbClr val="333399"/>
                </a:solidFill>
                <a:ea typeface="黑体" pitchFamily="2" charset="-122"/>
              </a:endParaRPr>
            </a:p>
          </p:txBody>
        </p:sp>
        <p:cxnSp>
          <p:nvCxnSpPr>
            <p:cNvPr id="152" name="直接连接符 151"/>
            <p:cNvCxnSpPr/>
            <p:nvPr/>
          </p:nvCxnSpPr>
          <p:spPr>
            <a:xfrm>
              <a:off x="3465712" y="560921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直接连接符 152"/>
            <p:cNvCxnSpPr/>
            <p:nvPr/>
          </p:nvCxnSpPr>
          <p:spPr>
            <a:xfrm>
              <a:off x="3116305" y="561629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4" name="组合 153"/>
          <p:cNvGrpSpPr/>
          <p:nvPr/>
        </p:nvGrpSpPr>
        <p:grpSpPr>
          <a:xfrm>
            <a:off x="7844283" y="3195554"/>
            <a:ext cx="1564085" cy="381000"/>
            <a:chOff x="2550717" y="5592763"/>
            <a:chExt cx="1564085" cy="381000"/>
          </a:xfrm>
        </p:grpSpPr>
        <p:sp>
          <p:nvSpPr>
            <p:cNvPr id="155" name="AutoShape 141"/>
            <p:cNvSpPr>
              <a:spLocks noChangeArrowheads="1"/>
            </p:cNvSpPr>
            <p:nvPr/>
          </p:nvSpPr>
          <p:spPr bwMode="auto">
            <a:xfrm>
              <a:off x="3810002" y="5668963"/>
              <a:ext cx="304800" cy="228600"/>
            </a:xfrm>
            <a:prstGeom prst="rightArrow">
              <a:avLst>
                <a:gd name="adj1" fmla="val 50000"/>
                <a:gd name="adj2" fmla="val 54167"/>
              </a:avLst>
            </a:prstGeom>
            <a:solidFill>
              <a:srgbClr val="FFCCFF"/>
            </a:solidFill>
            <a:ln w="127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56" name="矩形 155"/>
            <p:cNvSpPr/>
            <p:nvPr/>
          </p:nvSpPr>
          <p:spPr>
            <a:xfrm>
              <a:off x="2550717" y="5609213"/>
              <a:ext cx="1262294" cy="348178"/>
            </a:xfrm>
            <a:prstGeom prst="rect">
              <a:avLst/>
            </a:prstGeom>
            <a:solidFill>
              <a:srgbClr val="FFCC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157" name="Rectangle 140"/>
            <p:cNvSpPr>
              <a:spLocks noChangeArrowheads="1"/>
            </p:cNvSpPr>
            <p:nvPr/>
          </p:nvSpPr>
          <p:spPr bwMode="auto">
            <a:xfrm>
              <a:off x="2917015" y="5592763"/>
              <a:ext cx="985838" cy="381000"/>
            </a:xfrm>
            <a:prstGeom prst="rect">
              <a:avLst/>
            </a:prstGeom>
            <a:noFill/>
            <a:ln w="12700">
              <a:noFill/>
              <a:miter lim="800000"/>
              <a:headEnd/>
              <a:tailEnd/>
            </a:ln>
          </p:spPr>
          <p:txBody>
            <a:bodyPr wrap="none" anchor="ctr"/>
            <a:lstStyle/>
            <a:p>
              <a:pPr algn="r" eaLnBrk="1" hangingPunct="1"/>
              <a:r>
                <a:rPr kumimoji="1" lang="en-US" altLang="zh-CN" b="1" dirty="0" smtClean="0">
                  <a:solidFill>
                    <a:srgbClr val="333399"/>
                  </a:solidFill>
                  <a:ea typeface="黑体" pitchFamily="2" charset="-122"/>
                </a:rPr>
                <a:t>IP</a:t>
              </a:r>
              <a:r>
                <a:rPr kumimoji="1" lang="en-US" altLang="zh-CN" b="1" baseline="-25000" dirty="0" smtClean="0">
                  <a:solidFill>
                    <a:srgbClr val="333399"/>
                  </a:solidFill>
                  <a:ea typeface="黑体" pitchFamily="2" charset="-122"/>
                </a:rPr>
                <a:t>2</a:t>
              </a:r>
              <a:r>
                <a:rPr kumimoji="1" lang="en-US" altLang="zh-CN" b="1" dirty="0" smtClean="0">
                  <a:solidFill>
                    <a:srgbClr val="333399"/>
                  </a:solidFill>
                  <a:ea typeface="黑体" pitchFamily="2" charset="-122"/>
                </a:rPr>
                <a:t> IP</a:t>
              </a:r>
              <a:r>
                <a:rPr kumimoji="1" lang="en-US" altLang="zh-CN" b="1" baseline="-25000" dirty="0" smtClean="0">
                  <a:solidFill>
                    <a:srgbClr val="333399"/>
                  </a:solidFill>
                  <a:ea typeface="黑体" pitchFamily="2" charset="-122"/>
                </a:rPr>
                <a:t>1</a:t>
              </a:r>
              <a:endParaRPr kumimoji="1" lang="en-US" altLang="zh-CN" b="1" baseline="-25000" dirty="0">
                <a:solidFill>
                  <a:srgbClr val="333399"/>
                </a:solidFill>
                <a:ea typeface="黑体" pitchFamily="2" charset="-122"/>
              </a:endParaRPr>
            </a:p>
          </p:txBody>
        </p:sp>
        <p:cxnSp>
          <p:nvCxnSpPr>
            <p:cNvPr id="158" name="直接连接符 157"/>
            <p:cNvCxnSpPr/>
            <p:nvPr/>
          </p:nvCxnSpPr>
          <p:spPr>
            <a:xfrm>
              <a:off x="3465712" y="560921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直接连接符 158"/>
            <p:cNvCxnSpPr/>
            <p:nvPr/>
          </p:nvCxnSpPr>
          <p:spPr>
            <a:xfrm>
              <a:off x="3116305" y="561629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01454133"/>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5" presetClass="emph" presetSubtype="0" repeatCount="3000" fill="hold" grpId="0" nodeType="afterEffect">
                                  <p:stCondLst>
                                    <p:cond delay="0"/>
                                  </p:stCondLst>
                                  <p:childTnLst>
                                    <p:anim calcmode="discrete" valueType="str">
                                      <p:cBhvr>
                                        <p:cTn id="6" dur="1000" fill="hold"/>
                                        <p:tgtEl>
                                          <p:spTgt spid="220318"/>
                                        </p:tgtEl>
                                        <p:attrNameLst>
                                          <p:attrName>style.visibility</p:attrName>
                                        </p:attrNameLst>
                                      </p:cBhvr>
                                      <p:tavLst>
                                        <p:tav tm="0">
                                          <p:val>
                                            <p:strVal val="hidden"/>
                                          </p:val>
                                        </p:tav>
                                        <p:tav tm="50000">
                                          <p:val>
                                            <p:strVal val="visible"/>
                                          </p:val>
                                        </p:tav>
                                      </p:tavLst>
                                    </p:anim>
                                  </p:childTnLst>
                                </p:cTn>
                              </p:par>
                            </p:childTnLst>
                          </p:cTn>
                        </p:par>
                        <p:par>
                          <p:cTn id="7" fill="hold" nodeType="afterGroup">
                            <p:stCondLst>
                              <p:cond delay="3000"/>
                            </p:stCondLst>
                            <p:childTnLst>
                              <p:par>
                                <p:cTn id="8" presetID="22" presetClass="entr" presetSubtype="1" fill="hold" grpId="0" nodeType="afterEffect">
                                  <p:stCondLst>
                                    <p:cond delay="0"/>
                                  </p:stCondLst>
                                  <p:childTnLst>
                                    <p:set>
                                      <p:cBhvr>
                                        <p:cTn id="9" dur="1" fill="hold">
                                          <p:stCondLst>
                                            <p:cond delay="0"/>
                                          </p:stCondLst>
                                        </p:cTn>
                                        <p:tgtEl>
                                          <p:spTgt spid="220319"/>
                                        </p:tgtEl>
                                        <p:attrNameLst>
                                          <p:attrName>style.visibility</p:attrName>
                                        </p:attrNameLst>
                                      </p:cBhvr>
                                      <p:to>
                                        <p:strVal val="visible"/>
                                      </p:to>
                                    </p:set>
                                    <p:animEffect transition="in" filter="wipe(up)">
                                      <p:cBhvr>
                                        <p:cTn id="10" dur="1000"/>
                                        <p:tgtEl>
                                          <p:spTgt spid="220319"/>
                                        </p:tgtEl>
                                      </p:cBhvr>
                                    </p:animEffect>
                                  </p:childTnLst>
                                </p:cTn>
                              </p:par>
                            </p:childTnLst>
                          </p:cTn>
                        </p:par>
                        <p:par>
                          <p:cTn id="11" fill="hold" nodeType="afterGroup">
                            <p:stCondLst>
                              <p:cond delay="4000"/>
                            </p:stCondLst>
                            <p:childTnLst>
                              <p:par>
                                <p:cTn id="12" presetID="22" presetClass="entr" presetSubtype="8" fill="hold" grpId="0" nodeType="afterEffect">
                                  <p:stCondLst>
                                    <p:cond delay="0"/>
                                  </p:stCondLst>
                                  <p:childTnLst>
                                    <p:set>
                                      <p:cBhvr>
                                        <p:cTn id="13" dur="1" fill="hold">
                                          <p:stCondLst>
                                            <p:cond delay="0"/>
                                          </p:stCondLst>
                                        </p:cTn>
                                        <p:tgtEl>
                                          <p:spTgt spid="220321"/>
                                        </p:tgtEl>
                                        <p:attrNameLst>
                                          <p:attrName>style.visibility</p:attrName>
                                        </p:attrNameLst>
                                      </p:cBhvr>
                                      <p:to>
                                        <p:strVal val="visible"/>
                                      </p:to>
                                    </p:set>
                                    <p:animEffect transition="in" filter="wipe(left)">
                                      <p:cBhvr>
                                        <p:cTn id="14" dur="1000"/>
                                        <p:tgtEl>
                                          <p:spTgt spid="220321"/>
                                        </p:tgtEl>
                                      </p:cBhvr>
                                    </p:animEffect>
                                  </p:childTnLst>
                                </p:cTn>
                              </p:par>
                            </p:childTnLst>
                          </p:cTn>
                        </p:par>
                        <p:par>
                          <p:cTn id="15" fill="hold" nodeType="afterGroup">
                            <p:stCondLst>
                              <p:cond delay="5000"/>
                            </p:stCondLst>
                            <p:childTnLst>
                              <p:par>
                                <p:cTn id="16" presetID="22" presetClass="entr" presetSubtype="4" fill="hold" grpId="0" nodeType="afterEffect">
                                  <p:stCondLst>
                                    <p:cond delay="0"/>
                                  </p:stCondLst>
                                  <p:childTnLst>
                                    <p:set>
                                      <p:cBhvr>
                                        <p:cTn id="17" dur="1" fill="hold">
                                          <p:stCondLst>
                                            <p:cond delay="0"/>
                                          </p:stCondLst>
                                        </p:cTn>
                                        <p:tgtEl>
                                          <p:spTgt spid="220323"/>
                                        </p:tgtEl>
                                        <p:attrNameLst>
                                          <p:attrName>style.visibility</p:attrName>
                                        </p:attrNameLst>
                                      </p:cBhvr>
                                      <p:to>
                                        <p:strVal val="visible"/>
                                      </p:to>
                                    </p:set>
                                    <p:animEffect transition="in" filter="wipe(down)">
                                      <p:cBhvr>
                                        <p:cTn id="18" dur="1000"/>
                                        <p:tgtEl>
                                          <p:spTgt spid="220323"/>
                                        </p:tgtEl>
                                      </p:cBhvr>
                                    </p:animEffect>
                                  </p:childTnLst>
                                </p:cTn>
                              </p:par>
                            </p:childTnLst>
                          </p:cTn>
                        </p:par>
                        <p:par>
                          <p:cTn id="19" fill="hold" nodeType="afterGroup">
                            <p:stCondLst>
                              <p:cond delay="6000"/>
                            </p:stCondLst>
                            <p:childTnLst>
                              <p:par>
                                <p:cTn id="20" presetID="22" presetClass="entr" presetSubtype="1" fill="hold" grpId="0" nodeType="afterEffect">
                                  <p:stCondLst>
                                    <p:cond delay="0"/>
                                  </p:stCondLst>
                                  <p:childTnLst>
                                    <p:set>
                                      <p:cBhvr>
                                        <p:cTn id="21" dur="1" fill="hold">
                                          <p:stCondLst>
                                            <p:cond delay="0"/>
                                          </p:stCondLst>
                                        </p:cTn>
                                        <p:tgtEl>
                                          <p:spTgt spid="220324"/>
                                        </p:tgtEl>
                                        <p:attrNameLst>
                                          <p:attrName>style.visibility</p:attrName>
                                        </p:attrNameLst>
                                      </p:cBhvr>
                                      <p:to>
                                        <p:strVal val="visible"/>
                                      </p:to>
                                    </p:set>
                                    <p:animEffect transition="in" filter="wipe(up)">
                                      <p:cBhvr>
                                        <p:cTn id="22" dur="1000"/>
                                        <p:tgtEl>
                                          <p:spTgt spid="220324"/>
                                        </p:tgtEl>
                                      </p:cBhvr>
                                    </p:animEffect>
                                  </p:childTnLst>
                                </p:cTn>
                              </p:par>
                            </p:childTnLst>
                          </p:cTn>
                        </p:par>
                        <p:par>
                          <p:cTn id="23" fill="hold" nodeType="afterGroup">
                            <p:stCondLst>
                              <p:cond delay="7000"/>
                            </p:stCondLst>
                            <p:childTnLst>
                              <p:par>
                                <p:cTn id="24" presetID="22" presetClass="entr" presetSubtype="8" fill="hold" grpId="0" nodeType="afterEffect">
                                  <p:stCondLst>
                                    <p:cond delay="0"/>
                                  </p:stCondLst>
                                  <p:childTnLst>
                                    <p:set>
                                      <p:cBhvr>
                                        <p:cTn id="25" dur="1" fill="hold">
                                          <p:stCondLst>
                                            <p:cond delay="0"/>
                                          </p:stCondLst>
                                        </p:cTn>
                                        <p:tgtEl>
                                          <p:spTgt spid="220325"/>
                                        </p:tgtEl>
                                        <p:attrNameLst>
                                          <p:attrName>style.visibility</p:attrName>
                                        </p:attrNameLst>
                                      </p:cBhvr>
                                      <p:to>
                                        <p:strVal val="visible"/>
                                      </p:to>
                                    </p:set>
                                    <p:animEffect transition="in" filter="wipe(left)">
                                      <p:cBhvr>
                                        <p:cTn id="26" dur="1000"/>
                                        <p:tgtEl>
                                          <p:spTgt spid="220325"/>
                                        </p:tgtEl>
                                      </p:cBhvr>
                                    </p:animEffect>
                                  </p:childTnLst>
                                </p:cTn>
                              </p:par>
                            </p:childTnLst>
                          </p:cTn>
                        </p:par>
                        <p:par>
                          <p:cTn id="27" fill="hold" nodeType="afterGroup">
                            <p:stCondLst>
                              <p:cond delay="8000"/>
                            </p:stCondLst>
                            <p:childTnLst>
                              <p:par>
                                <p:cTn id="28" presetID="22" presetClass="entr" presetSubtype="4" fill="hold" grpId="0" nodeType="afterEffect">
                                  <p:stCondLst>
                                    <p:cond delay="0"/>
                                  </p:stCondLst>
                                  <p:childTnLst>
                                    <p:set>
                                      <p:cBhvr>
                                        <p:cTn id="29" dur="1" fill="hold">
                                          <p:stCondLst>
                                            <p:cond delay="0"/>
                                          </p:stCondLst>
                                        </p:cTn>
                                        <p:tgtEl>
                                          <p:spTgt spid="220328"/>
                                        </p:tgtEl>
                                        <p:attrNameLst>
                                          <p:attrName>style.visibility</p:attrName>
                                        </p:attrNameLst>
                                      </p:cBhvr>
                                      <p:to>
                                        <p:strVal val="visible"/>
                                      </p:to>
                                    </p:set>
                                    <p:animEffect transition="in" filter="wipe(down)">
                                      <p:cBhvr>
                                        <p:cTn id="30" dur="1000"/>
                                        <p:tgtEl>
                                          <p:spTgt spid="220328"/>
                                        </p:tgtEl>
                                      </p:cBhvr>
                                    </p:animEffect>
                                  </p:childTnLst>
                                </p:cTn>
                              </p:par>
                            </p:childTnLst>
                          </p:cTn>
                        </p:par>
                        <p:par>
                          <p:cTn id="31" fill="hold" nodeType="afterGroup">
                            <p:stCondLst>
                              <p:cond delay="9000"/>
                            </p:stCondLst>
                            <p:childTnLst>
                              <p:par>
                                <p:cTn id="32" presetID="22" presetClass="entr" presetSubtype="1" fill="hold" grpId="0" nodeType="afterEffect">
                                  <p:stCondLst>
                                    <p:cond delay="0"/>
                                  </p:stCondLst>
                                  <p:childTnLst>
                                    <p:set>
                                      <p:cBhvr>
                                        <p:cTn id="33" dur="1" fill="hold">
                                          <p:stCondLst>
                                            <p:cond delay="0"/>
                                          </p:stCondLst>
                                        </p:cTn>
                                        <p:tgtEl>
                                          <p:spTgt spid="220329"/>
                                        </p:tgtEl>
                                        <p:attrNameLst>
                                          <p:attrName>style.visibility</p:attrName>
                                        </p:attrNameLst>
                                      </p:cBhvr>
                                      <p:to>
                                        <p:strVal val="visible"/>
                                      </p:to>
                                    </p:set>
                                    <p:animEffect transition="in" filter="wipe(up)">
                                      <p:cBhvr>
                                        <p:cTn id="34" dur="1000"/>
                                        <p:tgtEl>
                                          <p:spTgt spid="220329"/>
                                        </p:tgtEl>
                                      </p:cBhvr>
                                    </p:animEffect>
                                  </p:childTnLst>
                                </p:cTn>
                              </p:par>
                            </p:childTnLst>
                          </p:cTn>
                        </p:par>
                        <p:par>
                          <p:cTn id="35" fill="hold" nodeType="afterGroup">
                            <p:stCondLst>
                              <p:cond delay="10000"/>
                            </p:stCondLst>
                            <p:childTnLst>
                              <p:par>
                                <p:cTn id="36" presetID="22" presetClass="entr" presetSubtype="8" fill="hold" grpId="0" nodeType="afterEffect">
                                  <p:stCondLst>
                                    <p:cond delay="0"/>
                                  </p:stCondLst>
                                  <p:childTnLst>
                                    <p:set>
                                      <p:cBhvr>
                                        <p:cTn id="37" dur="1" fill="hold">
                                          <p:stCondLst>
                                            <p:cond delay="0"/>
                                          </p:stCondLst>
                                        </p:cTn>
                                        <p:tgtEl>
                                          <p:spTgt spid="220330"/>
                                        </p:tgtEl>
                                        <p:attrNameLst>
                                          <p:attrName>style.visibility</p:attrName>
                                        </p:attrNameLst>
                                      </p:cBhvr>
                                      <p:to>
                                        <p:strVal val="visible"/>
                                      </p:to>
                                    </p:set>
                                    <p:animEffect transition="in" filter="wipe(left)">
                                      <p:cBhvr>
                                        <p:cTn id="38" dur="1000"/>
                                        <p:tgtEl>
                                          <p:spTgt spid="220330"/>
                                        </p:tgtEl>
                                      </p:cBhvr>
                                    </p:animEffect>
                                  </p:childTnLst>
                                </p:cTn>
                              </p:par>
                            </p:childTnLst>
                          </p:cTn>
                        </p:par>
                        <p:par>
                          <p:cTn id="39" fill="hold" nodeType="afterGroup">
                            <p:stCondLst>
                              <p:cond delay="11000"/>
                            </p:stCondLst>
                            <p:childTnLst>
                              <p:par>
                                <p:cTn id="40" presetID="22" presetClass="entr" presetSubtype="4" fill="hold" grpId="0" nodeType="afterEffect">
                                  <p:stCondLst>
                                    <p:cond delay="0"/>
                                  </p:stCondLst>
                                  <p:childTnLst>
                                    <p:set>
                                      <p:cBhvr>
                                        <p:cTn id="41" dur="1" fill="hold">
                                          <p:stCondLst>
                                            <p:cond delay="0"/>
                                          </p:stCondLst>
                                        </p:cTn>
                                        <p:tgtEl>
                                          <p:spTgt spid="220331"/>
                                        </p:tgtEl>
                                        <p:attrNameLst>
                                          <p:attrName>style.visibility</p:attrName>
                                        </p:attrNameLst>
                                      </p:cBhvr>
                                      <p:to>
                                        <p:strVal val="visible"/>
                                      </p:to>
                                    </p:set>
                                    <p:animEffect transition="in" filter="wipe(down)">
                                      <p:cBhvr>
                                        <p:cTn id="42" dur="1000"/>
                                        <p:tgtEl>
                                          <p:spTgt spid="2203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318" grpId="0" animBg="1"/>
      <p:bldP spid="220319" grpId="0" animBg="1"/>
      <p:bldP spid="220321" grpId="0" animBg="1"/>
      <p:bldP spid="220323" grpId="0" animBg="1"/>
      <p:bldP spid="220324" grpId="0" animBg="1"/>
      <p:bldP spid="220325" grpId="0" animBg="1"/>
      <p:bldP spid="220328" grpId="0" animBg="1"/>
      <p:bldP spid="220329" grpId="0" animBg="1"/>
      <p:bldP spid="220330" grpId="0" animBg="1"/>
      <p:bldP spid="220331"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72" name="Freeform 77"/>
          <p:cNvSpPr>
            <a:spLocks/>
          </p:cNvSpPr>
          <p:nvPr/>
        </p:nvSpPr>
        <p:spPr bwMode="auto">
          <a:xfrm>
            <a:off x="3886200" y="5160963"/>
            <a:ext cx="395288" cy="279400"/>
          </a:xfrm>
          <a:custGeom>
            <a:avLst/>
            <a:gdLst>
              <a:gd name="T0" fmla="*/ 0 w 249"/>
              <a:gd name="T1" fmla="*/ 2147483646 h 176"/>
              <a:gd name="T2" fmla="*/ 2147483646 w 249"/>
              <a:gd name="T3" fmla="*/ 0 h 176"/>
              <a:gd name="T4" fmla="*/ 2147483646 w 249"/>
              <a:gd name="T5" fmla="*/ 2147483646 h 176"/>
              <a:gd name="T6" fmla="*/ 0 60000 65536"/>
              <a:gd name="T7" fmla="*/ 0 60000 65536"/>
              <a:gd name="T8" fmla="*/ 0 60000 65536"/>
              <a:gd name="T9" fmla="*/ 0 w 249"/>
              <a:gd name="T10" fmla="*/ 0 h 176"/>
              <a:gd name="T11" fmla="*/ 249 w 249"/>
              <a:gd name="T12" fmla="*/ 176 h 176"/>
            </a:gdLst>
            <a:ahLst/>
            <a:cxnLst>
              <a:cxn ang="T6">
                <a:pos x="T0" y="T1"/>
              </a:cxn>
              <a:cxn ang="T7">
                <a:pos x="T2" y="T3"/>
              </a:cxn>
              <a:cxn ang="T8">
                <a:pos x="T4" y="T5"/>
              </a:cxn>
            </a:cxnLst>
            <a:rect l="T9" t="T10" r="T11" b="T12"/>
            <a:pathLst>
              <a:path w="249" h="176">
                <a:moveTo>
                  <a:pt x="0" y="176"/>
                </a:moveTo>
                <a:lnTo>
                  <a:pt x="1" y="0"/>
                </a:lnTo>
                <a:lnTo>
                  <a:pt x="249" y="9"/>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87073" name="Freeform 78"/>
          <p:cNvSpPr>
            <a:spLocks/>
          </p:cNvSpPr>
          <p:nvPr/>
        </p:nvSpPr>
        <p:spPr bwMode="auto">
          <a:xfrm>
            <a:off x="6475413" y="5159375"/>
            <a:ext cx="395287" cy="279400"/>
          </a:xfrm>
          <a:custGeom>
            <a:avLst/>
            <a:gdLst>
              <a:gd name="T0" fmla="*/ 0 w 249"/>
              <a:gd name="T1" fmla="*/ 2147483646 h 176"/>
              <a:gd name="T2" fmla="*/ 2147483646 w 249"/>
              <a:gd name="T3" fmla="*/ 0 h 176"/>
              <a:gd name="T4" fmla="*/ 2147483646 w 249"/>
              <a:gd name="T5" fmla="*/ 2147483646 h 176"/>
              <a:gd name="T6" fmla="*/ 0 60000 65536"/>
              <a:gd name="T7" fmla="*/ 0 60000 65536"/>
              <a:gd name="T8" fmla="*/ 0 60000 65536"/>
              <a:gd name="T9" fmla="*/ 0 w 249"/>
              <a:gd name="T10" fmla="*/ 0 h 176"/>
              <a:gd name="T11" fmla="*/ 249 w 249"/>
              <a:gd name="T12" fmla="*/ 176 h 176"/>
            </a:gdLst>
            <a:ahLst/>
            <a:cxnLst>
              <a:cxn ang="T6">
                <a:pos x="T0" y="T1"/>
              </a:cxn>
              <a:cxn ang="T7">
                <a:pos x="T2" y="T3"/>
              </a:cxn>
              <a:cxn ang="T8">
                <a:pos x="T4" y="T5"/>
              </a:cxn>
            </a:cxnLst>
            <a:rect l="T9" t="T10" r="T11" b="T12"/>
            <a:pathLst>
              <a:path w="249" h="176">
                <a:moveTo>
                  <a:pt x="0" y="176"/>
                </a:moveTo>
                <a:lnTo>
                  <a:pt x="1" y="0"/>
                </a:lnTo>
                <a:lnTo>
                  <a:pt x="249" y="9"/>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87074" name="Line 79"/>
          <p:cNvSpPr>
            <a:spLocks noChangeShapeType="1"/>
          </p:cNvSpPr>
          <p:nvPr/>
        </p:nvSpPr>
        <p:spPr bwMode="auto">
          <a:xfrm rot="-5400000">
            <a:off x="9637713" y="5172075"/>
            <a:ext cx="533400"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7075" name="Line 80"/>
          <p:cNvSpPr>
            <a:spLocks noChangeShapeType="1"/>
          </p:cNvSpPr>
          <p:nvPr/>
        </p:nvSpPr>
        <p:spPr bwMode="auto">
          <a:xfrm rot="-5400000">
            <a:off x="1716088" y="5172075"/>
            <a:ext cx="533400"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7076" name="AutoShape 81"/>
          <p:cNvSpPr>
            <a:spLocks noChangeArrowheads="1"/>
          </p:cNvSpPr>
          <p:nvPr/>
        </p:nvSpPr>
        <p:spPr bwMode="auto">
          <a:xfrm>
            <a:off x="1752600" y="3306763"/>
            <a:ext cx="685800" cy="1905000"/>
          </a:xfrm>
          <a:prstGeom prst="cube">
            <a:avLst>
              <a:gd name="adj" fmla="val 25000"/>
            </a:avLst>
          </a:prstGeom>
          <a:solidFill>
            <a:srgbClr val="DDDDDD"/>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87077" name="AutoShape 82"/>
          <p:cNvSpPr>
            <a:spLocks noChangeArrowheads="1"/>
          </p:cNvSpPr>
          <p:nvPr/>
        </p:nvSpPr>
        <p:spPr bwMode="auto">
          <a:xfrm>
            <a:off x="4191000" y="3382963"/>
            <a:ext cx="685800" cy="1905000"/>
          </a:xfrm>
          <a:prstGeom prst="cube">
            <a:avLst>
              <a:gd name="adj" fmla="val 25000"/>
            </a:avLst>
          </a:prstGeom>
          <a:solidFill>
            <a:srgbClr val="66CCFF"/>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87078" name="AutoShape 83"/>
          <p:cNvSpPr>
            <a:spLocks noChangeArrowheads="1"/>
          </p:cNvSpPr>
          <p:nvPr/>
        </p:nvSpPr>
        <p:spPr bwMode="auto">
          <a:xfrm>
            <a:off x="9677400" y="3306763"/>
            <a:ext cx="685800" cy="1905000"/>
          </a:xfrm>
          <a:prstGeom prst="cube">
            <a:avLst>
              <a:gd name="adj" fmla="val 25000"/>
            </a:avLst>
          </a:prstGeom>
          <a:solidFill>
            <a:srgbClr val="DDDDDD"/>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87079" name="AutoShape 84"/>
          <p:cNvSpPr>
            <a:spLocks noChangeArrowheads="1"/>
          </p:cNvSpPr>
          <p:nvPr/>
        </p:nvSpPr>
        <p:spPr bwMode="auto">
          <a:xfrm>
            <a:off x="6856413" y="3611563"/>
            <a:ext cx="685800" cy="1676400"/>
          </a:xfrm>
          <a:prstGeom prst="cube">
            <a:avLst>
              <a:gd name="adj" fmla="val 25000"/>
            </a:avLst>
          </a:prstGeom>
          <a:solidFill>
            <a:srgbClr val="66CCFF"/>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grpSp>
        <p:nvGrpSpPr>
          <p:cNvPr id="87080" name="Group 85"/>
          <p:cNvGrpSpPr>
            <a:grpSpLocks/>
          </p:cNvGrpSpPr>
          <p:nvPr/>
        </p:nvGrpSpPr>
        <p:grpSpPr bwMode="auto">
          <a:xfrm>
            <a:off x="1560513" y="2420938"/>
            <a:ext cx="9121775" cy="2438400"/>
            <a:chOff x="96" y="1056"/>
            <a:chExt cx="5472" cy="1536"/>
          </a:xfrm>
        </p:grpSpPr>
        <p:sp>
          <p:nvSpPr>
            <p:cNvPr id="87149" name="Oval 86"/>
            <p:cNvSpPr>
              <a:spLocks noChangeArrowheads="1"/>
            </p:cNvSpPr>
            <p:nvPr/>
          </p:nvSpPr>
          <p:spPr bwMode="auto">
            <a:xfrm>
              <a:off x="3662" y="1674"/>
              <a:ext cx="1906" cy="756"/>
            </a:xfrm>
            <a:prstGeom prst="ellipse">
              <a:avLst/>
            </a:prstGeom>
            <a:solidFill>
              <a:srgbClr val="FFFF99"/>
            </a:solidFill>
            <a:ln w="31750">
              <a:solidFill>
                <a:srgbClr val="000000"/>
              </a:solidFill>
              <a:round/>
              <a:headEnd/>
              <a:tailEnd/>
            </a:ln>
          </p:spPr>
          <p:txBody>
            <a:bodyPr/>
            <a:lstStyle/>
            <a:p>
              <a:pPr eaLnBrk="1" hangingPunct="1"/>
              <a:endParaRPr lang="zh-CN" altLang="en-US" sz="2800" b="1">
                <a:latin typeface="Tahoma" pitchFamily="34" charset="0"/>
                <a:ea typeface="黑体" pitchFamily="2" charset="-122"/>
              </a:endParaRPr>
            </a:p>
          </p:txBody>
        </p:sp>
        <p:sp>
          <p:nvSpPr>
            <p:cNvPr id="87150" name="Oval 87"/>
            <p:cNvSpPr>
              <a:spLocks noChangeArrowheads="1"/>
            </p:cNvSpPr>
            <p:nvPr/>
          </p:nvSpPr>
          <p:spPr bwMode="auto">
            <a:xfrm>
              <a:off x="96" y="1430"/>
              <a:ext cx="1870" cy="760"/>
            </a:xfrm>
            <a:prstGeom prst="ellipse">
              <a:avLst/>
            </a:prstGeom>
            <a:solidFill>
              <a:srgbClr val="FFFF99"/>
            </a:solidFill>
            <a:ln w="31750">
              <a:solidFill>
                <a:srgbClr val="000000"/>
              </a:solidFill>
              <a:round/>
              <a:headEnd/>
              <a:tailEnd/>
            </a:ln>
          </p:spPr>
          <p:txBody>
            <a:bodyPr/>
            <a:lstStyle/>
            <a:p>
              <a:pPr eaLnBrk="1" hangingPunct="1"/>
              <a:endParaRPr lang="zh-CN" altLang="en-US" sz="2800" b="1">
                <a:latin typeface="Tahoma" pitchFamily="34" charset="0"/>
                <a:ea typeface="黑体" pitchFamily="2" charset="-122"/>
              </a:endParaRPr>
            </a:p>
          </p:txBody>
        </p:sp>
        <p:sp>
          <p:nvSpPr>
            <p:cNvPr id="87151" name="Oval 88"/>
            <p:cNvSpPr>
              <a:spLocks noChangeArrowheads="1"/>
            </p:cNvSpPr>
            <p:nvPr/>
          </p:nvSpPr>
          <p:spPr bwMode="auto">
            <a:xfrm>
              <a:off x="3365" y="1163"/>
              <a:ext cx="1903" cy="731"/>
            </a:xfrm>
            <a:prstGeom prst="ellipse">
              <a:avLst/>
            </a:prstGeom>
            <a:solidFill>
              <a:srgbClr val="FFFF99"/>
            </a:solidFill>
            <a:ln w="31750">
              <a:solidFill>
                <a:srgbClr val="000000"/>
              </a:solidFill>
              <a:round/>
              <a:headEnd/>
              <a:tailEnd/>
            </a:ln>
          </p:spPr>
          <p:txBody>
            <a:bodyPr/>
            <a:lstStyle/>
            <a:p>
              <a:pPr eaLnBrk="1" hangingPunct="1"/>
              <a:endParaRPr lang="zh-CN" altLang="en-US" sz="2800" b="1">
                <a:latin typeface="Tahoma" pitchFamily="34" charset="0"/>
                <a:ea typeface="黑体" pitchFamily="2" charset="-122"/>
              </a:endParaRPr>
            </a:p>
          </p:txBody>
        </p:sp>
        <p:sp>
          <p:nvSpPr>
            <p:cNvPr id="87152" name="Oval 89"/>
            <p:cNvSpPr>
              <a:spLocks noChangeArrowheads="1"/>
            </p:cNvSpPr>
            <p:nvPr/>
          </p:nvSpPr>
          <p:spPr bwMode="auto">
            <a:xfrm>
              <a:off x="2365" y="1821"/>
              <a:ext cx="1900" cy="771"/>
            </a:xfrm>
            <a:prstGeom prst="ellipse">
              <a:avLst/>
            </a:prstGeom>
            <a:solidFill>
              <a:srgbClr val="FFFF99"/>
            </a:solidFill>
            <a:ln w="31750">
              <a:solidFill>
                <a:srgbClr val="000000"/>
              </a:solidFill>
              <a:round/>
              <a:headEnd/>
              <a:tailEnd/>
            </a:ln>
          </p:spPr>
          <p:txBody>
            <a:bodyPr/>
            <a:lstStyle/>
            <a:p>
              <a:pPr eaLnBrk="1" hangingPunct="1"/>
              <a:endParaRPr lang="zh-CN" altLang="en-US" sz="2800" b="1">
                <a:latin typeface="Tahoma" pitchFamily="34" charset="0"/>
                <a:ea typeface="黑体" pitchFamily="2" charset="-122"/>
              </a:endParaRPr>
            </a:p>
          </p:txBody>
        </p:sp>
        <p:sp>
          <p:nvSpPr>
            <p:cNvPr id="87153" name="Oval 90"/>
            <p:cNvSpPr>
              <a:spLocks noChangeArrowheads="1"/>
            </p:cNvSpPr>
            <p:nvPr/>
          </p:nvSpPr>
          <p:spPr bwMode="auto">
            <a:xfrm>
              <a:off x="729" y="1752"/>
              <a:ext cx="1900" cy="731"/>
            </a:xfrm>
            <a:prstGeom prst="ellipse">
              <a:avLst/>
            </a:prstGeom>
            <a:solidFill>
              <a:srgbClr val="FFFF99"/>
            </a:solidFill>
            <a:ln w="31750">
              <a:solidFill>
                <a:srgbClr val="000000"/>
              </a:solidFill>
              <a:round/>
              <a:headEnd/>
              <a:tailEnd/>
            </a:ln>
          </p:spPr>
          <p:txBody>
            <a:bodyPr/>
            <a:lstStyle/>
            <a:p>
              <a:pPr eaLnBrk="1" hangingPunct="1"/>
              <a:endParaRPr lang="zh-CN" altLang="en-US" sz="2800" b="1">
                <a:latin typeface="Tahoma" pitchFamily="34" charset="0"/>
                <a:ea typeface="黑体" pitchFamily="2" charset="-122"/>
              </a:endParaRPr>
            </a:p>
          </p:txBody>
        </p:sp>
        <p:sp>
          <p:nvSpPr>
            <p:cNvPr id="87154" name="Oval 91"/>
            <p:cNvSpPr>
              <a:spLocks noChangeArrowheads="1"/>
            </p:cNvSpPr>
            <p:nvPr/>
          </p:nvSpPr>
          <p:spPr bwMode="auto">
            <a:xfrm>
              <a:off x="2197" y="1056"/>
              <a:ext cx="1870" cy="758"/>
            </a:xfrm>
            <a:prstGeom prst="ellipse">
              <a:avLst/>
            </a:prstGeom>
            <a:solidFill>
              <a:srgbClr val="FFFF99"/>
            </a:solidFill>
            <a:ln w="31750">
              <a:solidFill>
                <a:srgbClr val="000000"/>
              </a:solidFill>
              <a:round/>
              <a:headEnd/>
              <a:tailEnd/>
            </a:ln>
          </p:spPr>
          <p:txBody>
            <a:bodyPr/>
            <a:lstStyle/>
            <a:p>
              <a:pPr eaLnBrk="1" hangingPunct="1"/>
              <a:endParaRPr lang="zh-CN" altLang="en-US" sz="2800" b="1">
                <a:latin typeface="Tahoma" pitchFamily="34" charset="0"/>
                <a:ea typeface="黑体" pitchFamily="2" charset="-122"/>
              </a:endParaRPr>
            </a:p>
          </p:txBody>
        </p:sp>
        <p:sp>
          <p:nvSpPr>
            <p:cNvPr id="87155" name="Oval 92"/>
            <p:cNvSpPr>
              <a:spLocks noChangeArrowheads="1"/>
            </p:cNvSpPr>
            <p:nvPr/>
          </p:nvSpPr>
          <p:spPr bwMode="auto">
            <a:xfrm>
              <a:off x="996" y="1056"/>
              <a:ext cx="1867" cy="731"/>
            </a:xfrm>
            <a:prstGeom prst="ellipse">
              <a:avLst/>
            </a:prstGeom>
            <a:solidFill>
              <a:srgbClr val="FFFF99"/>
            </a:solidFill>
            <a:ln w="31750">
              <a:solidFill>
                <a:srgbClr val="000000"/>
              </a:solidFill>
              <a:round/>
              <a:headEnd/>
              <a:tailEnd/>
            </a:ln>
          </p:spPr>
          <p:txBody>
            <a:bodyPr/>
            <a:lstStyle/>
            <a:p>
              <a:pPr eaLnBrk="1" hangingPunct="1"/>
              <a:endParaRPr lang="zh-CN" altLang="en-US" sz="2800" b="1">
                <a:latin typeface="Tahoma" pitchFamily="34" charset="0"/>
                <a:ea typeface="黑体" pitchFamily="2" charset="-122"/>
              </a:endParaRPr>
            </a:p>
          </p:txBody>
        </p:sp>
        <p:sp>
          <p:nvSpPr>
            <p:cNvPr id="87156" name="Oval 93"/>
            <p:cNvSpPr>
              <a:spLocks noChangeArrowheads="1"/>
            </p:cNvSpPr>
            <p:nvPr/>
          </p:nvSpPr>
          <p:spPr bwMode="auto">
            <a:xfrm>
              <a:off x="597" y="1226"/>
              <a:ext cx="4536" cy="1060"/>
            </a:xfrm>
            <a:prstGeom prst="ellipse">
              <a:avLst/>
            </a:pr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grpSp>
      <p:sp>
        <p:nvSpPr>
          <p:cNvPr id="87081" name="Line 94"/>
          <p:cNvSpPr>
            <a:spLocks noChangeShapeType="1"/>
          </p:cNvSpPr>
          <p:nvPr/>
        </p:nvSpPr>
        <p:spPr bwMode="auto">
          <a:xfrm>
            <a:off x="1676400" y="5440363"/>
            <a:ext cx="2590800" cy="0"/>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nvGrpSpPr>
          <p:cNvPr id="87082" name="Group 95"/>
          <p:cNvGrpSpPr>
            <a:grpSpLocks/>
          </p:cNvGrpSpPr>
          <p:nvPr/>
        </p:nvGrpSpPr>
        <p:grpSpPr bwMode="auto">
          <a:xfrm>
            <a:off x="1752600" y="2420938"/>
            <a:ext cx="685800" cy="1447800"/>
            <a:chOff x="672" y="528"/>
            <a:chExt cx="432" cy="912"/>
          </a:xfrm>
        </p:grpSpPr>
        <p:sp>
          <p:nvSpPr>
            <p:cNvPr id="87146" name="AutoShape 96"/>
            <p:cNvSpPr>
              <a:spLocks noChangeArrowheads="1"/>
            </p:cNvSpPr>
            <p:nvPr/>
          </p:nvSpPr>
          <p:spPr bwMode="auto">
            <a:xfrm>
              <a:off x="672" y="1008"/>
              <a:ext cx="432" cy="432"/>
            </a:xfrm>
            <a:prstGeom prst="cube">
              <a:avLst>
                <a:gd name="adj" fmla="val 25000"/>
              </a:avLst>
            </a:prstGeom>
            <a:solidFill>
              <a:srgbClr val="DDDDDD"/>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87147" name="AutoShape 97"/>
            <p:cNvSpPr>
              <a:spLocks noChangeArrowheads="1"/>
            </p:cNvSpPr>
            <p:nvPr/>
          </p:nvSpPr>
          <p:spPr bwMode="auto">
            <a:xfrm>
              <a:off x="672" y="720"/>
              <a:ext cx="432" cy="432"/>
            </a:xfrm>
            <a:prstGeom prst="cube">
              <a:avLst>
                <a:gd name="adj" fmla="val 25000"/>
              </a:avLst>
            </a:prstGeom>
            <a:solidFill>
              <a:srgbClr val="DDDDDD"/>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87148" name="AutoShape 98"/>
            <p:cNvSpPr>
              <a:spLocks noChangeArrowheads="1"/>
            </p:cNvSpPr>
            <p:nvPr/>
          </p:nvSpPr>
          <p:spPr bwMode="auto">
            <a:xfrm>
              <a:off x="672" y="528"/>
              <a:ext cx="432" cy="432"/>
            </a:xfrm>
            <a:prstGeom prst="cube">
              <a:avLst>
                <a:gd name="adj" fmla="val 25000"/>
              </a:avLst>
            </a:prstGeom>
            <a:solidFill>
              <a:srgbClr val="DDDDDD"/>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grpSp>
      <p:sp>
        <p:nvSpPr>
          <p:cNvPr id="87083" name="Text Box 99"/>
          <p:cNvSpPr txBox="1">
            <a:spLocks noChangeArrowheads="1"/>
          </p:cNvSpPr>
          <p:nvPr/>
        </p:nvSpPr>
        <p:spPr bwMode="auto">
          <a:xfrm>
            <a:off x="1789113" y="3430588"/>
            <a:ext cx="4841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a:solidFill>
                  <a:srgbClr val="333399"/>
                </a:solidFill>
                <a:latin typeface="Arial" charset="0"/>
                <a:ea typeface="黑体" pitchFamily="2" charset="-122"/>
              </a:rPr>
              <a:t>IP</a:t>
            </a:r>
            <a:r>
              <a:rPr kumimoji="1" lang="en-US" altLang="zh-CN" sz="1800" b="1" baseline="-25000">
                <a:solidFill>
                  <a:srgbClr val="333399"/>
                </a:solidFill>
                <a:latin typeface="Arial" charset="0"/>
                <a:ea typeface="黑体" pitchFamily="2" charset="-122"/>
              </a:rPr>
              <a:t>1</a:t>
            </a:r>
            <a:endParaRPr kumimoji="1" lang="en-US" altLang="zh-CN" sz="1800" b="1">
              <a:solidFill>
                <a:srgbClr val="333399"/>
              </a:solidFill>
              <a:latin typeface="Arial" charset="0"/>
              <a:ea typeface="黑体" pitchFamily="2" charset="-122"/>
            </a:endParaRPr>
          </a:p>
        </p:txBody>
      </p:sp>
      <p:sp>
        <p:nvSpPr>
          <p:cNvPr id="87084" name="Text Box 100"/>
          <p:cNvSpPr txBox="1">
            <a:spLocks noChangeArrowheads="1"/>
          </p:cNvSpPr>
          <p:nvPr/>
        </p:nvSpPr>
        <p:spPr bwMode="auto">
          <a:xfrm>
            <a:off x="1663403" y="4849813"/>
            <a:ext cx="7954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smtClean="0">
                <a:solidFill>
                  <a:srgbClr val="333399"/>
                </a:solidFill>
                <a:latin typeface="Arial" charset="0"/>
                <a:ea typeface="黑体" pitchFamily="2" charset="-122"/>
              </a:rPr>
              <a:t>MAC</a:t>
            </a:r>
            <a:r>
              <a:rPr kumimoji="1" lang="en-US" altLang="zh-CN" sz="1800" b="1" baseline="-25000" dirty="0" smtClean="0">
                <a:solidFill>
                  <a:srgbClr val="333399"/>
                </a:solidFill>
                <a:latin typeface="Arial" charset="0"/>
                <a:ea typeface="黑体" pitchFamily="2" charset="-122"/>
              </a:rPr>
              <a:t>1</a:t>
            </a:r>
            <a:endParaRPr kumimoji="1" lang="en-US" altLang="zh-CN" sz="1800" b="1" dirty="0">
              <a:solidFill>
                <a:srgbClr val="333399"/>
              </a:solidFill>
              <a:latin typeface="Arial" charset="0"/>
              <a:ea typeface="黑体" pitchFamily="2" charset="-122"/>
            </a:endParaRPr>
          </a:p>
        </p:txBody>
      </p:sp>
      <p:sp>
        <p:nvSpPr>
          <p:cNvPr id="87085" name="Text Box 101"/>
          <p:cNvSpPr txBox="1">
            <a:spLocks noChangeArrowheads="1"/>
          </p:cNvSpPr>
          <p:nvPr/>
        </p:nvSpPr>
        <p:spPr bwMode="auto">
          <a:xfrm>
            <a:off x="6096000" y="4811713"/>
            <a:ext cx="7954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smtClean="0">
                <a:solidFill>
                  <a:srgbClr val="333399"/>
                </a:solidFill>
                <a:latin typeface="Arial" charset="0"/>
                <a:ea typeface="黑体" pitchFamily="2" charset="-122"/>
              </a:rPr>
              <a:t>MAC</a:t>
            </a:r>
            <a:r>
              <a:rPr kumimoji="1" lang="en-US" altLang="zh-CN" sz="1800" b="1" baseline="-25000" dirty="0" smtClean="0">
                <a:solidFill>
                  <a:srgbClr val="333399"/>
                </a:solidFill>
                <a:latin typeface="Arial" charset="0"/>
                <a:ea typeface="黑体" pitchFamily="2" charset="-122"/>
              </a:rPr>
              <a:t>5</a:t>
            </a:r>
            <a:endParaRPr kumimoji="1" lang="en-US" altLang="zh-CN" sz="1800" b="1" dirty="0">
              <a:solidFill>
                <a:srgbClr val="333399"/>
              </a:solidFill>
              <a:latin typeface="Arial" charset="0"/>
              <a:ea typeface="黑体" pitchFamily="2" charset="-122"/>
            </a:endParaRPr>
          </a:p>
        </p:txBody>
      </p:sp>
      <p:sp>
        <p:nvSpPr>
          <p:cNvPr id="87086" name="Text Box 102"/>
          <p:cNvSpPr txBox="1">
            <a:spLocks noChangeArrowheads="1"/>
          </p:cNvSpPr>
          <p:nvPr/>
        </p:nvSpPr>
        <p:spPr bwMode="auto">
          <a:xfrm>
            <a:off x="4851400" y="4805363"/>
            <a:ext cx="7954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smtClean="0">
                <a:solidFill>
                  <a:srgbClr val="333399"/>
                </a:solidFill>
                <a:latin typeface="Arial" charset="0"/>
                <a:ea typeface="黑体" pitchFamily="2" charset="-122"/>
              </a:rPr>
              <a:t>MAC</a:t>
            </a:r>
            <a:r>
              <a:rPr kumimoji="1" lang="en-US" altLang="zh-CN" sz="1800" b="1" baseline="-25000" dirty="0" smtClean="0">
                <a:solidFill>
                  <a:srgbClr val="333399"/>
                </a:solidFill>
                <a:latin typeface="Arial" charset="0"/>
                <a:ea typeface="黑体" pitchFamily="2" charset="-122"/>
              </a:rPr>
              <a:t>4</a:t>
            </a:r>
            <a:endParaRPr kumimoji="1" lang="en-US" altLang="zh-CN" sz="1800" b="1" dirty="0">
              <a:solidFill>
                <a:srgbClr val="333399"/>
              </a:solidFill>
              <a:latin typeface="Arial" charset="0"/>
              <a:ea typeface="黑体" pitchFamily="2" charset="-122"/>
            </a:endParaRPr>
          </a:p>
        </p:txBody>
      </p:sp>
      <p:sp>
        <p:nvSpPr>
          <p:cNvPr id="87087" name="Text Box 103"/>
          <p:cNvSpPr txBox="1">
            <a:spLocks noChangeArrowheads="1"/>
          </p:cNvSpPr>
          <p:nvPr/>
        </p:nvSpPr>
        <p:spPr bwMode="auto">
          <a:xfrm>
            <a:off x="3431704" y="4805363"/>
            <a:ext cx="7954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smtClean="0">
                <a:solidFill>
                  <a:srgbClr val="333399"/>
                </a:solidFill>
                <a:latin typeface="Arial" charset="0"/>
                <a:ea typeface="黑体" pitchFamily="2" charset="-122"/>
              </a:rPr>
              <a:t>MAC</a:t>
            </a:r>
            <a:r>
              <a:rPr kumimoji="1" lang="en-US" altLang="zh-CN" sz="1800" b="1" baseline="-25000" dirty="0" smtClean="0">
                <a:solidFill>
                  <a:srgbClr val="333399"/>
                </a:solidFill>
                <a:latin typeface="Arial" charset="0"/>
                <a:ea typeface="黑体" pitchFamily="2" charset="-122"/>
              </a:rPr>
              <a:t>3</a:t>
            </a:r>
            <a:endParaRPr kumimoji="1" lang="en-US" altLang="zh-CN" sz="1800" b="1" dirty="0">
              <a:solidFill>
                <a:srgbClr val="333399"/>
              </a:solidFill>
              <a:latin typeface="Arial" charset="0"/>
              <a:ea typeface="黑体" pitchFamily="2" charset="-122"/>
            </a:endParaRPr>
          </a:p>
        </p:txBody>
      </p:sp>
      <p:sp>
        <p:nvSpPr>
          <p:cNvPr id="87088" name="Line 104"/>
          <p:cNvSpPr>
            <a:spLocks noChangeShapeType="1"/>
          </p:cNvSpPr>
          <p:nvPr/>
        </p:nvSpPr>
        <p:spPr bwMode="auto">
          <a:xfrm>
            <a:off x="2362200" y="3611563"/>
            <a:ext cx="1905000" cy="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7089" name="Line 105"/>
          <p:cNvSpPr>
            <a:spLocks noChangeShapeType="1"/>
          </p:cNvSpPr>
          <p:nvPr/>
        </p:nvSpPr>
        <p:spPr bwMode="auto">
          <a:xfrm>
            <a:off x="7467600" y="5440363"/>
            <a:ext cx="2971800" cy="0"/>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7090" name="Text Box 106"/>
          <p:cNvSpPr txBox="1">
            <a:spLocks noChangeArrowheads="1"/>
          </p:cNvSpPr>
          <p:nvPr/>
        </p:nvSpPr>
        <p:spPr bwMode="auto">
          <a:xfrm>
            <a:off x="7531100" y="4799013"/>
            <a:ext cx="7954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smtClean="0">
                <a:solidFill>
                  <a:srgbClr val="333399"/>
                </a:solidFill>
                <a:latin typeface="Arial" charset="0"/>
                <a:ea typeface="黑体" pitchFamily="2" charset="-122"/>
              </a:rPr>
              <a:t>MAC</a:t>
            </a:r>
            <a:r>
              <a:rPr kumimoji="1" lang="en-US" altLang="zh-CN" sz="1800" b="1" baseline="-25000" dirty="0" smtClean="0">
                <a:solidFill>
                  <a:srgbClr val="333399"/>
                </a:solidFill>
                <a:latin typeface="Arial" charset="0"/>
                <a:ea typeface="黑体" pitchFamily="2" charset="-122"/>
              </a:rPr>
              <a:t>6</a:t>
            </a:r>
            <a:endParaRPr kumimoji="1" lang="en-US" altLang="zh-CN" sz="1800" b="1" dirty="0">
              <a:solidFill>
                <a:srgbClr val="333399"/>
              </a:solidFill>
              <a:latin typeface="Arial" charset="0"/>
              <a:ea typeface="黑体" pitchFamily="2" charset="-122"/>
            </a:endParaRPr>
          </a:p>
        </p:txBody>
      </p:sp>
      <p:sp>
        <p:nvSpPr>
          <p:cNvPr id="87091" name="Text Box 107"/>
          <p:cNvSpPr txBox="1">
            <a:spLocks noChangeArrowheads="1"/>
          </p:cNvSpPr>
          <p:nvPr/>
        </p:nvSpPr>
        <p:spPr bwMode="auto">
          <a:xfrm>
            <a:off x="9580728" y="4814888"/>
            <a:ext cx="7954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smtClean="0">
                <a:solidFill>
                  <a:srgbClr val="333399"/>
                </a:solidFill>
                <a:latin typeface="Arial" charset="0"/>
                <a:ea typeface="黑体" pitchFamily="2" charset="-122"/>
              </a:rPr>
              <a:t>MAC</a:t>
            </a:r>
            <a:r>
              <a:rPr kumimoji="1" lang="en-US" altLang="zh-CN" sz="1800" b="1" baseline="-25000" dirty="0" smtClean="0">
                <a:solidFill>
                  <a:srgbClr val="333399"/>
                </a:solidFill>
                <a:latin typeface="Arial" charset="0"/>
                <a:ea typeface="黑体" pitchFamily="2" charset="-122"/>
              </a:rPr>
              <a:t>2</a:t>
            </a:r>
            <a:endParaRPr kumimoji="1" lang="en-US" altLang="zh-CN" sz="1800" b="1" dirty="0">
              <a:solidFill>
                <a:srgbClr val="333399"/>
              </a:solidFill>
              <a:latin typeface="Arial" charset="0"/>
              <a:ea typeface="黑体" pitchFamily="2" charset="-122"/>
            </a:endParaRPr>
          </a:p>
        </p:txBody>
      </p:sp>
      <p:sp>
        <p:nvSpPr>
          <p:cNvPr id="87092" name="Text Box 108"/>
          <p:cNvSpPr txBox="1">
            <a:spLocks noChangeArrowheads="1"/>
          </p:cNvSpPr>
          <p:nvPr/>
        </p:nvSpPr>
        <p:spPr bwMode="auto">
          <a:xfrm>
            <a:off x="7531100" y="3709988"/>
            <a:ext cx="4841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a:solidFill>
                  <a:srgbClr val="333399"/>
                </a:solidFill>
                <a:latin typeface="Arial" charset="0"/>
                <a:ea typeface="黑体" pitchFamily="2" charset="-122"/>
              </a:rPr>
              <a:t>IP</a:t>
            </a:r>
            <a:r>
              <a:rPr kumimoji="1" lang="en-US" altLang="zh-CN" sz="1800" b="1" baseline="-25000">
                <a:solidFill>
                  <a:srgbClr val="333399"/>
                </a:solidFill>
                <a:latin typeface="Arial" charset="0"/>
                <a:ea typeface="黑体" pitchFamily="2" charset="-122"/>
              </a:rPr>
              <a:t>6</a:t>
            </a:r>
            <a:endParaRPr kumimoji="1" lang="en-US" altLang="zh-CN" sz="1800" b="1">
              <a:solidFill>
                <a:srgbClr val="333399"/>
              </a:solidFill>
              <a:latin typeface="Arial" charset="0"/>
              <a:ea typeface="黑体" pitchFamily="2" charset="-122"/>
            </a:endParaRPr>
          </a:p>
        </p:txBody>
      </p:sp>
      <p:sp>
        <p:nvSpPr>
          <p:cNvPr id="87093" name="Text Box 109"/>
          <p:cNvSpPr txBox="1">
            <a:spLocks noChangeArrowheads="1"/>
          </p:cNvSpPr>
          <p:nvPr/>
        </p:nvSpPr>
        <p:spPr bwMode="auto">
          <a:xfrm>
            <a:off x="1631950" y="2060575"/>
            <a:ext cx="9653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800" b="1">
                <a:solidFill>
                  <a:srgbClr val="333399"/>
                </a:solidFill>
                <a:latin typeface="Arial" charset="0"/>
                <a:ea typeface="黑体" pitchFamily="2" charset="-122"/>
              </a:rPr>
              <a:t>主机 </a:t>
            </a:r>
            <a:r>
              <a:rPr kumimoji="1" lang="en-US" altLang="zh-CN" sz="1800" b="1">
                <a:solidFill>
                  <a:srgbClr val="333399"/>
                </a:solidFill>
                <a:latin typeface="Arial" charset="0"/>
                <a:ea typeface="黑体" pitchFamily="2" charset="-122"/>
              </a:rPr>
              <a:t>H</a:t>
            </a:r>
            <a:r>
              <a:rPr kumimoji="1" lang="en-US" altLang="zh-CN" sz="1800" b="1" baseline="-25000">
                <a:solidFill>
                  <a:srgbClr val="333399"/>
                </a:solidFill>
                <a:latin typeface="Arial" charset="0"/>
                <a:ea typeface="黑体" pitchFamily="2" charset="-122"/>
              </a:rPr>
              <a:t>1</a:t>
            </a:r>
            <a:endParaRPr kumimoji="1" lang="en-US" altLang="zh-CN" sz="1800" b="1">
              <a:solidFill>
                <a:srgbClr val="333399"/>
              </a:solidFill>
              <a:latin typeface="Arial" charset="0"/>
              <a:ea typeface="黑体" pitchFamily="2" charset="-122"/>
            </a:endParaRPr>
          </a:p>
        </p:txBody>
      </p:sp>
      <p:sp>
        <p:nvSpPr>
          <p:cNvPr id="87094" name="Text Box 110"/>
          <p:cNvSpPr txBox="1">
            <a:spLocks noChangeArrowheads="1"/>
          </p:cNvSpPr>
          <p:nvPr/>
        </p:nvSpPr>
        <p:spPr bwMode="auto">
          <a:xfrm>
            <a:off x="9556750" y="2035175"/>
            <a:ext cx="9653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800" b="1">
                <a:solidFill>
                  <a:srgbClr val="333399"/>
                </a:solidFill>
                <a:latin typeface="Arial" charset="0"/>
                <a:ea typeface="黑体" pitchFamily="2" charset="-122"/>
              </a:rPr>
              <a:t>主机 </a:t>
            </a:r>
            <a:r>
              <a:rPr kumimoji="1" lang="en-US" altLang="zh-CN" sz="1800" b="1">
                <a:solidFill>
                  <a:srgbClr val="333399"/>
                </a:solidFill>
                <a:latin typeface="Arial" charset="0"/>
                <a:ea typeface="黑体" pitchFamily="2" charset="-122"/>
              </a:rPr>
              <a:t>H</a:t>
            </a:r>
            <a:r>
              <a:rPr kumimoji="1" lang="en-US" altLang="zh-CN" sz="1800" b="1" baseline="-25000">
                <a:solidFill>
                  <a:srgbClr val="333399"/>
                </a:solidFill>
                <a:latin typeface="Arial" charset="0"/>
                <a:ea typeface="黑体" pitchFamily="2" charset="-122"/>
              </a:rPr>
              <a:t>2</a:t>
            </a:r>
            <a:endParaRPr kumimoji="1" lang="en-US" altLang="zh-CN" sz="1800" b="1">
              <a:solidFill>
                <a:srgbClr val="333399"/>
              </a:solidFill>
              <a:latin typeface="Arial" charset="0"/>
              <a:ea typeface="黑体" pitchFamily="2" charset="-122"/>
            </a:endParaRPr>
          </a:p>
        </p:txBody>
      </p:sp>
      <p:sp>
        <p:nvSpPr>
          <p:cNvPr id="87095" name="AutoShape 111"/>
          <p:cNvSpPr>
            <a:spLocks noChangeArrowheads="1"/>
          </p:cNvSpPr>
          <p:nvPr/>
        </p:nvSpPr>
        <p:spPr bwMode="auto">
          <a:xfrm>
            <a:off x="4191000" y="3259138"/>
            <a:ext cx="685800" cy="609600"/>
          </a:xfrm>
          <a:prstGeom prst="cube">
            <a:avLst>
              <a:gd name="adj" fmla="val 25000"/>
            </a:avLst>
          </a:prstGeom>
          <a:solidFill>
            <a:srgbClr val="66CCFF"/>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87096" name="Text Box 112"/>
          <p:cNvSpPr txBox="1">
            <a:spLocks noChangeArrowheads="1"/>
          </p:cNvSpPr>
          <p:nvPr/>
        </p:nvSpPr>
        <p:spPr bwMode="auto">
          <a:xfrm>
            <a:off x="4079776" y="2887663"/>
            <a:ext cx="11977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800" b="1" dirty="0">
                <a:solidFill>
                  <a:srgbClr val="333399"/>
                </a:solidFill>
                <a:latin typeface="Arial" charset="0"/>
                <a:ea typeface="黑体" pitchFamily="2" charset="-122"/>
              </a:rPr>
              <a:t>路由器 </a:t>
            </a:r>
            <a:r>
              <a:rPr kumimoji="1" lang="en-US" altLang="zh-CN" sz="1800" b="1" dirty="0">
                <a:solidFill>
                  <a:srgbClr val="333399"/>
                </a:solidFill>
                <a:latin typeface="Arial" charset="0"/>
                <a:ea typeface="黑体" pitchFamily="2" charset="-122"/>
              </a:rPr>
              <a:t>R</a:t>
            </a:r>
            <a:r>
              <a:rPr kumimoji="1" lang="en-US" altLang="zh-CN" sz="1800" b="1" baseline="-25000" dirty="0">
                <a:solidFill>
                  <a:srgbClr val="333399"/>
                </a:solidFill>
                <a:latin typeface="Arial" charset="0"/>
                <a:ea typeface="黑体" pitchFamily="2" charset="-122"/>
              </a:rPr>
              <a:t>1</a:t>
            </a:r>
            <a:endParaRPr kumimoji="1" lang="en-US" altLang="zh-CN" sz="1800" b="1" dirty="0">
              <a:solidFill>
                <a:srgbClr val="333399"/>
              </a:solidFill>
              <a:latin typeface="Arial" charset="0"/>
              <a:ea typeface="黑体" pitchFamily="2" charset="-122"/>
            </a:endParaRPr>
          </a:p>
        </p:txBody>
      </p:sp>
      <p:sp>
        <p:nvSpPr>
          <p:cNvPr id="87097" name="Text Box 113"/>
          <p:cNvSpPr txBox="1">
            <a:spLocks noChangeArrowheads="1"/>
          </p:cNvSpPr>
          <p:nvPr/>
        </p:nvSpPr>
        <p:spPr bwMode="auto">
          <a:xfrm>
            <a:off x="5690495" y="4149080"/>
            <a:ext cx="2544479" cy="400110"/>
          </a:xfrm>
          <a:prstGeom prst="rect">
            <a:avLst/>
          </a:prstGeom>
          <a:solidFill>
            <a:srgbClr val="CCECFF"/>
          </a:solidFill>
          <a:ln w="9525">
            <a:solidFill>
              <a:srgbClr val="333399"/>
            </a:solidFill>
            <a:miter lim="800000"/>
            <a:headEnd/>
            <a:tailEnd/>
          </a:ln>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dirty="0">
                <a:solidFill>
                  <a:srgbClr val="333399"/>
                </a:solidFill>
                <a:latin typeface="Arial" charset="0"/>
                <a:ea typeface="黑体" pitchFamily="2" charset="-122"/>
              </a:rPr>
              <a:t>IP </a:t>
            </a:r>
            <a:r>
              <a:rPr kumimoji="1" lang="zh-CN" altLang="en-US" sz="2000" b="1" dirty="0">
                <a:solidFill>
                  <a:srgbClr val="333399"/>
                </a:solidFill>
                <a:latin typeface="Arial" charset="0"/>
                <a:ea typeface="黑体" pitchFamily="2" charset="-122"/>
              </a:rPr>
              <a:t>层上</a:t>
            </a:r>
            <a:r>
              <a:rPr kumimoji="1" lang="zh-CN" altLang="en-US" sz="2000" b="1" dirty="0" smtClean="0">
                <a:solidFill>
                  <a:srgbClr val="333399"/>
                </a:solidFill>
                <a:latin typeface="Arial" charset="0"/>
                <a:ea typeface="黑体" pitchFamily="2" charset="-122"/>
              </a:rPr>
              <a:t>的虚拟互联网</a:t>
            </a:r>
            <a:endParaRPr kumimoji="1" lang="zh-CN" altLang="en-US" sz="2000" b="1" dirty="0">
              <a:solidFill>
                <a:srgbClr val="333399"/>
              </a:solidFill>
              <a:latin typeface="Arial" charset="0"/>
              <a:ea typeface="黑体" pitchFamily="2" charset="-122"/>
            </a:endParaRPr>
          </a:p>
        </p:txBody>
      </p:sp>
      <p:sp>
        <p:nvSpPr>
          <p:cNvPr id="87098" name="Text Box 114"/>
          <p:cNvSpPr txBox="1">
            <a:spLocks noChangeArrowheads="1"/>
          </p:cNvSpPr>
          <p:nvPr/>
        </p:nvSpPr>
        <p:spPr bwMode="auto">
          <a:xfrm>
            <a:off x="2591470" y="6014616"/>
            <a:ext cx="10070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a:solidFill>
                  <a:srgbClr val="333399"/>
                </a:solidFill>
                <a:latin typeface="Arial" charset="0"/>
                <a:ea typeface="黑体" pitchFamily="2" charset="-122"/>
              </a:rPr>
              <a:t>MAC </a:t>
            </a:r>
            <a:r>
              <a:rPr kumimoji="1" lang="zh-CN" altLang="en-US" sz="1800" b="1" dirty="0">
                <a:solidFill>
                  <a:srgbClr val="333399"/>
                </a:solidFill>
                <a:latin typeface="Arial" charset="0"/>
                <a:ea typeface="黑体" pitchFamily="2" charset="-122"/>
              </a:rPr>
              <a:t>帧</a:t>
            </a:r>
          </a:p>
        </p:txBody>
      </p:sp>
      <p:grpSp>
        <p:nvGrpSpPr>
          <p:cNvPr id="87099" name="Group 115"/>
          <p:cNvGrpSpPr>
            <a:grpSpLocks/>
          </p:cNvGrpSpPr>
          <p:nvPr/>
        </p:nvGrpSpPr>
        <p:grpSpPr bwMode="auto">
          <a:xfrm>
            <a:off x="9677400" y="2420938"/>
            <a:ext cx="685800" cy="1447800"/>
            <a:chOff x="672" y="528"/>
            <a:chExt cx="432" cy="912"/>
          </a:xfrm>
        </p:grpSpPr>
        <p:sp>
          <p:nvSpPr>
            <p:cNvPr id="87143" name="AutoShape 116"/>
            <p:cNvSpPr>
              <a:spLocks noChangeArrowheads="1"/>
            </p:cNvSpPr>
            <p:nvPr/>
          </p:nvSpPr>
          <p:spPr bwMode="auto">
            <a:xfrm>
              <a:off x="672" y="1008"/>
              <a:ext cx="432" cy="432"/>
            </a:xfrm>
            <a:prstGeom prst="cube">
              <a:avLst>
                <a:gd name="adj" fmla="val 25000"/>
              </a:avLst>
            </a:prstGeom>
            <a:solidFill>
              <a:srgbClr val="DDDDDD"/>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87144" name="AutoShape 117"/>
            <p:cNvSpPr>
              <a:spLocks noChangeArrowheads="1"/>
            </p:cNvSpPr>
            <p:nvPr/>
          </p:nvSpPr>
          <p:spPr bwMode="auto">
            <a:xfrm>
              <a:off x="672" y="720"/>
              <a:ext cx="432" cy="432"/>
            </a:xfrm>
            <a:prstGeom prst="cube">
              <a:avLst>
                <a:gd name="adj" fmla="val 25000"/>
              </a:avLst>
            </a:prstGeom>
            <a:solidFill>
              <a:srgbClr val="DDDDDD"/>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87145" name="AutoShape 118"/>
            <p:cNvSpPr>
              <a:spLocks noChangeArrowheads="1"/>
            </p:cNvSpPr>
            <p:nvPr/>
          </p:nvSpPr>
          <p:spPr bwMode="auto">
            <a:xfrm>
              <a:off x="672" y="528"/>
              <a:ext cx="432" cy="432"/>
            </a:xfrm>
            <a:prstGeom prst="cube">
              <a:avLst>
                <a:gd name="adj" fmla="val 25000"/>
              </a:avLst>
            </a:prstGeom>
            <a:solidFill>
              <a:srgbClr val="DDDDDD"/>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grpSp>
      <p:sp>
        <p:nvSpPr>
          <p:cNvPr id="87100" name="Text Box 119"/>
          <p:cNvSpPr txBox="1">
            <a:spLocks noChangeArrowheads="1"/>
          </p:cNvSpPr>
          <p:nvPr/>
        </p:nvSpPr>
        <p:spPr bwMode="auto">
          <a:xfrm>
            <a:off x="9726613" y="3435350"/>
            <a:ext cx="4841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a:solidFill>
                  <a:srgbClr val="333399"/>
                </a:solidFill>
                <a:latin typeface="Arial" charset="0"/>
                <a:ea typeface="黑体" pitchFamily="2" charset="-122"/>
              </a:rPr>
              <a:t>IP</a:t>
            </a:r>
            <a:r>
              <a:rPr kumimoji="1" lang="en-US" altLang="zh-CN" sz="1800" b="1" baseline="-25000">
                <a:solidFill>
                  <a:srgbClr val="333399"/>
                </a:solidFill>
                <a:latin typeface="Arial" charset="0"/>
                <a:ea typeface="黑体" pitchFamily="2" charset="-122"/>
              </a:rPr>
              <a:t>2</a:t>
            </a:r>
            <a:endParaRPr kumimoji="1" lang="en-US" altLang="zh-CN" sz="1800" b="1">
              <a:solidFill>
                <a:srgbClr val="333399"/>
              </a:solidFill>
              <a:latin typeface="Arial" charset="0"/>
              <a:ea typeface="黑体" pitchFamily="2" charset="-122"/>
            </a:endParaRPr>
          </a:p>
        </p:txBody>
      </p:sp>
      <p:sp>
        <p:nvSpPr>
          <p:cNvPr id="87101" name="Text Box 120"/>
          <p:cNvSpPr txBox="1">
            <a:spLocks noChangeArrowheads="1"/>
          </p:cNvSpPr>
          <p:nvPr/>
        </p:nvSpPr>
        <p:spPr bwMode="auto">
          <a:xfrm>
            <a:off x="4845050" y="3697288"/>
            <a:ext cx="4841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a:solidFill>
                  <a:srgbClr val="333399"/>
                </a:solidFill>
                <a:latin typeface="Arial" charset="0"/>
                <a:ea typeface="黑体" pitchFamily="2" charset="-122"/>
              </a:rPr>
              <a:t>IP</a:t>
            </a:r>
            <a:r>
              <a:rPr kumimoji="1" lang="en-US" altLang="zh-CN" sz="1800" b="1" baseline="-25000" dirty="0">
                <a:solidFill>
                  <a:srgbClr val="333399"/>
                </a:solidFill>
                <a:latin typeface="Arial" charset="0"/>
                <a:ea typeface="黑体" pitchFamily="2" charset="-122"/>
              </a:rPr>
              <a:t>4</a:t>
            </a:r>
            <a:endParaRPr kumimoji="1" lang="en-US" altLang="zh-CN" sz="1800" b="1" dirty="0">
              <a:solidFill>
                <a:srgbClr val="333399"/>
              </a:solidFill>
              <a:latin typeface="Arial" charset="0"/>
              <a:ea typeface="黑体" pitchFamily="2" charset="-122"/>
            </a:endParaRPr>
          </a:p>
        </p:txBody>
      </p:sp>
      <p:sp>
        <p:nvSpPr>
          <p:cNvPr id="87102" name="Text Box 121"/>
          <p:cNvSpPr txBox="1">
            <a:spLocks noChangeArrowheads="1"/>
          </p:cNvSpPr>
          <p:nvPr/>
        </p:nvSpPr>
        <p:spPr bwMode="auto">
          <a:xfrm>
            <a:off x="3810000" y="3697288"/>
            <a:ext cx="4841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a:solidFill>
                  <a:srgbClr val="333399"/>
                </a:solidFill>
                <a:latin typeface="Arial" charset="0"/>
                <a:ea typeface="黑体" pitchFamily="2" charset="-122"/>
              </a:rPr>
              <a:t>IP</a:t>
            </a:r>
            <a:r>
              <a:rPr kumimoji="1" lang="en-US" altLang="zh-CN" sz="1800" b="1" baseline="-25000" dirty="0">
                <a:solidFill>
                  <a:srgbClr val="333399"/>
                </a:solidFill>
                <a:latin typeface="Arial" charset="0"/>
                <a:ea typeface="黑体" pitchFamily="2" charset="-122"/>
              </a:rPr>
              <a:t>3</a:t>
            </a:r>
            <a:endParaRPr kumimoji="1" lang="en-US" altLang="zh-CN" sz="1800" b="1" dirty="0">
              <a:solidFill>
                <a:srgbClr val="333399"/>
              </a:solidFill>
              <a:latin typeface="Arial" charset="0"/>
              <a:ea typeface="黑体" pitchFamily="2" charset="-122"/>
            </a:endParaRPr>
          </a:p>
        </p:txBody>
      </p:sp>
      <p:sp>
        <p:nvSpPr>
          <p:cNvPr id="87103" name="Line 122"/>
          <p:cNvSpPr>
            <a:spLocks noChangeShapeType="1"/>
          </p:cNvSpPr>
          <p:nvPr/>
        </p:nvSpPr>
        <p:spPr bwMode="auto">
          <a:xfrm>
            <a:off x="4800600" y="3611563"/>
            <a:ext cx="2057400" cy="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7104" name="AutoShape 123"/>
          <p:cNvSpPr>
            <a:spLocks noChangeArrowheads="1"/>
          </p:cNvSpPr>
          <p:nvPr/>
        </p:nvSpPr>
        <p:spPr bwMode="auto">
          <a:xfrm>
            <a:off x="6856413" y="3230563"/>
            <a:ext cx="685800" cy="609600"/>
          </a:xfrm>
          <a:prstGeom prst="cube">
            <a:avLst>
              <a:gd name="adj" fmla="val 25000"/>
            </a:avLst>
          </a:prstGeom>
          <a:solidFill>
            <a:srgbClr val="66CCFF"/>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87105" name="Line 124"/>
          <p:cNvSpPr>
            <a:spLocks noChangeShapeType="1"/>
          </p:cNvSpPr>
          <p:nvPr/>
        </p:nvSpPr>
        <p:spPr bwMode="auto">
          <a:xfrm>
            <a:off x="7467600" y="3611563"/>
            <a:ext cx="2209800" cy="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7106" name="Text Box 125"/>
          <p:cNvSpPr txBox="1">
            <a:spLocks noChangeArrowheads="1"/>
          </p:cNvSpPr>
          <p:nvPr/>
        </p:nvSpPr>
        <p:spPr bwMode="auto">
          <a:xfrm>
            <a:off x="6477000" y="3697288"/>
            <a:ext cx="4841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a:solidFill>
                  <a:srgbClr val="333399"/>
                </a:solidFill>
                <a:latin typeface="Arial" charset="0"/>
                <a:ea typeface="黑体" pitchFamily="2" charset="-122"/>
              </a:rPr>
              <a:t>IP</a:t>
            </a:r>
            <a:r>
              <a:rPr kumimoji="1" lang="en-US" altLang="zh-CN" sz="1800" b="1" baseline="-25000">
                <a:solidFill>
                  <a:srgbClr val="333399"/>
                </a:solidFill>
                <a:latin typeface="Arial" charset="0"/>
                <a:ea typeface="黑体" pitchFamily="2" charset="-122"/>
              </a:rPr>
              <a:t>5</a:t>
            </a:r>
            <a:endParaRPr kumimoji="1" lang="en-US" altLang="zh-CN" sz="1800" b="1">
              <a:solidFill>
                <a:srgbClr val="333399"/>
              </a:solidFill>
              <a:latin typeface="Arial" charset="0"/>
              <a:ea typeface="黑体" pitchFamily="2" charset="-122"/>
            </a:endParaRPr>
          </a:p>
        </p:txBody>
      </p:sp>
      <p:sp>
        <p:nvSpPr>
          <p:cNvPr id="87107" name="Line 126"/>
          <p:cNvSpPr>
            <a:spLocks noChangeShapeType="1"/>
          </p:cNvSpPr>
          <p:nvPr/>
        </p:nvSpPr>
        <p:spPr bwMode="auto">
          <a:xfrm>
            <a:off x="4876800" y="5440363"/>
            <a:ext cx="1905000" cy="0"/>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7108" name="Freeform 127"/>
          <p:cNvSpPr>
            <a:spLocks/>
          </p:cNvSpPr>
          <p:nvPr/>
        </p:nvSpPr>
        <p:spPr bwMode="auto">
          <a:xfrm flipH="1">
            <a:off x="7445375" y="5156200"/>
            <a:ext cx="341313" cy="284163"/>
          </a:xfrm>
          <a:custGeom>
            <a:avLst/>
            <a:gdLst>
              <a:gd name="T0" fmla="*/ 0 w 249"/>
              <a:gd name="T1" fmla="*/ 2147483646 h 176"/>
              <a:gd name="T2" fmla="*/ 2147483646 w 249"/>
              <a:gd name="T3" fmla="*/ 0 h 176"/>
              <a:gd name="T4" fmla="*/ 2147483646 w 249"/>
              <a:gd name="T5" fmla="*/ 2147483646 h 176"/>
              <a:gd name="T6" fmla="*/ 0 60000 65536"/>
              <a:gd name="T7" fmla="*/ 0 60000 65536"/>
              <a:gd name="T8" fmla="*/ 0 60000 65536"/>
              <a:gd name="T9" fmla="*/ 0 w 249"/>
              <a:gd name="T10" fmla="*/ 0 h 176"/>
              <a:gd name="T11" fmla="*/ 249 w 249"/>
              <a:gd name="T12" fmla="*/ 176 h 176"/>
            </a:gdLst>
            <a:ahLst/>
            <a:cxnLst>
              <a:cxn ang="T6">
                <a:pos x="T0" y="T1"/>
              </a:cxn>
              <a:cxn ang="T7">
                <a:pos x="T2" y="T3"/>
              </a:cxn>
              <a:cxn ang="T8">
                <a:pos x="T4" y="T5"/>
              </a:cxn>
            </a:cxnLst>
            <a:rect l="T9" t="T10" r="T11" b="T12"/>
            <a:pathLst>
              <a:path w="249" h="176">
                <a:moveTo>
                  <a:pt x="0" y="176"/>
                </a:moveTo>
                <a:lnTo>
                  <a:pt x="1" y="0"/>
                </a:lnTo>
                <a:lnTo>
                  <a:pt x="249" y="9"/>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87109" name="Freeform 128"/>
          <p:cNvSpPr>
            <a:spLocks/>
          </p:cNvSpPr>
          <p:nvPr/>
        </p:nvSpPr>
        <p:spPr bwMode="auto">
          <a:xfrm flipH="1">
            <a:off x="4757738" y="5162550"/>
            <a:ext cx="423862" cy="279400"/>
          </a:xfrm>
          <a:custGeom>
            <a:avLst/>
            <a:gdLst>
              <a:gd name="T0" fmla="*/ 0 w 249"/>
              <a:gd name="T1" fmla="*/ 2147483646 h 176"/>
              <a:gd name="T2" fmla="*/ 2147483646 w 249"/>
              <a:gd name="T3" fmla="*/ 0 h 176"/>
              <a:gd name="T4" fmla="*/ 2147483646 w 249"/>
              <a:gd name="T5" fmla="*/ 2147483646 h 176"/>
              <a:gd name="T6" fmla="*/ 0 60000 65536"/>
              <a:gd name="T7" fmla="*/ 0 60000 65536"/>
              <a:gd name="T8" fmla="*/ 0 60000 65536"/>
              <a:gd name="T9" fmla="*/ 0 w 249"/>
              <a:gd name="T10" fmla="*/ 0 h 176"/>
              <a:gd name="T11" fmla="*/ 249 w 249"/>
              <a:gd name="T12" fmla="*/ 176 h 176"/>
            </a:gdLst>
            <a:ahLst/>
            <a:cxnLst>
              <a:cxn ang="T6">
                <a:pos x="T0" y="T1"/>
              </a:cxn>
              <a:cxn ang="T7">
                <a:pos x="T2" y="T3"/>
              </a:cxn>
              <a:cxn ang="T8">
                <a:pos x="T4" y="T5"/>
              </a:cxn>
            </a:cxnLst>
            <a:rect l="T9" t="T10" r="T11" b="T12"/>
            <a:pathLst>
              <a:path w="249" h="176">
                <a:moveTo>
                  <a:pt x="0" y="176"/>
                </a:moveTo>
                <a:lnTo>
                  <a:pt x="1" y="0"/>
                </a:lnTo>
                <a:lnTo>
                  <a:pt x="249" y="9"/>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87110" name="Text Box 129"/>
          <p:cNvSpPr txBox="1">
            <a:spLocks noChangeArrowheads="1"/>
          </p:cNvSpPr>
          <p:nvPr/>
        </p:nvSpPr>
        <p:spPr bwMode="auto">
          <a:xfrm>
            <a:off x="6742113" y="2862263"/>
            <a:ext cx="11977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800" b="1">
                <a:solidFill>
                  <a:srgbClr val="333399"/>
                </a:solidFill>
                <a:latin typeface="Arial" charset="0"/>
                <a:ea typeface="黑体" pitchFamily="2" charset="-122"/>
              </a:rPr>
              <a:t>路由器 </a:t>
            </a:r>
            <a:r>
              <a:rPr kumimoji="1" lang="en-US" altLang="zh-CN" sz="1800" b="1">
                <a:solidFill>
                  <a:srgbClr val="333399"/>
                </a:solidFill>
                <a:latin typeface="Arial" charset="0"/>
                <a:ea typeface="黑体" pitchFamily="2" charset="-122"/>
              </a:rPr>
              <a:t>R</a:t>
            </a:r>
            <a:r>
              <a:rPr kumimoji="1" lang="en-US" altLang="zh-CN" sz="1800" b="1" baseline="-25000">
                <a:solidFill>
                  <a:srgbClr val="333399"/>
                </a:solidFill>
                <a:latin typeface="Arial" charset="0"/>
                <a:ea typeface="黑体" pitchFamily="2" charset="-122"/>
              </a:rPr>
              <a:t>2</a:t>
            </a:r>
            <a:endParaRPr kumimoji="1" lang="en-US" altLang="zh-CN" sz="1800" b="1">
              <a:solidFill>
                <a:srgbClr val="333399"/>
              </a:solidFill>
              <a:latin typeface="Arial" charset="0"/>
              <a:ea typeface="黑体" pitchFamily="2" charset="-122"/>
            </a:endParaRPr>
          </a:p>
        </p:txBody>
      </p:sp>
      <p:sp>
        <p:nvSpPr>
          <p:cNvPr id="87117" name="Text Box 148"/>
          <p:cNvSpPr txBox="1">
            <a:spLocks noChangeArrowheads="1"/>
          </p:cNvSpPr>
          <p:nvPr/>
        </p:nvSpPr>
        <p:spPr bwMode="auto">
          <a:xfrm>
            <a:off x="8040216" y="6018213"/>
            <a:ext cx="10070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a:solidFill>
                  <a:srgbClr val="333399"/>
                </a:solidFill>
                <a:latin typeface="Arial" charset="0"/>
                <a:ea typeface="黑体" pitchFamily="2" charset="-122"/>
              </a:rPr>
              <a:t>MAC </a:t>
            </a:r>
            <a:r>
              <a:rPr kumimoji="1" lang="zh-CN" altLang="en-US" sz="1800" b="1" dirty="0">
                <a:solidFill>
                  <a:srgbClr val="333399"/>
                </a:solidFill>
                <a:latin typeface="Arial" charset="0"/>
                <a:ea typeface="黑体" pitchFamily="2" charset="-122"/>
              </a:rPr>
              <a:t>帧</a:t>
            </a:r>
          </a:p>
        </p:txBody>
      </p:sp>
      <p:sp>
        <p:nvSpPr>
          <p:cNvPr id="87118" name="Text Box 149"/>
          <p:cNvSpPr txBox="1">
            <a:spLocks noChangeArrowheads="1"/>
          </p:cNvSpPr>
          <p:nvPr/>
        </p:nvSpPr>
        <p:spPr bwMode="auto">
          <a:xfrm>
            <a:off x="5303912" y="6018213"/>
            <a:ext cx="10070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a:solidFill>
                  <a:srgbClr val="333399"/>
                </a:solidFill>
                <a:latin typeface="Arial" charset="0"/>
                <a:ea typeface="黑体" pitchFamily="2" charset="-122"/>
              </a:rPr>
              <a:t>MAC </a:t>
            </a:r>
            <a:r>
              <a:rPr kumimoji="1" lang="zh-CN" altLang="en-US" sz="1800" b="1" dirty="0">
                <a:solidFill>
                  <a:srgbClr val="333399"/>
                </a:solidFill>
                <a:latin typeface="Arial" charset="0"/>
                <a:ea typeface="黑体" pitchFamily="2" charset="-122"/>
              </a:rPr>
              <a:t>帧</a:t>
            </a:r>
          </a:p>
        </p:txBody>
      </p:sp>
      <p:sp>
        <p:nvSpPr>
          <p:cNvPr id="220318" name="Text Box 158"/>
          <p:cNvSpPr txBox="1">
            <a:spLocks noChangeArrowheads="1"/>
          </p:cNvSpPr>
          <p:nvPr/>
        </p:nvSpPr>
        <p:spPr bwMode="auto">
          <a:xfrm>
            <a:off x="3055855" y="1598885"/>
            <a:ext cx="6195927" cy="461665"/>
          </a:xfrm>
          <a:prstGeom prst="rect">
            <a:avLst/>
          </a:prstGeom>
          <a:solidFill>
            <a:srgbClr val="FFFF99"/>
          </a:solidFill>
          <a:ln w="9525">
            <a:solidFill>
              <a:srgbClr val="333399"/>
            </a:solidFill>
            <a:miter lim="800000"/>
            <a:headEnd/>
            <a:tailEnd/>
          </a:ln>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zh-CN" altLang="en-US" sz="2400" b="1" dirty="0">
                <a:solidFill>
                  <a:srgbClr val="333399"/>
                </a:solidFill>
                <a:latin typeface="Tahoma" pitchFamily="34" charset="0"/>
                <a:ea typeface="黑体" pitchFamily="2" charset="-122"/>
              </a:rPr>
              <a:t>在 </a:t>
            </a:r>
            <a:r>
              <a:rPr lang="en-US" altLang="zh-CN" sz="2400" b="1" dirty="0">
                <a:solidFill>
                  <a:srgbClr val="333399"/>
                </a:solidFill>
                <a:latin typeface="Tahoma" pitchFamily="34" charset="0"/>
                <a:ea typeface="黑体" pitchFamily="2" charset="-122"/>
              </a:rPr>
              <a:t>IP </a:t>
            </a:r>
            <a:r>
              <a:rPr lang="zh-CN" altLang="en-US" sz="2400" b="1" dirty="0">
                <a:solidFill>
                  <a:srgbClr val="333399"/>
                </a:solidFill>
                <a:latin typeface="Tahoma" pitchFamily="34" charset="0"/>
                <a:ea typeface="黑体" pitchFamily="2" charset="-122"/>
              </a:rPr>
              <a:t>层抽象的互联网上只能看到 </a:t>
            </a:r>
            <a:r>
              <a:rPr lang="en-US" altLang="zh-CN" sz="2400" b="1" dirty="0">
                <a:solidFill>
                  <a:srgbClr val="333399"/>
                </a:solidFill>
                <a:latin typeface="Tahoma" pitchFamily="34" charset="0"/>
                <a:ea typeface="黑体" pitchFamily="2" charset="-122"/>
              </a:rPr>
              <a:t>IP </a:t>
            </a:r>
            <a:r>
              <a:rPr lang="zh-CN" altLang="en-US" sz="2400" b="1" dirty="0" smtClean="0">
                <a:solidFill>
                  <a:srgbClr val="333399"/>
                </a:solidFill>
                <a:latin typeface="Tahoma" pitchFamily="34" charset="0"/>
                <a:ea typeface="黑体" pitchFamily="2" charset="-122"/>
              </a:rPr>
              <a:t>数据报</a:t>
            </a:r>
            <a:endParaRPr lang="zh-CN" altLang="en-US" sz="2400" b="1" dirty="0">
              <a:solidFill>
                <a:srgbClr val="333399"/>
              </a:solidFill>
              <a:latin typeface="Tahoma" pitchFamily="34" charset="0"/>
              <a:ea typeface="黑体" pitchFamily="2" charset="-122"/>
            </a:endParaRPr>
          </a:p>
        </p:txBody>
      </p:sp>
      <p:sp>
        <p:nvSpPr>
          <p:cNvPr id="2" name="标题 1"/>
          <p:cNvSpPr>
            <a:spLocks noGrp="1"/>
          </p:cNvSpPr>
          <p:nvPr>
            <p:ph type="title"/>
          </p:nvPr>
        </p:nvSpPr>
        <p:spPr/>
        <p:txBody>
          <a:bodyPr/>
          <a:lstStyle/>
          <a:p>
            <a:r>
              <a:rPr lang="en-US" altLang="zh-CN" dirty="0"/>
              <a:t>IP </a:t>
            </a:r>
            <a:r>
              <a:rPr lang="zh-CN" altLang="en-US" dirty="0"/>
              <a:t>数据报转发过程 </a:t>
            </a:r>
          </a:p>
        </p:txBody>
      </p:sp>
      <p:grpSp>
        <p:nvGrpSpPr>
          <p:cNvPr id="11" name="组合 10"/>
          <p:cNvGrpSpPr/>
          <p:nvPr/>
        </p:nvGrpSpPr>
        <p:grpSpPr>
          <a:xfrm>
            <a:off x="2273301" y="5592763"/>
            <a:ext cx="1841501" cy="381000"/>
            <a:chOff x="2273301" y="5592763"/>
            <a:chExt cx="1841501" cy="381000"/>
          </a:xfrm>
        </p:grpSpPr>
        <p:sp>
          <p:nvSpPr>
            <p:cNvPr id="87136" name="AutoShape 141"/>
            <p:cNvSpPr>
              <a:spLocks noChangeArrowheads="1"/>
            </p:cNvSpPr>
            <p:nvPr/>
          </p:nvSpPr>
          <p:spPr bwMode="auto">
            <a:xfrm>
              <a:off x="3810002" y="5668963"/>
              <a:ext cx="304800" cy="228600"/>
            </a:xfrm>
            <a:prstGeom prst="rightArrow">
              <a:avLst>
                <a:gd name="adj1" fmla="val 50000"/>
                <a:gd name="adj2" fmla="val 54167"/>
              </a:avLst>
            </a:prstGeom>
            <a:solidFill>
              <a:srgbClr val="CCECFF"/>
            </a:solidFill>
            <a:ln w="127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6" name="矩形 5"/>
            <p:cNvSpPr/>
            <p:nvPr/>
          </p:nvSpPr>
          <p:spPr>
            <a:xfrm>
              <a:off x="2273301" y="5609213"/>
              <a:ext cx="1539710" cy="348178"/>
            </a:xfrm>
            <a:prstGeom prst="rect">
              <a:avLst/>
            </a:prstGeom>
            <a:solidFill>
              <a:srgbClr val="CCEC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87135" name="Rectangle 140"/>
            <p:cNvSpPr>
              <a:spLocks noChangeArrowheads="1"/>
            </p:cNvSpPr>
            <p:nvPr/>
          </p:nvSpPr>
          <p:spPr bwMode="auto">
            <a:xfrm>
              <a:off x="2917015" y="5592763"/>
              <a:ext cx="985838" cy="381000"/>
            </a:xfrm>
            <a:prstGeom prst="rect">
              <a:avLst/>
            </a:prstGeom>
            <a:noFill/>
            <a:ln w="12700">
              <a:noFill/>
              <a:miter lim="800000"/>
              <a:headEnd/>
              <a:tailEnd/>
            </a:ln>
          </p:spPr>
          <p:txBody>
            <a:bodyPr wrap="none" anchor="ctr"/>
            <a:lstStyle/>
            <a:p>
              <a:pPr algn="r" eaLnBrk="1" hangingPunct="1"/>
              <a:r>
                <a:rPr kumimoji="1" lang="en-US" altLang="zh-CN" sz="1400" b="1" dirty="0" smtClean="0">
                  <a:solidFill>
                    <a:srgbClr val="333399"/>
                  </a:solidFill>
                  <a:ea typeface="黑体" pitchFamily="2" charset="-122"/>
                </a:rPr>
                <a:t>MAC</a:t>
              </a:r>
              <a:r>
                <a:rPr kumimoji="1" lang="en-US" altLang="zh-CN" sz="1400" b="1" baseline="-25000" dirty="0" smtClean="0">
                  <a:solidFill>
                    <a:srgbClr val="333399"/>
                  </a:solidFill>
                  <a:ea typeface="黑体" pitchFamily="2" charset="-122"/>
                </a:rPr>
                <a:t>1</a:t>
              </a:r>
              <a:r>
                <a:rPr kumimoji="1" lang="en-US" altLang="zh-CN" sz="1400" b="1" dirty="0" smtClean="0">
                  <a:solidFill>
                    <a:srgbClr val="333399"/>
                  </a:solidFill>
                  <a:ea typeface="黑体" pitchFamily="2" charset="-122"/>
                </a:rPr>
                <a:t> MAC</a:t>
              </a:r>
              <a:r>
                <a:rPr kumimoji="1" lang="en-US" altLang="zh-CN" sz="1400" b="1" baseline="-25000" dirty="0" smtClean="0">
                  <a:solidFill>
                    <a:srgbClr val="333399"/>
                  </a:solidFill>
                  <a:ea typeface="黑体" pitchFamily="2" charset="-122"/>
                </a:rPr>
                <a:t>3</a:t>
              </a:r>
              <a:endParaRPr kumimoji="1" lang="en-US" altLang="zh-CN" sz="1400" b="1" baseline="-25000" dirty="0">
                <a:solidFill>
                  <a:srgbClr val="333399"/>
                </a:solidFill>
                <a:ea typeface="黑体" pitchFamily="2" charset="-122"/>
              </a:endParaRPr>
            </a:p>
          </p:txBody>
        </p:sp>
        <p:cxnSp>
          <p:nvCxnSpPr>
            <p:cNvPr id="8" name="直接连接符 7"/>
            <p:cNvCxnSpPr/>
            <p:nvPr/>
          </p:nvCxnSpPr>
          <p:spPr>
            <a:xfrm>
              <a:off x="3314700" y="560921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直接连接符 126"/>
            <p:cNvCxnSpPr/>
            <p:nvPr/>
          </p:nvCxnSpPr>
          <p:spPr>
            <a:xfrm>
              <a:off x="2815531" y="561629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9" name="组合 128"/>
          <p:cNvGrpSpPr/>
          <p:nvPr/>
        </p:nvGrpSpPr>
        <p:grpSpPr>
          <a:xfrm>
            <a:off x="4974579" y="5599873"/>
            <a:ext cx="1841501" cy="381000"/>
            <a:chOff x="2273301" y="5592763"/>
            <a:chExt cx="1841501" cy="381000"/>
          </a:xfrm>
        </p:grpSpPr>
        <p:sp>
          <p:nvSpPr>
            <p:cNvPr id="130" name="AutoShape 141"/>
            <p:cNvSpPr>
              <a:spLocks noChangeArrowheads="1"/>
            </p:cNvSpPr>
            <p:nvPr/>
          </p:nvSpPr>
          <p:spPr bwMode="auto">
            <a:xfrm>
              <a:off x="3810002" y="5668963"/>
              <a:ext cx="304800" cy="228600"/>
            </a:xfrm>
            <a:prstGeom prst="rightArrow">
              <a:avLst>
                <a:gd name="adj1" fmla="val 50000"/>
                <a:gd name="adj2" fmla="val 54167"/>
              </a:avLst>
            </a:prstGeom>
            <a:solidFill>
              <a:srgbClr val="CCECFF"/>
            </a:solidFill>
            <a:ln w="127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31" name="矩形 130"/>
            <p:cNvSpPr/>
            <p:nvPr/>
          </p:nvSpPr>
          <p:spPr>
            <a:xfrm>
              <a:off x="2273301" y="5609213"/>
              <a:ext cx="1539710" cy="348178"/>
            </a:xfrm>
            <a:prstGeom prst="rect">
              <a:avLst/>
            </a:prstGeom>
            <a:solidFill>
              <a:srgbClr val="CCEC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32" name="Rectangle 140"/>
            <p:cNvSpPr>
              <a:spLocks noChangeArrowheads="1"/>
            </p:cNvSpPr>
            <p:nvPr/>
          </p:nvSpPr>
          <p:spPr bwMode="auto">
            <a:xfrm>
              <a:off x="2917015" y="5592763"/>
              <a:ext cx="985838" cy="381000"/>
            </a:xfrm>
            <a:prstGeom prst="rect">
              <a:avLst/>
            </a:prstGeom>
            <a:noFill/>
            <a:ln w="12700">
              <a:noFill/>
              <a:miter lim="800000"/>
              <a:headEnd/>
              <a:tailEnd/>
            </a:ln>
          </p:spPr>
          <p:txBody>
            <a:bodyPr wrap="none" anchor="ctr"/>
            <a:lstStyle/>
            <a:p>
              <a:pPr algn="r" eaLnBrk="1" hangingPunct="1"/>
              <a:r>
                <a:rPr kumimoji="1" lang="en-US" altLang="zh-CN" sz="1400" b="1" dirty="0" smtClean="0">
                  <a:solidFill>
                    <a:srgbClr val="333399"/>
                  </a:solidFill>
                  <a:ea typeface="黑体" pitchFamily="2" charset="-122"/>
                </a:rPr>
                <a:t>MAC</a:t>
              </a:r>
              <a:r>
                <a:rPr kumimoji="1" lang="en-US" altLang="zh-CN" sz="1400" b="1" baseline="-25000" dirty="0" smtClean="0">
                  <a:solidFill>
                    <a:srgbClr val="333399"/>
                  </a:solidFill>
                  <a:ea typeface="黑体" pitchFamily="2" charset="-122"/>
                </a:rPr>
                <a:t>4</a:t>
              </a:r>
              <a:r>
                <a:rPr kumimoji="1" lang="en-US" altLang="zh-CN" sz="1400" b="1" dirty="0" smtClean="0">
                  <a:solidFill>
                    <a:srgbClr val="333399"/>
                  </a:solidFill>
                  <a:ea typeface="黑体" pitchFamily="2" charset="-122"/>
                </a:rPr>
                <a:t> MAC</a:t>
              </a:r>
              <a:r>
                <a:rPr kumimoji="1" lang="en-US" altLang="zh-CN" sz="1400" b="1" baseline="-25000" dirty="0" smtClean="0">
                  <a:solidFill>
                    <a:srgbClr val="333399"/>
                  </a:solidFill>
                  <a:ea typeface="黑体" pitchFamily="2" charset="-122"/>
                </a:rPr>
                <a:t>5</a:t>
              </a:r>
              <a:endParaRPr kumimoji="1" lang="en-US" altLang="zh-CN" sz="1400" b="1" baseline="-25000" dirty="0">
                <a:solidFill>
                  <a:srgbClr val="333399"/>
                </a:solidFill>
                <a:ea typeface="黑体" pitchFamily="2" charset="-122"/>
              </a:endParaRPr>
            </a:p>
          </p:txBody>
        </p:sp>
        <p:cxnSp>
          <p:nvCxnSpPr>
            <p:cNvPr id="133" name="直接连接符 132"/>
            <p:cNvCxnSpPr/>
            <p:nvPr/>
          </p:nvCxnSpPr>
          <p:spPr>
            <a:xfrm>
              <a:off x="3314700" y="560921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a:off x="2815531" y="561629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5" name="组合 134"/>
          <p:cNvGrpSpPr/>
          <p:nvPr/>
        </p:nvGrpSpPr>
        <p:grpSpPr>
          <a:xfrm>
            <a:off x="7710883" y="5599873"/>
            <a:ext cx="1841501" cy="381000"/>
            <a:chOff x="2273301" y="5592763"/>
            <a:chExt cx="1841501" cy="381000"/>
          </a:xfrm>
        </p:grpSpPr>
        <p:sp>
          <p:nvSpPr>
            <p:cNvPr id="136" name="AutoShape 141"/>
            <p:cNvSpPr>
              <a:spLocks noChangeArrowheads="1"/>
            </p:cNvSpPr>
            <p:nvPr/>
          </p:nvSpPr>
          <p:spPr bwMode="auto">
            <a:xfrm>
              <a:off x="3810002" y="5668963"/>
              <a:ext cx="304800" cy="228600"/>
            </a:xfrm>
            <a:prstGeom prst="rightArrow">
              <a:avLst>
                <a:gd name="adj1" fmla="val 50000"/>
                <a:gd name="adj2" fmla="val 54167"/>
              </a:avLst>
            </a:prstGeom>
            <a:solidFill>
              <a:srgbClr val="CCECFF"/>
            </a:solidFill>
            <a:ln w="127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37" name="矩形 136"/>
            <p:cNvSpPr/>
            <p:nvPr/>
          </p:nvSpPr>
          <p:spPr>
            <a:xfrm>
              <a:off x="2273301" y="5609213"/>
              <a:ext cx="1539710" cy="348178"/>
            </a:xfrm>
            <a:prstGeom prst="rect">
              <a:avLst/>
            </a:prstGeom>
            <a:solidFill>
              <a:srgbClr val="CCEC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38" name="Rectangle 140"/>
            <p:cNvSpPr>
              <a:spLocks noChangeArrowheads="1"/>
            </p:cNvSpPr>
            <p:nvPr/>
          </p:nvSpPr>
          <p:spPr bwMode="auto">
            <a:xfrm>
              <a:off x="2917015" y="5592763"/>
              <a:ext cx="985838" cy="381000"/>
            </a:xfrm>
            <a:prstGeom prst="rect">
              <a:avLst/>
            </a:prstGeom>
            <a:noFill/>
            <a:ln w="12700">
              <a:noFill/>
              <a:miter lim="800000"/>
              <a:headEnd/>
              <a:tailEnd/>
            </a:ln>
          </p:spPr>
          <p:txBody>
            <a:bodyPr wrap="none" anchor="ctr"/>
            <a:lstStyle/>
            <a:p>
              <a:pPr algn="r" eaLnBrk="1" hangingPunct="1"/>
              <a:r>
                <a:rPr kumimoji="1" lang="en-US" altLang="zh-CN" sz="1400" b="1" dirty="0" smtClean="0">
                  <a:solidFill>
                    <a:srgbClr val="333399"/>
                  </a:solidFill>
                  <a:ea typeface="黑体" pitchFamily="2" charset="-122"/>
                </a:rPr>
                <a:t>MAC</a:t>
              </a:r>
              <a:r>
                <a:rPr kumimoji="1" lang="en-US" altLang="zh-CN" sz="1400" b="1" baseline="-25000" dirty="0" smtClean="0">
                  <a:solidFill>
                    <a:srgbClr val="333399"/>
                  </a:solidFill>
                  <a:ea typeface="黑体" pitchFamily="2" charset="-122"/>
                </a:rPr>
                <a:t>6</a:t>
              </a:r>
              <a:r>
                <a:rPr kumimoji="1" lang="en-US" altLang="zh-CN" sz="1400" b="1" dirty="0" smtClean="0">
                  <a:solidFill>
                    <a:srgbClr val="333399"/>
                  </a:solidFill>
                  <a:ea typeface="黑体" pitchFamily="2" charset="-122"/>
                </a:rPr>
                <a:t> MAC</a:t>
              </a:r>
              <a:r>
                <a:rPr kumimoji="1" lang="en-US" altLang="zh-CN" sz="1400" b="1" baseline="-25000" dirty="0" smtClean="0">
                  <a:solidFill>
                    <a:srgbClr val="333399"/>
                  </a:solidFill>
                  <a:ea typeface="黑体" pitchFamily="2" charset="-122"/>
                </a:rPr>
                <a:t>2</a:t>
              </a:r>
              <a:endParaRPr kumimoji="1" lang="en-US" altLang="zh-CN" sz="1400" b="1" baseline="-25000" dirty="0">
                <a:solidFill>
                  <a:srgbClr val="333399"/>
                </a:solidFill>
                <a:ea typeface="黑体" pitchFamily="2" charset="-122"/>
              </a:endParaRPr>
            </a:p>
          </p:txBody>
        </p:sp>
        <p:cxnSp>
          <p:nvCxnSpPr>
            <p:cNvPr id="139" name="直接连接符 138"/>
            <p:cNvCxnSpPr/>
            <p:nvPr/>
          </p:nvCxnSpPr>
          <p:spPr>
            <a:xfrm>
              <a:off x="3314700" y="560921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直接连接符 139"/>
            <p:cNvCxnSpPr/>
            <p:nvPr/>
          </p:nvCxnSpPr>
          <p:spPr>
            <a:xfrm>
              <a:off x="2815531" y="561629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1" name="组合 140"/>
          <p:cNvGrpSpPr/>
          <p:nvPr/>
        </p:nvGrpSpPr>
        <p:grpSpPr>
          <a:xfrm>
            <a:off x="2567608" y="3192016"/>
            <a:ext cx="1564085" cy="381000"/>
            <a:chOff x="2550717" y="5592763"/>
            <a:chExt cx="1564085" cy="381000"/>
          </a:xfrm>
        </p:grpSpPr>
        <p:sp>
          <p:nvSpPr>
            <p:cNvPr id="142" name="AutoShape 141"/>
            <p:cNvSpPr>
              <a:spLocks noChangeArrowheads="1"/>
            </p:cNvSpPr>
            <p:nvPr/>
          </p:nvSpPr>
          <p:spPr bwMode="auto">
            <a:xfrm>
              <a:off x="3810002" y="5668963"/>
              <a:ext cx="304800" cy="228600"/>
            </a:xfrm>
            <a:prstGeom prst="rightArrow">
              <a:avLst>
                <a:gd name="adj1" fmla="val 50000"/>
                <a:gd name="adj2" fmla="val 54167"/>
              </a:avLst>
            </a:prstGeom>
            <a:solidFill>
              <a:srgbClr val="FFCCFF"/>
            </a:solidFill>
            <a:ln w="127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43" name="矩形 142"/>
            <p:cNvSpPr/>
            <p:nvPr/>
          </p:nvSpPr>
          <p:spPr>
            <a:xfrm>
              <a:off x="2550717" y="5609213"/>
              <a:ext cx="1262294" cy="348178"/>
            </a:xfrm>
            <a:prstGeom prst="rect">
              <a:avLst/>
            </a:prstGeom>
            <a:solidFill>
              <a:srgbClr val="FFCC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144" name="Rectangle 140"/>
            <p:cNvSpPr>
              <a:spLocks noChangeArrowheads="1"/>
            </p:cNvSpPr>
            <p:nvPr/>
          </p:nvSpPr>
          <p:spPr bwMode="auto">
            <a:xfrm>
              <a:off x="2917015" y="5592763"/>
              <a:ext cx="985838" cy="381000"/>
            </a:xfrm>
            <a:prstGeom prst="rect">
              <a:avLst/>
            </a:prstGeom>
            <a:noFill/>
            <a:ln w="12700">
              <a:noFill/>
              <a:miter lim="800000"/>
              <a:headEnd/>
              <a:tailEnd/>
            </a:ln>
          </p:spPr>
          <p:txBody>
            <a:bodyPr wrap="none" anchor="ctr"/>
            <a:lstStyle/>
            <a:p>
              <a:pPr algn="r" eaLnBrk="1" hangingPunct="1"/>
              <a:r>
                <a:rPr kumimoji="1" lang="en-US" altLang="zh-CN" b="1" dirty="0" smtClean="0">
                  <a:solidFill>
                    <a:srgbClr val="333399"/>
                  </a:solidFill>
                  <a:ea typeface="黑体" pitchFamily="2" charset="-122"/>
                </a:rPr>
                <a:t>IP</a:t>
              </a:r>
              <a:r>
                <a:rPr kumimoji="1" lang="en-US" altLang="zh-CN" b="1" baseline="-25000" dirty="0" smtClean="0">
                  <a:solidFill>
                    <a:srgbClr val="333399"/>
                  </a:solidFill>
                  <a:ea typeface="黑体" pitchFamily="2" charset="-122"/>
                </a:rPr>
                <a:t>2</a:t>
              </a:r>
              <a:r>
                <a:rPr kumimoji="1" lang="en-US" altLang="zh-CN" b="1" dirty="0" smtClean="0">
                  <a:solidFill>
                    <a:srgbClr val="333399"/>
                  </a:solidFill>
                  <a:ea typeface="黑体" pitchFamily="2" charset="-122"/>
                </a:rPr>
                <a:t> IP</a:t>
              </a:r>
              <a:r>
                <a:rPr kumimoji="1" lang="en-US" altLang="zh-CN" b="1" baseline="-25000" dirty="0" smtClean="0">
                  <a:solidFill>
                    <a:srgbClr val="333399"/>
                  </a:solidFill>
                  <a:ea typeface="黑体" pitchFamily="2" charset="-122"/>
                </a:rPr>
                <a:t>1</a:t>
              </a:r>
              <a:endParaRPr kumimoji="1" lang="en-US" altLang="zh-CN" b="1" baseline="-25000" dirty="0">
                <a:solidFill>
                  <a:srgbClr val="333399"/>
                </a:solidFill>
                <a:ea typeface="黑体" pitchFamily="2" charset="-122"/>
              </a:endParaRPr>
            </a:p>
          </p:txBody>
        </p:sp>
        <p:cxnSp>
          <p:nvCxnSpPr>
            <p:cNvPr id="145" name="直接连接符 144"/>
            <p:cNvCxnSpPr/>
            <p:nvPr/>
          </p:nvCxnSpPr>
          <p:spPr>
            <a:xfrm>
              <a:off x="3465712" y="560921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a:off x="3116305" y="561629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组合 11"/>
          <p:cNvGrpSpPr/>
          <p:nvPr/>
        </p:nvGrpSpPr>
        <p:grpSpPr>
          <a:xfrm>
            <a:off x="3581400" y="2292350"/>
            <a:ext cx="1219200" cy="390525"/>
            <a:chOff x="3581400" y="2292350"/>
            <a:chExt cx="1219200" cy="390525"/>
          </a:xfrm>
        </p:grpSpPr>
        <p:sp>
          <p:nvSpPr>
            <p:cNvPr id="87119" name="AutoShape 150"/>
            <p:cNvSpPr>
              <a:spLocks noChangeArrowheads="1"/>
            </p:cNvSpPr>
            <p:nvPr/>
          </p:nvSpPr>
          <p:spPr bwMode="auto">
            <a:xfrm flipV="1">
              <a:off x="3581400" y="2292350"/>
              <a:ext cx="1219200" cy="377825"/>
            </a:xfrm>
            <a:prstGeom prst="wedgeRoundRectCallout">
              <a:avLst>
                <a:gd name="adj1" fmla="val -76654"/>
                <a:gd name="adj2" fmla="val -184082"/>
                <a:gd name="adj3" fmla="val 16667"/>
              </a:avLst>
            </a:prstGeom>
            <a:solidFill>
              <a:schemeClr val="bg1"/>
            </a:solidFill>
            <a:ln w="9525">
              <a:solidFill>
                <a:schemeClr val="tx1"/>
              </a:solidFill>
              <a:miter lim="800000"/>
              <a:headEnd/>
              <a:tailEnd/>
            </a:ln>
          </p:spPr>
          <p:txBody>
            <a:bodyPr rot="10800000" wrap="none" anchor="ctr"/>
            <a:lstStyle/>
            <a:p>
              <a:pPr algn="ctr" eaLnBrk="1" hangingPunct="1"/>
              <a:endParaRPr kumimoji="1" lang="zh-CN" altLang="zh-CN" b="1">
                <a:solidFill>
                  <a:srgbClr val="333399"/>
                </a:solidFill>
                <a:ea typeface="黑体" pitchFamily="2" charset="-122"/>
              </a:endParaRPr>
            </a:p>
          </p:txBody>
        </p:sp>
        <p:sp>
          <p:nvSpPr>
            <p:cNvPr id="87120" name="Text Box 151"/>
            <p:cNvSpPr txBox="1">
              <a:spLocks noChangeArrowheads="1"/>
            </p:cNvSpPr>
            <p:nvPr/>
          </p:nvSpPr>
          <p:spPr bwMode="auto">
            <a:xfrm>
              <a:off x="3619500" y="2316163"/>
              <a:ext cx="1149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a:solidFill>
                    <a:srgbClr val="333399"/>
                  </a:solidFill>
                  <a:latin typeface="Arial" charset="0"/>
                  <a:ea typeface="黑体" pitchFamily="2" charset="-122"/>
                </a:rPr>
                <a:t>IP </a:t>
              </a:r>
              <a:r>
                <a:rPr kumimoji="1" lang="zh-CN" altLang="en-US" sz="1800" b="1" dirty="0">
                  <a:solidFill>
                    <a:srgbClr val="333399"/>
                  </a:solidFill>
                  <a:latin typeface="Arial" charset="0"/>
                  <a:ea typeface="黑体" pitchFamily="2" charset="-122"/>
                </a:rPr>
                <a:t>数据报</a:t>
              </a:r>
            </a:p>
          </p:txBody>
        </p:sp>
      </p:grpSp>
      <p:grpSp>
        <p:nvGrpSpPr>
          <p:cNvPr id="148" name="组合 147"/>
          <p:cNvGrpSpPr/>
          <p:nvPr/>
        </p:nvGrpSpPr>
        <p:grpSpPr>
          <a:xfrm>
            <a:off x="5087888" y="3194133"/>
            <a:ext cx="1564085" cy="381000"/>
            <a:chOff x="2550717" y="5592763"/>
            <a:chExt cx="1564085" cy="381000"/>
          </a:xfrm>
        </p:grpSpPr>
        <p:sp>
          <p:nvSpPr>
            <p:cNvPr id="149" name="AutoShape 141"/>
            <p:cNvSpPr>
              <a:spLocks noChangeArrowheads="1"/>
            </p:cNvSpPr>
            <p:nvPr/>
          </p:nvSpPr>
          <p:spPr bwMode="auto">
            <a:xfrm>
              <a:off x="3810002" y="5668963"/>
              <a:ext cx="304800" cy="228600"/>
            </a:xfrm>
            <a:prstGeom prst="rightArrow">
              <a:avLst>
                <a:gd name="adj1" fmla="val 50000"/>
                <a:gd name="adj2" fmla="val 54167"/>
              </a:avLst>
            </a:prstGeom>
            <a:solidFill>
              <a:srgbClr val="FFCCFF"/>
            </a:solidFill>
            <a:ln w="127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50" name="矩形 149"/>
            <p:cNvSpPr/>
            <p:nvPr/>
          </p:nvSpPr>
          <p:spPr>
            <a:xfrm>
              <a:off x="2550717" y="5609213"/>
              <a:ext cx="1262294" cy="348178"/>
            </a:xfrm>
            <a:prstGeom prst="rect">
              <a:avLst/>
            </a:prstGeom>
            <a:solidFill>
              <a:srgbClr val="FFCC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151" name="Rectangle 140"/>
            <p:cNvSpPr>
              <a:spLocks noChangeArrowheads="1"/>
            </p:cNvSpPr>
            <p:nvPr/>
          </p:nvSpPr>
          <p:spPr bwMode="auto">
            <a:xfrm>
              <a:off x="2917015" y="5592763"/>
              <a:ext cx="985838" cy="381000"/>
            </a:xfrm>
            <a:prstGeom prst="rect">
              <a:avLst/>
            </a:prstGeom>
            <a:noFill/>
            <a:ln w="12700">
              <a:noFill/>
              <a:miter lim="800000"/>
              <a:headEnd/>
              <a:tailEnd/>
            </a:ln>
          </p:spPr>
          <p:txBody>
            <a:bodyPr wrap="none" anchor="ctr"/>
            <a:lstStyle/>
            <a:p>
              <a:pPr algn="r" eaLnBrk="1" hangingPunct="1"/>
              <a:r>
                <a:rPr kumimoji="1" lang="en-US" altLang="zh-CN" b="1" dirty="0" smtClean="0">
                  <a:solidFill>
                    <a:srgbClr val="333399"/>
                  </a:solidFill>
                  <a:ea typeface="黑体" pitchFamily="2" charset="-122"/>
                </a:rPr>
                <a:t>IP</a:t>
              </a:r>
              <a:r>
                <a:rPr kumimoji="1" lang="en-US" altLang="zh-CN" b="1" baseline="-25000" dirty="0" smtClean="0">
                  <a:solidFill>
                    <a:srgbClr val="333399"/>
                  </a:solidFill>
                  <a:ea typeface="黑体" pitchFamily="2" charset="-122"/>
                </a:rPr>
                <a:t>2</a:t>
              </a:r>
              <a:r>
                <a:rPr kumimoji="1" lang="en-US" altLang="zh-CN" b="1" dirty="0" smtClean="0">
                  <a:solidFill>
                    <a:srgbClr val="333399"/>
                  </a:solidFill>
                  <a:ea typeface="黑体" pitchFamily="2" charset="-122"/>
                </a:rPr>
                <a:t> IP</a:t>
              </a:r>
              <a:r>
                <a:rPr kumimoji="1" lang="en-US" altLang="zh-CN" b="1" baseline="-25000" dirty="0" smtClean="0">
                  <a:solidFill>
                    <a:srgbClr val="333399"/>
                  </a:solidFill>
                  <a:ea typeface="黑体" pitchFamily="2" charset="-122"/>
                </a:rPr>
                <a:t>1</a:t>
              </a:r>
              <a:endParaRPr kumimoji="1" lang="en-US" altLang="zh-CN" b="1" baseline="-25000" dirty="0">
                <a:solidFill>
                  <a:srgbClr val="333399"/>
                </a:solidFill>
                <a:ea typeface="黑体" pitchFamily="2" charset="-122"/>
              </a:endParaRPr>
            </a:p>
          </p:txBody>
        </p:sp>
        <p:cxnSp>
          <p:nvCxnSpPr>
            <p:cNvPr id="152" name="直接连接符 151"/>
            <p:cNvCxnSpPr/>
            <p:nvPr/>
          </p:nvCxnSpPr>
          <p:spPr>
            <a:xfrm>
              <a:off x="3465712" y="560921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直接连接符 152"/>
            <p:cNvCxnSpPr/>
            <p:nvPr/>
          </p:nvCxnSpPr>
          <p:spPr>
            <a:xfrm>
              <a:off x="3116305" y="561629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4" name="组合 153"/>
          <p:cNvGrpSpPr/>
          <p:nvPr/>
        </p:nvGrpSpPr>
        <p:grpSpPr>
          <a:xfrm>
            <a:off x="7844283" y="3195554"/>
            <a:ext cx="1564085" cy="381000"/>
            <a:chOff x="2550717" y="5592763"/>
            <a:chExt cx="1564085" cy="381000"/>
          </a:xfrm>
        </p:grpSpPr>
        <p:sp>
          <p:nvSpPr>
            <p:cNvPr id="155" name="AutoShape 141"/>
            <p:cNvSpPr>
              <a:spLocks noChangeArrowheads="1"/>
            </p:cNvSpPr>
            <p:nvPr/>
          </p:nvSpPr>
          <p:spPr bwMode="auto">
            <a:xfrm>
              <a:off x="3810002" y="5668963"/>
              <a:ext cx="304800" cy="228600"/>
            </a:xfrm>
            <a:prstGeom prst="rightArrow">
              <a:avLst>
                <a:gd name="adj1" fmla="val 50000"/>
                <a:gd name="adj2" fmla="val 54167"/>
              </a:avLst>
            </a:prstGeom>
            <a:solidFill>
              <a:srgbClr val="FFCCFF"/>
            </a:solidFill>
            <a:ln w="127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56" name="矩形 155"/>
            <p:cNvSpPr/>
            <p:nvPr/>
          </p:nvSpPr>
          <p:spPr>
            <a:xfrm>
              <a:off x="2550717" y="5609213"/>
              <a:ext cx="1262294" cy="348178"/>
            </a:xfrm>
            <a:prstGeom prst="rect">
              <a:avLst/>
            </a:prstGeom>
            <a:solidFill>
              <a:srgbClr val="FFCC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157" name="Rectangle 140"/>
            <p:cNvSpPr>
              <a:spLocks noChangeArrowheads="1"/>
            </p:cNvSpPr>
            <p:nvPr/>
          </p:nvSpPr>
          <p:spPr bwMode="auto">
            <a:xfrm>
              <a:off x="2917015" y="5592763"/>
              <a:ext cx="985838" cy="381000"/>
            </a:xfrm>
            <a:prstGeom prst="rect">
              <a:avLst/>
            </a:prstGeom>
            <a:noFill/>
            <a:ln w="12700">
              <a:noFill/>
              <a:miter lim="800000"/>
              <a:headEnd/>
              <a:tailEnd/>
            </a:ln>
          </p:spPr>
          <p:txBody>
            <a:bodyPr wrap="none" anchor="ctr"/>
            <a:lstStyle/>
            <a:p>
              <a:pPr algn="r" eaLnBrk="1" hangingPunct="1"/>
              <a:r>
                <a:rPr kumimoji="1" lang="en-US" altLang="zh-CN" b="1" dirty="0" smtClean="0">
                  <a:solidFill>
                    <a:srgbClr val="333399"/>
                  </a:solidFill>
                  <a:ea typeface="黑体" pitchFamily="2" charset="-122"/>
                </a:rPr>
                <a:t>IP</a:t>
              </a:r>
              <a:r>
                <a:rPr kumimoji="1" lang="en-US" altLang="zh-CN" b="1" baseline="-25000" dirty="0" smtClean="0">
                  <a:solidFill>
                    <a:srgbClr val="333399"/>
                  </a:solidFill>
                  <a:ea typeface="黑体" pitchFamily="2" charset="-122"/>
                </a:rPr>
                <a:t>2</a:t>
              </a:r>
              <a:r>
                <a:rPr kumimoji="1" lang="en-US" altLang="zh-CN" b="1" dirty="0" smtClean="0">
                  <a:solidFill>
                    <a:srgbClr val="333399"/>
                  </a:solidFill>
                  <a:ea typeface="黑体" pitchFamily="2" charset="-122"/>
                </a:rPr>
                <a:t> IP</a:t>
              </a:r>
              <a:r>
                <a:rPr kumimoji="1" lang="en-US" altLang="zh-CN" b="1" baseline="-25000" dirty="0" smtClean="0">
                  <a:solidFill>
                    <a:srgbClr val="333399"/>
                  </a:solidFill>
                  <a:ea typeface="黑体" pitchFamily="2" charset="-122"/>
                </a:rPr>
                <a:t>1</a:t>
              </a:r>
              <a:endParaRPr kumimoji="1" lang="en-US" altLang="zh-CN" b="1" baseline="-25000" dirty="0">
                <a:solidFill>
                  <a:srgbClr val="333399"/>
                </a:solidFill>
                <a:ea typeface="黑体" pitchFamily="2" charset="-122"/>
              </a:endParaRPr>
            </a:p>
          </p:txBody>
        </p:sp>
        <p:cxnSp>
          <p:nvCxnSpPr>
            <p:cNvPr id="158" name="直接连接符 157"/>
            <p:cNvCxnSpPr/>
            <p:nvPr/>
          </p:nvCxnSpPr>
          <p:spPr>
            <a:xfrm>
              <a:off x="3465712" y="560921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直接连接符 158"/>
            <p:cNvCxnSpPr/>
            <p:nvPr/>
          </p:nvCxnSpPr>
          <p:spPr>
            <a:xfrm>
              <a:off x="3116305" y="561629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7" name="Line 117"/>
          <p:cNvSpPr>
            <a:spLocks noChangeShapeType="1"/>
          </p:cNvSpPr>
          <p:nvPr/>
        </p:nvSpPr>
        <p:spPr bwMode="auto">
          <a:xfrm>
            <a:off x="2135188" y="3573016"/>
            <a:ext cx="2376487" cy="0"/>
          </a:xfrm>
          <a:prstGeom prst="line">
            <a:avLst/>
          </a:prstGeom>
          <a:noFill/>
          <a:ln w="7620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108" name="Line 118"/>
          <p:cNvSpPr>
            <a:spLocks noChangeShapeType="1"/>
          </p:cNvSpPr>
          <p:nvPr/>
        </p:nvSpPr>
        <p:spPr bwMode="auto">
          <a:xfrm>
            <a:off x="4727575" y="3573016"/>
            <a:ext cx="2376488" cy="0"/>
          </a:xfrm>
          <a:prstGeom prst="line">
            <a:avLst/>
          </a:prstGeom>
          <a:noFill/>
          <a:ln w="7620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109" name="Line 119"/>
          <p:cNvSpPr>
            <a:spLocks noChangeShapeType="1"/>
          </p:cNvSpPr>
          <p:nvPr/>
        </p:nvSpPr>
        <p:spPr bwMode="auto">
          <a:xfrm>
            <a:off x="7464425" y="3573016"/>
            <a:ext cx="2376488" cy="0"/>
          </a:xfrm>
          <a:prstGeom prst="line">
            <a:avLst/>
          </a:prstGeom>
          <a:noFill/>
          <a:ln w="7620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110" name="矩形 109"/>
          <p:cNvSpPr/>
          <p:nvPr/>
        </p:nvSpPr>
        <p:spPr>
          <a:xfrm>
            <a:off x="6321529" y="2276872"/>
            <a:ext cx="2088342" cy="646331"/>
          </a:xfrm>
          <a:prstGeom prst="rect">
            <a:avLst/>
          </a:prstGeom>
          <a:solidFill>
            <a:srgbClr val="FF99FF"/>
          </a:solidFill>
        </p:spPr>
        <p:txBody>
          <a:bodyPr wrap="square">
            <a:spAutoFit/>
          </a:bodyPr>
          <a:lstStyle/>
          <a:p>
            <a:r>
              <a:rPr lang="zh-CN" altLang="en-US" b="1" dirty="0">
                <a:solidFill>
                  <a:srgbClr val="333399"/>
                </a:solidFill>
                <a:latin typeface="微软雅黑" panose="020B0503020204020204" pitchFamily="34" charset="-122"/>
                <a:ea typeface="微软雅黑" panose="020B0503020204020204" pitchFamily="34" charset="-122"/>
              </a:rPr>
              <a:t>路由器只</a:t>
            </a:r>
            <a:r>
              <a:rPr lang="zh-CN" altLang="en-US" b="1" dirty="0" smtClean="0">
                <a:solidFill>
                  <a:srgbClr val="333399"/>
                </a:solidFill>
                <a:latin typeface="微软雅黑" panose="020B0503020204020204" pitchFamily="34" charset="-122"/>
                <a:ea typeface="微软雅黑" panose="020B0503020204020204" pitchFamily="34" charset="-122"/>
              </a:rPr>
              <a:t>根据</a:t>
            </a:r>
            <a:r>
              <a:rPr lang="zh-CN" altLang="en-US" b="1" dirty="0" smtClean="0">
                <a:solidFill>
                  <a:srgbClr val="C00000"/>
                </a:solidFill>
                <a:latin typeface="微软雅黑" panose="020B0503020204020204" pitchFamily="34" charset="-122"/>
                <a:ea typeface="微软雅黑" panose="020B0503020204020204" pitchFamily="34" charset="-122"/>
              </a:rPr>
              <a:t>目的 </a:t>
            </a:r>
            <a:r>
              <a:rPr lang="en-US" altLang="zh-CN" b="1" dirty="0" smtClean="0">
                <a:solidFill>
                  <a:srgbClr val="C00000"/>
                </a:solidFill>
                <a:latin typeface="微软雅黑" panose="020B0503020204020204" pitchFamily="34" charset="-122"/>
                <a:ea typeface="微软雅黑" panose="020B0503020204020204" pitchFamily="34" charset="-122"/>
              </a:rPr>
              <a:t>IP </a:t>
            </a:r>
            <a:r>
              <a:rPr lang="zh-CN" altLang="en-US" b="1" dirty="0" smtClean="0">
                <a:solidFill>
                  <a:srgbClr val="C00000"/>
                </a:solidFill>
                <a:latin typeface="微软雅黑" panose="020B0503020204020204" pitchFamily="34" charset="-122"/>
                <a:ea typeface="微软雅黑" panose="020B0503020204020204" pitchFamily="34" charset="-122"/>
              </a:rPr>
              <a:t>地址</a:t>
            </a:r>
            <a:r>
              <a:rPr lang="zh-CN" altLang="en-US" b="1" dirty="0">
                <a:solidFill>
                  <a:srgbClr val="333399"/>
                </a:solidFill>
                <a:latin typeface="微软雅黑" panose="020B0503020204020204" pitchFamily="34" charset="-122"/>
                <a:ea typeface="微软雅黑" panose="020B0503020204020204" pitchFamily="34" charset="-122"/>
              </a:rPr>
              <a:t>进行转发。</a:t>
            </a:r>
          </a:p>
        </p:txBody>
      </p:sp>
      <p:sp>
        <p:nvSpPr>
          <p:cNvPr id="111" name="矩形 110"/>
          <p:cNvSpPr/>
          <p:nvPr/>
        </p:nvSpPr>
        <p:spPr>
          <a:xfrm>
            <a:off x="4079776" y="6311180"/>
            <a:ext cx="4013015" cy="369332"/>
          </a:xfrm>
          <a:prstGeom prst="rect">
            <a:avLst/>
          </a:prstGeom>
          <a:solidFill>
            <a:srgbClr val="FFC000"/>
          </a:solidFill>
        </p:spPr>
        <p:txBody>
          <a:bodyPr wrap="square">
            <a:spAutoFit/>
          </a:bodyPr>
          <a:lstStyle/>
          <a:p>
            <a:pPr algn="ctr"/>
            <a:r>
              <a:rPr lang="zh-CN" altLang="en-US" b="1" dirty="0" smtClean="0">
                <a:solidFill>
                  <a:srgbClr val="333399"/>
                </a:solidFill>
                <a:latin typeface="微软雅黑" panose="020B0503020204020204" pitchFamily="34" charset="-122"/>
                <a:ea typeface="微软雅黑" panose="020B0503020204020204" pitchFamily="34" charset="-122"/>
              </a:rPr>
              <a:t>注意：数据报中 </a:t>
            </a:r>
            <a:r>
              <a:rPr lang="en-US" altLang="zh-CN" b="1" dirty="0" smtClean="0">
                <a:solidFill>
                  <a:srgbClr val="333399"/>
                </a:solidFill>
                <a:latin typeface="微软雅黑" panose="020B0503020204020204" pitchFamily="34" charset="-122"/>
                <a:ea typeface="微软雅黑" panose="020B0503020204020204" pitchFamily="34" charset="-122"/>
              </a:rPr>
              <a:t>IP </a:t>
            </a:r>
            <a:r>
              <a:rPr lang="zh-CN" altLang="en-US" b="1" dirty="0" smtClean="0">
                <a:solidFill>
                  <a:srgbClr val="333399"/>
                </a:solidFill>
                <a:latin typeface="微软雅黑" panose="020B0503020204020204" pitchFamily="34" charset="-122"/>
                <a:ea typeface="微软雅黑" panose="020B0503020204020204" pitchFamily="34" charset="-122"/>
              </a:rPr>
              <a:t>地址是否有变化？</a:t>
            </a:r>
            <a:endParaRPr lang="zh-CN" altLang="en-US" b="1" dirty="0">
              <a:solidFill>
                <a:srgbClr val="333399"/>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15605905"/>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5" presetClass="emph" presetSubtype="0" repeatCount="3000" fill="hold" grpId="0" nodeType="afterEffect">
                                  <p:stCondLst>
                                    <p:cond delay="0"/>
                                  </p:stCondLst>
                                  <p:childTnLst>
                                    <p:anim calcmode="discrete" valueType="str">
                                      <p:cBhvr>
                                        <p:cTn id="6" dur="1000" fill="hold"/>
                                        <p:tgtEl>
                                          <p:spTgt spid="220318"/>
                                        </p:tgtEl>
                                        <p:attrNameLst>
                                          <p:attrName>style.visibility</p:attrName>
                                        </p:attrNameLst>
                                      </p:cBhvr>
                                      <p:tavLst>
                                        <p:tav tm="0">
                                          <p:val>
                                            <p:strVal val="hidden"/>
                                          </p:val>
                                        </p:tav>
                                        <p:tav tm="50000">
                                          <p:val>
                                            <p:strVal val="visible"/>
                                          </p:val>
                                        </p:tav>
                                      </p:tavLst>
                                    </p:anim>
                                  </p:childTnLst>
                                </p:cTn>
                              </p:par>
                              <p:par>
                                <p:cTn id="7" presetID="35" presetClass="emph" presetSubtype="0" repeatCount="3000" fill="hold" nodeType="withEffect">
                                  <p:stCondLst>
                                    <p:cond delay="0"/>
                                  </p:stCondLst>
                                  <p:childTnLst>
                                    <p:anim calcmode="discrete" valueType="str">
                                      <p:cBhvr>
                                        <p:cTn id="8" dur="1000" fill="hold"/>
                                        <p:tgtEl>
                                          <p:spTgt spid="141"/>
                                        </p:tgtEl>
                                        <p:attrNameLst>
                                          <p:attrName>style.visibility</p:attrName>
                                        </p:attrNameLst>
                                      </p:cBhvr>
                                      <p:tavLst>
                                        <p:tav tm="0">
                                          <p:val>
                                            <p:strVal val="hidden"/>
                                          </p:val>
                                        </p:tav>
                                        <p:tav tm="50000">
                                          <p:val>
                                            <p:strVal val="visible"/>
                                          </p:val>
                                        </p:tav>
                                      </p:tavLst>
                                    </p:anim>
                                  </p:childTnLst>
                                </p:cTn>
                              </p:par>
                              <p:par>
                                <p:cTn id="9" presetID="35" presetClass="emph" presetSubtype="0" repeatCount="3000" fill="hold" nodeType="withEffect">
                                  <p:stCondLst>
                                    <p:cond delay="0"/>
                                  </p:stCondLst>
                                  <p:childTnLst>
                                    <p:anim calcmode="discrete" valueType="str">
                                      <p:cBhvr>
                                        <p:cTn id="10" dur="1000" fill="hold"/>
                                        <p:tgtEl>
                                          <p:spTgt spid="148"/>
                                        </p:tgtEl>
                                        <p:attrNameLst>
                                          <p:attrName>style.visibility</p:attrName>
                                        </p:attrNameLst>
                                      </p:cBhvr>
                                      <p:tavLst>
                                        <p:tav tm="0">
                                          <p:val>
                                            <p:strVal val="hidden"/>
                                          </p:val>
                                        </p:tav>
                                        <p:tav tm="50000">
                                          <p:val>
                                            <p:strVal val="visible"/>
                                          </p:val>
                                        </p:tav>
                                      </p:tavLst>
                                    </p:anim>
                                  </p:childTnLst>
                                </p:cTn>
                              </p:par>
                              <p:par>
                                <p:cTn id="11" presetID="35" presetClass="emph" presetSubtype="0" repeatCount="3000" fill="hold" nodeType="withEffect">
                                  <p:stCondLst>
                                    <p:cond delay="0"/>
                                  </p:stCondLst>
                                  <p:childTnLst>
                                    <p:anim calcmode="discrete" valueType="str">
                                      <p:cBhvr>
                                        <p:cTn id="12" dur="1000" fill="hold"/>
                                        <p:tgtEl>
                                          <p:spTgt spid="154"/>
                                        </p:tgtEl>
                                        <p:attrNameLst>
                                          <p:attrName>style.visibility</p:attrName>
                                        </p:attrNameLst>
                                      </p:cBhvr>
                                      <p:tavLst>
                                        <p:tav tm="0">
                                          <p:val>
                                            <p:strVal val="hidden"/>
                                          </p:val>
                                        </p:tav>
                                        <p:tav tm="50000">
                                          <p:val>
                                            <p:strVal val="visible"/>
                                          </p:val>
                                        </p:tav>
                                      </p:tavLst>
                                    </p:anim>
                                  </p:childTnLst>
                                </p:cTn>
                              </p:par>
                            </p:childTnLst>
                          </p:cTn>
                        </p:par>
                        <p:par>
                          <p:cTn id="13" fill="hold">
                            <p:stCondLst>
                              <p:cond delay="3000"/>
                            </p:stCondLst>
                            <p:childTnLst>
                              <p:par>
                                <p:cTn id="14" presetID="22" presetClass="entr" presetSubtype="8" fill="hold" grpId="0" nodeType="afterEffect">
                                  <p:stCondLst>
                                    <p:cond delay="0"/>
                                  </p:stCondLst>
                                  <p:childTnLst>
                                    <p:set>
                                      <p:cBhvr>
                                        <p:cTn id="15" dur="1" fill="hold">
                                          <p:stCondLst>
                                            <p:cond delay="0"/>
                                          </p:stCondLst>
                                        </p:cTn>
                                        <p:tgtEl>
                                          <p:spTgt spid="107"/>
                                        </p:tgtEl>
                                        <p:attrNameLst>
                                          <p:attrName>style.visibility</p:attrName>
                                        </p:attrNameLst>
                                      </p:cBhvr>
                                      <p:to>
                                        <p:strVal val="visible"/>
                                      </p:to>
                                    </p:set>
                                    <p:animEffect transition="in" filter="wipe(left)">
                                      <p:cBhvr>
                                        <p:cTn id="16" dur="1000"/>
                                        <p:tgtEl>
                                          <p:spTgt spid="107"/>
                                        </p:tgtEl>
                                      </p:cBhvr>
                                    </p:animEffect>
                                  </p:childTnLst>
                                </p:cTn>
                              </p:par>
                            </p:childTnLst>
                          </p:cTn>
                        </p:par>
                        <p:par>
                          <p:cTn id="17" fill="hold">
                            <p:stCondLst>
                              <p:cond delay="4000"/>
                            </p:stCondLst>
                            <p:childTnLst>
                              <p:par>
                                <p:cTn id="18" presetID="22" presetClass="entr" presetSubtype="8" fill="hold" grpId="0" nodeType="afterEffect">
                                  <p:stCondLst>
                                    <p:cond delay="500"/>
                                  </p:stCondLst>
                                  <p:childTnLst>
                                    <p:set>
                                      <p:cBhvr>
                                        <p:cTn id="19" dur="1" fill="hold">
                                          <p:stCondLst>
                                            <p:cond delay="0"/>
                                          </p:stCondLst>
                                        </p:cTn>
                                        <p:tgtEl>
                                          <p:spTgt spid="108"/>
                                        </p:tgtEl>
                                        <p:attrNameLst>
                                          <p:attrName>style.visibility</p:attrName>
                                        </p:attrNameLst>
                                      </p:cBhvr>
                                      <p:to>
                                        <p:strVal val="visible"/>
                                      </p:to>
                                    </p:set>
                                    <p:animEffect transition="in" filter="wipe(left)">
                                      <p:cBhvr>
                                        <p:cTn id="20" dur="1000"/>
                                        <p:tgtEl>
                                          <p:spTgt spid="108"/>
                                        </p:tgtEl>
                                      </p:cBhvr>
                                    </p:animEffect>
                                  </p:childTnLst>
                                </p:cTn>
                              </p:par>
                            </p:childTnLst>
                          </p:cTn>
                        </p:par>
                        <p:par>
                          <p:cTn id="21" fill="hold">
                            <p:stCondLst>
                              <p:cond delay="5500"/>
                            </p:stCondLst>
                            <p:childTnLst>
                              <p:par>
                                <p:cTn id="22" presetID="22" presetClass="entr" presetSubtype="8" fill="hold" grpId="0" nodeType="afterEffect">
                                  <p:stCondLst>
                                    <p:cond delay="500"/>
                                  </p:stCondLst>
                                  <p:childTnLst>
                                    <p:set>
                                      <p:cBhvr>
                                        <p:cTn id="23" dur="1" fill="hold">
                                          <p:stCondLst>
                                            <p:cond delay="0"/>
                                          </p:stCondLst>
                                        </p:cTn>
                                        <p:tgtEl>
                                          <p:spTgt spid="109"/>
                                        </p:tgtEl>
                                        <p:attrNameLst>
                                          <p:attrName>style.visibility</p:attrName>
                                        </p:attrNameLst>
                                      </p:cBhvr>
                                      <p:to>
                                        <p:strVal val="visible"/>
                                      </p:to>
                                    </p:set>
                                    <p:animEffect transition="in" filter="wipe(left)">
                                      <p:cBhvr>
                                        <p:cTn id="24" dur="1000"/>
                                        <p:tgtEl>
                                          <p:spTgt spid="109"/>
                                        </p:tgtEl>
                                      </p:cBhvr>
                                    </p:animEffect>
                                  </p:childTnLst>
                                </p:cTn>
                              </p:par>
                            </p:childTnLst>
                          </p:cTn>
                        </p:par>
                        <p:par>
                          <p:cTn id="25" fill="hold">
                            <p:stCondLst>
                              <p:cond delay="7000"/>
                            </p:stCondLst>
                            <p:childTnLst>
                              <p:par>
                                <p:cTn id="26" presetID="10" presetClass="entr" presetSubtype="0" repeatCount="3000" fill="hold" grpId="0" nodeType="afterEffect">
                                  <p:stCondLst>
                                    <p:cond delay="0"/>
                                  </p:stCondLst>
                                  <p:childTnLst>
                                    <p:set>
                                      <p:cBhvr>
                                        <p:cTn id="27" dur="1" fill="hold">
                                          <p:stCondLst>
                                            <p:cond delay="0"/>
                                          </p:stCondLst>
                                        </p:cTn>
                                        <p:tgtEl>
                                          <p:spTgt spid="110"/>
                                        </p:tgtEl>
                                        <p:attrNameLst>
                                          <p:attrName>style.visibility</p:attrName>
                                        </p:attrNameLst>
                                      </p:cBhvr>
                                      <p:to>
                                        <p:strVal val="visible"/>
                                      </p:to>
                                    </p:set>
                                    <p:animEffect transition="in" filter="fade">
                                      <p:cBhvr>
                                        <p:cTn id="28" dur="1000"/>
                                        <p:tgtEl>
                                          <p:spTgt spid="110"/>
                                        </p:tgtEl>
                                      </p:cBhvr>
                                    </p:animEffect>
                                  </p:childTnLst>
                                </p:cTn>
                              </p:par>
                            </p:childTnLst>
                          </p:cTn>
                        </p:par>
                        <p:par>
                          <p:cTn id="29" fill="hold">
                            <p:stCondLst>
                              <p:cond delay="10000"/>
                            </p:stCondLst>
                            <p:childTnLst>
                              <p:par>
                                <p:cTn id="30" presetID="10" presetClass="entr" presetSubtype="0" fill="hold" grpId="0" nodeType="afterEffect">
                                  <p:stCondLst>
                                    <p:cond delay="0"/>
                                  </p:stCondLst>
                                  <p:childTnLst>
                                    <p:set>
                                      <p:cBhvr>
                                        <p:cTn id="31" dur="1" fill="hold">
                                          <p:stCondLst>
                                            <p:cond delay="0"/>
                                          </p:stCondLst>
                                        </p:cTn>
                                        <p:tgtEl>
                                          <p:spTgt spid="111"/>
                                        </p:tgtEl>
                                        <p:attrNameLst>
                                          <p:attrName>style.visibility</p:attrName>
                                        </p:attrNameLst>
                                      </p:cBhvr>
                                      <p:to>
                                        <p:strVal val="visible"/>
                                      </p:to>
                                    </p:set>
                                    <p:animEffect transition="in" filter="fade">
                                      <p:cBhvr>
                                        <p:cTn id="32" dur="100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318" grpId="0" animBg="1"/>
      <p:bldP spid="107" grpId="0" animBg="1"/>
      <p:bldP spid="108" grpId="0" animBg="1"/>
      <p:bldP spid="109" grpId="0" animBg="1"/>
      <p:bldP spid="110" grpId="0" animBg="1"/>
      <p:bldP spid="111"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72" name="Freeform 77"/>
          <p:cNvSpPr>
            <a:spLocks/>
          </p:cNvSpPr>
          <p:nvPr/>
        </p:nvSpPr>
        <p:spPr bwMode="auto">
          <a:xfrm>
            <a:off x="3886200" y="5160963"/>
            <a:ext cx="395288" cy="279400"/>
          </a:xfrm>
          <a:custGeom>
            <a:avLst/>
            <a:gdLst>
              <a:gd name="T0" fmla="*/ 0 w 249"/>
              <a:gd name="T1" fmla="*/ 2147483646 h 176"/>
              <a:gd name="T2" fmla="*/ 2147483646 w 249"/>
              <a:gd name="T3" fmla="*/ 0 h 176"/>
              <a:gd name="T4" fmla="*/ 2147483646 w 249"/>
              <a:gd name="T5" fmla="*/ 2147483646 h 176"/>
              <a:gd name="T6" fmla="*/ 0 60000 65536"/>
              <a:gd name="T7" fmla="*/ 0 60000 65536"/>
              <a:gd name="T8" fmla="*/ 0 60000 65536"/>
              <a:gd name="T9" fmla="*/ 0 w 249"/>
              <a:gd name="T10" fmla="*/ 0 h 176"/>
              <a:gd name="T11" fmla="*/ 249 w 249"/>
              <a:gd name="T12" fmla="*/ 176 h 176"/>
            </a:gdLst>
            <a:ahLst/>
            <a:cxnLst>
              <a:cxn ang="T6">
                <a:pos x="T0" y="T1"/>
              </a:cxn>
              <a:cxn ang="T7">
                <a:pos x="T2" y="T3"/>
              </a:cxn>
              <a:cxn ang="T8">
                <a:pos x="T4" y="T5"/>
              </a:cxn>
            </a:cxnLst>
            <a:rect l="T9" t="T10" r="T11" b="T12"/>
            <a:pathLst>
              <a:path w="249" h="176">
                <a:moveTo>
                  <a:pt x="0" y="176"/>
                </a:moveTo>
                <a:lnTo>
                  <a:pt x="1" y="0"/>
                </a:lnTo>
                <a:lnTo>
                  <a:pt x="249" y="9"/>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87073" name="Freeform 78"/>
          <p:cNvSpPr>
            <a:spLocks/>
          </p:cNvSpPr>
          <p:nvPr/>
        </p:nvSpPr>
        <p:spPr bwMode="auto">
          <a:xfrm>
            <a:off x="6475413" y="5159375"/>
            <a:ext cx="395287" cy="279400"/>
          </a:xfrm>
          <a:custGeom>
            <a:avLst/>
            <a:gdLst>
              <a:gd name="T0" fmla="*/ 0 w 249"/>
              <a:gd name="T1" fmla="*/ 2147483646 h 176"/>
              <a:gd name="T2" fmla="*/ 2147483646 w 249"/>
              <a:gd name="T3" fmla="*/ 0 h 176"/>
              <a:gd name="T4" fmla="*/ 2147483646 w 249"/>
              <a:gd name="T5" fmla="*/ 2147483646 h 176"/>
              <a:gd name="T6" fmla="*/ 0 60000 65536"/>
              <a:gd name="T7" fmla="*/ 0 60000 65536"/>
              <a:gd name="T8" fmla="*/ 0 60000 65536"/>
              <a:gd name="T9" fmla="*/ 0 w 249"/>
              <a:gd name="T10" fmla="*/ 0 h 176"/>
              <a:gd name="T11" fmla="*/ 249 w 249"/>
              <a:gd name="T12" fmla="*/ 176 h 176"/>
            </a:gdLst>
            <a:ahLst/>
            <a:cxnLst>
              <a:cxn ang="T6">
                <a:pos x="T0" y="T1"/>
              </a:cxn>
              <a:cxn ang="T7">
                <a:pos x="T2" y="T3"/>
              </a:cxn>
              <a:cxn ang="T8">
                <a:pos x="T4" y="T5"/>
              </a:cxn>
            </a:cxnLst>
            <a:rect l="T9" t="T10" r="T11" b="T12"/>
            <a:pathLst>
              <a:path w="249" h="176">
                <a:moveTo>
                  <a:pt x="0" y="176"/>
                </a:moveTo>
                <a:lnTo>
                  <a:pt x="1" y="0"/>
                </a:lnTo>
                <a:lnTo>
                  <a:pt x="249" y="9"/>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87074" name="Line 79"/>
          <p:cNvSpPr>
            <a:spLocks noChangeShapeType="1"/>
          </p:cNvSpPr>
          <p:nvPr/>
        </p:nvSpPr>
        <p:spPr bwMode="auto">
          <a:xfrm rot="-5400000">
            <a:off x="9637713" y="5172075"/>
            <a:ext cx="533400"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7075" name="Line 80"/>
          <p:cNvSpPr>
            <a:spLocks noChangeShapeType="1"/>
          </p:cNvSpPr>
          <p:nvPr/>
        </p:nvSpPr>
        <p:spPr bwMode="auto">
          <a:xfrm rot="-5400000">
            <a:off x="1716088" y="5172075"/>
            <a:ext cx="533400"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7076" name="AutoShape 81"/>
          <p:cNvSpPr>
            <a:spLocks noChangeArrowheads="1"/>
          </p:cNvSpPr>
          <p:nvPr/>
        </p:nvSpPr>
        <p:spPr bwMode="auto">
          <a:xfrm>
            <a:off x="1752600" y="3306763"/>
            <a:ext cx="685800" cy="1905000"/>
          </a:xfrm>
          <a:prstGeom prst="cube">
            <a:avLst>
              <a:gd name="adj" fmla="val 25000"/>
            </a:avLst>
          </a:prstGeom>
          <a:solidFill>
            <a:srgbClr val="DDDDDD"/>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87077" name="AutoShape 82"/>
          <p:cNvSpPr>
            <a:spLocks noChangeArrowheads="1"/>
          </p:cNvSpPr>
          <p:nvPr/>
        </p:nvSpPr>
        <p:spPr bwMode="auto">
          <a:xfrm>
            <a:off x="4191000" y="3382963"/>
            <a:ext cx="685800" cy="1905000"/>
          </a:xfrm>
          <a:prstGeom prst="cube">
            <a:avLst>
              <a:gd name="adj" fmla="val 25000"/>
            </a:avLst>
          </a:prstGeom>
          <a:solidFill>
            <a:srgbClr val="66CCFF"/>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87078" name="AutoShape 83"/>
          <p:cNvSpPr>
            <a:spLocks noChangeArrowheads="1"/>
          </p:cNvSpPr>
          <p:nvPr/>
        </p:nvSpPr>
        <p:spPr bwMode="auto">
          <a:xfrm>
            <a:off x="9677400" y="3306763"/>
            <a:ext cx="685800" cy="1905000"/>
          </a:xfrm>
          <a:prstGeom prst="cube">
            <a:avLst>
              <a:gd name="adj" fmla="val 25000"/>
            </a:avLst>
          </a:prstGeom>
          <a:solidFill>
            <a:srgbClr val="DDDDDD"/>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87079" name="AutoShape 84"/>
          <p:cNvSpPr>
            <a:spLocks noChangeArrowheads="1"/>
          </p:cNvSpPr>
          <p:nvPr/>
        </p:nvSpPr>
        <p:spPr bwMode="auto">
          <a:xfrm>
            <a:off x="6856413" y="3611563"/>
            <a:ext cx="685800" cy="1676400"/>
          </a:xfrm>
          <a:prstGeom prst="cube">
            <a:avLst>
              <a:gd name="adj" fmla="val 25000"/>
            </a:avLst>
          </a:prstGeom>
          <a:solidFill>
            <a:srgbClr val="66CCFF"/>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grpSp>
        <p:nvGrpSpPr>
          <p:cNvPr id="87080" name="Group 85"/>
          <p:cNvGrpSpPr>
            <a:grpSpLocks/>
          </p:cNvGrpSpPr>
          <p:nvPr/>
        </p:nvGrpSpPr>
        <p:grpSpPr bwMode="auto">
          <a:xfrm>
            <a:off x="1560513" y="2420938"/>
            <a:ext cx="9121775" cy="2438400"/>
            <a:chOff x="96" y="1056"/>
            <a:chExt cx="5472" cy="1536"/>
          </a:xfrm>
        </p:grpSpPr>
        <p:sp>
          <p:nvSpPr>
            <p:cNvPr id="87149" name="Oval 86"/>
            <p:cNvSpPr>
              <a:spLocks noChangeArrowheads="1"/>
            </p:cNvSpPr>
            <p:nvPr/>
          </p:nvSpPr>
          <p:spPr bwMode="auto">
            <a:xfrm>
              <a:off x="3662" y="1674"/>
              <a:ext cx="1906" cy="756"/>
            </a:xfrm>
            <a:prstGeom prst="ellipse">
              <a:avLst/>
            </a:prstGeom>
            <a:solidFill>
              <a:srgbClr val="FFFF99"/>
            </a:solidFill>
            <a:ln w="31750">
              <a:solidFill>
                <a:srgbClr val="000000"/>
              </a:solidFill>
              <a:round/>
              <a:headEnd/>
              <a:tailEnd/>
            </a:ln>
          </p:spPr>
          <p:txBody>
            <a:bodyPr/>
            <a:lstStyle/>
            <a:p>
              <a:pPr eaLnBrk="1" hangingPunct="1"/>
              <a:endParaRPr lang="zh-CN" altLang="en-US" sz="2800" b="1">
                <a:latin typeface="Tahoma" pitchFamily="34" charset="0"/>
                <a:ea typeface="黑体" pitchFamily="2" charset="-122"/>
              </a:endParaRPr>
            </a:p>
          </p:txBody>
        </p:sp>
        <p:sp>
          <p:nvSpPr>
            <p:cNvPr id="87150" name="Oval 87"/>
            <p:cNvSpPr>
              <a:spLocks noChangeArrowheads="1"/>
            </p:cNvSpPr>
            <p:nvPr/>
          </p:nvSpPr>
          <p:spPr bwMode="auto">
            <a:xfrm>
              <a:off x="96" y="1430"/>
              <a:ext cx="1870" cy="760"/>
            </a:xfrm>
            <a:prstGeom prst="ellipse">
              <a:avLst/>
            </a:prstGeom>
            <a:solidFill>
              <a:srgbClr val="FFFF99"/>
            </a:solidFill>
            <a:ln w="31750">
              <a:solidFill>
                <a:srgbClr val="000000"/>
              </a:solidFill>
              <a:round/>
              <a:headEnd/>
              <a:tailEnd/>
            </a:ln>
          </p:spPr>
          <p:txBody>
            <a:bodyPr/>
            <a:lstStyle/>
            <a:p>
              <a:pPr eaLnBrk="1" hangingPunct="1"/>
              <a:endParaRPr lang="zh-CN" altLang="en-US" sz="2800" b="1">
                <a:latin typeface="Tahoma" pitchFamily="34" charset="0"/>
                <a:ea typeface="黑体" pitchFamily="2" charset="-122"/>
              </a:endParaRPr>
            </a:p>
          </p:txBody>
        </p:sp>
        <p:sp>
          <p:nvSpPr>
            <p:cNvPr id="87151" name="Oval 88"/>
            <p:cNvSpPr>
              <a:spLocks noChangeArrowheads="1"/>
            </p:cNvSpPr>
            <p:nvPr/>
          </p:nvSpPr>
          <p:spPr bwMode="auto">
            <a:xfrm>
              <a:off x="3365" y="1163"/>
              <a:ext cx="1903" cy="731"/>
            </a:xfrm>
            <a:prstGeom prst="ellipse">
              <a:avLst/>
            </a:prstGeom>
            <a:solidFill>
              <a:srgbClr val="FFFF99"/>
            </a:solidFill>
            <a:ln w="31750">
              <a:solidFill>
                <a:srgbClr val="000000"/>
              </a:solidFill>
              <a:round/>
              <a:headEnd/>
              <a:tailEnd/>
            </a:ln>
          </p:spPr>
          <p:txBody>
            <a:bodyPr/>
            <a:lstStyle/>
            <a:p>
              <a:pPr eaLnBrk="1" hangingPunct="1"/>
              <a:endParaRPr lang="zh-CN" altLang="en-US" sz="2800" b="1">
                <a:latin typeface="Tahoma" pitchFamily="34" charset="0"/>
                <a:ea typeface="黑体" pitchFamily="2" charset="-122"/>
              </a:endParaRPr>
            </a:p>
          </p:txBody>
        </p:sp>
        <p:sp>
          <p:nvSpPr>
            <p:cNvPr id="87152" name="Oval 89"/>
            <p:cNvSpPr>
              <a:spLocks noChangeArrowheads="1"/>
            </p:cNvSpPr>
            <p:nvPr/>
          </p:nvSpPr>
          <p:spPr bwMode="auto">
            <a:xfrm>
              <a:off x="2365" y="1821"/>
              <a:ext cx="1900" cy="771"/>
            </a:xfrm>
            <a:prstGeom prst="ellipse">
              <a:avLst/>
            </a:prstGeom>
            <a:solidFill>
              <a:srgbClr val="FFFF99"/>
            </a:solidFill>
            <a:ln w="31750">
              <a:solidFill>
                <a:srgbClr val="000000"/>
              </a:solidFill>
              <a:round/>
              <a:headEnd/>
              <a:tailEnd/>
            </a:ln>
          </p:spPr>
          <p:txBody>
            <a:bodyPr/>
            <a:lstStyle/>
            <a:p>
              <a:pPr eaLnBrk="1" hangingPunct="1"/>
              <a:endParaRPr lang="zh-CN" altLang="en-US" sz="2800" b="1">
                <a:latin typeface="Tahoma" pitchFamily="34" charset="0"/>
                <a:ea typeface="黑体" pitchFamily="2" charset="-122"/>
              </a:endParaRPr>
            </a:p>
          </p:txBody>
        </p:sp>
        <p:sp>
          <p:nvSpPr>
            <p:cNvPr id="87153" name="Oval 90"/>
            <p:cNvSpPr>
              <a:spLocks noChangeArrowheads="1"/>
            </p:cNvSpPr>
            <p:nvPr/>
          </p:nvSpPr>
          <p:spPr bwMode="auto">
            <a:xfrm>
              <a:off x="729" y="1752"/>
              <a:ext cx="1900" cy="731"/>
            </a:xfrm>
            <a:prstGeom prst="ellipse">
              <a:avLst/>
            </a:prstGeom>
            <a:solidFill>
              <a:srgbClr val="FFFF99"/>
            </a:solidFill>
            <a:ln w="31750">
              <a:solidFill>
                <a:srgbClr val="000000"/>
              </a:solidFill>
              <a:round/>
              <a:headEnd/>
              <a:tailEnd/>
            </a:ln>
          </p:spPr>
          <p:txBody>
            <a:bodyPr/>
            <a:lstStyle/>
            <a:p>
              <a:pPr eaLnBrk="1" hangingPunct="1"/>
              <a:endParaRPr lang="zh-CN" altLang="en-US" sz="2800" b="1">
                <a:latin typeface="Tahoma" pitchFamily="34" charset="0"/>
                <a:ea typeface="黑体" pitchFamily="2" charset="-122"/>
              </a:endParaRPr>
            </a:p>
          </p:txBody>
        </p:sp>
        <p:sp>
          <p:nvSpPr>
            <p:cNvPr id="87154" name="Oval 91"/>
            <p:cNvSpPr>
              <a:spLocks noChangeArrowheads="1"/>
            </p:cNvSpPr>
            <p:nvPr/>
          </p:nvSpPr>
          <p:spPr bwMode="auto">
            <a:xfrm>
              <a:off x="2197" y="1056"/>
              <a:ext cx="1870" cy="758"/>
            </a:xfrm>
            <a:prstGeom prst="ellipse">
              <a:avLst/>
            </a:prstGeom>
            <a:solidFill>
              <a:srgbClr val="FFFF99"/>
            </a:solidFill>
            <a:ln w="31750">
              <a:solidFill>
                <a:srgbClr val="000000"/>
              </a:solidFill>
              <a:round/>
              <a:headEnd/>
              <a:tailEnd/>
            </a:ln>
          </p:spPr>
          <p:txBody>
            <a:bodyPr/>
            <a:lstStyle/>
            <a:p>
              <a:pPr eaLnBrk="1" hangingPunct="1"/>
              <a:endParaRPr lang="zh-CN" altLang="en-US" sz="2800" b="1">
                <a:latin typeface="Tahoma" pitchFamily="34" charset="0"/>
                <a:ea typeface="黑体" pitchFamily="2" charset="-122"/>
              </a:endParaRPr>
            </a:p>
          </p:txBody>
        </p:sp>
        <p:sp>
          <p:nvSpPr>
            <p:cNvPr id="87155" name="Oval 92"/>
            <p:cNvSpPr>
              <a:spLocks noChangeArrowheads="1"/>
            </p:cNvSpPr>
            <p:nvPr/>
          </p:nvSpPr>
          <p:spPr bwMode="auto">
            <a:xfrm>
              <a:off x="996" y="1056"/>
              <a:ext cx="1867" cy="731"/>
            </a:xfrm>
            <a:prstGeom prst="ellipse">
              <a:avLst/>
            </a:prstGeom>
            <a:solidFill>
              <a:srgbClr val="FFFF99"/>
            </a:solidFill>
            <a:ln w="31750">
              <a:solidFill>
                <a:srgbClr val="000000"/>
              </a:solidFill>
              <a:round/>
              <a:headEnd/>
              <a:tailEnd/>
            </a:ln>
          </p:spPr>
          <p:txBody>
            <a:bodyPr/>
            <a:lstStyle/>
            <a:p>
              <a:pPr eaLnBrk="1" hangingPunct="1"/>
              <a:endParaRPr lang="zh-CN" altLang="en-US" sz="2800" b="1">
                <a:latin typeface="Tahoma" pitchFamily="34" charset="0"/>
                <a:ea typeface="黑体" pitchFamily="2" charset="-122"/>
              </a:endParaRPr>
            </a:p>
          </p:txBody>
        </p:sp>
        <p:sp>
          <p:nvSpPr>
            <p:cNvPr id="87156" name="Oval 93"/>
            <p:cNvSpPr>
              <a:spLocks noChangeArrowheads="1"/>
            </p:cNvSpPr>
            <p:nvPr/>
          </p:nvSpPr>
          <p:spPr bwMode="auto">
            <a:xfrm>
              <a:off x="597" y="1226"/>
              <a:ext cx="4536" cy="1060"/>
            </a:xfrm>
            <a:prstGeom prst="ellipse">
              <a:avLst/>
            </a:pr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grpSp>
      <p:sp>
        <p:nvSpPr>
          <p:cNvPr id="87081" name="Line 94"/>
          <p:cNvSpPr>
            <a:spLocks noChangeShapeType="1"/>
          </p:cNvSpPr>
          <p:nvPr/>
        </p:nvSpPr>
        <p:spPr bwMode="auto">
          <a:xfrm>
            <a:off x="1676400" y="5440363"/>
            <a:ext cx="2590800" cy="0"/>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nvGrpSpPr>
          <p:cNvPr id="87082" name="Group 95"/>
          <p:cNvGrpSpPr>
            <a:grpSpLocks/>
          </p:cNvGrpSpPr>
          <p:nvPr/>
        </p:nvGrpSpPr>
        <p:grpSpPr bwMode="auto">
          <a:xfrm>
            <a:off x="1752600" y="2420938"/>
            <a:ext cx="685800" cy="1447800"/>
            <a:chOff x="672" y="528"/>
            <a:chExt cx="432" cy="912"/>
          </a:xfrm>
        </p:grpSpPr>
        <p:sp>
          <p:nvSpPr>
            <p:cNvPr id="87146" name="AutoShape 96"/>
            <p:cNvSpPr>
              <a:spLocks noChangeArrowheads="1"/>
            </p:cNvSpPr>
            <p:nvPr/>
          </p:nvSpPr>
          <p:spPr bwMode="auto">
            <a:xfrm>
              <a:off x="672" y="1008"/>
              <a:ext cx="432" cy="432"/>
            </a:xfrm>
            <a:prstGeom prst="cube">
              <a:avLst>
                <a:gd name="adj" fmla="val 25000"/>
              </a:avLst>
            </a:prstGeom>
            <a:solidFill>
              <a:srgbClr val="DDDDDD"/>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87147" name="AutoShape 97"/>
            <p:cNvSpPr>
              <a:spLocks noChangeArrowheads="1"/>
            </p:cNvSpPr>
            <p:nvPr/>
          </p:nvSpPr>
          <p:spPr bwMode="auto">
            <a:xfrm>
              <a:off x="672" y="720"/>
              <a:ext cx="432" cy="432"/>
            </a:xfrm>
            <a:prstGeom prst="cube">
              <a:avLst>
                <a:gd name="adj" fmla="val 25000"/>
              </a:avLst>
            </a:prstGeom>
            <a:solidFill>
              <a:srgbClr val="DDDDDD"/>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87148" name="AutoShape 98"/>
            <p:cNvSpPr>
              <a:spLocks noChangeArrowheads="1"/>
            </p:cNvSpPr>
            <p:nvPr/>
          </p:nvSpPr>
          <p:spPr bwMode="auto">
            <a:xfrm>
              <a:off x="672" y="528"/>
              <a:ext cx="432" cy="432"/>
            </a:xfrm>
            <a:prstGeom prst="cube">
              <a:avLst>
                <a:gd name="adj" fmla="val 25000"/>
              </a:avLst>
            </a:prstGeom>
            <a:solidFill>
              <a:srgbClr val="DDDDDD"/>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grpSp>
      <p:sp>
        <p:nvSpPr>
          <p:cNvPr id="87083" name="Text Box 99"/>
          <p:cNvSpPr txBox="1">
            <a:spLocks noChangeArrowheads="1"/>
          </p:cNvSpPr>
          <p:nvPr/>
        </p:nvSpPr>
        <p:spPr bwMode="auto">
          <a:xfrm>
            <a:off x="1789113" y="3430588"/>
            <a:ext cx="4841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a:solidFill>
                  <a:srgbClr val="333399"/>
                </a:solidFill>
                <a:latin typeface="Arial" charset="0"/>
                <a:ea typeface="黑体" pitchFamily="2" charset="-122"/>
              </a:rPr>
              <a:t>IP</a:t>
            </a:r>
            <a:r>
              <a:rPr kumimoji="1" lang="en-US" altLang="zh-CN" sz="1800" b="1" baseline="-25000">
                <a:solidFill>
                  <a:srgbClr val="333399"/>
                </a:solidFill>
                <a:latin typeface="Arial" charset="0"/>
                <a:ea typeface="黑体" pitchFamily="2" charset="-122"/>
              </a:rPr>
              <a:t>1</a:t>
            </a:r>
            <a:endParaRPr kumimoji="1" lang="en-US" altLang="zh-CN" sz="1800" b="1">
              <a:solidFill>
                <a:srgbClr val="333399"/>
              </a:solidFill>
              <a:latin typeface="Arial" charset="0"/>
              <a:ea typeface="黑体" pitchFamily="2" charset="-122"/>
            </a:endParaRPr>
          </a:p>
        </p:txBody>
      </p:sp>
      <p:sp>
        <p:nvSpPr>
          <p:cNvPr id="87084" name="Text Box 100"/>
          <p:cNvSpPr txBox="1">
            <a:spLocks noChangeArrowheads="1"/>
          </p:cNvSpPr>
          <p:nvPr/>
        </p:nvSpPr>
        <p:spPr bwMode="auto">
          <a:xfrm>
            <a:off x="1663403" y="4849813"/>
            <a:ext cx="7954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smtClean="0">
                <a:solidFill>
                  <a:srgbClr val="333399"/>
                </a:solidFill>
                <a:latin typeface="Arial" charset="0"/>
                <a:ea typeface="黑体" pitchFamily="2" charset="-122"/>
              </a:rPr>
              <a:t>MAC</a:t>
            </a:r>
            <a:r>
              <a:rPr kumimoji="1" lang="en-US" altLang="zh-CN" sz="1800" b="1" baseline="-25000" dirty="0" smtClean="0">
                <a:solidFill>
                  <a:srgbClr val="333399"/>
                </a:solidFill>
                <a:latin typeface="Arial" charset="0"/>
                <a:ea typeface="黑体" pitchFamily="2" charset="-122"/>
              </a:rPr>
              <a:t>1</a:t>
            </a:r>
            <a:endParaRPr kumimoji="1" lang="en-US" altLang="zh-CN" sz="1800" b="1" dirty="0">
              <a:solidFill>
                <a:srgbClr val="333399"/>
              </a:solidFill>
              <a:latin typeface="Arial" charset="0"/>
              <a:ea typeface="黑体" pitchFamily="2" charset="-122"/>
            </a:endParaRPr>
          </a:p>
        </p:txBody>
      </p:sp>
      <p:sp>
        <p:nvSpPr>
          <p:cNvPr id="87085" name="Text Box 101"/>
          <p:cNvSpPr txBox="1">
            <a:spLocks noChangeArrowheads="1"/>
          </p:cNvSpPr>
          <p:nvPr/>
        </p:nvSpPr>
        <p:spPr bwMode="auto">
          <a:xfrm>
            <a:off x="6096000" y="4811713"/>
            <a:ext cx="7954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smtClean="0">
                <a:solidFill>
                  <a:srgbClr val="333399"/>
                </a:solidFill>
                <a:latin typeface="Arial" charset="0"/>
                <a:ea typeface="黑体" pitchFamily="2" charset="-122"/>
              </a:rPr>
              <a:t>MAC</a:t>
            </a:r>
            <a:r>
              <a:rPr kumimoji="1" lang="en-US" altLang="zh-CN" sz="1800" b="1" baseline="-25000" dirty="0" smtClean="0">
                <a:solidFill>
                  <a:srgbClr val="333399"/>
                </a:solidFill>
                <a:latin typeface="Arial" charset="0"/>
                <a:ea typeface="黑体" pitchFamily="2" charset="-122"/>
              </a:rPr>
              <a:t>5</a:t>
            </a:r>
            <a:endParaRPr kumimoji="1" lang="en-US" altLang="zh-CN" sz="1800" b="1" dirty="0">
              <a:solidFill>
                <a:srgbClr val="333399"/>
              </a:solidFill>
              <a:latin typeface="Arial" charset="0"/>
              <a:ea typeface="黑体" pitchFamily="2" charset="-122"/>
            </a:endParaRPr>
          </a:p>
        </p:txBody>
      </p:sp>
      <p:sp>
        <p:nvSpPr>
          <p:cNvPr id="87086" name="Text Box 102"/>
          <p:cNvSpPr txBox="1">
            <a:spLocks noChangeArrowheads="1"/>
          </p:cNvSpPr>
          <p:nvPr/>
        </p:nvSpPr>
        <p:spPr bwMode="auto">
          <a:xfrm>
            <a:off x="4851400" y="4805363"/>
            <a:ext cx="7954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smtClean="0">
                <a:solidFill>
                  <a:srgbClr val="333399"/>
                </a:solidFill>
                <a:latin typeface="Arial" charset="0"/>
                <a:ea typeface="黑体" pitchFamily="2" charset="-122"/>
              </a:rPr>
              <a:t>MAC</a:t>
            </a:r>
            <a:r>
              <a:rPr kumimoji="1" lang="en-US" altLang="zh-CN" sz="1800" b="1" baseline="-25000" dirty="0" smtClean="0">
                <a:solidFill>
                  <a:srgbClr val="333399"/>
                </a:solidFill>
                <a:latin typeface="Arial" charset="0"/>
                <a:ea typeface="黑体" pitchFamily="2" charset="-122"/>
              </a:rPr>
              <a:t>4</a:t>
            </a:r>
            <a:endParaRPr kumimoji="1" lang="en-US" altLang="zh-CN" sz="1800" b="1" dirty="0">
              <a:solidFill>
                <a:srgbClr val="333399"/>
              </a:solidFill>
              <a:latin typeface="Arial" charset="0"/>
              <a:ea typeface="黑体" pitchFamily="2" charset="-122"/>
            </a:endParaRPr>
          </a:p>
        </p:txBody>
      </p:sp>
      <p:sp>
        <p:nvSpPr>
          <p:cNvPr id="87087" name="Text Box 103"/>
          <p:cNvSpPr txBox="1">
            <a:spLocks noChangeArrowheads="1"/>
          </p:cNvSpPr>
          <p:nvPr/>
        </p:nvSpPr>
        <p:spPr bwMode="auto">
          <a:xfrm>
            <a:off x="3431704" y="4805363"/>
            <a:ext cx="7954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smtClean="0">
                <a:solidFill>
                  <a:srgbClr val="333399"/>
                </a:solidFill>
                <a:latin typeface="Arial" charset="0"/>
                <a:ea typeface="黑体" pitchFamily="2" charset="-122"/>
              </a:rPr>
              <a:t>MAC</a:t>
            </a:r>
            <a:r>
              <a:rPr kumimoji="1" lang="en-US" altLang="zh-CN" sz="1800" b="1" baseline="-25000" dirty="0" smtClean="0">
                <a:solidFill>
                  <a:srgbClr val="333399"/>
                </a:solidFill>
                <a:latin typeface="Arial" charset="0"/>
                <a:ea typeface="黑体" pitchFamily="2" charset="-122"/>
              </a:rPr>
              <a:t>3</a:t>
            </a:r>
            <a:endParaRPr kumimoji="1" lang="en-US" altLang="zh-CN" sz="1800" b="1" dirty="0">
              <a:solidFill>
                <a:srgbClr val="333399"/>
              </a:solidFill>
              <a:latin typeface="Arial" charset="0"/>
              <a:ea typeface="黑体" pitchFamily="2" charset="-122"/>
            </a:endParaRPr>
          </a:p>
        </p:txBody>
      </p:sp>
      <p:sp>
        <p:nvSpPr>
          <p:cNvPr id="87088" name="Line 104"/>
          <p:cNvSpPr>
            <a:spLocks noChangeShapeType="1"/>
          </p:cNvSpPr>
          <p:nvPr/>
        </p:nvSpPr>
        <p:spPr bwMode="auto">
          <a:xfrm>
            <a:off x="2362200" y="3611563"/>
            <a:ext cx="1905000" cy="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7089" name="Line 105"/>
          <p:cNvSpPr>
            <a:spLocks noChangeShapeType="1"/>
          </p:cNvSpPr>
          <p:nvPr/>
        </p:nvSpPr>
        <p:spPr bwMode="auto">
          <a:xfrm>
            <a:off x="7467600" y="5440363"/>
            <a:ext cx="2971800" cy="0"/>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7090" name="Text Box 106"/>
          <p:cNvSpPr txBox="1">
            <a:spLocks noChangeArrowheads="1"/>
          </p:cNvSpPr>
          <p:nvPr/>
        </p:nvSpPr>
        <p:spPr bwMode="auto">
          <a:xfrm>
            <a:off x="7531100" y="4799013"/>
            <a:ext cx="7954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smtClean="0">
                <a:solidFill>
                  <a:srgbClr val="333399"/>
                </a:solidFill>
                <a:latin typeface="Arial" charset="0"/>
                <a:ea typeface="黑体" pitchFamily="2" charset="-122"/>
              </a:rPr>
              <a:t>MAC</a:t>
            </a:r>
            <a:r>
              <a:rPr kumimoji="1" lang="en-US" altLang="zh-CN" sz="1800" b="1" baseline="-25000" dirty="0" smtClean="0">
                <a:solidFill>
                  <a:srgbClr val="333399"/>
                </a:solidFill>
                <a:latin typeface="Arial" charset="0"/>
                <a:ea typeface="黑体" pitchFamily="2" charset="-122"/>
              </a:rPr>
              <a:t>6</a:t>
            </a:r>
            <a:endParaRPr kumimoji="1" lang="en-US" altLang="zh-CN" sz="1800" b="1" dirty="0">
              <a:solidFill>
                <a:srgbClr val="333399"/>
              </a:solidFill>
              <a:latin typeface="Arial" charset="0"/>
              <a:ea typeface="黑体" pitchFamily="2" charset="-122"/>
            </a:endParaRPr>
          </a:p>
        </p:txBody>
      </p:sp>
      <p:sp>
        <p:nvSpPr>
          <p:cNvPr id="87091" name="Text Box 107"/>
          <p:cNvSpPr txBox="1">
            <a:spLocks noChangeArrowheads="1"/>
          </p:cNvSpPr>
          <p:nvPr/>
        </p:nvSpPr>
        <p:spPr bwMode="auto">
          <a:xfrm>
            <a:off x="9580728" y="4814888"/>
            <a:ext cx="7954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smtClean="0">
                <a:solidFill>
                  <a:srgbClr val="333399"/>
                </a:solidFill>
                <a:latin typeface="Arial" charset="0"/>
                <a:ea typeface="黑体" pitchFamily="2" charset="-122"/>
              </a:rPr>
              <a:t>MAC</a:t>
            </a:r>
            <a:r>
              <a:rPr kumimoji="1" lang="en-US" altLang="zh-CN" sz="1800" b="1" baseline="-25000" dirty="0" smtClean="0">
                <a:solidFill>
                  <a:srgbClr val="333399"/>
                </a:solidFill>
                <a:latin typeface="Arial" charset="0"/>
                <a:ea typeface="黑体" pitchFamily="2" charset="-122"/>
              </a:rPr>
              <a:t>2</a:t>
            </a:r>
            <a:endParaRPr kumimoji="1" lang="en-US" altLang="zh-CN" sz="1800" b="1" dirty="0">
              <a:solidFill>
                <a:srgbClr val="333399"/>
              </a:solidFill>
              <a:latin typeface="Arial" charset="0"/>
              <a:ea typeface="黑体" pitchFamily="2" charset="-122"/>
            </a:endParaRPr>
          </a:p>
        </p:txBody>
      </p:sp>
      <p:sp>
        <p:nvSpPr>
          <p:cNvPr id="87092" name="Text Box 108"/>
          <p:cNvSpPr txBox="1">
            <a:spLocks noChangeArrowheads="1"/>
          </p:cNvSpPr>
          <p:nvPr/>
        </p:nvSpPr>
        <p:spPr bwMode="auto">
          <a:xfrm>
            <a:off x="7531100" y="3709988"/>
            <a:ext cx="4841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a:solidFill>
                  <a:srgbClr val="333399"/>
                </a:solidFill>
                <a:latin typeface="Arial" charset="0"/>
                <a:ea typeface="黑体" pitchFamily="2" charset="-122"/>
              </a:rPr>
              <a:t>IP</a:t>
            </a:r>
            <a:r>
              <a:rPr kumimoji="1" lang="en-US" altLang="zh-CN" sz="1800" b="1" baseline="-25000">
                <a:solidFill>
                  <a:srgbClr val="333399"/>
                </a:solidFill>
                <a:latin typeface="Arial" charset="0"/>
                <a:ea typeface="黑体" pitchFamily="2" charset="-122"/>
              </a:rPr>
              <a:t>6</a:t>
            </a:r>
            <a:endParaRPr kumimoji="1" lang="en-US" altLang="zh-CN" sz="1800" b="1">
              <a:solidFill>
                <a:srgbClr val="333399"/>
              </a:solidFill>
              <a:latin typeface="Arial" charset="0"/>
              <a:ea typeface="黑体" pitchFamily="2" charset="-122"/>
            </a:endParaRPr>
          </a:p>
        </p:txBody>
      </p:sp>
      <p:sp>
        <p:nvSpPr>
          <p:cNvPr id="87093" name="Text Box 109"/>
          <p:cNvSpPr txBox="1">
            <a:spLocks noChangeArrowheads="1"/>
          </p:cNvSpPr>
          <p:nvPr/>
        </p:nvSpPr>
        <p:spPr bwMode="auto">
          <a:xfrm>
            <a:off x="1631950" y="2060575"/>
            <a:ext cx="9653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800" b="1">
                <a:solidFill>
                  <a:srgbClr val="333399"/>
                </a:solidFill>
                <a:latin typeface="Arial" charset="0"/>
                <a:ea typeface="黑体" pitchFamily="2" charset="-122"/>
              </a:rPr>
              <a:t>主机 </a:t>
            </a:r>
            <a:r>
              <a:rPr kumimoji="1" lang="en-US" altLang="zh-CN" sz="1800" b="1">
                <a:solidFill>
                  <a:srgbClr val="333399"/>
                </a:solidFill>
                <a:latin typeface="Arial" charset="0"/>
                <a:ea typeface="黑体" pitchFamily="2" charset="-122"/>
              </a:rPr>
              <a:t>H</a:t>
            </a:r>
            <a:r>
              <a:rPr kumimoji="1" lang="en-US" altLang="zh-CN" sz="1800" b="1" baseline="-25000">
                <a:solidFill>
                  <a:srgbClr val="333399"/>
                </a:solidFill>
                <a:latin typeface="Arial" charset="0"/>
                <a:ea typeface="黑体" pitchFamily="2" charset="-122"/>
              </a:rPr>
              <a:t>1</a:t>
            </a:r>
            <a:endParaRPr kumimoji="1" lang="en-US" altLang="zh-CN" sz="1800" b="1">
              <a:solidFill>
                <a:srgbClr val="333399"/>
              </a:solidFill>
              <a:latin typeface="Arial" charset="0"/>
              <a:ea typeface="黑体" pitchFamily="2" charset="-122"/>
            </a:endParaRPr>
          </a:p>
        </p:txBody>
      </p:sp>
      <p:sp>
        <p:nvSpPr>
          <p:cNvPr id="87094" name="Text Box 110"/>
          <p:cNvSpPr txBox="1">
            <a:spLocks noChangeArrowheads="1"/>
          </p:cNvSpPr>
          <p:nvPr/>
        </p:nvSpPr>
        <p:spPr bwMode="auto">
          <a:xfrm>
            <a:off x="9556750" y="2035175"/>
            <a:ext cx="9653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800" b="1">
                <a:solidFill>
                  <a:srgbClr val="333399"/>
                </a:solidFill>
                <a:latin typeface="Arial" charset="0"/>
                <a:ea typeface="黑体" pitchFamily="2" charset="-122"/>
              </a:rPr>
              <a:t>主机 </a:t>
            </a:r>
            <a:r>
              <a:rPr kumimoji="1" lang="en-US" altLang="zh-CN" sz="1800" b="1">
                <a:solidFill>
                  <a:srgbClr val="333399"/>
                </a:solidFill>
                <a:latin typeface="Arial" charset="0"/>
                <a:ea typeface="黑体" pitchFamily="2" charset="-122"/>
              </a:rPr>
              <a:t>H</a:t>
            </a:r>
            <a:r>
              <a:rPr kumimoji="1" lang="en-US" altLang="zh-CN" sz="1800" b="1" baseline="-25000">
                <a:solidFill>
                  <a:srgbClr val="333399"/>
                </a:solidFill>
                <a:latin typeface="Arial" charset="0"/>
                <a:ea typeface="黑体" pitchFamily="2" charset="-122"/>
              </a:rPr>
              <a:t>2</a:t>
            </a:r>
            <a:endParaRPr kumimoji="1" lang="en-US" altLang="zh-CN" sz="1800" b="1">
              <a:solidFill>
                <a:srgbClr val="333399"/>
              </a:solidFill>
              <a:latin typeface="Arial" charset="0"/>
              <a:ea typeface="黑体" pitchFamily="2" charset="-122"/>
            </a:endParaRPr>
          </a:p>
        </p:txBody>
      </p:sp>
      <p:sp>
        <p:nvSpPr>
          <p:cNvPr id="87095" name="AutoShape 111"/>
          <p:cNvSpPr>
            <a:spLocks noChangeArrowheads="1"/>
          </p:cNvSpPr>
          <p:nvPr/>
        </p:nvSpPr>
        <p:spPr bwMode="auto">
          <a:xfrm>
            <a:off x="4191000" y="3259138"/>
            <a:ext cx="685800" cy="609600"/>
          </a:xfrm>
          <a:prstGeom prst="cube">
            <a:avLst>
              <a:gd name="adj" fmla="val 25000"/>
            </a:avLst>
          </a:prstGeom>
          <a:solidFill>
            <a:srgbClr val="66CCFF"/>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87096" name="Text Box 112"/>
          <p:cNvSpPr txBox="1">
            <a:spLocks noChangeArrowheads="1"/>
          </p:cNvSpPr>
          <p:nvPr/>
        </p:nvSpPr>
        <p:spPr bwMode="auto">
          <a:xfrm>
            <a:off x="4079776" y="2887663"/>
            <a:ext cx="11977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800" b="1" dirty="0">
                <a:solidFill>
                  <a:srgbClr val="333399"/>
                </a:solidFill>
                <a:latin typeface="Arial" charset="0"/>
                <a:ea typeface="黑体" pitchFamily="2" charset="-122"/>
              </a:rPr>
              <a:t>路由器 </a:t>
            </a:r>
            <a:r>
              <a:rPr kumimoji="1" lang="en-US" altLang="zh-CN" sz="1800" b="1" dirty="0">
                <a:solidFill>
                  <a:srgbClr val="333399"/>
                </a:solidFill>
                <a:latin typeface="Arial" charset="0"/>
                <a:ea typeface="黑体" pitchFamily="2" charset="-122"/>
              </a:rPr>
              <a:t>R</a:t>
            </a:r>
            <a:r>
              <a:rPr kumimoji="1" lang="en-US" altLang="zh-CN" sz="1800" b="1" baseline="-25000" dirty="0">
                <a:solidFill>
                  <a:srgbClr val="333399"/>
                </a:solidFill>
                <a:latin typeface="Arial" charset="0"/>
                <a:ea typeface="黑体" pitchFamily="2" charset="-122"/>
              </a:rPr>
              <a:t>1</a:t>
            </a:r>
            <a:endParaRPr kumimoji="1" lang="en-US" altLang="zh-CN" sz="1800" b="1" dirty="0">
              <a:solidFill>
                <a:srgbClr val="333399"/>
              </a:solidFill>
              <a:latin typeface="Arial" charset="0"/>
              <a:ea typeface="黑体" pitchFamily="2" charset="-122"/>
            </a:endParaRPr>
          </a:p>
        </p:txBody>
      </p:sp>
      <p:sp>
        <p:nvSpPr>
          <p:cNvPr id="87097" name="Text Box 113"/>
          <p:cNvSpPr txBox="1">
            <a:spLocks noChangeArrowheads="1"/>
          </p:cNvSpPr>
          <p:nvPr/>
        </p:nvSpPr>
        <p:spPr bwMode="auto">
          <a:xfrm>
            <a:off x="5690495" y="4149080"/>
            <a:ext cx="2544479" cy="400110"/>
          </a:xfrm>
          <a:prstGeom prst="rect">
            <a:avLst/>
          </a:prstGeom>
          <a:solidFill>
            <a:srgbClr val="CCECFF"/>
          </a:solidFill>
          <a:ln w="9525">
            <a:solidFill>
              <a:srgbClr val="333399"/>
            </a:solidFill>
            <a:miter lim="800000"/>
            <a:headEnd/>
            <a:tailEnd/>
          </a:ln>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dirty="0">
                <a:solidFill>
                  <a:srgbClr val="333399"/>
                </a:solidFill>
                <a:latin typeface="Arial" charset="0"/>
                <a:ea typeface="黑体" pitchFamily="2" charset="-122"/>
              </a:rPr>
              <a:t>IP </a:t>
            </a:r>
            <a:r>
              <a:rPr kumimoji="1" lang="zh-CN" altLang="en-US" sz="2000" b="1" dirty="0">
                <a:solidFill>
                  <a:srgbClr val="333399"/>
                </a:solidFill>
                <a:latin typeface="Arial" charset="0"/>
                <a:ea typeface="黑体" pitchFamily="2" charset="-122"/>
              </a:rPr>
              <a:t>层上</a:t>
            </a:r>
            <a:r>
              <a:rPr kumimoji="1" lang="zh-CN" altLang="en-US" sz="2000" b="1" dirty="0" smtClean="0">
                <a:solidFill>
                  <a:srgbClr val="333399"/>
                </a:solidFill>
                <a:latin typeface="Arial" charset="0"/>
                <a:ea typeface="黑体" pitchFamily="2" charset="-122"/>
              </a:rPr>
              <a:t>的虚拟互联网</a:t>
            </a:r>
            <a:endParaRPr kumimoji="1" lang="zh-CN" altLang="en-US" sz="2000" b="1" dirty="0">
              <a:solidFill>
                <a:srgbClr val="333399"/>
              </a:solidFill>
              <a:latin typeface="Arial" charset="0"/>
              <a:ea typeface="黑体" pitchFamily="2" charset="-122"/>
            </a:endParaRPr>
          </a:p>
        </p:txBody>
      </p:sp>
      <p:sp>
        <p:nvSpPr>
          <p:cNvPr id="87098" name="Text Box 114"/>
          <p:cNvSpPr txBox="1">
            <a:spLocks noChangeArrowheads="1"/>
          </p:cNvSpPr>
          <p:nvPr/>
        </p:nvSpPr>
        <p:spPr bwMode="auto">
          <a:xfrm>
            <a:off x="2591470" y="6014616"/>
            <a:ext cx="10070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a:solidFill>
                  <a:srgbClr val="333399"/>
                </a:solidFill>
                <a:latin typeface="Arial" charset="0"/>
                <a:ea typeface="黑体" pitchFamily="2" charset="-122"/>
              </a:rPr>
              <a:t>MAC </a:t>
            </a:r>
            <a:r>
              <a:rPr kumimoji="1" lang="zh-CN" altLang="en-US" sz="1800" b="1" dirty="0">
                <a:solidFill>
                  <a:srgbClr val="333399"/>
                </a:solidFill>
                <a:latin typeface="Arial" charset="0"/>
                <a:ea typeface="黑体" pitchFamily="2" charset="-122"/>
              </a:rPr>
              <a:t>帧</a:t>
            </a:r>
          </a:p>
        </p:txBody>
      </p:sp>
      <p:grpSp>
        <p:nvGrpSpPr>
          <p:cNvPr id="87099" name="Group 115"/>
          <p:cNvGrpSpPr>
            <a:grpSpLocks/>
          </p:cNvGrpSpPr>
          <p:nvPr/>
        </p:nvGrpSpPr>
        <p:grpSpPr bwMode="auto">
          <a:xfrm>
            <a:off x="9677400" y="2420938"/>
            <a:ext cx="685800" cy="1447800"/>
            <a:chOff x="672" y="528"/>
            <a:chExt cx="432" cy="912"/>
          </a:xfrm>
        </p:grpSpPr>
        <p:sp>
          <p:nvSpPr>
            <p:cNvPr id="87143" name="AutoShape 116"/>
            <p:cNvSpPr>
              <a:spLocks noChangeArrowheads="1"/>
            </p:cNvSpPr>
            <p:nvPr/>
          </p:nvSpPr>
          <p:spPr bwMode="auto">
            <a:xfrm>
              <a:off x="672" y="1008"/>
              <a:ext cx="432" cy="432"/>
            </a:xfrm>
            <a:prstGeom prst="cube">
              <a:avLst>
                <a:gd name="adj" fmla="val 25000"/>
              </a:avLst>
            </a:prstGeom>
            <a:solidFill>
              <a:srgbClr val="DDDDDD"/>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87144" name="AutoShape 117"/>
            <p:cNvSpPr>
              <a:spLocks noChangeArrowheads="1"/>
            </p:cNvSpPr>
            <p:nvPr/>
          </p:nvSpPr>
          <p:spPr bwMode="auto">
            <a:xfrm>
              <a:off x="672" y="720"/>
              <a:ext cx="432" cy="432"/>
            </a:xfrm>
            <a:prstGeom prst="cube">
              <a:avLst>
                <a:gd name="adj" fmla="val 25000"/>
              </a:avLst>
            </a:prstGeom>
            <a:solidFill>
              <a:srgbClr val="DDDDDD"/>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87145" name="AutoShape 118"/>
            <p:cNvSpPr>
              <a:spLocks noChangeArrowheads="1"/>
            </p:cNvSpPr>
            <p:nvPr/>
          </p:nvSpPr>
          <p:spPr bwMode="auto">
            <a:xfrm>
              <a:off x="672" y="528"/>
              <a:ext cx="432" cy="432"/>
            </a:xfrm>
            <a:prstGeom prst="cube">
              <a:avLst>
                <a:gd name="adj" fmla="val 25000"/>
              </a:avLst>
            </a:prstGeom>
            <a:solidFill>
              <a:srgbClr val="DDDDDD"/>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grpSp>
      <p:sp>
        <p:nvSpPr>
          <p:cNvPr id="87100" name="Text Box 119"/>
          <p:cNvSpPr txBox="1">
            <a:spLocks noChangeArrowheads="1"/>
          </p:cNvSpPr>
          <p:nvPr/>
        </p:nvSpPr>
        <p:spPr bwMode="auto">
          <a:xfrm>
            <a:off x="9726613" y="3435350"/>
            <a:ext cx="4841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a:solidFill>
                  <a:srgbClr val="333399"/>
                </a:solidFill>
                <a:latin typeface="Arial" charset="0"/>
                <a:ea typeface="黑体" pitchFamily="2" charset="-122"/>
              </a:rPr>
              <a:t>IP</a:t>
            </a:r>
            <a:r>
              <a:rPr kumimoji="1" lang="en-US" altLang="zh-CN" sz="1800" b="1" baseline="-25000">
                <a:solidFill>
                  <a:srgbClr val="333399"/>
                </a:solidFill>
                <a:latin typeface="Arial" charset="0"/>
                <a:ea typeface="黑体" pitchFamily="2" charset="-122"/>
              </a:rPr>
              <a:t>2</a:t>
            </a:r>
            <a:endParaRPr kumimoji="1" lang="en-US" altLang="zh-CN" sz="1800" b="1">
              <a:solidFill>
                <a:srgbClr val="333399"/>
              </a:solidFill>
              <a:latin typeface="Arial" charset="0"/>
              <a:ea typeface="黑体" pitchFamily="2" charset="-122"/>
            </a:endParaRPr>
          </a:p>
        </p:txBody>
      </p:sp>
      <p:sp>
        <p:nvSpPr>
          <p:cNvPr id="87101" name="Text Box 120"/>
          <p:cNvSpPr txBox="1">
            <a:spLocks noChangeArrowheads="1"/>
          </p:cNvSpPr>
          <p:nvPr/>
        </p:nvSpPr>
        <p:spPr bwMode="auto">
          <a:xfrm>
            <a:off x="4845050" y="3697288"/>
            <a:ext cx="4841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a:solidFill>
                  <a:srgbClr val="333399"/>
                </a:solidFill>
                <a:latin typeface="Arial" charset="0"/>
                <a:ea typeface="黑体" pitchFamily="2" charset="-122"/>
              </a:rPr>
              <a:t>IP</a:t>
            </a:r>
            <a:r>
              <a:rPr kumimoji="1" lang="en-US" altLang="zh-CN" sz="1800" b="1" baseline="-25000" dirty="0">
                <a:solidFill>
                  <a:srgbClr val="333399"/>
                </a:solidFill>
                <a:latin typeface="Arial" charset="0"/>
                <a:ea typeface="黑体" pitchFamily="2" charset="-122"/>
              </a:rPr>
              <a:t>4</a:t>
            </a:r>
            <a:endParaRPr kumimoji="1" lang="en-US" altLang="zh-CN" sz="1800" b="1" dirty="0">
              <a:solidFill>
                <a:srgbClr val="333399"/>
              </a:solidFill>
              <a:latin typeface="Arial" charset="0"/>
              <a:ea typeface="黑体" pitchFamily="2" charset="-122"/>
            </a:endParaRPr>
          </a:p>
        </p:txBody>
      </p:sp>
      <p:sp>
        <p:nvSpPr>
          <p:cNvPr id="87102" name="Text Box 121"/>
          <p:cNvSpPr txBox="1">
            <a:spLocks noChangeArrowheads="1"/>
          </p:cNvSpPr>
          <p:nvPr/>
        </p:nvSpPr>
        <p:spPr bwMode="auto">
          <a:xfrm>
            <a:off x="3810000" y="3697288"/>
            <a:ext cx="4841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a:solidFill>
                  <a:srgbClr val="333399"/>
                </a:solidFill>
                <a:latin typeface="Arial" charset="0"/>
                <a:ea typeface="黑体" pitchFamily="2" charset="-122"/>
              </a:rPr>
              <a:t>IP</a:t>
            </a:r>
            <a:r>
              <a:rPr kumimoji="1" lang="en-US" altLang="zh-CN" sz="1800" b="1" baseline="-25000" dirty="0">
                <a:solidFill>
                  <a:srgbClr val="333399"/>
                </a:solidFill>
                <a:latin typeface="Arial" charset="0"/>
                <a:ea typeface="黑体" pitchFamily="2" charset="-122"/>
              </a:rPr>
              <a:t>3</a:t>
            </a:r>
            <a:endParaRPr kumimoji="1" lang="en-US" altLang="zh-CN" sz="1800" b="1" dirty="0">
              <a:solidFill>
                <a:srgbClr val="333399"/>
              </a:solidFill>
              <a:latin typeface="Arial" charset="0"/>
              <a:ea typeface="黑体" pitchFamily="2" charset="-122"/>
            </a:endParaRPr>
          </a:p>
        </p:txBody>
      </p:sp>
      <p:sp>
        <p:nvSpPr>
          <p:cNvPr id="87103" name="Line 122"/>
          <p:cNvSpPr>
            <a:spLocks noChangeShapeType="1"/>
          </p:cNvSpPr>
          <p:nvPr/>
        </p:nvSpPr>
        <p:spPr bwMode="auto">
          <a:xfrm>
            <a:off x="4800600" y="3611563"/>
            <a:ext cx="2057400" cy="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7104" name="AutoShape 123"/>
          <p:cNvSpPr>
            <a:spLocks noChangeArrowheads="1"/>
          </p:cNvSpPr>
          <p:nvPr/>
        </p:nvSpPr>
        <p:spPr bwMode="auto">
          <a:xfrm>
            <a:off x="6856413" y="3230563"/>
            <a:ext cx="685800" cy="609600"/>
          </a:xfrm>
          <a:prstGeom prst="cube">
            <a:avLst>
              <a:gd name="adj" fmla="val 25000"/>
            </a:avLst>
          </a:prstGeom>
          <a:solidFill>
            <a:srgbClr val="66CCFF"/>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87105" name="Line 124"/>
          <p:cNvSpPr>
            <a:spLocks noChangeShapeType="1"/>
          </p:cNvSpPr>
          <p:nvPr/>
        </p:nvSpPr>
        <p:spPr bwMode="auto">
          <a:xfrm>
            <a:off x="7467600" y="3611563"/>
            <a:ext cx="2209800" cy="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7106" name="Text Box 125"/>
          <p:cNvSpPr txBox="1">
            <a:spLocks noChangeArrowheads="1"/>
          </p:cNvSpPr>
          <p:nvPr/>
        </p:nvSpPr>
        <p:spPr bwMode="auto">
          <a:xfrm>
            <a:off x="6477000" y="3697288"/>
            <a:ext cx="4841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a:solidFill>
                  <a:srgbClr val="333399"/>
                </a:solidFill>
                <a:latin typeface="Arial" charset="0"/>
                <a:ea typeface="黑体" pitchFamily="2" charset="-122"/>
              </a:rPr>
              <a:t>IP</a:t>
            </a:r>
            <a:r>
              <a:rPr kumimoji="1" lang="en-US" altLang="zh-CN" sz="1800" b="1" baseline="-25000">
                <a:solidFill>
                  <a:srgbClr val="333399"/>
                </a:solidFill>
                <a:latin typeface="Arial" charset="0"/>
                <a:ea typeface="黑体" pitchFamily="2" charset="-122"/>
              </a:rPr>
              <a:t>5</a:t>
            </a:r>
            <a:endParaRPr kumimoji="1" lang="en-US" altLang="zh-CN" sz="1800" b="1">
              <a:solidFill>
                <a:srgbClr val="333399"/>
              </a:solidFill>
              <a:latin typeface="Arial" charset="0"/>
              <a:ea typeface="黑体" pitchFamily="2" charset="-122"/>
            </a:endParaRPr>
          </a:p>
        </p:txBody>
      </p:sp>
      <p:sp>
        <p:nvSpPr>
          <p:cNvPr id="87107" name="Line 126"/>
          <p:cNvSpPr>
            <a:spLocks noChangeShapeType="1"/>
          </p:cNvSpPr>
          <p:nvPr/>
        </p:nvSpPr>
        <p:spPr bwMode="auto">
          <a:xfrm>
            <a:off x="4876800" y="5440363"/>
            <a:ext cx="1905000" cy="0"/>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7108" name="Freeform 127"/>
          <p:cNvSpPr>
            <a:spLocks/>
          </p:cNvSpPr>
          <p:nvPr/>
        </p:nvSpPr>
        <p:spPr bwMode="auto">
          <a:xfrm flipH="1">
            <a:off x="7445375" y="5156200"/>
            <a:ext cx="341313" cy="284163"/>
          </a:xfrm>
          <a:custGeom>
            <a:avLst/>
            <a:gdLst>
              <a:gd name="T0" fmla="*/ 0 w 249"/>
              <a:gd name="T1" fmla="*/ 2147483646 h 176"/>
              <a:gd name="T2" fmla="*/ 2147483646 w 249"/>
              <a:gd name="T3" fmla="*/ 0 h 176"/>
              <a:gd name="T4" fmla="*/ 2147483646 w 249"/>
              <a:gd name="T5" fmla="*/ 2147483646 h 176"/>
              <a:gd name="T6" fmla="*/ 0 60000 65536"/>
              <a:gd name="T7" fmla="*/ 0 60000 65536"/>
              <a:gd name="T8" fmla="*/ 0 60000 65536"/>
              <a:gd name="T9" fmla="*/ 0 w 249"/>
              <a:gd name="T10" fmla="*/ 0 h 176"/>
              <a:gd name="T11" fmla="*/ 249 w 249"/>
              <a:gd name="T12" fmla="*/ 176 h 176"/>
            </a:gdLst>
            <a:ahLst/>
            <a:cxnLst>
              <a:cxn ang="T6">
                <a:pos x="T0" y="T1"/>
              </a:cxn>
              <a:cxn ang="T7">
                <a:pos x="T2" y="T3"/>
              </a:cxn>
              <a:cxn ang="T8">
                <a:pos x="T4" y="T5"/>
              </a:cxn>
            </a:cxnLst>
            <a:rect l="T9" t="T10" r="T11" b="T12"/>
            <a:pathLst>
              <a:path w="249" h="176">
                <a:moveTo>
                  <a:pt x="0" y="176"/>
                </a:moveTo>
                <a:lnTo>
                  <a:pt x="1" y="0"/>
                </a:lnTo>
                <a:lnTo>
                  <a:pt x="249" y="9"/>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87109" name="Freeform 128"/>
          <p:cNvSpPr>
            <a:spLocks/>
          </p:cNvSpPr>
          <p:nvPr/>
        </p:nvSpPr>
        <p:spPr bwMode="auto">
          <a:xfrm flipH="1">
            <a:off x="4757738" y="5162550"/>
            <a:ext cx="423862" cy="279400"/>
          </a:xfrm>
          <a:custGeom>
            <a:avLst/>
            <a:gdLst>
              <a:gd name="T0" fmla="*/ 0 w 249"/>
              <a:gd name="T1" fmla="*/ 2147483646 h 176"/>
              <a:gd name="T2" fmla="*/ 2147483646 w 249"/>
              <a:gd name="T3" fmla="*/ 0 h 176"/>
              <a:gd name="T4" fmla="*/ 2147483646 w 249"/>
              <a:gd name="T5" fmla="*/ 2147483646 h 176"/>
              <a:gd name="T6" fmla="*/ 0 60000 65536"/>
              <a:gd name="T7" fmla="*/ 0 60000 65536"/>
              <a:gd name="T8" fmla="*/ 0 60000 65536"/>
              <a:gd name="T9" fmla="*/ 0 w 249"/>
              <a:gd name="T10" fmla="*/ 0 h 176"/>
              <a:gd name="T11" fmla="*/ 249 w 249"/>
              <a:gd name="T12" fmla="*/ 176 h 176"/>
            </a:gdLst>
            <a:ahLst/>
            <a:cxnLst>
              <a:cxn ang="T6">
                <a:pos x="T0" y="T1"/>
              </a:cxn>
              <a:cxn ang="T7">
                <a:pos x="T2" y="T3"/>
              </a:cxn>
              <a:cxn ang="T8">
                <a:pos x="T4" y="T5"/>
              </a:cxn>
            </a:cxnLst>
            <a:rect l="T9" t="T10" r="T11" b="T12"/>
            <a:pathLst>
              <a:path w="249" h="176">
                <a:moveTo>
                  <a:pt x="0" y="176"/>
                </a:moveTo>
                <a:lnTo>
                  <a:pt x="1" y="0"/>
                </a:lnTo>
                <a:lnTo>
                  <a:pt x="249" y="9"/>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87110" name="Text Box 129"/>
          <p:cNvSpPr txBox="1">
            <a:spLocks noChangeArrowheads="1"/>
          </p:cNvSpPr>
          <p:nvPr/>
        </p:nvSpPr>
        <p:spPr bwMode="auto">
          <a:xfrm>
            <a:off x="6742113" y="2862263"/>
            <a:ext cx="11977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800" b="1">
                <a:solidFill>
                  <a:srgbClr val="333399"/>
                </a:solidFill>
                <a:latin typeface="Arial" charset="0"/>
                <a:ea typeface="黑体" pitchFamily="2" charset="-122"/>
              </a:rPr>
              <a:t>路由器 </a:t>
            </a:r>
            <a:r>
              <a:rPr kumimoji="1" lang="en-US" altLang="zh-CN" sz="1800" b="1">
                <a:solidFill>
                  <a:srgbClr val="333399"/>
                </a:solidFill>
                <a:latin typeface="Arial" charset="0"/>
                <a:ea typeface="黑体" pitchFamily="2" charset="-122"/>
              </a:rPr>
              <a:t>R</a:t>
            </a:r>
            <a:r>
              <a:rPr kumimoji="1" lang="en-US" altLang="zh-CN" sz="1800" b="1" baseline="-25000">
                <a:solidFill>
                  <a:srgbClr val="333399"/>
                </a:solidFill>
                <a:latin typeface="Arial" charset="0"/>
                <a:ea typeface="黑体" pitchFamily="2" charset="-122"/>
              </a:rPr>
              <a:t>2</a:t>
            </a:r>
            <a:endParaRPr kumimoji="1" lang="en-US" altLang="zh-CN" sz="1800" b="1">
              <a:solidFill>
                <a:srgbClr val="333399"/>
              </a:solidFill>
              <a:latin typeface="Arial" charset="0"/>
              <a:ea typeface="黑体" pitchFamily="2" charset="-122"/>
            </a:endParaRPr>
          </a:p>
        </p:txBody>
      </p:sp>
      <p:sp>
        <p:nvSpPr>
          <p:cNvPr id="87117" name="Text Box 148"/>
          <p:cNvSpPr txBox="1">
            <a:spLocks noChangeArrowheads="1"/>
          </p:cNvSpPr>
          <p:nvPr/>
        </p:nvSpPr>
        <p:spPr bwMode="auto">
          <a:xfrm>
            <a:off x="8040216" y="6018213"/>
            <a:ext cx="10070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a:solidFill>
                  <a:srgbClr val="333399"/>
                </a:solidFill>
                <a:latin typeface="Arial" charset="0"/>
                <a:ea typeface="黑体" pitchFamily="2" charset="-122"/>
              </a:rPr>
              <a:t>MAC </a:t>
            </a:r>
            <a:r>
              <a:rPr kumimoji="1" lang="zh-CN" altLang="en-US" sz="1800" b="1" dirty="0">
                <a:solidFill>
                  <a:srgbClr val="333399"/>
                </a:solidFill>
                <a:latin typeface="Arial" charset="0"/>
                <a:ea typeface="黑体" pitchFamily="2" charset="-122"/>
              </a:rPr>
              <a:t>帧</a:t>
            </a:r>
          </a:p>
        </p:txBody>
      </p:sp>
      <p:sp>
        <p:nvSpPr>
          <p:cNvPr id="87118" name="Text Box 149"/>
          <p:cNvSpPr txBox="1">
            <a:spLocks noChangeArrowheads="1"/>
          </p:cNvSpPr>
          <p:nvPr/>
        </p:nvSpPr>
        <p:spPr bwMode="auto">
          <a:xfrm>
            <a:off x="5303912" y="6018213"/>
            <a:ext cx="10070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a:solidFill>
                  <a:srgbClr val="333399"/>
                </a:solidFill>
                <a:latin typeface="Arial" charset="0"/>
                <a:ea typeface="黑体" pitchFamily="2" charset="-122"/>
              </a:rPr>
              <a:t>MAC </a:t>
            </a:r>
            <a:r>
              <a:rPr kumimoji="1" lang="zh-CN" altLang="en-US" sz="1800" b="1" dirty="0">
                <a:solidFill>
                  <a:srgbClr val="333399"/>
                </a:solidFill>
                <a:latin typeface="Arial" charset="0"/>
                <a:ea typeface="黑体" pitchFamily="2" charset="-122"/>
              </a:rPr>
              <a:t>帧</a:t>
            </a:r>
          </a:p>
        </p:txBody>
      </p:sp>
      <p:sp>
        <p:nvSpPr>
          <p:cNvPr id="220318" name="Text Box 158"/>
          <p:cNvSpPr txBox="1">
            <a:spLocks noChangeArrowheads="1"/>
          </p:cNvSpPr>
          <p:nvPr/>
        </p:nvSpPr>
        <p:spPr bwMode="auto">
          <a:xfrm>
            <a:off x="2063552" y="1598885"/>
            <a:ext cx="8081058" cy="461665"/>
          </a:xfrm>
          <a:prstGeom prst="rect">
            <a:avLst/>
          </a:prstGeom>
          <a:solidFill>
            <a:srgbClr val="FFFF99"/>
          </a:solidFill>
          <a:ln w="9525">
            <a:solidFill>
              <a:srgbClr val="333399"/>
            </a:solidFill>
            <a:miter lim="800000"/>
            <a:headEnd/>
            <a:tailEnd/>
          </a:ln>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zh-CN" altLang="en-US" sz="2400" b="1" dirty="0">
                <a:solidFill>
                  <a:srgbClr val="333399"/>
                </a:solidFill>
                <a:latin typeface="Tahoma" pitchFamily="34" charset="0"/>
                <a:ea typeface="黑体" pitchFamily="2" charset="-122"/>
              </a:rPr>
              <a:t>在局域网的链路层，只能看见 </a:t>
            </a:r>
            <a:r>
              <a:rPr lang="en-US" altLang="zh-CN" sz="2400" b="1" dirty="0">
                <a:solidFill>
                  <a:srgbClr val="333399"/>
                </a:solidFill>
                <a:latin typeface="Tahoma" pitchFamily="34" charset="0"/>
                <a:ea typeface="黑体" pitchFamily="2" charset="-122"/>
              </a:rPr>
              <a:t>MAC </a:t>
            </a:r>
            <a:r>
              <a:rPr lang="zh-CN" altLang="en-US" sz="2400" b="1" dirty="0" smtClean="0">
                <a:solidFill>
                  <a:srgbClr val="333399"/>
                </a:solidFill>
                <a:latin typeface="Tahoma" pitchFamily="34" charset="0"/>
                <a:ea typeface="黑体" pitchFamily="2" charset="-122"/>
              </a:rPr>
              <a:t>帧而看不见 </a:t>
            </a:r>
            <a:r>
              <a:rPr lang="en-US" altLang="zh-CN" sz="2400" b="1" dirty="0" smtClean="0">
                <a:solidFill>
                  <a:srgbClr val="333399"/>
                </a:solidFill>
                <a:latin typeface="Tahoma" pitchFamily="34" charset="0"/>
                <a:ea typeface="黑体" pitchFamily="2" charset="-122"/>
              </a:rPr>
              <a:t>IP </a:t>
            </a:r>
            <a:r>
              <a:rPr lang="zh-CN" altLang="en-US" sz="2400" b="1" dirty="0" smtClean="0">
                <a:solidFill>
                  <a:srgbClr val="333399"/>
                </a:solidFill>
                <a:latin typeface="Tahoma" pitchFamily="34" charset="0"/>
                <a:ea typeface="黑体" pitchFamily="2" charset="-122"/>
              </a:rPr>
              <a:t>数据报</a:t>
            </a:r>
            <a:endParaRPr lang="zh-CN" altLang="en-US" sz="2400" b="1" dirty="0">
              <a:solidFill>
                <a:srgbClr val="333399"/>
              </a:solidFill>
              <a:latin typeface="Tahoma" pitchFamily="34" charset="0"/>
              <a:ea typeface="黑体" pitchFamily="2" charset="-122"/>
            </a:endParaRPr>
          </a:p>
        </p:txBody>
      </p:sp>
      <p:sp>
        <p:nvSpPr>
          <p:cNvPr id="220321" name="Line 161"/>
          <p:cNvSpPr>
            <a:spLocks noChangeShapeType="1"/>
          </p:cNvSpPr>
          <p:nvPr/>
        </p:nvSpPr>
        <p:spPr bwMode="auto">
          <a:xfrm>
            <a:off x="1992313" y="5445125"/>
            <a:ext cx="1871662" cy="0"/>
          </a:xfrm>
          <a:prstGeom prst="line">
            <a:avLst/>
          </a:prstGeom>
          <a:noFill/>
          <a:ln w="7620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20325" name="Line 165"/>
          <p:cNvSpPr>
            <a:spLocks noChangeShapeType="1"/>
          </p:cNvSpPr>
          <p:nvPr/>
        </p:nvSpPr>
        <p:spPr bwMode="auto">
          <a:xfrm>
            <a:off x="4945063" y="5445125"/>
            <a:ext cx="1871662" cy="0"/>
          </a:xfrm>
          <a:prstGeom prst="line">
            <a:avLst/>
          </a:prstGeom>
          <a:noFill/>
          <a:ln w="7620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20330" name="Line 170"/>
          <p:cNvSpPr>
            <a:spLocks noChangeShapeType="1"/>
          </p:cNvSpPr>
          <p:nvPr/>
        </p:nvSpPr>
        <p:spPr bwMode="auto">
          <a:xfrm>
            <a:off x="7896225" y="5445125"/>
            <a:ext cx="1871663" cy="0"/>
          </a:xfrm>
          <a:prstGeom prst="line">
            <a:avLst/>
          </a:prstGeom>
          <a:noFill/>
          <a:ln w="7620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 name="标题 1"/>
          <p:cNvSpPr>
            <a:spLocks noGrp="1"/>
          </p:cNvSpPr>
          <p:nvPr>
            <p:ph type="title"/>
          </p:nvPr>
        </p:nvSpPr>
        <p:spPr/>
        <p:txBody>
          <a:bodyPr/>
          <a:lstStyle/>
          <a:p>
            <a:r>
              <a:rPr lang="en-US" altLang="zh-CN" dirty="0"/>
              <a:t>IP </a:t>
            </a:r>
            <a:r>
              <a:rPr lang="zh-CN" altLang="en-US" dirty="0"/>
              <a:t>数据报转发过程 </a:t>
            </a:r>
          </a:p>
        </p:txBody>
      </p:sp>
      <p:grpSp>
        <p:nvGrpSpPr>
          <p:cNvPr id="11" name="组合 10"/>
          <p:cNvGrpSpPr/>
          <p:nvPr/>
        </p:nvGrpSpPr>
        <p:grpSpPr>
          <a:xfrm>
            <a:off x="2273301" y="5592763"/>
            <a:ext cx="1841501" cy="381000"/>
            <a:chOff x="2273301" y="5592763"/>
            <a:chExt cx="1841501" cy="381000"/>
          </a:xfrm>
        </p:grpSpPr>
        <p:sp>
          <p:nvSpPr>
            <p:cNvPr id="87136" name="AutoShape 141"/>
            <p:cNvSpPr>
              <a:spLocks noChangeArrowheads="1"/>
            </p:cNvSpPr>
            <p:nvPr/>
          </p:nvSpPr>
          <p:spPr bwMode="auto">
            <a:xfrm>
              <a:off x="3810002" y="5668963"/>
              <a:ext cx="304800" cy="228600"/>
            </a:xfrm>
            <a:prstGeom prst="rightArrow">
              <a:avLst>
                <a:gd name="adj1" fmla="val 50000"/>
                <a:gd name="adj2" fmla="val 54167"/>
              </a:avLst>
            </a:prstGeom>
            <a:solidFill>
              <a:srgbClr val="CCECFF"/>
            </a:solidFill>
            <a:ln w="127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6" name="矩形 5"/>
            <p:cNvSpPr/>
            <p:nvPr/>
          </p:nvSpPr>
          <p:spPr>
            <a:xfrm>
              <a:off x="2273301" y="5609213"/>
              <a:ext cx="1539710" cy="348178"/>
            </a:xfrm>
            <a:prstGeom prst="rect">
              <a:avLst/>
            </a:prstGeom>
            <a:solidFill>
              <a:srgbClr val="CCEC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87135" name="Rectangle 140"/>
            <p:cNvSpPr>
              <a:spLocks noChangeArrowheads="1"/>
            </p:cNvSpPr>
            <p:nvPr/>
          </p:nvSpPr>
          <p:spPr bwMode="auto">
            <a:xfrm>
              <a:off x="2917015" y="5592763"/>
              <a:ext cx="985838" cy="381000"/>
            </a:xfrm>
            <a:prstGeom prst="rect">
              <a:avLst/>
            </a:prstGeom>
            <a:noFill/>
            <a:ln w="12700">
              <a:noFill/>
              <a:miter lim="800000"/>
              <a:headEnd/>
              <a:tailEnd/>
            </a:ln>
          </p:spPr>
          <p:txBody>
            <a:bodyPr wrap="none" anchor="ctr"/>
            <a:lstStyle/>
            <a:p>
              <a:pPr algn="r" eaLnBrk="1" hangingPunct="1"/>
              <a:r>
                <a:rPr kumimoji="1" lang="en-US" altLang="zh-CN" sz="1400" b="1" dirty="0" smtClean="0">
                  <a:solidFill>
                    <a:srgbClr val="333399"/>
                  </a:solidFill>
                  <a:ea typeface="黑体" pitchFamily="2" charset="-122"/>
                </a:rPr>
                <a:t>MAC</a:t>
              </a:r>
              <a:r>
                <a:rPr kumimoji="1" lang="en-US" altLang="zh-CN" sz="1400" b="1" baseline="-25000" dirty="0" smtClean="0">
                  <a:solidFill>
                    <a:srgbClr val="333399"/>
                  </a:solidFill>
                  <a:ea typeface="黑体" pitchFamily="2" charset="-122"/>
                </a:rPr>
                <a:t>1</a:t>
              </a:r>
              <a:r>
                <a:rPr kumimoji="1" lang="en-US" altLang="zh-CN" sz="1400" b="1" dirty="0" smtClean="0">
                  <a:solidFill>
                    <a:srgbClr val="333399"/>
                  </a:solidFill>
                  <a:ea typeface="黑体" pitchFamily="2" charset="-122"/>
                </a:rPr>
                <a:t> MAC</a:t>
              </a:r>
              <a:r>
                <a:rPr kumimoji="1" lang="en-US" altLang="zh-CN" sz="1400" b="1" baseline="-25000" dirty="0" smtClean="0">
                  <a:solidFill>
                    <a:srgbClr val="333399"/>
                  </a:solidFill>
                  <a:ea typeface="黑体" pitchFamily="2" charset="-122"/>
                </a:rPr>
                <a:t>3</a:t>
              </a:r>
              <a:endParaRPr kumimoji="1" lang="en-US" altLang="zh-CN" sz="1400" b="1" baseline="-25000" dirty="0">
                <a:solidFill>
                  <a:srgbClr val="333399"/>
                </a:solidFill>
                <a:ea typeface="黑体" pitchFamily="2" charset="-122"/>
              </a:endParaRPr>
            </a:p>
          </p:txBody>
        </p:sp>
        <p:cxnSp>
          <p:nvCxnSpPr>
            <p:cNvPr id="8" name="直接连接符 7"/>
            <p:cNvCxnSpPr/>
            <p:nvPr/>
          </p:nvCxnSpPr>
          <p:spPr>
            <a:xfrm>
              <a:off x="3314700" y="560921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直接连接符 126"/>
            <p:cNvCxnSpPr/>
            <p:nvPr/>
          </p:nvCxnSpPr>
          <p:spPr>
            <a:xfrm>
              <a:off x="2815531" y="561629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9" name="组合 128"/>
          <p:cNvGrpSpPr/>
          <p:nvPr/>
        </p:nvGrpSpPr>
        <p:grpSpPr>
          <a:xfrm>
            <a:off x="4974579" y="5599873"/>
            <a:ext cx="1841501" cy="381000"/>
            <a:chOff x="2273301" y="5592763"/>
            <a:chExt cx="1841501" cy="381000"/>
          </a:xfrm>
        </p:grpSpPr>
        <p:sp>
          <p:nvSpPr>
            <p:cNvPr id="130" name="AutoShape 141"/>
            <p:cNvSpPr>
              <a:spLocks noChangeArrowheads="1"/>
            </p:cNvSpPr>
            <p:nvPr/>
          </p:nvSpPr>
          <p:spPr bwMode="auto">
            <a:xfrm>
              <a:off x="3810002" y="5668963"/>
              <a:ext cx="304800" cy="228600"/>
            </a:xfrm>
            <a:prstGeom prst="rightArrow">
              <a:avLst>
                <a:gd name="adj1" fmla="val 50000"/>
                <a:gd name="adj2" fmla="val 54167"/>
              </a:avLst>
            </a:prstGeom>
            <a:solidFill>
              <a:srgbClr val="CCECFF"/>
            </a:solidFill>
            <a:ln w="127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31" name="矩形 130"/>
            <p:cNvSpPr/>
            <p:nvPr/>
          </p:nvSpPr>
          <p:spPr>
            <a:xfrm>
              <a:off x="2273301" y="5609213"/>
              <a:ext cx="1539710" cy="348178"/>
            </a:xfrm>
            <a:prstGeom prst="rect">
              <a:avLst/>
            </a:prstGeom>
            <a:solidFill>
              <a:srgbClr val="CCEC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32" name="Rectangle 140"/>
            <p:cNvSpPr>
              <a:spLocks noChangeArrowheads="1"/>
            </p:cNvSpPr>
            <p:nvPr/>
          </p:nvSpPr>
          <p:spPr bwMode="auto">
            <a:xfrm>
              <a:off x="2917015" y="5592763"/>
              <a:ext cx="985838" cy="381000"/>
            </a:xfrm>
            <a:prstGeom prst="rect">
              <a:avLst/>
            </a:prstGeom>
            <a:noFill/>
            <a:ln w="12700">
              <a:noFill/>
              <a:miter lim="800000"/>
              <a:headEnd/>
              <a:tailEnd/>
            </a:ln>
          </p:spPr>
          <p:txBody>
            <a:bodyPr wrap="none" anchor="ctr"/>
            <a:lstStyle/>
            <a:p>
              <a:pPr algn="r" eaLnBrk="1" hangingPunct="1"/>
              <a:r>
                <a:rPr kumimoji="1" lang="en-US" altLang="zh-CN" sz="1400" b="1" dirty="0" smtClean="0">
                  <a:solidFill>
                    <a:srgbClr val="333399"/>
                  </a:solidFill>
                  <a:ea typeface="黑体" pitchFamily="2" charset="-122"/>
                </a:rPr>
                <a:t>MAC</a:t>
              </a:r>
              <a:r>
                <a:rPr kumimoji="1" lang="en-US" altLang="zh-CN" sz="1400" b="1" baseline="-25000" dirty="0" smtClean="0">
                  <a:solidFill>
                    <a:srgbClr val="333399"/>
                  </a:solidFill>
                  <a:ea typeface="黑体" pitchFamily="2" charset="-122"/>
                </a:rPr>
                <a:t>4</a:t>
              </a:r>
              <a:r>
                <a:rPr kumimoji="1" lang="en-US" altLang="zh-CN" sz="1400" b="1" dirty="0" smtClean="0">
                  <a:solidFill>
                    <a:srgbClr val="333399"/>
                  </a:solidFill>
                  <a:ea typeface="黑体" pitchFamily="2" charset="-122"/>
                </a:rPr>
                <a:t> MAC</a:t>
              </a:r>
              <a:r>
                <a:rPr kumimoji="1" lang="en-US" altLang="zh-CN" sz="1400" b="1" baseline="-25000" dirty="0" smtClean="0">
                  <a:solidFill>
                    <a:srgbClr val="333399"/>
                  </a:solidFill>
                  <a:ea typeface="黑体" pitchFamily="2" charset="-122"/>
                </a:rPr>
                <a:t>5</a:t>
              </a:r>
              <a:endParaRPr kumimoji="1" lang="en-US" altLang="zh-CN" sz="1400" b="1" baseline="-25000" dirty="0">
                <a:solidFill>
                  <a:srgbClr val="333399"/>
                </a:solidFill>
                <a:ea typeface="黑体" pitchFamily="2" charset="-122"/>
              </a:endParaRPr>
            </a:p>
          </p:txBody>
        </p:sp>
        <p:cxnSp>
          <p:nvCxnSpPr>
            <p:cNvPr id="133" name="直接连接符 132"/>
            <p:cNvCxnSpPr/>
            <p:nvPr/>
          </p:nvCxnSpPr>
          <p:spPr>
            <a:xfrm>
              <a:off x="3314700" y="560921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a:off x="2815531" y="561629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5" name="组合 134"/>
          <p:cNvGrpSpPr/>
          <p:nvPr/>
        </p:nvGrpSpPr>
        <p:grpSpPr>
          <a:xfrm>
            <a:off x="7710883" y="5599873"/>
            <a:ext cx="1841501" cy="381000"/>
            <a:chOff x="2273301" y="5592763"/>
            <a:chExt cx="1841501" cy="381000"/>
          </a:xfrm>
        </p:grpSpPr>
        <p:sp>
          <p:nvSpPr>
            <p:cNvPr id="136" name="AutoShape 141"/>
            <p:cNvSpPr>
              <a:spLocks noChangeArrowheads="1"/>
            </p:cNvSpPr>
            <p:nvPr/>
          </p:nvSpPr>
          <p:spPr bwMode="auto">
            <a:xfrm>
              <a:off x="3810002" y="5668963"/>
              <a:ext cx="304800" cy="228600"/>
            </a:xfrm>
            <a:prstGeom prst="rightArrow">
              <a:avLst>
                <a:gd name="adj1" fmla="val 50000"/>
                <a:gd name="adj2" fmla="val 54167"/>
              </a:avLst>
            </a:prstGeom>
            <a:solidFill>
              <a:srgbClr val="CCECFF"/>
            </a:solidFill>
            <a:ln w="127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37" name="矩形 136"/>
            <p:cNvSpPr/>
            <p:nvPr/>
          </p:nvSpPr>
          <p:spPr>
            <a:xfrm>
              <a:off x="2273301" y="5609213"/>
              <a:ext cx="1539710" cy="348178"/>
            </a:xfrm>
            <a:prstGeom prst="rect">
              <a:avLst/>
            </a:prstGeom>
            <a:solidFill>
              <a:srgbClr val="CCEC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38" name="Rectangle 140"/>
            <p:cNvSpPr>
              <a:spLocks noChangeArrowheads="1"/>
            </p:cNvSpPr>
            <p:nvPr/>
          </p:nvSpPr>
          <p:spPr bwMode="auto">
            <a:xfrm>
              <a:off x="2917015" y="5592763"/>
              <a:ext cx="985838" cy="381000"/>
            </a:xfrm>
            <a:prstGeom prst="rect">
              <a:avLst/>
            </a:prstGeom>
            <a:noFill/>
            <a:ln w="12700">
              <a:noFill/>
              <a:miter lim="800000"/>
              <a:headEnd/>
              <a:tailEnd/>
            </a:ln>
          </p:spPr>
          <p:txBody>
            <a:bodyPr wrap="none" anchor="ctr"/>
            <a:lstStyle/>
            <a:p>
              <a:pPr algn="r" eaLnBrk="1" hangingPunct="1"/>
              <a:r>
                <a:rPr kumimoji="1" lang="en-US" altLang="zh-CN" sz="1400" b="1" dirty="0" smtClean="0">
                  <a:solidFill>
                    <a:srgbClr val="333399"/>
                  </a:solidFill>
                  <a:ea typeface="黑体" pitchFamily="2" charset="-122"/>
                </a:rPr>
                <a:t>MAC</a:t>
              </a:r>
              <a:r>
                <a:rPr kumimoji="1" lang="en-US" altLang="zh-CN" sz="1400" b="1" baseline="-25000" dirty="0" smtClean="0">
                  <a:solidFill>
                    <a:srgbClr val="333399"/>
                  </a:solidFill>
                  <a:ea typeface="黑体" pitchFamily="2" charset="-122"/>
                </a:rPr>
                <a:t>6</a:t>
              </a:r>
              <a:r>
                <a:rPr kumimoji="1" lang="en-US" altLang="zh-CN" sz="1400" b="1" dirty="0" smtClean="0">
                  <a:solidFill>
                    <a:srgbClr val="333399"/>
                  </a:solidFill>
                  <a:ea typeface="黑体" pitchFamily="2" charset="-122"/>
                </a:rPr>
                <a:t> MAC</a:t>
              </a:r>
              <a:r>
                <a:rPr kumimoji="1" lang="en-US" altLang="zh-CN" sz="1400" b="1" baseline="-25000" dirty="0" smtClean="0">
                  <a:solidFill>
                    <a:srgbClr val="333399"/>
                  </a:solidFill>
                  <a:ea typeface="黑体" pitchFamily="2" charset="-122"/>
                </a:rPr>
                <a:t>2</a:t>
              </a:r>
              <a:endParaRPr kumimoji="1" lang="en-US" altLang="zh-CN" sz="1400" b="1" baseline="-25000" dirty="0">
                <a:solidFill>
                  <a:srgbClr val="333399"/>
                </a:solidFill>
                <a:ea typeface="黑体" pitchFamily="2" charset="-122"/>
              </a:endParaRPr>
            </a:p>
          </p:txBody>
        </p:sp>
        <p:cxnSp>
          <p:nvCxnSpPr>
            <p:cNvPr id="139" name="直接连接符 138"/>
            <p:cNvCxnSpPr/>
            <p:nvPr/>
          </p:nvCxnSpPr>
          <p:spPr>
            <a:xfrm>
              <a:off x="3314700" y="560921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直接连接符 139"/>
            <p:cNvCxnSpPr/>
            <p:nvPr/>
          </p:nvCxnSpPr>
          <p:spPr>
            <a:xfrm>
              <a:off x="2815531" y="561629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1" name="组合 140"/>
          <p:cNvGrpSpPr/>
          <p:nvPr/>
        </p:nvGrpSpPr>
        <p:grpSpPr>
          <a:xfrm>
            <a:off x="2567608" y="3192016"/>
            <a:ext cx="1564085" cy="381000"/>
            <a:chOff x="2550717" y="5592763"/>
            <a:chExt cx="1564085" cy="381000"/>
          </a:xfrm>
        </p:grpSpPr>
        <p:sp>
          <p:nvSpPr>
            <p:cNvPr id="142" name="AutoShape 141"/>
            <p:cNvSpPr>
              <a:spLocks noChangeArrowheads="1"/>
            </p:cNvSpPr>
            <p:nvPr/>
          </p:nvSpPr>
          <p:spPr bwMode="auto">
            <a:xfrm>
              <a:off x="3810002" y="5668963"/>
              <a:ext cx="304800" cy="228600"/>
            </a:xfrm>
            <a:prstGeom prst="rightArrow">
              <a:avLst>
                <a:gd name="adj1" fmla="val 50000"/>
                <a:gd name="adj2" fmla="val 54167"/>
              </a:avLst>
            </a:prstGeom>
            <a:solidFill>
              <a:srgbClr val="FFCCFF"/>
            </a:solidFill>
            <a:ln w="127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43" name="矩形 142"/>
            <p:cNvSpPr/>
            <p:nvPr/>
          </p:nvSpPr>
          <p:spPr>
            <a:xfrm>
              <a:off x="2550717" y="5609213"/>
              <a:ext cx="1262294" cy="348178"/>
            </a:xfrm>
            <a:prstGeom prst="rect">
              <a:avLst/>
            </a:prstGeom>
            <a:solidFill>
              <a:srgbClr val="FFCC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144" name="Rectangle 140"/>
            <p:cNvSpPr>
              <a:spLocks noChangeArrowheads="1"/>
            </p:cNvSpPr>
            <p:nvPr/>
          </p:nvSpPr>
          <p:spPr bwMode="auto">
            <a:xfrm>
              <a:off x="2917015" y="5592763"/>
              <a:ext cx="985838" cy="381000"/>
            </a:xfrm>
            <a:prstGeom prst="rect">
              <a:avLst/>
            </a:prstGeom>
            <a:noFill/>
            <a:ln w="12700">
              <a:noFill/>
              <a:miter lim="800000"/>
              <a:headEnd/>
              <a:tailEnd/>
            </a:ln>
          </p:spPr>
          <p:txBody>
            <a:bodyPr wrap="none" anchor="ctr"/>
            <a:lstStyle/>
            <a:p>
              <a:pPr algn="r" eaLnBrk="1" hangingPunct="1"/>
              <a:r>
                <a:rPr kumimoji="1" lang="en-US" altLang="zh-CN" b="1" dirty="0" smtClean="0">
                  <a:solidFill>
                    <a:srgbClr val="333399"/>
                  </a:solidFill>
                  <a:ea typeface="黑体" pitchFamily="2" charset="-122"/>
                </a:rPr>
                <a:t>IP</a:t>
              </a:r>
              <a:r>
                <a:rPr kumimoji="1" lang="en-US" altLang="zh-CN" b="1" baseline="-25000" dirty="0" smtClean="0">
                  <a:solidFill>
                    <a:srgbClr val="333399"/>
                  </a:solidFill>
                  <a:ea typeface="黑体" pitchFamily="2" charset="-122"/>
                </a:rPr>
                <a:t>2</a:t>
              </a:r>
              <a:r>
                <a:rPr kumimoji="1" lang="en-US" altLang="zh-CN" b="1" dirty="0" smtClean="0">
                  <a:solidFill>
                    <a:srgbClr val="333399"/>
                  </a:solidFill>
                  <a:ea typeface="黑体" pitchFamily="2" charset="-122"/>
                </a:rPr>
                <a:t> IP</a:t>
              </a:r>
              <a:r>
                <a:rPr kumimoji="1" lang="en-US" altLang="zh-CN" b="1" baseline="-25000" dirty="0" smtClean="0">
                  <a:solidFill>
                    <a:srgbClr val="333399"/>
                  </a:solidFill>
                  <a:ea typeface="黑体" pitchFamily="2" charset="-122"/>
                </a:rPr>
                <a:t>1</a:t>
              </a:r>
              <a:endParaRPr kumimoji="1" lang="en-US" altLang="zh-CN" b="1" baseline="-25000" dirty="0">
                <a:solidFill>
                  <a:srgbClr val="333399"/>
                </a:solidFill>
                <a:ea typeface="黑体" pitchFamily="2" charset="-122"/>
              </a:endParaRPr>
            </a:p>
          </p:txBody>
        </p:sp>
        <p:cxnSp>
          <p:nvCxnSpPr>
            <p:cNvPr id="145" name="直接连接符 144"/>
            <p:cNvCxnSpPr/>
            <p:nvPr/>
          </p:nvCxnSpPr>
          <p:spPr>
            <a:xfrm>
              <a:off x="3465712" y="560921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a:off x="3116305" y="561629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组合 11"/>
          <p:cNvGrpSpPr/>
          <p:nvPr/>
        </p:nvGrpSpPr>
        <p:grpSpPr>
          <a:xfrm>
            <a:off x="3581400" y="2292350"/>
            <a:ext cx="1219200" cy="390525"/>
            <a:chOff x="3581400" y="2292350"/>
            <a:chExt cx="1219200" cy="390525"/>
          </a:xfrm>
        </p:grpSpPr>
        <p:sp>
          <p:nvSpPr>
            <p:cNvPr id="87119" name="AutoShape 150"/>
            <p:cNvSpPr>
              <a:spLocks noChangeArrowheads="1"/>
            </p:cNvSpPr>
            <p:nvPr/>
          </p:nvSpPr>
          <p:spPr bwMode="auto">
            <a:xfrm flipV="1">
              <a:off x="3581400" y="2292350"/>
              <a:ext cx="1219200" cy="377825"/>
            </a:xfrm>
            <a:prstGeom prst="wedgeRoundRectCallout">
              <a:avLst>
                <a:gd name="adj1" fmla="val -76654"/>
                <a:gd name="adj2" fmla="val -184082"/>
                <a:gd name="adj3" fmla="val 16667"/>
              </a:avLst>
            </a:prstGeom>
            <a:solidFill>
              <a:schemeClr val="bg1"/>
            </a:solidFill>
            <a:ln w="9525">
              <a:solidFill>
                <a:schemeClr val="tx1"/>
              </a:solidFill>
              <a:miter lim="800000"/>
              <a:headEnd/>
              <a:tailEnd/>
            </a:ln>
          </p:spPr>
          <p:txBody>
            <a:bodyPr rot="10800000" wrap="none" anchor="ctr"/>
            <a:lstStyle/>
            <a:p>
              <a:pPr algn="ctr" eaLnBrk="1" hangingPunct="1"/>
              <a:endParaRPr kumimoji="1" lang="zh-CN" altLang="zh-CN" b="1">
                <a:solidFill>
                  <a:srgbClr val="333399"/>
                </a:solidFill>
                <a:ea typeface="黑体" pitchFamily="2" charset="-122"/>
              </a:endParaRPr>
            </a:p>
          </p:txBody>
        </p:sp>
        <p:sp>
          <p:nvSpPr>
            <p:cNvPr id="87120" name="Text Box 151"/>
            <p:cNvSpPr txBox="1">
              <a:spLocks noChangeArrowheads="1"/>
            </p:cNvSpPr>
            <p:nvPr/>
          </p:nvSpPr>
          <p:spPr bwMode="auto">
            <a:xfrm>
              <a:off x="3619500" y="2316163"/>
              <a:ext cx="1149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a:solidFill>
                    <a:srgbClr val="333399"/>
                  </a:solidFill>
                  <a:latin typeface="Arial" charset="0"/>
                  <a:ea typeface="黑体" pitchFamily="2" charset="-122"/>
                </a:rPr>
                <a:t>IP </a:t>
              </a:r>
              <a:r>
                <a:rPr kumimoji="1" lang="zh-CN" altLang="en-US" sz="1800" b="1" dirty="0">
                  <a:solidFill>
                    <a:srgbClr val="333399"/>
                  </a:solidFill>
                  <a:latin typeface="Arial" charset="0"/>
                  <a:ea typeface="黑体" pitchFamily="2" charset="-122"/>
                </a:rPr>
                <a:t>数据报</a:t>
              </a:r>
            </a:p>
          </p:txBody>
        </p:sp>
      </p:grpSp>
      <p:grpSp>
        <p:nvGrpSpPr>
          <p:cNvPr id="148" name="组合 147"/>
          <p:cNvGrpSpPr/>
          <p:nvPr/>
        </p:nvGrpSpPr>
        <p:grpSpPr>
          <a:xfrm>
            <a:off x="5087888" y="3194133"/>
            <a:ext cx="1564085" cy="381000"/>
            <a:chOff x="2550717" y="5592763"/>
            <a:chExt cx="1564085" cy="381000"/>
          </a:xfrm>
        </p:grpSpPr>
        <p:sp>
          <p:nvSpPr>
            <p:cNvPr id="149" name="AutoShape 141"/>
            <p:cNvSpPr>
              <a:spLocks noChangeArrowheads="1"/>
            </p:cNvSpPr>
            <p:nvPr/>
          </p:nvSpPr>
          <p:spPr bwMode="auto">
            <a:xfrm>
              <a:off x="3810002" y="5668963"/>
              <a:ext cx="304800" cy="228600"/>
            </a:xfrm>
            <a:prstGeom prst="rightArrow">
              <a:avLst>
                <a:gd name="adj1" fmla="val 50000"/>
                <a:gd name="adj2" fmla="val 54167"/>
              </a:avLst>
            </a:prstGeom>
            <a:solidFill>
              <a:srgbClr val="FFCCFF"/>
            </a:solidFill>
            <a:ln w="127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50" name="矩形 149"/>
            <p:cNvSpPr/>
            <p:nvPr/>
          </p:nvSpPr>
          <p:spPr>
            <a:xfrm>
              <a:off x="2550717" y="5609213"/>
              <a:ext cx="1262294" cy="348178"/>
            </a:xfrm>
            <a:prstGeom prst="rect">
              <a:avLst/>
            </a:prstGeom>
            <a:solidFill>
              <a:srgbClr val="FFCC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151" name="Rectangle 140"/>
            <p:cNvSpPr>
              <a:spLocks noChangeArrowheads="1"/>
            </p:cNvSpPr>
            <p:nvPr/>
          </p:nvSpPr>
          <p:spPr bwMode="auto">
            <a:xfrm>
              <a:off x="2917015" y="5592763"/>
              <a:ext cx="985838" cy="381000"/>
            </a:xfrm>
            <a:prstGeom prst="rect">
              <a:avLst/>
            </a:prstGeom>
            <a:noFill/>
            <a:ln w="12700">
              <a:noFill/>
              <a:miter lim="800000"/>
              <a:headEnd/>
              <a:tailEnd/>
            </a:ln>
          </p:spPr>
          <p:txBody>
            <a:bodyPr wrap="none" anchor="ctr"/>
            <a:lstStyle/>
            <a:p>
              <a:pPr algn="r" eaLnBrk="1" hangingPunct="1"/>
              <a:r>
                <a:rPr kumimoji="1" lang="en-US" altLang="zh-CN" b="1" dirty="0" smtClean="0">
                  <a:solidFill>
                    <a:srgbClr val="333399"/>
                  </a:solidFill>
                  <a:ea typeface="黑体" pitchFamily="2" charset="-122"/>
                </a:rPr>
                <a:t>IP</a:t>
              </a:r>
              <a:r>
                <a:rPr kumimoji="1" lang="en-US" altLang="zh-CN" b="1" baseline="-25000" dirty="0" smtClean="0">
                  <a:solidFill>
                    <a:srgbClr val="333399"/>
                  </a:solidFill>
                  <a:ea typeface="黑体" pitchFamily="2" charset="-122"/>
                </a:rPr>
                <a:t>2</a:t>
              </a:r>
              <a:r>
                <a:rPr kumimoji="1" lang="en-US" altLang="zh-CN" b="1" dirty="0" smtClean="0">
                  <a:solidFill>
                    <a:srgbClr val="333399"/>
                  </a:solidFill>
                  <a:ea typeface="黑体" pitchFamily="2" charset="-122"/>
                </a:rPr>
                <a:t> IP</a:t>
              </a:r>
              <a:r>
                <a:rPr kumimoji="1" lang="en-US" altLang="zh-CN" b="1" baseline="-25000" dirty="0" smtClean="0">
                  <a:solidFill>
                    <a:srgbClr val="333399"/>
                  </a:solidFill>
                  <a:ea typeface="黑体" pitchFamily="2" charset="-122"/>
                </a:rPr>
                <a:t>1</a:t>
              </a:r>
              <a:endParaRPr kumimoji="1" lang="en-US" altLang="zh-CN" b="1" baseline="-25000" dirty="0">
                <a:solidFill>
                  <a:srgbClr val="333399"/>
                </a:solidFill>
                <a:ea typeface="黑体" pitchFamily="2" charset="-122"/>
              </a:endParaRPr>
            </a:p>
          </p:txBody>
        </p:sp>
        <p:cxnSp>
          <p:nvCxnSpPr>
            <p:cNvPr id="152" name="直接连接符 151"/>
            <p:cNvCxnSpPr/>
            <p:nvPr/>
          </p:nvCxnSpPr>
          <p:spPr>
            <a:xfrm>
              <a:off x="3465712" y="560921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直接连接符 152"/>
            <p:cNvCxnSpPr/>
            <p:nvPr/>
          </p:nvCxnSpPr>
          <p:spPr>
            <a:xfrm>
              <a:off x="3116305" y="561629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4" name="组合 153"/>
          <p:cNvGrpSpPr/>
          <p:nvPr/>
        </p:nvGrpSpPr>
        <p:grpSpPr>
          <a:xfrm>
            <a:off x="7844283" y="3195554"/>
            <a:ext cx="1564085" cy="381000"/>
            <a:chOff x="2550717" y="5592763"/>
            <a:chExt cx="1564085" cy="381000"/>
          </a:xfrm>
        </p:grpSpPr>
        <p:sp>
          <p:nvSpPr>
            <p:cNvPr id="155" name="AutoShape 141"/>
            <p:cNvSpPr>
              <a:spLocks noChangeArrowheads="1"/>
            </p:cNvSpPr>
            <p:nvPr/>
          </p:nvSpPr>
          <p:spPr bwMode="auto">
            <a:xfrm>
              <a:off x="3810002" y="5668963"/>
              <a:ext cx="304800" cy="228600"/>
            </a:xfrm>
            <a:prstGeom prst="rightArrow">
              <a:avLst>
                <a:gd name="adj1" fmla="val 50000"/>
                <a:gd name="adj2" fmla="val 54167"/>
              </a:avLst>
            </a:prstGeom>
            <a:solidFill>
              <a:srgbClr val="FFCCFF"/>
            </a:solidFill>
            <a:ln w="127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56" name="矩形 155"/>
            <p:cNvSpPr/>
            <p:nvPr/>
          </p:nvSpPr>
          <p:spPr>
            <a:xfrm>
              <a:off x="2550717" y="5609213"/>
              <a:ext cx="1262294" cy="348178"/>
            </a:xfrm>
            <a:prstGeom prst="rect">
              <a:avLst/>
            </a:prstGeom>
            <a:solidFill>
              <a:srgbClr val="FFCC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157" name="Rectangle 140"/>
            <p:cNvSpPr>
              <a:spLocks noChangeArrowheads="1"/>
            </p:cNvSpPr>
            <p:nvPr/>
          </p:nvSpPr>
          <p:spPr bwMode="auto">
            <a:xfrm>
              <a:off x="2917015" y="5592763"/>
              <a:ext cx="985838" cy="381000"/>
            </a:xfrm>
            <a:prstGeom prst="rect">
              <a:avLst/>
            </a:prstGeom>
            <a:noFill/>
            <a:ln w="12700">
              <a:noFill/>
              <a:miter lim="800000"/>
              <a:headEnd/>
              <a:tailEnd/>
            </a:ln>
          </p:spPr>
          <p:txBody>
            <a:bodyPr wrap="none" anchor="ctr"/>
            <a:lstStyle/>
            <a:p>
              <a:pPr algn="r" eaLnBrk="1" hangingPunct="1"/>
              <a:r>
                <a:rPr kumimoji="1" lang="en-US" altLang="zh-CN" b="1" dirty="0" smtClean="0">
                  <a:solidFill>
                    <a:srgbClr val="333399"/>
                  </a:solidFill>
                  <a:ea typeface="黑体" pitchFamily="2" charset="-122"/>
                </a:rPr>
                <a:t>IP</a:t>
              </a:r>
              <a:r>
                <a:rPr kumimoji="1" lang="en-US" altLang="zh-CN" b="1" baseline="-25000" dirty="0" smtClean="0">
                  <a:solidFill>
                    <a:srgbClr val="333399"/>
                  </a:solidFill>
                  <a:ea typeface="黑体" pitchFamily="2" charset="-122"/>
                </a:rPr>
                <a:t>2</a:t>
              </a:r>
              <a:r>
                <a:rPr kumimoji="1" lang="en-US" altLang="zh-CN" b="1" dirty="0" smtClean="0">
                  <a:solidFill>
                    <a:srgbClr val="333399"/>
                  </a:solidFill>
                  <a:ea typeface="黑体" pitchFamily="2" charset="-122"/>
                </a:rPr>
                <a:t> IP</a:t>
              </a:r>
              <a:r>
                <a:rPr kumimoji="1" lang="en-US" altLang="zh-CN" b="1" baseline="-25000" dirty="0" smtClean="0">
                  <a:solidFill>
                    <a:srgbClr val="333399"/>
                  </a:solidFill>
                  <a:ea typeface="黑体" pitchFamily="2" charset="-122"/>
                </a:rPr>
                <a:t>1</a:t>
              </a:r>
              <a:endParaRPr kumimoji="1" lang="en-US" altLang="zh-CN" b="1" baseline="-25000" dirty="0">
                <a:solidFill>
                  <a:srgbClr val="333399"/>
                </a:solidFill>
                <a:ea typeface="黑体" pitchFamily="2" charset="-122"/>
              </a:endParaRPr>
            </a:p>
          </p:txBody>
        </p:sp>
        <p:cxnSp>
          <p:nvCxnSpPr>
            <p:cNvPr id="158" name="直接连接符 157"/>
            <p:cNvCxnSpPr/>
            <p:nvPr/>
          </p:nvCxnSpPr>
          <p:spPr>
            <a:xfrm>
              <a:off x="3465712" y="560921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直接连接符 158"/>
            <p:cNvCxnSpPr/>
            <p:nvPr/>
          </p:nvCxnSpPr>
          <p:spPr>
            <a:xfrm>
              <a:off x="3116305" y="561629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7" name="矩形 106"/>
          <p:cNvSpPr/>
          <p:nvPr/>
        </p:nvSpPr>
        <p:spPr>
          <a:xfrm>
            <a:off x="2639616" y="6309320"/>
            <a:ext cx="6661871" cy="369332"/>
          </a:xfrm>
          <a:prstGeom prst="rect">
            <a:avLst/>
          </a:prstGeom>
          <a:solidFill>
            <a:srgbClr val="FFC000"/>
          </a:solidFill>
        </p:spPr>
        <p:txBody>
          <a:bodyPr wrap="square">
            <a:spAutoFit/>
          </a:bodyPr>
          <a:lstStyle/>
          <a:p>
            <a:pPr algn="ctr"/>
            <a:r>
              <a:rPr lang="zh-CN" altLang="en-US" b="1" dirty="0" smtClean="0">
                <a:solidFill>
                  <a:srgbClr val="333399"/>
                </a:solidFill>
                <a:latin typeface="微软雅黑" panose="020B0503020204020204" pitchFamily="34" charset="-122"/>
                <a:ea typeface="微软雅黑" panose="020B0503020204020204" pitchFamily="34" charset="-122"/>
              </a:rPr>
              <a:t>注意：帧中 </a:t>
            </a:r>
            <a:r>
              <a:rPr lang="en-US" altLang="zh-CN" b="1" dirty="0" smtClean="0">
                <a:solidFill>
                  <a:srgbClr val="333399"/>
                </a:solidFill>
                <a:latin typeface="微软雅黑" panose="020B0503020204020204" pitchFamily="34" charset="-122"/>
                <a:ea typeface="微软雅黑" panose="020B0503020204020204" pitchFamily="34" charset="-122"/>
              </a:rPr>
              <a:t>MAC </a:t>
            </a:r>
            <a:r>
              <a:rPr lang="zh-CN" altLang="en-US" b="1" dirty="0" smtClean="0">
                <a:solidFill>
                  <a:srgbClr val="333399"/>
                </a:solidFill>
                <a:latin typeface="微软雅黑" panose="020B0503020204020204" pitchFamily="34" charset="-122"/>
                <a:ea typeface="微软雅黑" panose="020B0503020204020204" pitchFamily="34" charset="-122"/>
              </a:rPr>
              <a:t>地址是否有变化？对 </a:t>
            </a:r>
            <a:r>
              <a:rPr lang="en-US" altLang="zh-CN" b="1" dirty="0" smtClean="0">
                <a:solidFill>
                  <a:srgbClr val="333399"/>
                </a:solidFill>
                <a:latin typeface="微软雅黑" panose="020B0503020204020204" pitchFamily="34" charset="-122"/>
                <a:ea typeface="微软雅黑" panose="020B0503020204020204" pitchFamily="34" charset="-122"/>
              </a:rPr>
              <a:t>IP </a:t>
            </a:r>
            <a:r>
              <a:rPr lang="zh-CN" altLang="en-US" b="1" dirty="0" smtClean="0">
                <a:solidFill>
                  <a:srgbClr val="333399"/>
                </a:solidFill>
                <a:latin typeface="微软雅黑" panose="020B0503020204020204" pitchFamily="34" charset="-122"/>
                <a:ea typeface="微软雅黑" panose="020B0503020204020204" pitchFamily="34" charset="-122"/>
              </a:rPr>
              <a:t>层有何影响？</a:t>
            </a:r>
            <a:endParaRPr lang="zh-CN" altLang="en-US" b="1" dirty="0">
              <a:solidFill>
                <a:srgbClr val="333399"/>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05275308"/>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5" presetClass="emph" presetSubtype="0" repeatCount="3000" fill="hold" grpId="0" nodeType="afterEffect">
                                  <p:stCondLst>
                                    <p:cond delay="0"/>
                                  </p:stCondLst>
                                  <p:childTnLst>
                                    <p:anim calcmode="discrete" valueType="str">
                                      <p:cBhvr>
                                        <p:cTn id="6" dur="1000" fill="hold"/>
                                        <p:tgtEl>
                                          <p:spTgt spid="220318"/>
                                        </p:tgtEl>
                                        <p:attrNameLst>
                                          <p:attrName>style.visibility</p:attrName>
                                        </p:attrNameLst>
                                      </p:cBhvr>
                                      <p:tavLst>
                                        <p:tav tm="0">
                                          <p:val>
                                            <p:strVal val="hidden"/>
                                          </p:val>
                                        </p:tav>
                                        <p:tav tm="50000">
                                          <p:val>
                                            <p:strVal val="visible"/>
                                          </p:val>
                                        </p:tav>
                                      </p:tavLst>
                                    </p:anim>
                                  </p:childTnLst>
                                </p:cTn>
                              </p:par>
                              <p:par>
                                <p:cTn id="7" presetID="35" presetClass="emph" presetSubtype="0" repeatCount="3000" fill="hold" nodeType="withEffect">
                                  <p:stCondLst>
                                    <p:cond delay="0"/>
                                  </p:stCondLst>
                                  <p:childTnLst>
                                    <p:anim calcmode="discrete" valueType="str">
                                      <p:cBhvr>
                                        <p:cTn id="8" dur="1000" fill="hold"/>
                                        <p:tgtEl>
                                          <p:spTgt spid="11"/>
                                        </p:tgtEl>
                                        <p:attrNameLst>
                                          <p:attrName>style.visibility</p:attrName>
                                        </p:attrNameLst>
                                      </p:cBhvr>
                                      <p:tavLst>
                                        <p:tav tm="0">
                                          <p:val>
                                            <p:strVal val="hidden"/>
                                          </p:val>
                                        </p:tav>
                                        <p:tav tm="50000">
                                          <p:val>
                                            <p:strVal val="visible"/>
                                          </p:val>
                                        </p:tav>
                                      </p:tavLst>
                                    </p:anim>
                                  </p:childTnLst>
                                </p:cTn>
                              </p:par>
                              <p:par>
                                <p:cTn id="9" presetID="35" presetClass="emph" presetSubtype="0" repeatCount="3000" fill="hold" nodeType="withEffect">
                                  <p:stCondLst>
                                    <p:cond delay="0"/>
                                  </p:stCondLst>
                                  <p:childTnLst>
                                    <p:anim calcmode="discrete" valueType="str">
                                      <p:cBhvr>
                                        <p:cTn id="10" dur="1000" fill="hold"/>
                                        <p:tgtEl>
                                          <p:spTgt spid="129"/>
                                        </p:tgtEl>
                                        <p:attrNameLst>
                                          <p:attrName>style.visibility</p:attrName>
                                        </p:attrNameLst>
                                      </p:cBhvr>
                                      <p:tavLst>
                                        <p:tav tm="0">
                                          <p:val>
                                            <p:strVal val="hidden"/>
                                          </p:val>
                                        </p:tav>
                                        <p:tav tm="50000">
                                          <p:val>
                                            <p:strVal val="visible"/>
                                          </p:val>
                                        </p:tav>
                                      </p:tavLst>
                                    </p:anim>
                                  </p:childTnLst>
                                </p:cTn>
                              </p:par>
                              <p:par>
                                <p:cTn id="11" presetID="35" presetClass="emph" presetSubtype="0" repeatCount="3000" fill="hold" nodeType="withEffect">
                                  <p:stCondLst>
                                    <p:cond delay="0"/>
                                  </p:stCondLst>
                                  <p:childTnLst>
                                    <p:anim calcmode="discrete" valueType="str">
                                      <p:cBhvr>
                                        <p:cTn id="12" dur="1000" fill="hold"/>
                                        <p:tgtEl>
                                          <p:spTgt spid="135"/>
                                        </p:tgtEl>
                                        <p:attrNameLst>
                                          <p:attrName>style.visibility</p:attrName>
                                        </p:attrNameLst>
                                      </p:cBhvr>
                                      <p:tavLst>
                                        <p:tav tm="0">
                                          <p:val>
                                            <p:strVal val="hidden"/>
                                          </p:val>
                                        </p:tav>
                                        <p:tav tm="50000">
                                          <p:val>
                                            <p:strVal val="visible"/>
                                          </p:val>
                                        </p:tav>
                                      </p:tavLst>
                                    </p:anim>
                                  </p:childTnLst>
                                </p:cTn>
                              </p:par>
                            </p:childTnLst>
                          </p:cTn>
                        </p:par>
                        <p:par>
                          <p:cTn id="13" fill="hold" nodeType="afterGroup">
                            <p:stCondLst>
                              <p:cond delay="3000"/>
                            </p:stCondLst>
                            <p:childTnLst>
                              <p:par>
                                <p:cTn id="14" presetID="22" presetClass="entr" presetSubtype="8" fill="hold" grpId="0" nodeType="afterEffect">
                                  <p:stCondLst>
                                    <p:cond delay="0"/>
                                  </p:stCondLst>
                                  <p:childTnLst>
                                    <p:set>
                                      <p:cBhvr>
                                        <p:cTn id="15" dur="1" fill="hold">
                                          <p:stCondLst>
                                            <p:cond delay="0"/>
                                          </p:stCondLst>
                                        </p:cTn>
                                        <p:tgtEl>
                                          <p:spTgt spid="220321"/>
                                        </p:tgtEl>
                                        <p:attrNameLst>
                                          <p:attrName>style.visibility</p:attrName>
                                        </p:attrNameLst>
                                      </p:cBhvr>
                                      <p:to>
                                        <p:strVal val="visible"/>
                                      </p:to>
                                    </p:set>
                                    <p:animEffect transition="in" filter="wipe(left)">
                                      <p:cBhvr>
                                        <p:cTn id="16" dur="1000"/>
                                        <p:tgtEl>
                                          <p:spTgt spid="220321"/>
                                        </p:tgtEl>
                                      </p:cBhvr>
                                    </p:animEffect>
                                  </p:childTnLst>
                                </p:cTn>
                              </p:par>
                            </p:childTnLst>
                          </p:cTn>
                        </p:par>
                        <p:par>
                          <p:cTn id="17" fill="hold" nodeType="afterGroup">
                            <p:stCondLst>
                              <p:cond delay="4000"/>
                            </p:stCondLst>
                            <p:childTnLst>
                              <p:par>
                                <p:cTn id="18" presetID="22" presetClass="entr" presetSubtype="8" fill="hold" grpId="0" nodeType="afterEffect">
                                  <p:stCondLst>
                                    <p:cond delay="500"/>
                                  </p:stCondLst>
                                  <p:childTnLst>
                                    <p:set>
                                      <p:cBhvr>
                                        <p:cTn id="19" dur="1" fill="hold">
                                          <p:stCondLst>
                                            <p:cond delay="0"/>
                                          </p:stCondLst>
                                        </p:cTn>
                                        <p:tgtEl>
                                          <p:spTgt spid="220325"/>
                                        </p:tgtEl>
                                        <p:attrNameLst>
                                          <p:attrName>style.visibility</p:attrName>
                                        </p:attrNameLst>
                                      </p:cBhvr>
                                      <p:to>
                                        <p:strVal val="visible"/>
                                      </p:to>
                                    </p:set>
                                    <p:animEffect transition="in" filter="wipe(left)">
                                      <p:cBhvr>
                                        <p:cTn id="20" dur="1000"/>
                                        <p:tgtEl>
                                          <p:spTgt spid="220325"/>
                                        </p:tgtEl>
                                      </p:cBhvr>
                                    </p:animEffect>
                                  </p:childTnLst>
                                </p:cTn>
                              </p:par>
                            </p:childTnLst>
                          </p:cTn>
                        </p:par>
                        <p:par>
                          <p:cTn id="21" fill="hold" nodeType="afterGroup">
                            <p:stCondLst>
                              <p:cond delay="5500"/>
                            </p:stCondLst>
                            <p:childTnLst>
                              <p:par>
                                <p:cTn id="22" presetID="22" presetClass="entr" presetSubtype="8" fill="hold" grpId="0" nodeType="afterEffect">
                                  <p:stCondLst>
                                    <p:cond delay="500"/>
                                  </p:stCondLst>
                                  <p:childTnLst>
                                    <p:set>
                                      <p:cBhvr>
                                        <p:cTn id="23" dur="1" fill="hold">
                                          <p:stCondLst>
                                            <p:cond delay="0"/>
                                          </p:stCondLst>
                                        </p:cTn>
                                        <p:tgtEl>
                                          <p:spTgt spid="220330"/>
                                        </p:tgtEl>
                                        <p:attrNameLst>
                                          <p:attrName>style.visibility</p:attrName>
                                        </p:attrNameLst>
                                      </p:cBhvr>
                                      <p:to>
                                        <p:strVal val="visible"/>
                                      </p:to>
                                    </p:set>
                                    <p:animEffect transition="in" filter="wipe(left)">
                                      <p:cBhvr>
                                        <p:cTn id="24" dur="1000"/>
                                        <p:tgtEl>
                                          <p:spTgt spid="220330"/>
                                        </p:tgtEl>
                                      </p:cBhvr>
                                    </p:animEffect>
                                  </p:childTnLst>
                                </p:cTn>
                              </p:par>
                            </p:childTnLst>
                          </p:cTn>
                        </p:par>
                        <p:par>
                          <p:cTn id="25" fill="hold">
                            <p:stCondLst>
                              <p:cond delay="7000"/>
                            </p:stCondLst>
                            <p:childTnLst>
                              <p:par>
                                <p:cTn id="26" presetID="10" presetClass="entr" presetSubtype="0" fill="hold" grpId="0" nodeType="afterEffect">
                                  <p:stCondLst>
                                    <p:cond delay="0"/>
                                  </p:stCondLst>
                                  <p:childTnLst>
                                    <p:set>
                                      <p:cBhvr>
                                        <p:cTn id="27" dur="1" fill="hold">
                                          <p:stCondLst>
                                            <p:cond delay="0"/>
                                          </p:stCondLst>
                                        </p:cTn>
                                        <p:tgtEl>
                                          <p:spTgt spid="107"/>
                                        </p:tgtEl>
                                        <p:attrNameLst>
                                          <p:attrName>style.visibility</p:attrName>
                                        </p:attrNameLst>
                                      </p:cBhvr>
                                      <p:to>
                                        <p:strVal val="visible"/>
                                      </p:to>
                                    </p:set>
                                    <p:animEffect transition="in" filter="fade">
                                      <p:cBhvr>
                                        <p:cTn id="28" dur="1000"/>
                                        <p:tgtEl>
                                          <p:spTgt spid="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318" grpId="0" animBg="1"/>
      <p:bldP spid="220321" grpId="0" animBg="1"/>
      <p:bldP spid="220325" grpId="0" animBg="1"/>
      <p:bldP spid="220330" grpId="0" animBg="1"/>
      <p:bldP spid="107"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72" name="Freeform 77"/>
          <p:cNvSpPr>
            <a:spLocks/>
          </p:cNvSpPr>
          <p:nvPr/>
        </p:nvSpPr>
        <p:spPr bwMode="auto">
          <a:xfrm>
            <a:off x="3886200" y="5160963"/>
            <a:ext cx="395288" cy="279400"/>
          </a:xfrm>
          <a:custGeom>
            <a:avLst/>
            <a:gdLst>
              <a:gd name="T0" fmla="*/ 0 w 249"/>
              <a:gd name="T1" fmla="*/ 2147483646 h 176"/>
              <a:gd name="T2" fmla="*/ 2147483646 w 249"/>
              <a:gd name="T3" fmla="*/ 0 h 176"/>
              <a:gd name="T4" fmla="*/ 2147483646 w 249"/>
              <a:gd name="T5" fmla="*/ 2147483646 h 176"/>
              <a:gd name="T6" fmla="*/ 0 60000 65536"/>
              <a:gd name="T7" fmla="*/ 0 60000 65536"/>
              <a:gd name="T8" fmla="*/ 0 60000 65536"/>
              <a:gd name="T9" fmla="*/ 0 w 249"/>
              <a:gd name="T10" fmla="*/ 0 h 176"/>
              <a:gd name="T11" fmla="*/ 249 w 249"/>
              <a:gd name="T12" fmla="*/ 176 h 176"/>
            </a:gdLst>
            <a:ahLst/>
            <a:cxnLst>
              <a:cxn ang="T6">
                <a:pos x="T0" y="T1"/>
              </a:cxn>
              <a:cxn ang="T7">
                <a:pos x="T2" y="T3"/>
              </a:cxn>
              <a:cxn ang="T8">
                <a:pos x="T4" y="T5"/>
              </a:cxn>
            </a:cxnLst>
            <a:rect l="T9" t="T10" r="T11" b="T12"/>
            <a:pathLst>
              <a:path w="249" h="176">
                <a:moveTo>
                  <a:pt x="0" y="176"/>
                </a:moveTo>
                <a:lnTo>
                  <a:pt x="1" y="0"/>
                </a:lnTo>
                <a:lnTo>
                  <a:pt x="249" y="9"/>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87073" name="Freeform 78"/>
          <p:cNvSpPr>
            <a:spLocks/>
          </p:cNvSpPr>
          <p:nvPr/>
        </p:nvSpPr>
        <p:spPr bwMode="auto">
          <a:xfrm>
            <a:off x="6475413" y="5159375"/>
            <a:ext cx="395287" cy="279400"/>
          </a:xfrm>
          <a:custGeom>
            <a:avLst/>
            <a:gdLst>
              <a:gd name="T0" fmla="*/ 0 w 249"/>
              <a:gd name="T1" fmla="*/ 2147483646 h 176"/>
              <a:gd name="T2" fmla="*/ 2147483646 w 249"/>
              <a:gd name="T3" fmla="*/ 0 h 176"/>
              <a:gd name="T4" fmla="*/ 2147483646 w 249"/>
              <a:gd name="T5" fmla="*/ 2147483646 h 176"/>
              <a:gd name="T6" fmla="*/ 0 60000 65536"/>
              <a:gd name="T7" fmla="*/ 0 60000 65536"/>
              <a:gd name="T8" fmla="*/ 0 60000 65536"/>
              <a:gd name="T9" fmla="*/ 0 w 249"/>
              <a:gd name="T10" fmla="*/ 0 h 176"/>
              <a:gd name="T11" fmla="*/ 249 w 249"/>
              <a:gd name="T12" fmla="*/ 176 h 176"/>
            </a:gdLst>
            <a:ahLst/>
            <a:cxnLst>
              <a:cxn ang="T6">
                <a:pos x="T0" y="T1"/>
              </a:cxn>
              <a:cxn ang="T7">
                <a:pos x="T2" y="T3"/>
              </a:cxn>
              <a:cxn ang="T8">
                <a:pos x="T4" y="T5"/>
              </a:cxn>
            </a:cxnLst>
            <a:rect l="T9" t="T10" r="T11" b="T12"/>
            <a:pathLst>
              <a:path w="249" h="176">
                <a:moveTo>
                  <a:pt x="0" y="176"/>
                </a:moveTo>
                <a:lnTo>
                  <a:pt x="1" y="0"/>
                </a:lnTo>
                <a:lnTo>
                  <a:pt x="249" y="9"/>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87074" name="Line 79"/>
          <p:cNvSpPr>
            <a:spLocks noChangeShapeType="1"/>
          </p:cNvSpPr>
          <p:nvPr/>
        </p:nvSpPr>
        <p:spPr bwMode="auto">
          <a:xfrm rot="-5400000">
            <a:off x="9637713" y="5172075"/>
            <a:ext cx="533400"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7075" name="Line 80"/>
          <p:cNvSpPr>
            <a:spLocks noChangeShapeType="1"/>
          </p:cNvSpPr>
          <p:nvPr/>
        </p:nvSpPr>
        <p:spPr bwMode="auto">
          <a:xfrm rot="-5400000">
            <a:off x="1716088" y="5172075"/>
            <a:ext cx="533400" cy="3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7076" name="AutoShape 81"/>
          <p:cNvSpPr>
            <a:spLocks noChangeArrowheads="1"/>
          </p:cNvSpPr>
          <p:nvPr/>
        </p:nvSpPr>
        <p:spPr bwMode="auto">
          <a:xfrm>
            <a:off x="1752600" y="3306763"/>
            <a:ext cx="685800" cy="1905000"/>
          </a:xfrm>
          <a:prstGeom prst="cube">
            <a:avLst>
              <a:gd name="adj" fmla="val 25000"/>
            </a:avLst>
          </a:prstGeom>
          <a:solidFill>
            <a:srgbClr val="DDDDDD"/>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87077" name="AutoShape 82"/>
          <p:cNvSpPr>
            <a:spLocks noChangeArrowheads="1"/>
          </p:cNvSpPr>
          <p:nvPr/>
        </p:nvSpPr>
        <p:spPr bwMode="auto">
          <a:xfrm>
            <a:off x="4191000" y="3382963"/>
            <a:ext cx="685800" cy="1905000"/>
          </a:xfrm>
          <a:prstGeom prst="cube">
            <a:avLst>
              <a:gd name="adj" fmla="val 25000"/>
            </a:avLst>
          </a:prstGeom>
          <a:solidFill>
            <a:srgbClr val="66CCFF"/>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87078" name="AutoShape 83"/>
          <p:cNvSpPr>
            <a:spLocks noChangeArrowheads="1"/>
          </p:cNvSpPr>
          <p:nvPr/>
        </p:nvSpPr>
        <p:spPr bwMode="auto">
          <a:xfrm>
            <a:off x="9677400" y="3306763"/>
            <a:ext cx="685800" cy="1905000"/>
          </a:xfrm>
          <a:prstGeom prst="cube">
            <a:avLst>
              <a:gd name="adj" fmla="val 25000"/>
            </a:avLst>
          </a:prstGeom>
          <a:solidFill>
            <a:srgbClr val="DDDDDD"/>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87079" name="AutoShape 84"/>
          <p:cNvSpPr>
            <a:spLocks noChangeArrowheads="1"/>
          </p:cNvSpPr>
          <p:nvPr/>
        </p:nvSpPr>
        <p:spPr bwMode="auto">
          <a:xfrm>
            <a:off x="6856413" y="3611563"/>
            <a:ext cx="685800" cy="1676400"/>
          </a:xfrm>
          <a:prstGeom prst="cube">
            <a:avLst>
              <a:gd name="adj" fmla="val 25000"/>
            </a:avLst>
          </a:prstGeom>
          <a:solidFill>
            <a:srgbClr val="66CCFF"/>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grpSp>
        <p:nvGrpSpPr>
          <p:cNvPr id="87080" name="Group 85"/>
          <p:cNvGrpSpPr>
            <a:grpSpLocks/>
          </p:cNvGrpSpPr>
          <p:nvPr/>
        </p:nvGrpSpPr>
        <p:grpSpPr bwMode="auto">
          <a:xfrm>
            <a:off x="1560513" y="2420938"/>
            <a:ext cx="9121775" cy="2438400"/>
            <a:chOff x="96" y="1056"/>
            <a:chExt cx="5472" cy="1536"/>
          </a:xfrm>
        </p:grpSpPr>
        <p:sp>
          <p:nvSpPr>
            <p:cNvPr id="87149" name="Oval 86"/>
            <p:cNvSpPr>
              <a:spLocks noChangeArrowheads="1"/>
            </p:cNvSpPr>
            <p:nvPr/>
          </p:nvSpPr>
          <p:spPr bwMode="auto">
            <a:xfrm>
              <a:off x="3662" y="1674"/>
              <a:ext cx="1906" cy="756"/>
            </a:xfrm>
            <a:prstGeom prst="ellipse">
              <a:avLst/>
            </a:prstGeom>
            <a:solidFill>
              <a:srgbClr val="FFFF99"/>
            </a:solidFill>
            <a:ln w="31750">
              <a:solidFill>
                <a:srgbClr val="000000"/>
              </a:solidFill>
              <a:round/>
              <a:headEnd/>
              <a:tailEnd/>
            </a:ln>
          </p:spPr>
          <p:txBody>
            <a:bodyPr/>
            <a:lstStyle/>
            <a:p>
              <a:pPr eaLnBrk="1" hangingPunct="1"/>
              <a:endParaRPr lang="zh-CN" altLang="en-US" sz="2800" b="1">
                <a:latin typeface="Tahoma" pitchFamily="34" charset="0"/>
                <a:ea typeface="黑体" pitchFamily="2" charset="-122"/>
              </a:endParaRPr>
            </a:p>
          </p:txBody>
        </p:sp>
        <p:sp>
          <p:nvSpPr>
            <p:cNvPr id="87150" name="Oval 87"/>
            <p:cNvSpPr>
              <a:spLocks noChangeArrowheads="1"/>
            </p:cNvSpPr>
            <p:nvPr/>
          </p:nvSpPr>
          <p:spPr bwMode="auto">
            <a:xfrm>
              <a:off x="96" y="1430"/>
              <a:ext cx="1870" cy="760"/>
            </a:xfrm>
            <a:prstGeom prst="ellipse">
              <a:avLst/>
            </a:prstGeom>
            <a:solidFill>
              <a:srgbClr val="FFFF99"/>
            </a:solidFill>
            <a:ln w="31750">
              <a:solidFill>
                <a:srgbClr val="000000"/>
              </a:solidFill>
              <a:round/>
              <a:headEnd/>
              <a:tailEnd/>
            </a:ln>
          </p:spPr>
          <p:txBody>
            <a:bodyPr/>
            <a:lstStyle/>
            <a:p>
              <a:pPr eaLnBrk="1" hangingPunct="1"/>
              <a:endParaRPr lang="zh-CN" altLang="en-US" sz="2800" b="1">
                <a:latin typeface="Tahoma" pitchFamily="34" charset="0"/>
                <a:ea typeface="黑体" pitchFamily="2" charset="-122"/>
              </a:endParaRPr>
            </a:p>
          </p:txBody>
        </p:sp>
        <p:sp>
          <p:nvSpPr>
            <p:cNvPr id="87151" name="Oval 88"/>
            <p:cNvSpPr>
              <a:spLocks noChangeArrowheads="1"/>
            </p:cNvSpPr>
            <p:nvPr/>
          </p:nvSpPr>
          <p:spPr bwMode="auto">
            <a:xfrm>
              <a:off x="3365" y="1163"/>
              <a:ext cx="1903" cy="731"/>
            </a:xfrm>
            <a:prstGeom prst="ellipse">
              <a:avLst/>
            </a:prstGeom>
            <a:solidFill>
              <a:srgbClr val="FFFF99"/>
            </a:solidFill>
            <a:ln w="31750">
              <a:solidFill>
                <a:srgbClr val="000000"/>
              </a:solidFill>
              <a:round/>
              <a:headEnd/>
              <a:tailEnd/>
            </a:ln>
          </p:spPr>
          <p:txBody>
            <a:bodyPr/>
            <a:lstStyle/>
            <a:p>
              <a:pPr eaLnBrk="1" hangingPunct="1"/>
              <a:endParaRPr lang="zh-CN" altLang="en-US" sz="2800" b="1">
                <a:latin typeface="Tahoma" pitchFamily="34" charset="0"/>
                <a:ea typeface="黑体" pitchFamily="2" charset="-122"/>
              </a:endParaRPr>
            </a:p>
          </p:txBody>
        </p:sp>
        <p:sp>
          <p:nvSpPr>
            <p:cNvPr id="87152" name="Oval 89"/>
            <p:cNvSpPr>
              <a:spLocks noChangeArrowheads="1"/>
            </p:cNvSpPr>
            <p:nvPr/>
          </p:nvSpPr>
          <p:spPr bwMode="auto">
            <a:xfrm>
              <a:off x="2365" y="1821"/>
              <a:ext cx="1900" cy="771"/>
            </a:xfrm>
            <a:prstGeom prst="ellipse">
              <a:avLst/>
            </a:prstGeom>
            <a:solidFill>
              <a:srgbClr val="FFFF99"/>
            </a:solidFill>
            <a:ln w="31750">
              <a:solidFill>
                <a:srgbClr val="000000"/>
              </a:solidFill>
              <a:round/>
              <a:headEnd/>
              <a:tailEnd/>
            </a:ln>
          </p:spPr>
          <p:txBody>
            <a:bodyPr/>
            <a:lstStyle/>
            <a:p>
              <a:pPr eaLnBrk="1" hangingPunct="1"/>
              <a:endParaRPr lang="zh-CN" altLang="en-US" sz="2800" b="1">
                <a:latin typeface="Tahoma" pitchFamily="34" charset="0"/>
                <a:ea typeface="黑体" pitchFamily="2" charset="-122"/>
              </a:endParaRPr>
            </a:p>
          </p:txBody>
        </p:sp>
        <p:sp>
          <p:nvSpPr>
            <p:cNvPr id="87153" name="Oval 90"/>
            <p:cNvSpPr>
              <a:spLocks noChangeArrowheads="1"/>
            </p:cNvSpPr>
            <p:nvPr/>
          </p:nvSpPr>
          <p:spPr bwMode="auto">
            <a:xfrm>
              <a:off x="729" y="1752"/>
              <a:ext cx="1900" cy="731"/>
            </a:xfrm>
            <a:prstGeom prst="ellipse">
              <a:avLst/>
            </a:prstGeom>
            <a:solidFill>
              <a:srgbClr val="FFFF99"/>
            </a:solidFill>
            <a:ln w="31750">
              <a:solidFill>
                <a:srgbClr val="000000"/>
              </a:solidFill>
              <a:round/>
              <a:headEnd/>
              <a:tailEnd/>
            </a:ln>
          </p:spPr>
          <p:txBody>
            <a:bodyPr/>
            <a:lstStyle/>
            <a:p>
              <a:pPr eaLnBrk="1" hangingPunct="1"/>
              <a:endParaRPr lang="zh-CN" altLang="en-US" sz="2800" b="1">
                <a:latin typeface="Tahoma" pitchFamily="34" charset="0"/>
                <a:ea typeface="黑体" pitchFamily="2" charset="-122"/>
              </a:endParaRPr>
            </a:p>
          </p:txBody>
        </p:sp>
        <p:sp>
          <p:nvSpPr>
            <p:cNvPr id="87154" name="Oval 91"/>
            <p:cNvSpPr>
              <a:spLocks noChangeArrowheads="1"/>
            </p:cNvSpPr>
            <p:nvPr/>
          </p:nvSpPr>
          <p:spPr bwMode="auto">
            <a:xfrm>
              <a:off x="2197" y="1056"/>
              <a:ext cx="1870" cy="758"/>
            </a:xfrm>
            <a:prstGeom prst="ellipse">
              <a:avLst/>
            </a:prstGeom>
            <a:solidFill>
              <a:srgbClr val="FFFF99"/>
            </a:solidFill>
            <a:ln w="31750">
              <a:solidFill>
                <a:srgbClr val="000000"/>
              </a:solidFill>
              <a:round/>
              <a:headEnd/>
              <a:tailEnd/>
            </a:ln>
          </p:spPr>
          <p:txBody>
            <a:bodyPr/>
            <a:lstStyle/>
            <a:p>
              <a:pPr eaLnBrk="1" hangingPunct="1"/>
              <a:endParaRPr lang="zh-CN" altLang="en-US" sz="2800" b="1">
                <a:latin typeface="Tahoma" pitchFamily="34" charset="0"/>
                <a:ea typeface="黑体" pitchFamily="2" charset="-122"/>
              </a:endParaRPr>
            </a:p>
          </p:txBody>
        </p:sp>
        <p:sp>
          <p:nvSpPr>
            <p:cNvPr id="87155" name="Oval 92"/>
            <p:cNvSpPr>
              <a:spLocks noChangeArrowheads="1"/>
            </p:cNvSpPr>
            <p:nvPr/>
          </p:nvSpPr>
          <p:spPr bwMode="auto">
            <a:xfrm>
              <a:off x="996" y="1056"/>
              <a:ext cx="1867" cy="731"/>
            </a:xfrm>
            <a:prstGeom prst="ellipse">
              <a:avLst/>
            </a:prstGeom>
            <a:solidFill>
              <a:srgbClr val="FFFF99"/>
            </a:solidFill>
            <a:ln w="31750">
              <a:solidFill>
                <a:srgbClr val="000000"/>
              </a:solidFill>
              <a:round/>
              <a:headEnd/>
              <a:tailEnd/>
            </a:ln>
          </p:spPr>
          <p:txBody>
            <a:bodyPr/>
            <a:lstStyle/>
            <a:p>
              <a:pPr eaLnBrk="1" hangingPunct="1"/>
              <a:endParaRPr lang="zh-CN" altLang="en-US" sz="2800" b="1">
                <a:latin typeface="Tahoma" pitchFamily="34" charset="0"/>
                <a:ea typeface="黑体" pitchFamily="2" charset="-122"/>
              </a:endParaRPr>
            </a:p>
          </p:txBody>
        </p:sp>
        <p:sp>
          <p:nvSpPr>
            <p:cNvPr id="87156" name="Oval 93"/>
            <p:cNvSpPr>
              <a:spLocks noChangeArrowheads="1"/>
            </p:cNvSpPr>
            <p:nvPr/>
          </p:nvSpPr>
          <p:spPr bwMode="auto">
            <a:xfrm>
              <a:off x="597" y="1226"/>
              <a:ext cx="4536" cy="1060"/>
            </a:xfrm>
            <a:prstGeom prst="ellipse">
              <a:avLst/>
            </a:pr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grpSp>
      <p:sp>
        <p:nvSpPr>
          <p:cNvPr id="87081" name="Line 94"/>
          <p:cNvSpPr>
            <a:spLocks noChangeShapeType="1"/>
          </p:cNvSpPr>
          <p:nvPr/>
        </p:nvSpPr>
        <p:spPr bwMode="auto">
          <a:xfrm>
            <a:off x="1676400" y="5440363"/>
            <a:ext cx="2590800" cy="0"/>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nvGrpSpPr>
          <p:cNvPr id="87082" name="Group 95"/>
          <p:cNvGrpSpPr>
            <a:grpSpLocks/>
          </p:cNvGrpSpPr>
          <p:nvPr/>
        </p:nvGrpSpPr>
        <p:grpSpPr bwMode="auto">
          <a:xfrm>
            <a:off x="1752600" y="2420938"/>
            <a:ext cx="685800" cy="1447800"/>
            <a:chOff x="672" y="528"/>
            <a:chExt cx="432" cy="912"/>
          </a:xfrm>
        </p:grpSpPr>
        <p:sp>
          <p:nvSpPr>
            <p:cNvPr id="87146" name="AutoShape 96"/>
            <p:cNvSpPr>
              <a:spLocks noChangeArrowheads="1"/>
            </p:cNvSpPr>
            <p:nvPr/>
          </p:nvSpPr>
          <p:spPr bwMode="auto">
            <a:xfrm>
              <a:off x="672" y="1008"/>
              <a:ext cx="432" cy="432"/>
            </a:xfrm>
            <a:prstGeom prst="cube">
              <a:avLst>
                <a:gd name="adj" fmla="val 25000"/>
              </a:avLst>
            </a:prstGeom>
            <a:solidFill>
              <a:srgbClr val="DDDDDD"/>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87147" name="AutoShape 97"/>
            <p:cNvSpPr>
              <a:spLocks noChangeArrowheads="1"/>
            </p:cNvSpPr>
            <p:nvPr/>
          </p:nvSpPr>
          <p:spPr bwMode="auto">
            <a:xfrm>
              <a:off x="672" y="720"/>
              <a:ext cx="432" cy="432"/>
            </a:xfrm>
            <a:prstGeom prst="cube">
              <a:avLst>
                <a:gd name="adj" fmla="val 25000"/>
              </a:avLst>
            </a:prstGeom>
            <a:solidFill>
              <a:srgbClr val="DDDDDD"/>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87148" name="AutoShape 98"/>
            <p:cNvSpPr>
              <a:spLocks noChangeArrowheads="1"/>
            </p:cNvSpPr>
            <p:nvPr/>
          </p:nvSpPr>
          <p:spPr bwMode="auto">
            <a:xfrm>
              <a:off x="672" y="528"/>
              <a:ext cx="432" cy="432"/>
            </a:xfrm>
            <a:prstGeom prst="cube">
              <a:avLst>
                <a:gd name="adj" fmla="val 25000"/>
              </a:avLst>
            </a:prstGeom>
            <a:solidFill>
              <a:srgbClr val="DDDDDD"/>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grpSp>
      <p:sp>
        <p:nvSpPr>
          <p:cNvPr id="87083" name="Text Box 99"/>
          <p:cNvSpPr txBox="1">
            <a:spLocks noChangeArrowheads="1"/>
          </p:cNvSpPr>
          <p:nvPr/>
        </p:nvSpPr>
        <p:spPr bwMode="auto">
          <a:xfrm>
            <a:off x="1789113" y="3430588"/>
            <a:ext cx="4841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a:solidFill>
                  <a:srgbClr val="333399"/>
                </a:solidFill>
                <a:latin typeface="Arial" charset="0"/>
                <a:ea typeface="黑体" pitchFamily="2" charset="-122"/>
              </a:rPr>
              <a:t>IP</a:t>
            </a:r>
            <a:r>
              <a:rPr kumimoji="1" lang="en-US" altLang="zh-CN" sz="1800" b="1" baseline="-25000">
                <a:solidFill>
                  <a:srgbClr val="333399"/>
                </a:solidFill>
                <a:latin typeface="Arial" charset="0"/>
                <a:ea typeface="黑体" pitchFamily="2" charset="-122"/>
              </a:rPr>
              <a:t>1</a:t>
            </a:r>
            <a:endParaRPr kumimoji="1" lang="en-US" altLang="zh-CN" sz="1800" b="1">
              <a:solidFill>
                <a:srgbClr val="333399"/>
              </a:solidFill>
              <a:latin typeface="Arial" charset="0"/>
              <a:ea typeface="黑体" pitchFamily="2" charset="-122"/>
            </a:endParaRPr>
          </a:p>
        </p:txBody>
      </p:sp>
      <p:sp>
        <p:nvSpPr>
          <p:cNvPr id="87084" name="Text Box 100"/>
          <p:cNvSpPr txBox="1">
            <a:spLocks noChangeArrowheads="1"/>
          </p:cNvSpPr>
          <p:nvPr/>
        </p:nvSpPr>
        <p:spPr bwMode="auto">
          <a:xfrm>
            <a:off x="1663403" y="4849813"/>
            <a:ext cx="7954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smtClean="0">
                <a:solidFill>
                  <a:srgbClr val="333399"/>
                </a:solidFill>
                <a:latin typeface="Arial" charset="0"/>
                <a:ea typeface="黑体" pitchFamily="2" charset="-122"/>
              </a:rPr>
              <a:t>MAC</a:t>
            </a:r>
            <a:r>
              <a:rPr kumimoji="1" lang="en-US" altLang="zh-CN" sz="1800" b="1" baseline="-25000" dirty="0" smtClean="0">
                <a:solidFill>
                  <a:srgbClr val="333399"/>
                </a:solidFill>
                <a:latin typeface="Arial" charset="0"/>
                <a:ea typeface="黑体" pitchFamily="2" charset="-122"/>
              </a:rPr>
              <a:t>1</a:t>
            </a:r>
            <a:endParaRPr kumimoji="1" lang="en-US" altLang="zh-CN" sz="1800" b="1" dirty="0">
              <a:solidFill>
                <a:srgbClr val="333399"/>
              </a:solidFill>
              <a:latin typeface="Arial" charset="0"/>
              <a:ea typeface="黑体" pitchFamily="2" charset="-122"/>
            </a:endParaRPr>
          </a:p>
        </p:txBody>
      </p:sp>
      <p:sp>
        <p:nvSpPr>
          <p:cNvPr id="87085" name="Text Box 101"/>
          <p:cNvSpPr txBox="1">
            <a:spLocks noChangeArrowheads="1"/>
          </p:cNvSpPr>
          <p:nvPr/>
        </p:nvSpPr>
        <p:spPr bwMode="auto">
          <a:xfrm>
            <a:off x="6096000" y="4811713"/>
            <a:ext cx="7954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smtClean="0">
                <a:solidFill>
                  <a:srgbClr val="333399"/>
                </a:solidFill>
                <a:latin typeface="Arial" charset="0"/>
                <a:ea typeface="黑体" pitchFamily="2" charset="-122"/>
              </a:rPr>
              <a:t>MAC</a:t>
            </a:r>
            <a:r>
              <a:rPr kumimoji="1" lang="en-US" altLang="zh-CN" sz="1800" b="1" baseline="-25000" dirty="0" smtClean="0">
                <a:solidFill>
                  <a:srgbClr val="333399"/>
                </a:solidFill>
                <a:latin typeface="Arial" charset="0"/>
                <a:ea typeface="黑体" pitchFamily="2" charset="-122"/>
              </a:rPr>
              <a:t>5</a:t>
            </a:r>
            <a:endParaRPr kumimoji="1" lang="en-US" altLang="zh-CN" sz="1800" b="1" dirty="0">
              <a:solidFill>
                <a:srgbClr val="333399"/>
              </a:solidFill>
              <a:latin typeface="Arial" charset="0"/>
              <a:ea typeface="黑体" pitchFamily="2" charset="-122"/>
            </a:endParaRPr>
          </a:p>
        </p:txBody>
      </p:sp>
      <p:sp>
        <p:nvSpPr>
          <p:cNvPr id="87086" name="Text Box 102"/>
          <p:cNvSpPr txBox="1">
            <a:spLocks noChangeArrowheads="1"/>
          </p:cNvSpPr>
          <p:nvPr/>
        </p:nvSpPr>
        <p:spPr bwMode="auto">
          <a:xfrm>
            <a:off x="4851400" y="4805363"/>
            <a:ext cx="7954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smtClean="0">
                <a:solidFill>
                  <a:srgbClr val="333399"/>
                </a:solidFill>
                <a:latin typeface="Arial" charset="0"/>
                <a:ea typeface="黑体" pitchFamily="2" charset="-122"/>
              </a:rPr>
              <a:t>MAC</a:t>
            </a:r>
            <a:r>
              <a:rPr kumimoji="1" lang="en-US" altLang="zh-CN" sz="1800" b="1" baseline="-25000" dirty="0" smtClean="0">
                <a:solidFill>
                  <a:srgbClr val="333399"/>
                </a:solidFill>
                <a:latin typeface="Arial" charset="0"/>
                <a:ea typeface="黑体" pitchFamily="2" charset="-122"/>
              </a:rPr>
              <a:t>4</a:t>
            </a:r>
            <a:endParaRPr kumimoji="1" lang="en-US" altLang="zh-CN" sz="1800" b="1" dirty="0">
              <a:solidFill>
                <a:srgbClr val="333399"/>
              </a:solidFill>
              <a:latin typeface="Arial" charset="0"/>
              <a:ea typeface="黑体" pitchFamily="2" charset="-122"/>
            </a:endParaRPr>
          </a:p>
        </p:txBody>
      </p:sp>
      <p:sp>
        <p:nvSpPr>
          <p:cNvPr id="87087" name="Text Box 103"/>
          <p:cNvSpPr txBox="1">
            <a:spLocks noChangeArrowheads="1"/>
          </p:cNvSpPr>
          <p:nvPr/>
        </p:nvSpPr>
        <p:spPr bwMode="auto">
          <a:xfrm>
            <a:off x="3431704" y="4805363"/>
            <a:ext cx="7954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smtClean="0">
                <a:solidFill>
                  <a:srgbClr val="333399"/>
                </a:solidFill>
                <a:latin typeface="Arial" charset="0"/>
                <a:ea typeface="黑体" pitchFamily="2" charset="-122"/>
              </a:rPr>
              <a:t>MAC</a:t>
            </a:r>
            <a:r>
              <a:rPr kumimoji="1" lang="en-US" altLang="zh-CN" sz="1800" b="1" baseline="-25000" dirty="0" smtClean="0">
                <a:solidFill>
                  <a:srgbClr val="333399"/>
                </a:solidFill>
                <a:latin typeface="Arial" charset="0"/>
                <a:ea typeface="黑体" pitchFamily="2" charset="-122"/>
              </a:rPr>
              <a:t>3</a:t>
            </a:r>
            <a:endParaRPr kumimoji="1" lang="en-US" altLang="zh-CN" sz="1800" b="1" dirty="0">
              <a:solidFill>
                <a:srgbClr val="333399"/>
              </a:solidFill>
              <a:latin typeface="Arial" charset="0"/>
              <a:ea typeface="黑体" pitchFamily="2" charset="-122"/>
            </a:endParaRPr>
          </a:p>
        </p:txBody>
      </p:sp>
      <p:sp>
        <p:nvSpPr>
          <p:cNvPr id="87088" name="Line 104"/>
          <p:cNvSpPr>
            <a:spLocks noChangeShapeType="1"/>
          </p:cNvSpPr>
          <p:nvPr/>
        </p:nvSpPr>
        <p:spPr bwMode="auto">
          <a:xfrm>
            <a:off x="2362200" y="3611563"/>
            <a:ext cx="1905000" cy="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7089" name="Line 105"/>
          <p:cNvSpPr>
            <a:spLocks noChangeShapeType="1"/>
          </p:cNvSpPr>
          <p:nvPr/>
        </p:nvSpPr>
        <p:spPr bwMode="auto">
          <a:xfrm>
            <a:off x="7467600" y="5440363"/>
            <a:ext cx="2971800" cy="0"/>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7090" name="Text Box 106"/>
          <p:cNvSpPr txBox="1">
            <a:spLocks noChangeArrowheads="1"/>
          </p:cNvSpPr>
          <p:nvPr/>
        </p:nvSpPr>
        <p:spPr bwMode="auto">
          <a:xfrm>
            <a:off x="7531100" y="4799013"/>
            <a:ext cx="7954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smtClean="0">
                <a:solidFill>
                  <a:srgbClr val="333399"/>
                </a:solidFill>
                <a:latin typeface="Arial" charset="0"/>
                <a:ea typeface="黑体" pitchFamily="2" charset="-122"/>
              </a:rPr>
              <a:t>MAC</a:t>
            </a:r>
            <a:r>
              <a:rPr kumimoji="1" lang="en-US" altLang="zh-CN" sz="1800" b="1" baseline="-25000" dirty="0" smtClean="0">
                <a:solidFill>
                  <a:srgbClr val="333399"/>
                </a:solidFill>
                <a:latin typeface="Arial" charset="0"/>
                <a:ea typeface="黑体" pitchFamily="2" charset="-122"/>
              </a:rPr>
              <a:t>6</a:t>
            </a:r>
            <a:endParaRPr kumimoji="1" lang="en-US" altLang="zh-CN" sz="1800" b="1" dirty="0">
              <a:solidFill>
                <a:srgbClr val="333399"/>
              </a:solidFill>
              <a:latin typeface="Arial" charset="0"/>
              <a:ea typeface="黑体" pitchFamily="2" charset="-122"/>
            </a:endParaRPr>
          </a:p>
        </p:txBody>
      </p:sp>
      <p:sp>
        <p:nvSpPr>
          <p:cNvPr id="87091" name="Text Box 107"/>
          <p:cNvSpPr txBox="1">
            <a:spLocks noChangeArrowheads="1"/>
          </p:cNvSpPr>
          <p:nvPr/>
        </p:nvSpPr>
        <p:spPr bwMode="auto">
          <a:xfrm>
            <a:off x="9580728" y="4814888"/>
            <a:ext cx="7954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smtClean="0">
                <a:solidFill>
                  <a:srgbClr val="333399"/>
                </a:solidFill>
                <a:latin typeface="Arial" charset="0"/>
                <a:ea typeface="黑体" pitchFamily="2" charset="-122"/>
              </a:rPr>
              <a:t>MAC</a:t>
            </a:r>
            <a:r>
              <a:rPr kumimoji="1" lang="en-US" altLang="zh-CN" sz="1800" b="1" baseline="-25000" dirty="0" smtClean="0">
                <a:solidFill>
                  <a:srgbClr val="333399"/>
                </a:solidFill>
                <a:latin typeface="Arial" charset="0"/>
                <a:ea typeface="黑体" pitchFamily="2" charset="-122"/>
              </a:rPr>
              <a:t>2</a:t>
            </a:r>
            <a:endParaRPr kumimoji="1" lang="en-US" altLang="zh-CN" sz="1800" b="1" dirty="0">
              <a:solidFill>
                <a:srgbClr val="333399"/>
              </a:solidFill>
              <a:latin typeface="Arial" charset="0"/>
              <a:ea typeface="黑体" pitchFamily="2" charset="-122"/>
            </a:endParaRPr>
          </a:p>
        </p:txBody>
      </p:sp>
      <p:sp>
        <p:nvSpPr>
          <p:cNvPr id="87092" name="Text Box 108"/>
          <p:cNvSpPr txBox="1">
            <a:spLocks noChangeArrowheads="1"/>
          </p:cNvSpPr>
          <p:nvPr/>
        </p:nvSpPr>
        <p:spPr bwMode="auto">
          <a:xfrm>
            <a:off x="7531100" y="3709988"/>
            <a:ext cx="4841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a:solidFill>
                  <a:srgbClr val="333399"/>
                </a:solidFill>
                <a:latin typeface="Arial" charset="0"/>
                <a:ea typeface="黑体" pitchFamily="2" charset="-122"/>
              </a:rPr>
              <a:t>IP</a:t>
            </a:r>
            <a:r>
              <a:rPr kumimoji="1" lang="en-US" altLang="zh-CN" sz="1800" b="1" baseline="-25000">
                <a:solidFill>
                  <a:srgbClr val="333399"/>
                </a:solidFill>
                <a:latin typeface="Arial" charset="0"/>
                <a:ea typeface="黑体" pitchFamily="2" charset="-122"/>
              </a:rPr>
              <a:t>6</a:t>
            </a:r>
            <a:endParaRPr kumimoji="1" lang="en-US" altLang="zh-CN" sz="1800" b="1">
              <a:solidFill>
                <a:srgbClr val="333399"/>
              </a:solidFill>
              <a:latin typeface="Arial" charset="0"/>
              <a:ea typeface="黑体" pitchFamily="2" charset="-122"/>
            </a:endParaRPr>
          </a:p>
        </p:txBody>
      </p:sp>
      <p:sp>
        <p:nvSpPr>
          <p:cNvPr id="87093" name="Text Box 109"/>
          <p:cNvSpPr txBox="1">
            <a:spLocks noChangeArrowheads="1"/>
          </p:cNvSpPr>
          <p:nvPr/>
        </p:nvSpPr>
        <p:spPr bwMode="auto">
          <a:xfrm>
            <a:off x="1631950" y="2060575"/>
            <a:ext cx="9653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800" b="1">
                <a:solidFill>
                  <a:srgbClr val="333399"/>
                </a:solidFill>
                <a:latin typeface="Arial" charset="0"/>
                <a:ea typeface="黑体" pitchFamily="2" charset="-122"/>
              </a:rPr>
              <a:t>主机 </a:t>
            </a:r>
            <a:r>
              <a:rPr kumimoji="1" lang="en-US" altLang="zh-CN" sz="1800" b="1">
                <a:solidFill>
                  <a:srgbClr val="333399"/>
                </a:solidFill>
                <a:latin typeface="Arial" charset="0"/>
                <a:ea typeface="黑体" pitchFamily="2" charset="-122"/>
              </a:rPr>
              <a:t>H</a:t>
            </a:r>
            <a:r>
              <a:rPr kumimoji="1" lang="en-US" altLang="zh-CN" sz="1800" b="1" baseline="-25000">
                <a:solidFill>
                  <a:srgbClr val="333399"/>
                </a:solidFill>
                <a:latin typeface="Arial" charset="0"/>
                <a:ea typeface="黑体" pitchFamily="2" charset="-122"/>
              </a:rPr>
              <a:t>1</a:t>
            </a:r>
            <a:endParaRPr kumimoji="1" lang="en-US" altLang="zh-CN" sz="1800" b="1">
              <a:solidFill>
                <a:srgbClr val="333399"/>
              </a:solidFill>
              <a:latin typeface="Arial" charset="0"/>
              <a:ea typeface="黑体" pitchFamily="2" charset="-122"/>
            </a:endParaRPr>
          </a:p>
        </p:txBody>
      </p:sp>
      <p:sp>
        <p:nvSpPr>
          <p:cNvPr id="87094" name="Text Box 110"/>
          <p:cNvSpPr txBox="1">
            <a:spLocks noChangeArrowheads="1"/>
          </p:cNvSpPr>
          <p:nvPr/>
        </p:nvSpPr>
        <p:spPr bwMode="auto">
          <a:xfrm>
            <a:off x="9556750" y="2035175"/>
            <a:ext cx="9653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800" b="1">
                <a:solidFill>
                  <a:srgbClr val="333399"/>
                </a:solidFill>
                <a:latin typeface="Arial" charset="0"/>
                <a:ea typeface="黑体" pitchFamily="2" charset="-122"/>
              </a:rPr>
              <a:t>主机 </a:t>
            </a:r>
            <a:r>
              <a:rPr kumimoji="1" lang="en-US" altLang="zh-CN" sz="1800" b="1">
                <a:solidFill>
                  <a:srgbClr val="333399"/>
                </a:solidFill>
                <a:latin typeface="Arial" charset="0"/>
                <a:ea typeface="黑体" pitchFamily="2" charset="-122"/>
              </a:rPr>
              <a:t>H</a:t>
            </a:r>
            <a:r>
              <a:rPr kumimoji="1" lang="en-US" altLang="zh-CN" sz="1800" b="1" baseline="-25000">
                <a:solidFill>
                  <a:srgbClr val="333399"/>
                </a:solidFill>
                <a:latin typeface="Arial" charset="0"/>
                <a:ea typeface="黑体" pitchFamily="2" charset="-122"/>
              </a:rPr>
              <a:t>2</a:t>
            </a:r>
            <a:endParaRPr kumimoji="1" lang="en-US" altLang="zh-CN" sz="1800" b="1">
              <a:solidFill>
                <a:srgbClr val="333399"/>
              </a:solidFill>
              <a:latin typeface="Arial" charset="0"/>
              <a:ea typeface="黑体" pitchFamily="2" charset="-122"/>
            </a:endParaRPr>
          </a:p>
        </p:txBody>
      </p:sp>
      <p:sp>
        <p:nvSpPr>
          <p:cNvPr id="87095" name="AutoShape 111"/>
          <p:cNvSpPr>
            <a:spLocks noChangeArrowheads="1"/>
          </p:cNvSpPr>
          <p:nvPr/>
        </p:nvSpPr>
        <p:spPr bwMode="auto">
          <a:xfrm>
            <a:off x="4191000" y="3259138"/>
            <a:ext cx="685800" cy="609600"/>
          </a:xfrm>
          <a:prstGeom prst="cube">
            <a:avLst>
              <a:gd name="adj" fmla="val 25000"/>
            </a:avLst>
          </a:prstGeom>
          <a:solidFill>
            <a:srgbClr val="66CCFF"/>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87096" name="Text Box 112"/>
          <p:cNvSpPr txBox="1">
            <a:spLocks noChangeArrowheads="1"/>
          </p:cNvSpPr>
          <p:nvPr/>
        </p:nvSpPr>
        <p:spPr bwMode="auto">
          <a:xfrm>
            <a:off x="4079776" y="2887663"/>
            <a:ext cx="11977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800" b="1" dirty="0">
                <a:solidFill>
                  <a:srgbClr val="333399"/>
                </a:solidFill>
                <a:latin typeface="Arial" charset="0"/>
                <a:ea typeface="黑体" pitchFamily="2" charset="-122"/>
              </a:rPr>
              <a:t>路由器 </a:t>
            </a:r>
            <a:r>
              <a:rPr kumimoji="1" lang="en-US" altLang="zh-CN" sz="1800" b="1" dirty="0">
                <a:solidFill>
                  <a:srgbClr val="333399"/>
                </a:solidFill>
                <a:latin typeface="Arial" charset="0"/>
                <a:ea typeface="黑体" pitchFamily="2" charset="-122"/>
              </a:rPr>
              <a:t>R</a:t>
            </a:r>
            <a:r>
              <a:rPr kumimoji="1" lang="en-US" altLang="zh-CN" sz="1800" b="1" baseline="-25000" dirty="0">
                <a:solidFill>
                  <a:srgbClr val="333399"/>
                </a:solidFill>
                <a:latin typeface="Arial" charset="0"/>
                <a:ea typeface="黑体" pitchFamily="2" charset="-122"/>
              </a:rPr>
              <a:t>1</a:t>
            </a:r>
            <a:endParaRPr kumimoji="1" lang="en-US" altLang="zh-CN" sz="1800" b="1" dirty="0">
              <a:solidFill>
                <a:srgbClr val="333399"/>
              </a:solidFill>
              <a:latin typeface="Arial" charset="0"/>
              <a:ea typeface="黑体" pitchFamily="2" charset="-122"/>
            </a:endParaRPr>
          </a:p>
        </p:txBody>
      </p:sp>
      <p:sp>
        <p:nvSpPr>
          <p:cNvPr id="87097" name="Text Box 113"/>
          <p:cNvSpPr txBox="1">
            <a:spLocks noChangeArrowheads="1"/>
          </p:cNvSpPr>
          <p:nvPr/>
        </p:nvSpPr>
        <p:spPr bwMode="auto">
          <a:xfrm>
            <a:off x="5690495" y="4149080"/>
            <a:ext cx="2544479" cy="400110"/>
          </a:xfrm>
          <a:prstGeom prst="rect">
            <a:avLst/>
          </a:prstGeom>
          <a:solidFill>
            <a:srgbClr val="CCECFF"/>
          </a:solidFill>
          <a:ln w="9525">
            <a:solidFill>
              <a:srgbClr val="333399"/>
            </a:solidFill>
            <a:miter lim="800000"/>
            <a:headEnd/>
            <a:tailEnd/>
          </a:ln>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dirty="0">
                <a:solidFill>
                  <a:srgbClr val="333399"/>
                </a:solidFill>
                <a:latin typeface="Arial" charset="0"/>
                <a:ea typeface="黑体" pitchFamily="2" charset="-122"/>
              </a:rPr>
              <a:t>IP </a:t>
            </a:r>
            <a:r>
              <a:rPr kumimoji="1" lang="zh-CN" altLang="en-US" sz="2000" b="1" dirty="0">
                <a:solidFill>
                  <a:srgbClr val="333399"/>
                </a:solidFill>
                <a:latin typeface="Arial" charset="0"/>
                <a:ea typeface="黑体" pitchFamily="2" charset="-122"/>
              </a:rPr>
              <a:t>层上</a:t>
            </a:r>
            <a:r>
              <a:rPr kumimoji="1" lang="zh-CN" altLang="en-US" sz="2000" b="1" dirty="0" smtClean="0">
                <a:solidFill>
                  <a:srgbClr val="333399"/>
                </a:solidFill>
                <a:latin typeface="Arial" charset="0"/>
                <a:ea typeface="黑体" pitchFamily="2" charset="-122"/>
              </a:rPr>
              <a:t>的虚拟互联网</a:t>
            </a:r>
            <a:endParaRPr kumimoji="1" lang="zh-CN" altLang="en-US" sz="2000" b="1" dirty="0">
              <a:solidFill>
                <a:srgbClr val="333399"/>
              </a:solidFill>
              <a:latin typeface="Arial" charset="0"/>
              <a:ea typeface="黑体" pitchFamily="2" charset="-122"/>
            </a:endParaRPr>
          </a:p>
        </p:txBody>
      </p:sp>
      <p:sp>
        <p:nvSpPr>
          <p:cNvPr id="87098" name="Text Box 114"/>
          <p:cNvSpPr txBox="1">
            <a:spLocks noChangeArrowheads="1"/>
          </p:cNvSpPr>
          <p:nvPr/>
        </p:nvSpPr>
        <p:spPr bwMode="auto">
          <a:xfrm>
            <a:off x="2591470" y="6014616"/>
            <a:ext cx="10070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a:solidFill>
                  <a:srgbClr val="333399"/>
                </a:solidFill>
                <a:latin typeface="Arial" charset="0"/>
                <a:ea typeface="黑体" pitchFamily="2" charset="-122"/>
              </a:rPr>
              <a:t>MAC </a:t>
            </a:r>
            <a:r>
              <a:rPr kumimoji="1" lang="zh-CN" altLang="en-US" sz="1800" b="1" dirty="0">
                <a:solidFill>
                  <a:srgbClr val="333399"/>
                </a:solidFill>
                <a:latin typeface="Arial" charset="0"/>
                <a:ea typeface="黑体" pitchFamily="2" charset="-122"/>
              </a:rPr>
              <a:t>帧</a:t>
            </a:r>
          </a:p>
        </p:txBody>
      </p:sp>
      <p:grpSp>
        <p:nvGrpSpPr>
          <p:cNvPr id="87099" name="Group 115"/>
          <p:cNvGrpSpPr>
            <a:grpSpLocks/>
          </p:cNvGrpSpPr>
          <p:nvPr/>
        </p:nvGrpSpPr>
        <p:grpSpPr bwMode="auto">
          <a:xfrm>
            <a:off x="9677400" y="2420938"/>
            <a:ext cx="685800" cy="1447800"/>
            <a:chOff x="672" y="528"/>
            <a:chExt cx="432" cy="912"/>
          </a:xfrm>
        </p:grpSpPr>
        <p:sp>
          <p:nvSpPr>
            <p:cNvPr id="87143" name="AutoShape 116"/>
            <p:cNvSpPr>
              <a:spLocks noChangeArrowheads="1"/>
            </p:cNvSpPr>
            <p:nvPr/>
          </p:nvSpPr>
          <p:spPr bwMode="auto">
            <a:xfrm>
              <a:off x="672" y="1008"/>
              <a:ext cx="432" cy="432"/>
            </a:xfrm>
            <a:prstGeom prst="cube">
              <a:avLst>
                <a:gd name="adj" fmla="val 25000"/>
              </a:avLst>
            </a:prstGeom>
            <a:solidFill>
              <a:srgbClr val="DDDDDD"/>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87144" name="AutoShape 117"/>
            <p:cNvSpPr>
              <a:spLocks noChangeArrowheads="1"/>
            </p:cNvSpPr>
            <p:nvPr/>
          </p:nvSpPr>
          <p:spPr bwMode="auto">
            <a:xfrm>
              <a:off x="672" y="720"/>
              <a:ext cx="432" cy="432"/>
            </a:xfrm>
            <a:prstGeom prst="cube">
              <a:avLst>
                <a:gd name="adj" fmla="val 25000"/>
              </a:avLst>
            </a:prstGeom>
            <a:solidFill>
              <a:srgbClr val="DDDDDD"/>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87145" name="AutoShape 118"/>
            <p:cNvSpPr>
              <a:spLocks noChangeArrowheads="1"/>
            </p:cNvSpPr>
            <p:nvPr/>
          </p:nvSpPr>
          <p:spPr bwMode="auto">
            <a:xfrm>
              <a:off x="672" y="528"/>
              <a:ext cx="432" cy="432"/>
            </a:xfrm>
            <a:prstGeom prst="cube">
              <a:avLst>
                <a:gd name="adj" fmla="val 25000"/>
              </a:avLst>
            </a:prstGeom>
            <a:solidFill>
              <a:srgbClr val="DDDDDD"/>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grpSp>
      <p:sp>
        <p:nvSpPr>
          <p:cNvPr id="87100" name="Text Box 119"/>
          <p:cNvSpPr txBox="1">
            <a:spLocks noChangeArrowheads="1"/>
          </p:cNvSpPr>
          <p:nvPr/>
        </p:nvSpPr>
        <p:spPr bwMode="auto">
          <a:xfrm>
            <a:off x="9726613" y="3435350"/>
            <a:ext cx="4841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a:solidFill>
                  <a:srgbClr val="333399"/>
                </a:solidFill>
                <a:latin typeface="Arial" charset="0"/>
                <a:ea typeface="黑体" pitchFamily="2" charset="-122"/>
              </a:rPr>
              <a:t>IP</a:t>
            </a:r>
            <a:r>
              <a:rPr kumimoji="1" lang="en-US" altLang="zh-CN" sz="1800" b="1" baseline="-25000">
                <a:solidFill>
                  <a:srgbClr val="333399"/>
                </a:solidFill>
                <a:latin typeface="Arial" charset="0"/>
                <a:ea typeface="黑体" pitchFamily="2" charset="-122"/>
              </a:rPr>
              <a:t>2</a:t>
            </a:r>
            <a:endParaRPr kumimoji="1" lang="en-US" altLang="zh-CN" sz="1800" b="1">
              <a:solidFill>
                <a:srgbClr val="333399"/>
              </a:solidFill>
              <a:latin typeface="Arial" charset="0"/>
              <a:ea typeface="黑体" pitchFamily="2" charset="-122"/>
            </a:endParaRPr>
          </a:p>
        </p:txBody>
      </p:sp>
      <p:sp>
        <p:nvSpPr>
          <p:cNvPr id="87101" name="Text Box 120"/>
          <p:cNvSpPr txBox="1">
            <a:spLocks noChangeArrowheads="1"/>
          </p:cNvSpPr>
          <p:nvPr/>
        </p:nvSpPr>
        <p:spPr bwMode="auto">
          <a:xfrm>
            <a:off x="4845050" y="3697288"/>
            <a:ext cx="4841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a:solidFill>
                  <a:srgbClr val="333399"/>
                </a:solidFill>
                <a:latin typeface="Arial" charset="0"/>
                <a:ea typeface="黑体" pitchFamily="2" charset="-122"/>
              </a:rPr>
              <a:t>IP</a:t>
            </a:r>
            <a:r>
              <a:rPr kumimoji="1" lang="en-US" altLang="zh-CN" sz="1800" b="1" baseline="-25000" dirty="0">
                <a:solidFill>
                  <a:srgbClr val="333399"/>
                </a:solidFill>
                <a:latin typeface="Arial" charset="0"/>
                <a:ea typeface="黑体" pitchFamily="2" charset="-122"/>
              </a:rPr>
              <a:t>4</a:t>
            </a:r>
            <a:endParaRPr kumimoji="1" lang="en-US" altLang="zh-CN" sz="1800" b="1" dirty="0">
              <a:solidFill>
                <a:srgbClr val="333399"/>
              </a:solidFill>
              <a:latin typeface="Arial" charset="0"/>
              <a:ea typeface="黑体" pitchFamily="2" charset="-122"/>
            </a:endParaRPr>
          </a:p>
        </p:txBody>
      </p:sp>
      <p:sp>
        <p:nvSpPr>
          <p:cNvPr id="87102" name="Text Box 121"/>
          <p:cNvSpPr txBox="1">
            <a:spLocks noChangeArrowheads="1"/>
          </p:cNvSpPr>
          <p:nvPr/>
        </p:nvSpPr>
        <p:spPr bwMode="auto">
          <a:xfrm>
            <a:off x="3810000" y="3697288"/>
            <a:ext cx="4841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a:solidFill>
                  <a:srgbClr val="333399"/>
                </a:solidFill>
                <a:latin typeface="Arial" charset="0"/>
                <a:ea typeface="黑体" pitchFamily="2" charset="-122"/>
              </a:rPr>
              <a:t>IP</a:t>
            </a:r>
            <a:r>
              <a:rPr kumimoji="1" lang="en-US" altLang="zh-CN" sz="1800" b="1" baseline="-25000" dirty="0">
                <a:solidFill>
                  <a:srgbClr val="333399"/>
                </a:solidFill>
                <a:latin typeface="Arial" charset="0"/>
                <a:ea typeface="黑体" pitchFamily="2" charset="-122"/>
              </a:rPr>
              <a:t>3</a:t>
            </a:r>
            <a:endParaRPr kumimoji="1" lang="en-US" altLang="zh-CN" sz="1800" b="1" dirty="0">
              <a:solidFill>
                <a:srgbClr val="333399"/>
              </a:solidFill>
              <a:latin typeface="Arial" charset="0"/>
              <a:ea typeface="黑体" pitchFamily="2" charset="-122"/>
            </a:endParaRPr>
          </a:p>
        </p:txBody>
      </p:sp>
      <p:sp>
        <p:nvSpPr>
          <p:cNvPr id="87103" name="Line 122"/>
          <p:cNvSpPr>
            <a:spLocks noChangeShapeType="1"/>
          </p:cNvSpPr>
          <p:nvPr/>
        </p:nvSpPr>
        <p:spPr bwMode="auto">
          <a:xfrm>
            <a:off x="4800600" y="3611563"/>
            <a:ext cx="2057400" cy="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7104" name="AutoShape 123"/>
          <p:cNvSpPr>
            <a:spLocks noChangeArrowheads="1"/>
          </p:cNvSpPr>
          <p:nvPr/>
        </p:nvSpPr>
        <p:spPr bwMode="auto">
          <a:xfrm>
            <a:off x="6856413" y="3230563"/>
            <a:ext cx="685800" cy="609600"/>
          </a:xfrm>
          <a:prstGeom prst="cube">
            <a:avLst>
              <a:gd name="adj" fmla="val 25000"/>
            </a:avLst>
          </a:prstGeom>
          <a:solidFill>
            <a:srgbClr val="66CCFF"/>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87105" name="Line 124"/>
          <p:cNvSpPr>
            <a:spLocks noChangeShapeType="1"/>
          </p:cNvSpPr>
          <p:nvPr/>
        </p:nvSpPr>
        <p:spPr bwMode="auto">
          <a:xfrm>
            <a:off x="7467600" y="3611563"/>
            <a:ext cx="2209800" cy="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7106" name="Text Box 125"/>
          <p:cNvSpPr txBox="1">
            <a:spLocks noChangeArrowheads="1"/>
          </p:cNvSpPr>
          <p:nvPr/>
        </p:nvSpPr>
        <p:spPr bwMode="auto">
          <a:xfrm>
            <a:off x="6477000" y="3697288"/>
            <a:ext cx="4841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a:solidFill>
                  <a:srgbClr val="333399"/>
                </a:solidFill>
                <a:latin typeface="Arial" charset="0"/>
                <a:ea typeface="黑体" pitchFamily="2" charset="-122"/>
              </a:rPr>
              <a:t>IP</a:t>
            </a:r>
            <a:r>
              <a:rPr kumimoji="1" lang="en-US" altLang="zh-CN" sz="1800" b="1" baseline="-25000">
                <a:solidFill>
                  <a:srgbClr val="333399"/>
                </a:solidFill>
                <a:latin typeface="Arial" charset="0"/>
                <a:ea typeface="黑体" pitchFamily="2" charset="-122"/>
              </a:rPr>
              <a:t>5</a:t>
            </a:r>
            <a:endParaRPr kumimoji="1" lang="en-US" altLang="zh-CN" sz="1800" b="1">
              <a:solidFill>
                <a:srgbClr val="333399"/>
              </a:solidFill>
              <a:latin typeface="Arial" charset="0"/>
              <a:ea typeface="黑体" pitchFamily="2" charset="-122"/>
            </a:endParaRPr>
          </a:p>
        </p:txBody>
      </p:sp>
      <p:sp>
        <p:nvSpPr>
          <p:cNvPr id="87107" name="Line 126"/>
          <p:cNvSpPr>
            <a:spLocks noChangeShapeType="1"/>
          </p:cNvSpPr>
          <p:nvPr/>
        </p:nvSpPr>
        <p:spPr bwMode="auto">
          <a:xfrm>
            <a:off x="4876800" y="5440363"/>
            <a:ext cx="1905000" cy="0"/>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87108" name="Freeform 127"/>
          <p:cNvSpPr>
            <a:spLocks/>
          </p:cNvSpPr>
          <p:nvPr/>
        </p:nvSpPr>
        <p:spPr bwMode="auto">
          <a:xfrm flipH="1">
            <a:off x="7445375" y="5156200"/>
            <a:ext cx="341313" cy="284163"/>
          </a:xfrm>
          <a:custGeom>
            <a:avLst/>
            <a:gdLst>
              <a:gd name="T0" fmla="*/ 0 w 249"/>
              <a:gd name="T1" fmla="*/ 2147483646 h 176"/>
              <a:gd name="T2" fmla="*/ 2147483646 w 249"/>
              <a:gd name="T3" fmla="*/ 0 h 176"/>
              <a:gd name="T4" fmla="*/ 2147483646 w 249"/>
              <a:gd name="T5" fmla="*/ 2147483646 h 176"/>
              <a:gd name="T6" fmla="*/ 0 60000 65536"/>
              <a:gd name="T7" fmla="*/ 0 60000 65536"/>
              <a:gd name="T8" fmla="*/ 0 60000 65536"/>
              <a:gd name="T9" fmla="*/ 0 w 249"/>
              <a:gd name="T10" fmla="*/ 0 h 176"/>
              <a:gd name="T11" fmla="*/ 249 w 249"/>
              <a:gd name="T12" fmla="*/ 176 h 176"/>
            </a:gdLst>
            <a:ahLst/>
            <a:cxnLst>
              <a:cxn ang="T6">
                <a:pos x="T0" y="T1"/>
              </a:cxn>
              <a:cxn ang="T7">
                <a:pos x="T2" y="T3"/>
              </a:cxn>
              <a:cxn ang="T8">
                <a:pos x="T4" y="T5"/>
              </a:cxn>
            </a:cxnLst>
            <a:rect l="T9" t="T10" r="T11" b="T12"/>
            <a:pathLst>
              <a:path w="249" h="176">
                <a:moveTo>
                  <a:pt x="0" y="176"/>
                </a:moveTo>
                <a:lnTo>
                  <a:pt x="1" y="0"/>
                </a:lnTo>
                <a:lnTo>
                  <a:pt x="249" y="9"/>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87109" name="Freeform 128"/>
          <p:cNvSpPr>
            <a:spLocks/>
          </p:cNvSpPr>
          <p:nvPr/>
        </p:nvSpPr>
        <p:spPr bwMode="auto">
          <a:xfrm flipH="1">
            <a:off x="4757738" y="5162550"/>
            <a:ext cx="423862" cy="279400"/>
          </a:xfrm>
          <a:custGeom>
            <a:avLst/>
            <a:gdLst>
              <a:gd name="T0" fmla="*/ 0 w 249"/>
              <a:gd name="T1" fmla="*/ 2147483646 h 176"/>
              <a:gd name="T2" fmla="*/ 2147483646 w 249"/>
              <a:gd name="T3" fmla="*/ 0 h 176"/>
              <a:gd name="T4" fmla="*/ 2147483646 w 249"/>
              <a:gd name="T5" fmla="*/ 2147483646 h 176"/>
              <a:gd name="T6" fmla="*/ 0 60000 65536"/>
              <a:gd name="T7" fmla="*/ 0 60000 65536"/>
              <a:gd name="T8" fmla="*/ 0 60000 65536"/>
              <a:gd name="T9" fmla="*/ 0 w 249"/>
              <a:gd name="T10" fmla="*/ 0 h 176"/>
              <a:gd name="T11" fmla="*/ 249 w 249"/>
              <a:gd name="T12" fmla="*/ 176 h 176"/>
            </a:gdLst>
            <a:ahLst/>
            <a:cxnLst>
              <a:cxn ang="T6">
                <a:pos x="T0" y="T1"/>
              </a:cxn>
              <a:cxn ang="T7">
                <a:pos x="T2" y="T3"/>
              </a:cxn>
              <a:cxn ang="T8">
                <a:pos x="T4" y="T5"/>
              </a:cxn>
            </a:cxnLst>
            <a:rect l="T9" t="T10" r="T11" b="T12"/>
            <a:pathLst>
              <a:path w="249" h="176">
                <a:moveTo>
                  <a:pt x="0" y="176"/>
                </a:moveTo>
                <a:lnTo>
                  <a:pt x="1" y="0"/>
                </a:lnTo>
                <a:lnTo>
                  <a:pt x="249" y="9"/>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87110" name="Text Box 129"/>
          <p:cNvSpPr txBox="1">
            <a:spLocks noChangeArrowheads="1"/>
          </p:cNvSpPr>
          <p:nvPr/>
        </p:nvSpPr>
        <p:spPr bwMode="auto">
          <a:xfrm>
            <a:off x="6742113" y="2862263"/>
            <a:ext cx="11977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800" b="1">
                <a:solidFill>
                  <a:srgbClr val="333399"/>
                </a:solidFill>
                <a:latin typeface="Arial" charset="0"/>
                <a:ea typeface="黑体" pitchFamily="2" charset="-122"/>
              </a:rPr>
              <a:t>路由器 </a:t>
            </a:r>
            <a:r>
              <a:rPr kumimoji="1" lang="en-US" altLang="zh-CN" sz="1800" b="1">
                <a:solidFill>
                  <a:srgbClr val="333399"/>
                </a:solidFill>
                <a:latin typeface="Arial" charset="0"/>
                <a:ea typeface="黑体" pitchFamily="2" charset="-122"/>
              </a:rPr>
              <a:t>R</a:t>
            </a:r>
            <a:r>
              <a:rPr kumimoji="1" lang="en-US" altLang="zh-CN" sz="1800" b="1" baseline="-25000">
                <a:solidFill>
                  <a:srgbClr val="333399"/>
                </a:solidFill>
                <a:latin typeface="Arial" charset="0"/>
                <a:ea typeface="黑体" pitchFamily="2" charset="-122"/>
              </a:rPr>
              <a:t>2</a:t>
            </a:r>
            <a:endParaRPr kumimoji="1" lang="en-US" altLang="zh-CN" sz="1800" b="1">
              <a:solidFill>
                <a:srgbClr val="333399"/>
              </a:solidFill>
              <a:latin typeface="Arial" charset="0"/>
              <a:ea typeface="黑体" pitchFamily="2" charset="-122"/>
            </a:endParaRPr>
          </a:p>
        </p:txBody>
      </p:sp>
      <p:sp>
        <p:nvSpPr>
          <p:cNvPr id="87117" name="Text Box 148"/>
          <p:cNvSpPr txBox="1">
            <a:spLocks noChangeArrowheads="1"/>
          </p:cNvSpPr>
          <p:nvPr/>
        </p:nvSpPr>
        <p:spPr bwMode="auto">
          <a:xfrm>
            <a:off x="8040216" y="6018213"/>
            <a:ext cx="10070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a:solidFill>
                  <a:srgbClr val="333399"/>
                </a:solidFill>
                <a:latin typeface="Arial" charset="0"/>
                <a:ea typeface="黑体" pitchFamily="2" charset="-122"/>
              </a:rPr>
              <a:t>MAC </a:t>
            </a:r>
            <a:r>
              <a:rPr kumimoji="1" lang="zh-CN" altLang="en-US" sz="1800" b="1" dirty="0">
                <a:solidFill>
                  <a:srgbClr val="333399"/>
                </a:solidFill>
                <a:latin typeface="Arial" charset="0"/>
                <a:ea typeface="黑体" pitchFamily="2" charset="-122"/>
              </a:rPr>
              <a:t>帧</a:t>
            </a:r>
          </a:p>
        </p:txBody>
      </p:sp>
      <p:sp>
        <p:nvSpPr>
          <p:cNvPr id="87118" name="Text Box 149"/>
          <p:cNvSpPr txBox="1">
            <a:spLocks noChangeArrowheads="1"/>
          </p:cNvSpPr>
          <p:nvPr/>
        </p:nvSpPr>
        <p:spPr bwMode="auto">
          <a:xfrm>
            <a:off x="5303912" y="6018213"/>
            <a:ext cx="10070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a:solidFill>
                  <a:srgbClr val="333399"/>
                </a:solidFill>
                <a:latin typeface="Arial" charset="0"/>
                <a:ea typeface="黑体" pitchFamily="2" charset="-122"/>
              </a:rPr>
              <a:t>MAC </a:t>
            </a:r>
            <a:r>
              <a:rPr kumimoji="1" lang="zh-CN" altLang="en-US" sz="1800" b="1" dirty="0">
                <a:solidFill>
                  <a:srgbClr val="333399"/>
                </a:solidFill>
                <a:latin typeface="Arial" charset="0"/>
                <a:ea typeface="黑体" pitchFamily="2" charset="-122"/>
              </a:rPr>
              <a:t>帧</a:t>
            </a:r>
          </a:p>
        </p:txBody>
      </p:sp>
      <p:sp>
        <p:nvSpPr>
          <p:cNvPr id="220318" name="Text Box 158"/>
          <p:cNvSpPr txBox="1">
            <a:spLocks noChangeArrowheads="1"/>
          </p:cNvSpPr>
          <p:nvPr/>
        </p:nvSpPr>
        <p:spPr bwMode="auto">
          <a:xfrm>
            <a:off x="2232098" y="1598885"/>
            <a:ext cx="7896350" cy="830997"/>
          </a:xfrm>
          <a:prstGeom prst="rect">
            <a:avLst/>
          </a:prstGeom>
          <a:solidFill>
            <a:srgbClr val="FFFF99"/>
          </a:solidFill>
          <a:ln w="9525">
            <a:solidFill>
              <a:srgbClr val="333399"/>
            </a:solidFill>
            <a:miter lim="800000"/>
            <a:headEnd/>
            <a:tailEnd/>
          </a:ln>
        </p:spPr>
        <p:txBody>
          <a:bodyPr wrap="squar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lang="en-US" altLang="zh-CN" sz="2400" b="1" dirty="0" smtClean="0">
                <a:solidFill>
                  <a:srgbClr val="333399"/>
                </a:solidFill>
                <a:latin typeface="Arial" charset="0"/>
                <a:ea typeface="黑体" pitchFamily="2" charset="-122"/>
              </a:rPr>
              <a:t>IP </a:t>
            </a:r>
            <a:r>
              <a:rPr lang="zh-CN" altLang="en-US" sz="2400" b="1" dirty="0" smtClean="0">
                <a:solidFill>
                  <a:srgbClr val="333399"/>
                </a:solidFill>
                <a:latin typeface="Arial" charset="0"/>
                <a:ea typeface="黑体" pitchFamily="2" charset="-122"/>
              </a:rPr>
              <a:t>层屏蔽</a:t>
            </a:r>
            <a:r>
              <a:rPr lang="zh-CN" altLang="en-US" sz="2400" b="1" dirty="0">
                <a:solidFill>
                  <a:srgbClr val="333399"/>
                </a:solidFill>
                <a:latin typeface="Arial" charset="0"/>
                <a:ea typeface="黑体" pitchFamily="2" charset="-122"/>
              </a:rPr>
              <a:t>了</a:t>
            </a:r>
            <a:r>
              <a:rPr lang="zh-CN" altLang="en-US" sz="2400" b="1" dirty="0" smtClean="0">
                <a:solidFill>
                  <a:srgbClr val="333399"/>
                </a:solidFill>
                <a:latin typeface="Arial" charset="0"/>
                <a:ea typeface="黑体" pitchFamily="2" charset="-122"/>
              </a:rPr>
              <a:t>下层复杂</a:t>
            </a:r>
            <a:r>
              <a:rPr lang="zh-CN" altLang="en-US" sz="2400" b="1" dirty="0">
                <a:solidFill>
                  <a:srgbClr val="333399"/>
                </a:solidFill>
                <a:latin typeface="Arial" charset="0"/>
                <a:ea typeface="黑体" pitchFamily="2" charset="-122"/>
              </a:rPr>
              <a:t>的</a:t>
            </a:r>
            <a:r>
              <a:rPr lang="zh-CN" altLang="en-US" sz="2400" b="1" dirty="0" smtClean="0">
                <a:solidFill>
                  <a:srgbClr val="333399"/>
                </a:solidFill>
                <a:latin typeface="Arial" charset="0"/>
                <a:ea typeface="黑体" pitchFamily="2" charset="-122"/>
              </a:rPr>
              <a:t>细节，使互联网变得抽象而又统一</a:t>
            </a:r>
            <a:endParaRPr lang="en-US" altLang="zh-CN" sz="2400" b="1" dirty="0">
              <a:solidFill>
                <a:srgbClr val="333399"/>
              </a:solidFill>
              <a:latin typeface="Arial" charset="0"/>
              <a:ea typeface="黑体" pitchFamily="2" charset="-122"/>
            </a:endParaRPr>
          </a:p>
        </p:txBody>
      </p:sp>
      <p:sp>
        <p:nvSpPr>
          <p:cNvPr id="2" name="标题 1"/>
          <p:cNvSpPr>
            <a:spLocks noGrp="1"/>
          </p:cNvSpPr>
          <p:nvPr>
            <p:ph type="title"/>
          </p:nvPr>
        </p:nvSpPr>
        <p:spPr/>
        <p:txBody>
          <a:bodyPr/>
          <a:lstStyle/>
          <a:p>
            <a:r>
              <a:rPr lang="en-US" altLang="zh-CN" dirty="0"/>
              <a:t>IP </a:t>
            </a:r>
            <a:r>
              <a:rPr lang="zh-CN" altLang="en-US" dirty="0"/>
              <a:t>数据报转发过程 </a:t>
            </a:r>
          </a:p>
        </p:txBody>
      </p:sp>
      <p:grpSp>
        <p:nvGrpSpPr>
          <p:cNvPr id="11" name="组合 10"/>
          <p:cNvGrpSpPr/>
          <p:nvPr/>
        </p:nvGrpSpPr>
        <p:grpSpPr>
          <a:xfrm>
            <a:off x="2273301" y="5592763"/>
            <a:ext cx="1841501" cy="381000"/>
            <a:chOff x="2273301" y="5592763"/>
            <a:chExt cx="1841501" cy="381000"/>
          </a:xfrm>
        </p:grpSpPr>
        <p:sp>
          <p:nvSpPr>
            <p:cNvPr id="87136" name="AutoShape 141"/>
            <p:cNvSpPr>
              <a:spLocks noChangeArrowheads="1"/>
            </p:cNvSpPr>
            <p:nvPr/>
          </p:nvSpPr>
          <p:spPr bwMode="auto">
            <a:xfrm>
              <a:off x="3810002" y="5668963"/>
              <a:ext cx="304800" cy="228600"/>
            </a:xfrm>
            <a:prstGeom prst="rightArrow">
              <a:avLst>
                <a:gd name="adj1" fmla="val 50000"/>
                <a:gd name="adj2" fmla="val 54167"/>
              </a:avLst>
            </a:prstGeom>
            <a:solidFill>
              <a:srgbClr val="CCECFF"/>
            </a:solidFill>
            <a:ln w="127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6" name="矩形 5"/>
            <p:cNvSpPr/>
            <p:nvPr/>
          </p:nvSpPr>
          <p:spPr>
            <a:xfrm>
              <a:off x="2273301" y="5609213"/>
              <a:ext cx="1539710" cy="348178"/>
            </a:xfrm>
            <a:prstGeom prst="rect">
              <a:avLst/>
            </a:prstGeom>
            <a:solidFill>
              <a:srgbClr val="CCEC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87135" name="Rectangle 140"/>
            <p:cNvSpPr>
              <a:spLocks noChangeArrowheads="1"/>
            </p:cNvSpPr>
            <p:nvPr/>
          </p:nvSpPr>
          <p:spPr bwMode="auto">
            <a:xfrm>
              <a:off x="2917015" y="5592763"/>
              <a:ext cx="985838" cy="381000"/>
            </a:xfrm>
            <a:prstGeom prst="rect">
              <a:avLst/>
            </a:prstGeom>
            <a:noFill/>
            <a:ln w="12700">
              <a:noFill/>
              <a:miter lim="800000"/>
              <a:headEnd/>
              <a:tailEnd/>
            </a:ln>
          </p:spPr>
          <p:txBody>
            <a:bodyPr wrap="none" anchor="ctr"/>
            <a:lstStyle/>
            <a:p>
              <a:pPr algn="r" eaLnBrk="1" hangingPunct="1"/>
              <a:r>
                <a:rPr kumimoji="1" lang="en-US" altLang="zh-CN" sz="1400" b="1" dirty="0" smtClean="0">
                  <a:solidFill>
                    <a:srgbClr val="333399"/>
                  </a:solidFill>
                  <a:ea typeface="黑体" pitchFamily="2" charset="-122"/>
                </a:rPr>
                <a:t>MAC</a:t>
              </a:r>
              <a:r>
                <a:rPr kumimoji="1" lang="en-US" altLang="zh-CN" sz="1400" b="1" baseline="-25000" dirty="0" smtClean="0">
                  <a:solidFill>
                    <a:srgbClr val="333399"/>
                  </a:solidFill>
                  <a:ea typeface="黑体" pitchFamily="2" charset="-122"/>
                </a:rPr>
                <a:t>1</a:t>
              </a:r>
              <a:r>
                <a:rPr kumimoji="1" lang="en-US" altLang="zh-CN" sz="1400" b="1" dirty="0" smtClean="0">
                  <a:solidFill>
                    <a:srgbClr val="333399"/>
                  </a:solidFill>
                  <a:ea typeface="黑体" pitchFamily="2" charset="-122"/>
                </a:rPr>
                <a:t> MAC</a:t>
              </a:r>
              <a:r>
                <a:rPr kumimoji="1" lang="en-US" altLang="zh-CN" sz="1400" b="1" baseline="-25000" dirty="0" smtClean="0">
                  <a:solidFill>
                    <a:srgbClr val="333399"/>
                  </a:solidFill>
                  <a:ea typeface="黑体" pitchFamily="2" charset="-122"/>
                </a:rPr>
                <a:t>3</a:t>
              </a:r>
              <a:endParaRPr kumimoji="1" lang="en-US" altLang="zh-CN" sz="1400" b="1" baseline="-25000" dirty="0">
                <a:solidFill>
                  <a:srgbClr val="333399"/>
                </a:solidFill>
                <a:ea typeface="黑体" pitchFamily="2" charset="-122"/>
              </a:endParaRPr>
            </a:p>
          </p:txBody>
        </p:sp>
        <p:cxnSp>
          <p:nvCxnSpPr>
            <p:cNvPr id="8" name="直接连接符 7"/>
            <p:cNvCxnSpPr/>
            <p:nvPr/>
          </p:nvCxnSpPr>
          <p:spPr>
            <a:xfrm>
              <a:off x="3314700" y="560921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直接连接符 126"/>
            <p:cNvCxnSpPr/>
            <p:nvPr/>
          </p:nvCxnSpPr>
          <p:spPr>
            <a:xfrm>
              <a:off x="2815531" y="561629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9" name="组合 128"/>
          <p:cNvGrpSpPr/>
          <p:nvPr/>
        </p:nvGrpSpPr>
        <p:grpSpPr>
          <a:xfrm>
            <a:off x="4974579" y="5599873"/>
            <a:ext cx="1841501" cy="381000"/>
            <a:chOff x="2273301" y="5592763"/>
            <a:chExt cx="1841501" cy="381000"/>
          </a:xfrm>
        </p:grpSpPr>
        <p:sp>
          <p:nvSpPr>
            <p:cNvPr id="130" name="AutoShape 141"/>
            <p:cNvSpPr>
              <a:spLocks noChangeArrowheads="1"/>
            </p:cNvSpPr>
            <p:nvPr/>
          </p:nvSpPr>
          <p:spPr bwMode="auto">
            <a:xfrm>
              <a:off x="3810002" y="5668963"/>
              <a:ext cx="304800" cy="228600"/>
            </a:xfrm>
            <a:prstGeom prst="rightArrow">
              <a:avLst>
                <a:gd name="adj1" fmla="val 50000"/>
                <a:gd name="adj2" fmla="val 54167"/>
              </a:avLst>
            </a:prstGeom>
            <a:solidFill>
              <a:srgbClr val="CCECFF"/>
            </a:solidFill>
            <a:ln w="127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31" name="矩形 130"/>
            <p:cNvSpPr/>
            <p:nvPr/>
          </p:nvSpPr>
          <p:spPr>
            <a:xfrm>
              <a:off x="2273301" y="5609213"/>
              <a:ext cx="1539710" cy="348178"/>
            </a:xfrm>
            <a:prstGeom prst="rect">
              <a:avLst/>
            </a:prstGeom>
            <a:solidFill>
              <a:srgbClr val="CCEC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32" name="Rectangle 140"/>
            <p:cNvSpPr>
              <a:spLocks noChangeArrowheads="1"/>
            </p:cNvSpPr>
            <p:nvPr/>
          </p:nvSpPr>
          <p:spPr bwMode="auto">
            <a:xfrm>
              <a:off x="2917015" y="5592763"/>
              <a:ext cx="985838" cy="381000"/>
            </a:xfrm>
            <a:prstGeom prst="rect">
              <a:avLst/>
            </a:prstGeom>
            <a:noFill/>
            <a:ln w="12700">
              <a:noFill/>
              <a:miter lim="800000"/>
              <a:headEnd/>
              <a:tailEnd/>
            </a:ln>
          </p:spPr>
          <p:txBody>
            <a:bodyPr wrap="none" anchor="ctr"/>
            <a:lstStyle/>
            <a:p>
              <a:pPr algn="r" eaLnBrk="1" hangingPunct="1"/>
              <a:r>
                <a:rPr kumimoji="1" lang="en-US" altLang="zh-CN" sz="1400" b="1" dirty="0" smtClean="0">
                  <a:solidFill>
                    <a:srgbClr val="333399"/>
                  </a:solidFill>
                  <a:ea typeface="黑体" pitchFamily="2" charset="-122"/>
                </a:rPr>
                <a:t>MAC</a:t>
              </a:r>
              <a:r>
                <a:rPr kumimoji="1" lang="en-US" altLang="zh-CN" sz="1400" b="1" baseline="-25000" dirty="0" smtClean="0">
                  <a:solidFill>
                    <a:srgbClr val="333399"/>
                  </a:solidFill>
                  <a:ea typeface="黑体" pitchFamily="2" charset="-122"/>
                </a:rPr>
                <a:t>4</a:t>
              </a:r>
              <a:r>
                <a:rPr kumimoji="1" lang="en-US" altLang="zh-CN" sz="1400" b="1" dirty="0" smtClean="0">
                  <a:solidFill>
                    <a:srgbClr val="333399"/>
                  </a:solidFill>
                  <a:ea typeface="黑体" pitchFamily="2" charset="-122"/>
                </a:rPr>
                <a:t> MAC</a:t>
              </a:r>
              <a:r>
                <a:rPr kumimoji="1" lang="en-US" altLang="zh-CN" sz="1400" b="1" baseline="-25000" dirty="0" smtClean="0">
                  <a:solidFill>
                    <a:srgbClr val="333399"/>
                  </a:solidFill>
                  <a:ea typeface="黑体" pitchFamily="2" charset="-122"/>
                </a:rPr>
                <a:t>5</a:t>
              </a:r>
              <a:endParaRPr kumimoji="1" lang="en-US" altLang="zh-CN" sz="1400" b="1" baseline="-25000" dirty="0">
                <a:solidFill>
                  <a:srgbClr val="333399"/>
                </a:solidFill>
                <a:ea typeface="黑体" pitchFamily="2" charset="-122"/>
              </a:endParaRPr>
            </a:p>
          </p:txBody>
        </p:sp>
        <p:cxnSp>
          <p:nvCxnSpPr>
            <p:cNvPr id="133" name="直接连接符 132"/>
            <p:cNvCxnSpPr/>
            <p:nvPr/>
          </p:nvCxnSpPr>
          <p:spPr>
            <a:xfrm>
              <a:off x="3314700" y="560921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a:off x="2815531" y="561629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5" name="组合 134"/>
          <p:cNvGrpSpPr/>
          <p:nvPr/>
        </p:nvGrpSpPr>
        <p:grpSpPr>
          <a:xfrm>
            <a:off x="7710883" y="5599873"/>
            <a:ext cx="1841501" cy="381000"/>
            <a:chOff x="2273301" y="5592763"/>
            <a:chExt cx="1841501" cy="381000"/>
          </a:xfrm>
        </p:grpSpPr>
        <p:sp>
          <p:nvSpPr>
            <p:cNvPr id="136" name="AutoShape 141"/>
            <p:cNvSpPr>
              <a:spLocks noChangeArrowheads="1"/>
            </p:cNvSpPr>
            <p:nvPr/>
          </p:nvSpPr>
          <p:spPr bwMode="auto">
            <a:xfrm>
              <a:off x="3810002" y="5668963"/>
              <a:ext cx="304800" cy="228600"/>
            </a:xfrm>
            <a:prstGeom prst="rightArrow">
              <a:avLst>
                <a:gd name="adj1" fmla="val 50000"/>
                <a:gd name="adj2" fmla="val 54167"/>
              </a:avLst>
            </a:prstGeom>
            <a:solidFill>
              <a:srgbClr val="CCECFF"/>
            </a:solidFill>
            <a:ln w="127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37" name="矩形 136"/>
            <p:cNvSpPr/>
            <p:nvPr/>
          </p:nvSpPr>
          <p:spPr>
            <a:xfrm>
              <a:off x="2273301" y="5609213"/>
              <a:ext cx="1539710" cy="348178"/>
            </a:xfrm>
            <a:prstGeom prst="rect">
              <a:avLst/>
            </a:prstGeom>
            <a:solidFill>
              <a:srgbClr val="CCEC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38" name="Rectangle 140"/>
            <p:cNvSpPr>
              <a:spLocks noChangeArrowheads="1"/>
            </p:cNvSpPr>
            <p:nvPr/>
          </p:nvSpPr>
          <p:spPr bwMode="auto">
            <a:xfrm>
              <a:off x="2917015" y="5592763"/>
              <a:ext cx="985838" cy="381000"/>
            </a:xfrm>
            <a:prstGeom prst="rect">
              <a:avLst/>
            </a:prstGeom>
            <a:noFill/>
            <a:ln w="12700">
              <a:noFill/>
              <a:miter lim="800000"/>
              <a:headEnd/>
              <a:tailEnd/>
            </a:ln>
          </p:spPr>
          <p:txBody>
            <a:bodyPr wrap="none" anchor="ctr"/>
            <a:lstStyle/>
            <a:p>
              <a:pPr algn="r" eaLnBrk="1" hangingPunct="1"/>
              <a:r>
                <a:rPr kumimoji="1" lang="en-US" altLang="zh-CN" sz="1400" b="1" dirty="0" smtClean="0">
                  <a:solidFill>
                    <a:srgbClr val="333399"/>
                  </a:solidFill>
                  <a:ea typeface="黑体" pitchFamily="2" charset="-122"/>
                </a:rPr>
                <a:t>MAC</a:t>
              </a:r>
              <a:r>
                <a:rPr kumimoji="1" lang="en-US" altLang="zh-CN" sz="1400" b="1" baseline="-25000" dirty="0" smtClean="0">
                  <a:solidFill>
                    <a:srgbClr val="333399"/>
                  </a:solidFill>
                  <a:ea typeface="黑体" pitchFamily="2" charset="-122"/>
                </a:rPr>
                <a:t>6</a:t>
              </a:r>
              <a:r>
                <a:rPr kumimoji="1" lang="en-US" altLang="zh-CN" sz="1400" b="1" dirty="0" smtClean="0">
                  <a:solidFill>
                    <a:srgbClr val="333399"/>
                  </a:solidFill>
                  <a:ea typeface="黑体" pitchFamily="2" charset="-122"/>
                </a:rPr>
                <a:t> MAC</a:t>
              </a:r>
              <a:r>
                <a:rPr kumimoji="1" lang="en-US" altLang="zh-CN" sz="1400" b="1" baseline="-25000" dirty="0" smtClean="0">
                  <a:solidFill>
                    <a:srgbClr val="333399"/>
                  </a:solidFill>
                  <a:ea typeface="黑体" pitchFamily="2" charset="-122"/>
                </a:rPr>
                <a:t>2</a:t>
              </a:r>
              <a:endParaRPr kumimoji="1" lang="en-US" altLang="zh-CN" sz="1400" b="1" baseline="-25000" dirty="0">
                <a:solidFill>
                  <a:srgbClr val="333399"/>
                </a:solidFill>
                <a:ea typeface="黑体" pitchFamily="2" charset="-122"/>
              </a:endParaRPr>
            </a:p>
          </p:txBody>
        </p:sp>
        <p:cxnSp>
          <p:nvCxnSpPr>
            <p:cNvPr id="139" name="直接连接符 138"/>
            <p:cNvCxnSpPr/>
            <p:nvPr/>
          </p:nvCxnSpPr>
          <p:spPr>
            <a:xfrm>
              <a:off x="3314700" y="560921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直接连接符 139"/>
            <p:cNvCxnSpPr/>
            <p:nvPr/>
          </p:nvCxnSpPr>
          <p:spPr>
            <a:xfrm>
              <a:off x="2815531" y="561629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1" name="组合 140"/>
          <p:cNvGrpSpPr/>
          <p:nvPr/>
        </p:nvGrpSpPr>
        <p:grpSpPr>
          <a:xfrm>
            <a:off x="2567608" y="3192016"/>
            <a:ext cx="1564085" cy="381000"/>
            <a:chOff x="2550717" y="5592763"/>
            <a:chExt cx="1564085" cy="381000"/>
          </a:xfrm>
        </p:grpSpPr>
        <p:sp>
          <p:nvSpPr>
            <p:cNvPr id="142" name="AutoShape 141"/>
            <p:cNvSpPr>
              <a:spLocks noChangeArrowheads="1"/>
            </p:cNvSpPr>
            <p:nvPr/>
          </p:nvSpPr>
          <p:spPr bwMode="auto">
            <a:xfrm>
              <a:off x="3810002" y="5668963"/>
              <a:ext cx="304800" cy="228600"/>
            </a:xfrm>
            <a:prstGeom prst="rightArrow">
              <a:avLst>
                <a:gd name="adj1" fmla="val 50000"/>
                <a:gd name="adj2" fmla="val 54167"/>
              </a:avLst>
            </a:prstGeom>
            <a:solidFill>
              <a:srgbClr val="FFCCFF"/>
            </a:solidFill>
            <a:ln w="127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43" name="矩形 142"/>
            <p:cNvSpPr/>
            <p:nvPr/>
          </p:nvSpPr>
          <p:spPr>
            <a:xfrm>
              <a:off x="2550717" y="5609213"/>
              <a:ext cx="1262294" cy="348178"/>
            </a:xfrm>
            <a:prstGeom prst="rect">
              <a:avLst/>
            </a:prstGeom>
            <a:solidFill>
              <a:srgbClr val="FFCC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144" name="Rectangle 140"/>
            <p:cNvSpPr>
              <a:spLocks noChangeArrowheads="1"/>
            </p:cNvSpPr>
            <p:nvPr/>
          </p:nvSpPr>
          <p:spPr bwMode="auto">
            <a:xfrm>
              <a:off x="2917015" y="5592763"/>
              <a:ext cx="985838" cy="381000"/>
            </a:xfrm>
            <a:prstGeom prst="rect">
              <a:avLst/>
            </a:prstGeom>
            <a:noFill/>
            <a:ln w="12700">
              <a:noFill/>
              <a:miter lim="800000"/>
              <a:headEnd/>
              <a:tailEnd/>
            </a:ln>
          </p:spPr>
          <p:txBody>
            <a:bodyPr wrap="none" anchor="ctr"/>
            <a:lstStyle/>
            <a:p>
              <a:pPr algn="r" eaLnBrk="1" hangingPunct="1"/>
              <a:r>
                <a:rPr kumimoji="1" lang="en-US" altLang="zh-CN" b="1" dirty="0" smtClean="0">
                  <a:solidFill>
                    <a:srgbClr val="333399"/>
                  </a:solidFill>
                  <a:ea typeface="黑体" pitchFamily="2" charset="-122"/>
                </a:rPr>
                <a:t>IP</a:t>
              </a:r>
              <a:r>
                <a:rPr kumimoji="1" lang="en-US" altLang="zh-CN" b="1" baseline="-25000" dirty="0" smtClean="0">
                  <a:solidFill>
                    <a:srgbClr val="333399"/>
                  </a:solidFill>
                  <a:ea typeface="黑体" pitchFamily="2" charset="-122"/>
                </a:rPr>
                <a:t>2</a:t>
              </a:r>
              <a:r>
                <a:rPr kumimoji="1" lang="en-US" altLang="zh-CN" b="1" dirty="0" smtClean="0">
                  <a:solidFill>
                    <a:srgbClr val="333399"/>
                  </a:solidFill>
                  <a:ea typeface="黑体" pitchFamily="2" charset="-122"/>
                </a:rPr>
                <a:t> IP</a:t>
              </a:r>
              <a:r>
                <a:rPr kumimoji="1" lang="en-US" altLang="zh-CN" b="1" baseline="-25000" dirty="0" smtClean="0">
                  <a:solidFill>
                    <a:srgbClr val="333399"/>
                  </a:solidFill>
                  <a:ea typeface="黑体" pitchFamily="2" charset="-122"/>
                </a:rPr>
                <a:t>1</a:t>
              </a:r>
              <a:endParaRPr kumimoji="1" lang="en-US" altLang="zh-CN" b="1" baseline="-25000" dirty="0">
                <a:solidFill>
                  <a:srgbClr val="333399"/>
                </a:solidFill>
                <a:ea typeface="黑体" pitchFamily="2" charset="-122"/>
              </a:endParaRPr>
            </a:p>
          </p:txBody>
        </p:sp>
        <p:cxnSp>
          <p:nvCxnSpPr>
            <p:cNvPr id="145" name="直接连接符 144"/>
            <p:cNvCxnSpPr/>
            <p:nvPr/>
          </p:nvCxnSpPr>
          <p:spPr>
            <a:xfrm>
              <a:off x="3465712" y="560921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a:off x="3116305" y="561629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组合 11"/>
          <p:cNvGrpSpPr/>
          <p:nvPr/>
        </p:nvGrpSpPr>
        <p:grpSpPr>
          <a:xfrm>
            <a:off x="3581400" y="2292350"/>
            <a:ext cx="1219200" cy="390525"/>
            <a:chOff x="3581400" y="2292350"/>
            <a:chExt cx="1219200" cy="390525"/>
          </a:xfrm>
        </p:grpSpPr>
        <p:sp>
          <p:nvSpPr>
            <p:cNvPr id="87119" name="AutoShape 150"/>
            <p:cNvSpPr>
              <a:spLocks noChangeArrowheads="1"/>
            </p:cNvSpPr>
            <p:nvPr/>
          </p:nvSpPr>
          <p:spPr bwMode="auto">
            <a:xfrm flipV="1">
              <a:off x="3581400" y="2292350"/>
              <a:ext cx="1219200" cy="377825"/>
            </a:xfrm>
            <a:prstGeom prst="wedgeRoundRectCallout">
              <a:avLst>
                <a:gd name="adj1" fmla="val -76654"/>
                <a:gd name="adj2" fmla="val -184082"/>
                <a:gd name="adj3" fmla="val 16667"/>
              </a:avLst>
            </a:prstGeom>
            <a:solidFill>
              <a:schemeClr val="bg1"/>
            </a:solidFill>
            <a:ln w="9525">
              <a:solidFill>
                <a:schemeClr val="tx1"/>
              </a:solidFill>
              <a:miter lim="800000"/>
              <a:headEnd/>
              <a:tailEnd/>
            </a:ln>
          </p:spPr>
          <p:txBody>
            <a:bodyPr rot="10800000" wrap="none" anchor="ctr"/>
            <a:lstStyle/>
            <a:p>
              <a:pPr algn="ctr" eaLnBrk="1" hangingPunct="1"/>
              <a:endParaRPr kumimoji="1" lang="zh-CN" altLang="zh-CN" b="1">
                <a:solidFill>
                  <a:srgbClr val="333399"/>
                </a:solidFill>
                <a:ea typeface="黑体" pitchFamily="2" charset="-122"/>
              </a:endParaRPr>
            </a:p>
          </p:txBody>
        </p:sp>
        <p:sp>
          <p:nvSpPr>
            <p:cNvPr id="87120" name="Text Box 151"/>
            <p:cNvSpPr txBox="1">
              <a:spLocks noChangeArrowheads="1"/>
            </p:cNvSpPr>
            <p:nvPr/>
          </p:nvSpPr>
          <p:spPr bwMode="auto">
            <a:xfrm>
              <a:off x="3619500" y="2316163"/>
              <a:ext cx="1149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dirty="0">
                  <a:solidFill>
                    <a:srgbClr val="333399"/>
                  </a:solidFill>
                  <a:latin typeface="Arial" charset="0"/>
                  <a:ea typeface="黑体" pitchFamily="2" charset="-122"/>
                </a:rPr>
                <a:t>IP </a:t>
              </a:r>
              <a:r>
                <a:rPr kumimoji="1" lang="zh-CN" altLang="en-US" sz="1800" b="1" dirty="0">
                  <a:solidFill>
                    <a:srgbClr val="333399"/>
                  </a:solidFill>
                  <a:latin typeface="Arial" charset="0"/>
                  <a:ea typeface="黑体" pitchFamily="2" charset="-122"/>
                </a:rPr>
                <a:t>数据报</a:t>
              </a:r>
            </a:p>
          </p:txBody>
        </p:sp>
      </p:grpSp>
      <p:grpSp>
        <p:nvGrpSpPr>
          <p:cNvPr id="148" name="组合 147"/>
          <p:cNvGrpSpPr/>
          <p:nvPr/>
        </p:nvGrpSpPr>
        <p:grpSpPr>
          <a:xfrm>
            <a:off x="5087888" y="3194133"/>
            <a:ext cx="1564085" cy="381000"/>
            <a:chOff x="2550717" y="5592763"/>
            <a:chExt cx="1564085" cy="381000"/>
          </a:xfrm>
        </p:grpSpPr>
        <p:sp>
          <p:nvSpPr>
            <p:cNvPr id="149" name="AutoShape 141"/>
            <p:cNvSpPr>
              <a:spLocks noChangeArrowheads="1"/>
            </p:cNvSpPr>
            <p:nvPr/>
          </p:nvSpPr>
          <p:spPr bwMode="auto">
            <a:xfrm>
              <a:off x="3810002" y="5668963"/>
              <a:ext cx="304800" cy="228600"/>
            </a:xfrm>
            <a:prstGeom prst="rightArrow">
              <a:avLst>
                <a:gd name="adj1" fmla="val 50000"/>
                <a:gd name="adj2" fmla="val 54167"/>
              </a:avLst>
            </a:prstGeom>
            <a:solidFill>
              <a:srgbClr val="FFCCFF"/>
            </a:solidFill>
            <a:ln w="127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50" name="矩形 149"/>
            <p:cNvSpPr/>
            <p:nvPr/>
          </p:nvSpPr>
          <p:spPr>
            <a:xfrm>
              <a:off x="2550717" y="5609213"/>
              <a:ext cx="1262294" cy="348178"/>
            </a:xfrm>
            <a:prstGeom prst="rect">
              <a:avLst/>
            </a:prstGeom>
            <a:solidFill>
              <a:srgbClr val="FFCC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151" name="Rectangle 140"/>
            <p:cNvSpPr>
              <a:spLocks noChangeArrowheads="1"/>
            </p:cNvSpPr>
            <p:nvPr/>
          </p:nvSpPr>
          <p:spPr bwMode="auto">
            <a:xfrm>
              <a:off x="2917015" y="5592763"/>
              <a:ext cx="985838" cy="381000"/>
            </a:xfrm>
            <a:prstGeom prst="rect">
              <a:avLst/>
            </a:prstGeom>
            <a:noFill/>
            <a:ln w="12700">
              <a:noFill/>
              <a:miter lim="800000"/>
              <a:headEnd/>
              <a:tailEnd/>
            </a:ln>
          </p:spPr>
          <p:txBody>
            <a:bodyPr wrap="none" anchor="ctr"/>
            <a:lstStyle/>
            <a:p>
              <a:pPr algn="r" eaLnBrk="1" hangingPunct="1"/>
              <a:r>
                <a:rPr kumimoji="1" lang="en-US" altLang="zh-CN" b="1" dirty="0" smtClean="0">
                  <a:solidFill>
                    <a:srgbClr val="333399"/>
                  </a:solidFill>
                  <a:ea typeface="黑体" pitchFamily="2" charset="-122"/>
                </a:rPr>
                <a:t>IP</a:t>
              </a:r>
              <a:r>
                <a:rPr kumimoji="1" lang="en-US" altLang="zh-CN" b="1" baseline="-25000" dirty="0" smtClean="0">
                  <a:solidFill>
                    <a:srgbClr val="333399"/>
                  </a:solidFill>
                  <a:ea typeface="黑体" pitchFamily="2" charset="-122"/>
                </a:rPr>
                <a:t>2</a:t>
              </a:r>
              <a:r>
                <a:rPr kumimoji="1" lang="en-US" altLang="zh-CN" b="1" dirty="0" smtClean="0">
                  <a:solidFill>
                    <a:srgbClr val="333399"/>
                  </a:solidFill>
                  <a:ea typeface="黑体" pitchFamily="2" charset="-122"/>
                </a:rPr>
                <a:t> IP</a:t>
              </a:r>
              <a:r>
                <a:rPr kumimoji="1" lang="en-US" altLang="zh-CN" b="1" baseline="-25000" dirty="0" smtClean="0">
                  <a:solidFill>
                    <a:srgbClr val="333399"/>
                  </a:solidFill>
                  <a:ea typeface="黑体" pitchFamily="2" charset="-122"/>
                </a:rPr>
                <a:t>1</a:t>
              </a:r>
              <a:endParaRPr kumimoji="1" lang="en-US" altLang="zh-CN" b="1" baseline="-25000" dirty="0">
                <a:solidFill>
                  <a:srgbClr val="333399"/>
                </a:solidFill>
                <a:ea typeface="黑体" pitchFamily="2" charset="-122"/>
              </a:endParaRPr>
            </a:p>
          </p:txBody>
        </p:sp>
        <p:cxnSp>
          <p:nvCxnSpPr>
            <p:cNvPr id="152" name="直接连接符 151"/>
            <p:cNvCxnSpPr/>
            <p:nvPr/>
          </p:nvCxnSpPr>
          <p:spPr>
            <a:xfrm>
              <a:off x="3465712" y="560921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直接连接符 152"/>
            <p:cNvCxnSpPr/>
            <p:nvPr/>
          </p:nvCxnSpPr>
          <p:spPr>
            <a:xfrm>
              <a:off x="3116305" y="561629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4" name="组合 153"/>
          <p:cNvGrpSpPr/>
          <p:nvPr/>
        </p:nvGrpSpPr>
        <p:grpSpPr>
          <a:xfrm>
            <a:off x="7844283" y="3195554"/>
            <a:ext cx="1564085" cy="381000"/>
            <a:chOff x="2550717" y="5592763"/>
            <a:chExt cx="1564085" cy="381000"/>
          </a:xfrm>
        </p:grpSpPr>
        <p:sp>
          <p:nvSpPr>
            <p:cNvPr id="155" name="AutoShape 141"/>
            <p:cNvSpPr>
              <a:spLocks noChangeArrowheads="1"/>
            </p:cNvSpPr>
            <p:nvPr/>
          </p:nvSpPr>
          <p:spPr bwMode="auto">
            <a:xfrm>
              <a:off x="3810002" y="5668963"/>
              <a:ext cx="304800" cy="228600"/>
            </a:xfrm>
            <a:prstGeom prst="rightArrow">
              <a:avLst>
                <a:gd name="adj1" fmla="val 50000"/>
                <a:gd name="adj2" fmla="val 54167"/>
              </a:avLst>
            </a:prstGeom>
            <a:solidFill>
              <a:srgbClr val="FFCCFF"/>
            </a:solidFill>
            <a:ln w="127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56" name="矩形 155"/>
            <p:cNvSpPr/>
            <p:nvPr/>
          </p:nvSpPr>
          <p:spPr>
            <a:xfrm>
              <a:off x="2550717" y="5609213"/>
              <a:ext cx="1262294" cy="348178"/>
            </a:xfrm>
            <a:prstGeom prst="rect">
              <a:avLst/>
            </a:prstGeom>
            <a:solidFill>
              <a:srgbClr val="FFCC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157" name="Rectangle 140"/>
            <p:cNvSpPr>
              <a:spLocks noChangeArrowheads="1"/>
            </p:cNvSpPr>
            <p:nvPr/>
          </p:nvSpPr>
          <p:spPr bwMode="auto">
            <a:xfrm>
              <a:off x="2917015" y="5592763"/>
              <a:ext cx="985838" cy="381000"/>
            </a:xfrm>
            <a:prstGeom prst="rect">
              <a:avLst/>
            </a:prstGeom>
            <a:noFill/>
            <a:ln w="12700">
              <a:noFill/>
              <a:miter lim="800000"/>
              <a:headEnd/>
              <a:tailEnd/>
            </a:ln>
          </p:spPr>
          <p:txBody>
            <a:bodyPr wrap="none" anchor="ctr"/>
            <a:lstStyle/>
            <a:p>
              <a:pPr algn="r" eaLnBrk="1" hangingPunct="1"/>
              <a:r>
                <a:rPr kumimoji="1" lang="en-US" altLang="zh-CN" b="1" dirty="0" smtClean="0">
                  <a:solidFill>
                    <a:srgbClr val="333399"/>
                  </a:solidFill>
                  <a:ea typeface="黑体" pitchFamily="2" charset="-122"/>
                </a:rPr>
                <a:t>IP</a:t>
              </a:r>
              <a:r>
                <a:rPr kumimoji="1" lang="en-US" altLang="zh-CN" b="1" baseline="-25000" dirty="0" smtClean="0">
                  <a:solidFill>
                    <a:srgbClr val="333399"/>
                  </a:solidFill>
                  <a:ea typeface="黑体" pitchFamily="2" charset="-122"/>
                </a:rPr>
                <a:t>2</a:t>
              </a:r>
              <a:r>
                <a:rPr kumimoji="1" lang="en-US" altLang="zh-CN" b="1" dirty="0" smtClean="0">
                  <a:solidFill>
                    <a:srgbClr val="333399"/>
                  </a:solidFill>
                  <a:ea typeface="黑体" pitchFamily="2" charset="-122"/>
                </a:rPr>
                <a:t> IP</a:t>
              </a:r>
              <a:r>
                <a:rPr kumimoji="1" lang="en-US" altLang="zh-CN" b="1" baseline="-25000" dirty="0" smtClean="0">
                  <a:solidFill>
                    <a:srgbClr val="333399"/>
                  </a:solidFill>
                  <a:ea typeface="黑体" pitchFamily="2" charset="-122"/>
                </a:rPr>
                <a:t>1</a:t>
              </a:r>
              <a:endParaRPr kumimoji="1" lang="en-US" altLang="zh-CN" b="1" baseline="-25000" dirty="0">
                <a:solidFill>
                  <a:srgbClr val="333399"/>
                </a:solidFill>
                <a:ea typeface="黑体" pitchFamily="2" charset="-122"/>
              </a:endParaRPr>
            </a:p>
          </p:txBody>
        </p:sp>
        <p:cxnSp>
          <p:nvCxnSpPr>
            <p:cNvPr id="158" name="直接连接符 157"/>
            <p:cNvCxnSpPr/>
            <p:nvPr/>
          </p:nvCxnSpPr>
          <p:spPr>
            <a:xfrm>
              <a:off x="3465712" y="560921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直接连接符 158"/>
            <p:cNvCxnSpPr/>
            <p:nvPr/>
          </p:nvCxnSpPr>
          <p:spPr>
            <a:xfrm>
              <a:off x="3116305" y="5616293"/>
              <a:ext cx="0" cy="337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53268395"/>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5" presetClass="emph" presetSubtype="0" repeatCount="3000" fill="hold" grpId="0" nodeType="afterEffect">
                                  <p:stCondLst>
                                    <p:cond delay="0"/>
                                  </p:stCondLst>
                                  <p:childTnLst>
                                    <p:anim calcmode="discrete" valueType="str">
                                      <p:cBhvr>
                                        <p:cTn id="6" dur="1000" fill="hold"/>
                                        <p:tgtEl>
                                          <p:spTgt spid="22031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318"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 </a:t>
            </a:r>
            <a:r>
              <a:rPr lang="zh-CN" altLang="en-US" dirty="0"/>
              <a:t>数据报转发过程 </a:t>
            </a:r>
          </a:p>
        </p:txBody>
      </p:sp>
      <p:graphicFrame>
        <p:nvGraphicFramePr>
          <p:cNvPr id="98" name="内容占位符 3"/>
          <p:cNvGraphicFramePr>
            <a:graphicFrameLocks/>
          </p:cNvGraphicFramePr>
          <p:nvPr>
            <p:extLst>
              <p:ext uri="{D42A27DB-BD31-4B8C-83A1-F6EECF244321}">
                <p14:modId xmlns:p14="http://schemas.microsoft.com/office/powerpoint/2010/main" val="90624384"/>
              </p:ext>
            </p:extLst>
          </p:nvPr>
        </p:nvGraphicFramePr>
        <p:xfrm>
          <a:off x="840060" y="1771810"/>
          <a:ext cx="10152486" cy="4393494"/>
        </p:xfrm>
        <a:graphic>
          <a:graphicData uri="http://schemas.openxmlformats.org/drawingml/2006/table">
            <a:tbl>
              <a:tblPr>
                <a:tableStyleId>{5C22544A-7EE6-4342-B048-85BDC9FD1C3A}</a:tableStyleId>
              </a:tblPr>
              <a:tblGrid>
                <a:gridCol w="2174815">
                  <a:extLst>
                    <a:ext uri="{9D8B030D-6E8A-4147-A177-3AD203B41FA5}">
                      <a16:colId xmlns="" xmlns:a16="http://schemas.microsoft.com/office/drawing/2014/main" val="20000"/>
                    </a:ext>
                  </a:extLst>
                </a:gridCol>
                <a:gridCol w="2024485">
                  <a:extLst>
                    <a:ext uri="{9D8B030D-6E8A-4147-A177-3AD203B41FA5}">
                      <a16:colId xmlns="" xmlns:a16="http://schemas.microsoft.com/office/drawing/2014/main" val="20001"/>
                    </a:ext>
                  </a:extLst>
                </a:gridCol>
                <a:gridCol w="2030096">
                  <a:extLst>
                    <a:ext uri="{9D8B030D-6E8A-4147-A177-3AD203B41FA5}">
                      <a16:colId xmlns="" xmlns:a16="http://schemas.microsoft.com/office/drawing/2014/main" val="20002"/>
                    </a:ext>
                  </a:extLst>
                </a:gridCol>
                <a:gridCol w="1961545">
                  <a:extLst>
                    <a:ext uri="{9D8B030D-6E8A-4147-A177-3AD203B41FA5}">
                      <a16:colId xmlns="" xmlns:a16="http://schemas.microsoft.com/office/drawing/2014/main" val="20003"/>
                    </a:ext>
                  </a:extLst>
                </a:gridCol>
                <a:gridCol w="1961545">
                  <a:extLst>
                    <a:ext uri="{9D8B030D-6E8A-4147-A177-3AD203B41FA5}">
                      <a16:colId xmlns="" xmlns:a16="http://schemas.microsoft.com/office/drawing/2014/main" val="20004"/>
                    </a:ext>
                  </a:extLst>
                </a:gridCol>
              </a:tblGrid>
              <a:tr h="1218418">
                <a:tc rowSpan="2">
                  <a:txBody>
                    <a:bodyPr/>
                    <a:lstStyle/>
                    <a:p>
                      <a:pPr algn="ctr">
                        <a:lnSpc>
                          <a:spcPct val="100000"/>
                        </a:lnSpc>
                        <a:spcAft>
                          <a:spcPts val="0"/>
                        </a:spcAft>
                      </a:pPr>
                      <a:r>
                        <a:rPr lang="en-US" sz="2400" b="1" dirty="0">
                          <a:solidFill>
                            <a:schemeClr val="tx1"/>
                          </a:solidFill>
                          <a:effectLst/>
                          <a:latin typeface="微软雅黑" pitchFamily="34" charset="-122"/>
                          <a:ea typeface="微软雅黑" pitchFamily="34" charset="-122"/>
                        </a:rPr>
                        <a:t> </a:t>
                      </a:r>
                      <a:endParaRPr lang="zh-CN" sz="2400" b="1" dirty="0">
                        <a:solidFill>
                          <a:schemeClr val="tx1"/>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a:lnSpc>
                          <a:spcPct val="100000"/>
                        </a:lnSpc>
                        <a:spcAft>
                          <a:spcPts val="0"/>
                        </a:spcAft>
                      </a:pPr>
                      <a:r>
                        <a:rPr lang="zh-CN" sz="2800" b="1" dirty="0">
                          <a:solidFill>
                            <a:schemeClr val="bg1"/>
                          </a:solidFill>
                          <a:effectLst/>
                          <a:latin typeface="微软雅黑" pitchFamily="34" charset="-122"/>
                          <a:ea typeface="微软雅黑" pitchFamily="34" charset="-122"/>
                        </a:rPr>
                        <a:t>在</a:t>
                      </a:r>
                      <a:r>
                        <a:rPr lang="zh-CN" sz="2800" b="1" dirty="0" smtClean="0">
                          <a:solidFill>
                            <a:schemeClr val="bg1"/>
                          </a:solidFill>
                          <a:effectLst/>
                          <a:latin typeface="微软雅黑" pitchFamily="34" charset="-122"/>
                          <a:ea typeface="微软雅黑" pitchFamily="34" charset="-122"/>
                        </a:rPr>
                        <a:t>网络层写入</a:t>
                      </a:r>
                      <a:r>
                        <a:rPr lang="en-US" altLang="zh-CN" sz="2800" b="1" dirty="0" smtClean="0">
                          <a:solidFill>
                            <a:schemeClr val="bg1"/>
                          </a:solidFill>
                          <a:effectLst/>
                          <a:latin typeface="微软雅黑" pitchFamily="34" charset="-122"/>
                          <a:ea typeface="微软雅黑" pitchFamily="34" charset="-122"/>
                        </a:rPr>
                        <a:t> </a:t>
                      </a:r>
                      <a:r>
                        <a:rPr lang="en-US" sz="2800" b="1" dirty="0" smtClean="0">
                          <a:solidFill>
                            <a:schemeClr val="bg1"/>
                          </a:solidFill>
                          <a:effectLst/>
                          <a:latin typeface="微软雅黑" pitchFamily="34" charset="-122"/>
                          <a:ea typeface="微软雅黑" pitchFamily="34" charset="-122"/>
                        </a:rPr>
                        <a:t>IP </a:t>
                      </a:r>
                      <a:r>
                        <a:rPr lang="zh-CN" sz="2800" b="1" dirty="0" smtClean="0">
                          <a:solidFill>
                            <a:schemeClr val="bg1"/>
                          </a:solidFill>
                          <a:effectLst/>
                          <a:latin typeface="微软雅黑" pitchFamily="34" charset="-122"/>
                          <a:ea typeface="微软雅黑" pitchFamily="34" charset="-122"/>
                        </a:rPr>
                        <a:t>数据报</a:t>
                      </a:r>
                      <a:r>
                        <a:rPr lang="zh-CN" sz="2800" b="1" dirty="0">
                          <a:solidFill>
                            <a:schemeClr val="bg1"/>
                          </a:solidFill>
                          <a:effectLst/>
                          <a:latin typeface="微软雅黑" pitchFamily="34" charset="-122"/>
                          <a:ea typeface="微软雅黑" pitchFamily="34" charset="-122"/>
                        </a:rPr>
                        <a:t>首部的地址</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99"/>
                    </a:solidFill>
                  </a:tcPr>
                </a:tc>
                <a:tc hMerge="1">
                  <a:txBody>
                    <a:bodyPr/>
                    <a:lstStyle/>
                    <a:p>
                      <a:endParaRPr lang="zh-CN" altLang="en-US"/>
                    </a:p>
                  </a:txBody>
                  <a:tcPr/>
                </a:tc>
                <a:tc gridSpan="2">
                  <a:txBody>
                    <a:bodyPr/>
                    <a:lstStyle/>
                    <a:p>
                      <a:pPr algn="ctr">
                        <a:lnSpc>
                          <a:spcPct val="100000"/>
                        </a:lnSpc>
                        <a:spcAft>
                          <a:spcPts val="0"/>
                        </a:spcAft>
                      </a:pPr>
                      <a:r>
                        <a:rPr lang="zh-CN" sz="2800" b="1" dirty="0">
                          <a:solidFill>
                            <a:schemeClr val="bg1"/>
                          </a:solidFill>
                          <a:effectLst/>
                          <a:latin typeface="微软雅黑" pitchFamily="34" charset="-122"/>
                          <a:ea typeface="微软雅黑" pitchFamily="34" charset="-122"/>
                        </a:rPr>
                        <a:t>在</a:t>
                      </a:r>
                      <a:r>
                        <a:rPr lang="zh-CN" sz="2800" b="1" dirty="0" smtClean="0">
                          <a:solidFill>
                            <a:schemeClr val="bg1"/>
                          </a:solidFill>
                          <a:effectLst/>
                          <a:latin typeface="微软雅黑" pitchFamily="34" charset="-122"/>
                          <a:ea typeface="微软雅黑" pitchFamily="34" charset="-122"/>
                        </a:rPr>
                        <a:t>数据链路层写入</a:t>
                      </a:r>
                      <a:r>
                        <a:rPr lang="en-US" altLang="zh-CN" sz="2800" b="1" dirty="0" smtClean="0">
                          <a:solidFill>
                            <a:schemeClr val="bg1"/>
                          </a:solidFill>
                          <a:effectLst/>
                          <a:latin typeface="微软雅黑" pitchFamily="34" charset="-122"/>
                          <a:ea typeface="微软雅黑" pitchFamily="34" charset="-122"/>
                        </a:rPr>
                        <a:t> </a:t>
                      </a:r>
                      <a:r>
                        <a:rPr lang="en-US" sz="2800" b="1" dirty="0" smtClean="0">
                          <a:solidFill>
                            <a:schemeClr val="bg1"/>
                          </a:solidFill>
                          <a:effectLst/>
                          <a:latin typeface="微软雅黑" pitchFamily="34" charset="-122"/>
                          <a:ea typeface="微软雅黑" pitchFamily="34" charset="-122"/>
                        </a:rPr>
                        <a:t>MAC </a:t>
                      </a:r>
                      <a:r>
                        <a:rPr lang="zh-CN" sz="2800" b="1" dirty="0" smtClean="0">
                          <a:solidFill>
                            <a:schemeClr val="bg1"/>
                          </a:solidFill>
                          <a:effectLst/>
                          <a:latin typeface="微软雅黑" pitchFamily="34" charset="-122"/>
                          <a:ea typeface="微软雅黑" pitchFamily="34" charset="-122"/>
                        </a:rPr>
                        <a:t>帧</a:t>
                      </a:r>
                      <a:r>
                        <a:rPr lang="zh-CN" sz="2800" b="1" dirty="0">
                          <a:solidFill>
                            <a:schemeClr val="bg1"/>
                          </a:solidFill>
                          <a:effectLst/>
                          <a:latin typeface="微软雅黑" pitchFamily="34" charset="-122"/>
                          <a:ea typeface="微软雅黑" pitchFamily="34" charset="-122"/>
                        </a:rPr>
                        <a:t>首部的地址</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3300"/>
                    </a:solidFill>
                  </a:tcPr>
                </a:tc>
                <a:tc hMerge="1">
                  <a:txBody>
                    <a:bodyPr/>
                    <a:lstStyle/>
                    <a:p>
                      <a:endParaRPr lang="zh-CN" altLang="en-US"/>
                    </a:p>
                  </a:txBody>
                  <a:tcPr/>
                </a:tc>
                <a:extLst>
                  <a:ext uri="{0D108BD9-81ED-4DB2-BD59-A6C34878D82A}">
                    <a16:rowId xmlns="" xmlns:a16="http://schemas.microsoft.com/office/drawing/2014/main" val="10000"/>
                  </a:ext>
                </a:extLst>
              </a:tr>
              <a:tr h="793769">
                <a:tc vMerge="1">
                  <a:txBody>
                    <a:bodyPr/>
                    <a:lstStyle/>
                    <a:p>
                      <a:endParaRPr lang="zh-CN" altLang="en-US"/>
                    </a:p>
                  </a:txBody>
                  <a:tcPr/>
                </a:tc>
                <a:tc>
                  <a:txBody>
                    <a:bodyPr/>
                    <a:lstStyle/>
                    <a:p>
                      <a:pPr algn="ctr">
                        <a:lnSpc>
                          <a:spcPct val="100000"/>
                        </a:lnSpc>
                        <a:spcAft>
                          <a:spcPts val="0"/>
                        </a:spcAft>
                      </a:pPr>
                      <a:r>
                        <a:rPr lang="zh-CN" sz="2400" b="1" dirty="0">
                          <a:solidFill>
                            <a:srgbClr val="000000"/>
                          </a:solidFill>
                          <a:effectLst/>
                          <a:latin typeface="微软雅黑" pitchFamily="34" charset="-122"/>
                          <a:ea typeface="微软雅黑" pitchFamily="34" charset="-122"/>
                        </a:rPr>
                        <a:t>源地址</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pPr>
                      <a:r>
                        <a:rPr lang="zh-CN" sz="2400" b="1" dirty="0">
                          <a:solidFill>
                            <a:srgbClr val="000000"/>
                          </a:solidFill>
                          <a:effectLst/>
                          <a:latin typeface="微软雅黑" pitchFamily="34" charset="-122"/>
                          <a:ea typeface="微软雅黑" pitchFamily="34" charset="-122"/>
                        </a:rPr>
                        <a:t>目的地址</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lnSpc>
                          <a:spcPct val="100000"/>
                        </a:lnSpc>
                        <a:spcAft>
                          <a:spcPts val="0"/>
                        </a:spcAft>
                      </a:pPr>
                      <a:r>
                        <a:rPr lang="zh-CN" sz="2400" b="1" dirty="0">
                          <a:solidFill>
                            <a:srgbClr val="000000"/>
                          </a:solidFill>
                          <a:effectLst/>
                          <a:latin typeface="微软雅黑" pitchFamily="34" charset="-122"/>
                          <a:ea typeface="微软雅黑" pitchFamily="34" charset="-122"/>
                        </a:rPr>
                        <a:t>源地址</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pPr>
                      <a:r>
                        <a:rPr lang="zh-CN" sz="2400" b="1" dirty="0">
                          <a:solidFill>
                            <a:srgbClr val="000000"/>
                          </a:solidFill>
                          <a:effectLst/>
                          <a:latin typeface="微软雅黑" pitchFamily="34" charset="-122"/>
                          <a:ea typeface="微软雅黑" pitchFamily="34" charset="-122"/>
                        </a:rPr>
                        <a:t>目的地址</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 xmlns:a16="http://schemas.microsoft.com/office/drawing/2014/main" val="10001"/>
                  </a:ext>
                </a:extLst>
              </a:tr>
              <a:tr h="793769">
                <a:tc>
                  <a:txBody>
                    <a:bodyPr/>
                    <a:lstStyle/>
                    <a:p>
                      <a:pPr algn="ctr">
                        <a:lnSpc>
                          <a:spcPct val="100000"/>
                        </a:lnSpc>
                        <a:spcAft>
                          <a:spcPts val="0"/>
                        </a:spcAft>
                      </a:pPr>
                      <a:r>
                        <a:rPr lang="zh-CN" sz="2400" b="1" dirty="0" smtClean="0">
                          <a:solidFill>
                            <a:srgbClr val="000000"/>
                          </a:solidFill>
                          <a:effectLst/>
                          <a:latin typeface="微软雅黑" pitchFamily="34" charset="-122"/>
                          <a:ea typeface="微软雅黑" pitchFamily="34" charset="-122"/>
                        </a:rPr>
                        <a:t>从</a:t>
                      </a:r>
                      <a:r>
                        <a:rPr lang="en-US" altLang="zh-CN" sz="2400" b="1" dirty="0" smtClean="0">
                          <a:solidFill>
                            <a:srgbClr val="000000"/>
                          </a:solidFill>
                          <a:effectLst/>
                          <a:latin typeface="微软雅黑" pitchFamily="34" charset="-122"/>
                          <a:ea typeface="微软雅黑" pitchFamily="34" charset="-122"/>
                        </a:rPr>
                        <a:t> </a:t>
                      </a:r>
                      <a:r>
                        <a:rPr lang="en-US" sz="2400" b="1" dirty="0" smtClean="0">
                          <a:solidFill>
                            <a:srgbClr val="000000"/>
                          </a:solidFill>
                          <a:effectLst/>
                          <a:latin typeface="微软雅黑" pitchFamily="34" charset="-122"/>
                          <a:ea typeface="微软雅黑" pitchFamily="34" charset="-122"/>
                        </a:rPr>
                        <a:t>H</a:t>
                      </a:r>
                      <a:r>
                        <a:rPr lang="en-US" sz="2400" b="1" baseline="-25000" dirty="0" smtClean="0">
                          <a:solidFill>
                            <a:srgbClr val="000000"/>
                          </a:solidFill>
                          <a:effectLst/>
                          <a:latin typeface="微软雅黑" pitchFamily="34" charset="-122"/>
                          <a:ea typeface="微软雅黑" pitchFamily="34" charset="-122"/>
                        </a:rPr>
                        <a:t>1 </a:t>
                      </a:r>
                      <a:r>
                        <a:rPr lang="zh-CN" sz="2400" b="1" dirty="0" smtClean="0">
                          <a:solidFill>
                            <a:srgbClr val="000000"/>
                          </a:solidFill>
                          <a:effectLst/>
                          <a:latin typeface="微软雅黑" pitchFamily="34" charset="-122"/>
                          <a:ea typeface="微软雅黑" pitchFamily="34" charset="-122"/>
                        </a:rPr>
                        <a:t>到</a:t>
                      </a:r>
                      <a:r>
                        <a:rPr lang="en-US" altLang="zh-CN" sz="2400" b="1" dirty="0" smtClean="0">
                          <a:solidFill>
                            <a:srgbClr val="000000"/>
                          </a:solidFill>
                          <a:effectLst/>
                          <a:latin typeface="微软雅黑" pitchFamily="34" charset="-122"/>
                          <a:ea typeface="微软雅黑" pitchFamily="34" charset="-122"/>
                        </a:rPr>
                        <a:t> </a:t>
                      </a:r>
                      <a:r>
                        <a:rPr lang="en-US" sz="2400" b="1" dirty="0" smtClean="0">
                          <a:solidFill>
                            <a:srgbClr val="000000"/>
                          </a:solidFill>
                          <a:effectLst/>
                          <a:latin typeface="微软雅黑" pitchFamily="34" charset="-122"/>
                          <a:ea typeface="微软雅黑" pitchFamily="34" charset="-122"/>
                        </a:rPr>
                        <a:t>R</a:t>
                      </a:r>
                      <a:r>
                        <a:rPr lang="en-US" sz="2400" b="1" baseline="-25000" dirty="0" smtClean="0">
                          <a:solidFill>
                            <a:srgbClr val="000000"/>
                          </a:solidFill>
                          <a:effectLst/>
                          <a:latin typeface="微软雅黑" pitchFamily="34" charset="-122"/>
                          <a:ea typeface="微软雅黑" pitchFamily="34" charset="-122"/>
                        </a:rPr>
                        <a:t>1</a:t>
                      </a:r>
                      <a:endParaRPr lang="zh-CN" sz="24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1D8F9"/>
                    </a:solidFill>
                  </a:tcPr>
                </a:tc>
                <a:tc>
                  <a:txBody>
                    <a:bodyPr/>
                    <a:lstStyle/>
                    <a:p>
                      <a:pPr algn="ctr">
                        <a:lnSpc>
                          <a:spcPct val="100000"/>
                        </a:lnSpc>
                        <a:spcAft>
                          <a:spcPts val="0"/>
                        </a:spcAft>
                      </a:pPr>
                      <a:r>
                        <a:rPr lang="en-US" sz="2400" b="1" dirty="0">
                          <a:solidFill>
                            <a:srgbClr val="000000"/>
                          </a:solidFill>
                          <a:effectLst/>
                          <a:latin typeface="微软雅黑" pitchFamily="34" charset="-122"/>
                          <a:ea typeface="微软雅黑" pitchFamily="34" charset="-122"/>
                        </a:rPr>
                        <a:t>IP</a:t>
                      </a:r>
                      <a:r>
                        <a:rPr lang="en-US" sz="2400" b="1" baseline="-25000" dirty="0">
                          <a:solidFill>
                            <a:srgbClr val="000000"/>
                          </a:solidFill>
                          <a:effectLst/>
                          <a:latin typeface="微软雅黑" pitchFamily="34" charset="-122"/>
                          <a:ea typeface="微软雅黑" pitchFamily="34" charset="-122"/>
                        </a:rPr>
                        <a:t>1</a:t>
                      </a:r>
                      <a:endParaRPr lang="zh-CN" sz="24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pPr>
                      <a:r>
                        <a:rPr lang="en-US" sz="2400" b="1" dirty="0">
                          <a:solidFill>
                            <a:srgbClr val="000000"/>
                          </a:solidFill>
                          <a:effectLst/>
                          <a:latin typeface="微软雅黑" pitchFamily="34" charset="-122"/>
                          <a:ea typeface="微软雅黑" pitchFamily="34" charset="-122"/>
                        </a:rPr>
                        <a:t>IP</a:t>
                      </a:r>
                      <a:r>
                        <a:rPr lang="en-US" sz="2400" b="1" baseline="-25000" dirty="0">
                          <a:solidFill>
                            <a:srgbClr val="000000"/>
                          </a:solidFill>
                          <a:effectLst/>
                          <a:latin typeface="微软雅黑" pitchFamily="34" charset="-122"/>
                          <a:ea typeface="微软雅黑" pitchFamily="34" charset="-122"/>
                        </a:rPr>
                        <a:t>2</a:t>
                      </a:r>
                      <a:endParaRPr lang="zh-CN" sz="24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lnSpc>
                          <a:spcPct val="100000"/>
                        </a:lnSpc>
                        <a:spcAft>
                          <a:spcPts val="0"/>
                        </a:spcAft>
                      </a:pPr>
                      <a:r>
                        <a:rPr lang="en-US" altLang="zh-CN" sz="2400" b="1" dirty="0" smtClean="0">
                          <a:solidFill>
                            <a:srgbClr val="000000"/>
                          </a:solidFill>
                          <a:effectLst/>
                          <a:latin typeface="微软雅黑" pitchFamily="34" charset="-122"/>
                          <a:ea typeface="微软雅黑" pitchFamily="34" charset="-122"/>
                        </a:rPr>
                        <a:t>MAC</a:t>
                      </a:r>
                      <a:r>
                        <a:rPr lang="en-US" sz="2400" b="1" baseline="-25000" dirty="0" smtClean="0">
                          <a:solidFill>
                            <a:srgbClr val="000000"/>
                          </a:solidFill>
                          <a:effectLst/>
                          <a:latin typeface="微软雅黑" pitchFamily="34" charset="-122"/>
                          <a:ea typeface="微软雅黑" pitchFamily="34" charset="-122"/>
                        </a:rPr>
                        <a:t>1</a:t>
                      </a:r>
                      <a:endParaRPr lang="zh-CN" sz="24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pPr>
                      <a:r>
                        <a:rPr lang="en-US" sz="2400" b="1" dirty="0" smtClean="0">
                          <a:solidFill>
                            <a:srgbClr val="000000"/>
                          </a:solidFill>
                          <a:effectLst/>
                          <a:latin typeface="微软雅黑" pitchFamily="34" charset="-122"/>
                          <a:ea typeface="微软雅黑" pitchFamily="34" charset="-122"/>
                        </a:rPr>
                        <a:t>MAC</a:t>
                      </a:r>
                      <a:r>
                        <a:rPr lang="en-US" sz="2400" b="1" baseline="-25000" dirty="0" smtClean="0">
                          <a:solidFill>
                            <a:srgbClr val="000000"/>
                          </a:solidFill>
                          <a:effectLst/>
                          <a:latin typeface="微软雅黑" pitchFamily="34" charset="-122"/>
                          <a:ea typeface="微软雅黑" pitchFamily="34" charset="-122"/>
                        </a:rPr>
                        <a:t>3</a:t>
                      </a:r>
                      <a:endParaRPr lang="zh-CN" sz="24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 xmlns:a16="http://schemas.microsoft.com/office/drawing/2014/main" val="10002"/>
                  </a:ext>
                </a:extLst>
              </a:tr>
              <a:tr h="793769">
                <a:tc>
                  <a:txBody>
                    <a:bodyPr/>
                    <a:lstStyle/>
                    <a:p>
                      <a:pPr algn="ctr">
                        <a:lnSpc>
                          <a:spcPct val="100000"/>
                        </a:lnSpc>
                        <a:spcAft>
                          <a:spcPts val="0"/>
                        </a:spcAft>
                      </a:pPr>
                      <a:r>
                        <a:rPr lang="zh-CN" sz="2400" b="1" dirty="0" smtClean="0">
                          <a:solidFill>
                            <a:srgbClr val="000000"/>
                          </a:solidFill>
                          <a:effectLst/>
                          <a:latin typeface="微软雅黑" pitchFamily="34" charset="-122"/>
                          <a:ea typeface="微软雅黑" pitchFamily="34" charset="-122"/>
                        </a:rPr>
                        <a:t>从</a:t>
                      </a:r>
                      <a:r>
                        <a:rPr lang="en-US" altLang="zh-CN" sz="2400" b="1" dirty="0" smtClean="0">
                          <a:solidFill>
                            <a:srgbClr val="000000"/>
                          </a:solidFill>
                          <a:effectLst/>
                          <a:latin typeface="微软雅黑" pitchFamily="34" charset="-122"/>
                          <a:ea typeface="微软雅黑" pitchFamily="34" charset="-122"/>
                        </a:rPr>
                        <a:t> </a:t>
                      </a:r>
                      <a:r>
                        <a:rPr lang="en-US" sz="2400" b="1" dirty="0" smtClean="0">
                          <a:solidFill>
                            <a:srgbClr val="000000"/>
                          </a:solidFill>
                          <a:effectLst/>
                          <a:latin typeface="微软雅黑" pitchFamily="34" charset="-122"/>
                          <a:ea typeface="微软雅黑" pitchFamily="34" charset="-122"/>
                        </a:rPr>
                        <a:t>R</a:t>
                      </a:r>
                      <a:r>
                        <a:rPr lang="en-US" sz="2400" b="1" baseline="-25000" dirty="0" smtClean="0">
                          <a:solidFill>
                            <a:srgbClr val="000000"/>
                          </a:solidFill>
                          <a:effectLst/>
                          <a:latin typeface="微软雅黑" pitchFamily="34" charset="-122"/>
                          <a:ea typeface="微软雅黑" pitchFamily="34" charset="-122"/>
                        </a:rPr>
                        <a:t>1 </a:t>
                      </a:r>
                      <a:r>
                        <a:rPr lang="zh-CN" sz="2400" b="1" dirty="0" smtClean="0">
                          <a:solidFill>
                            <a:srgbClr val="000000"/>
                          </a:solidFill>
                          <a:effectLst/>
                          <a:latin typeface="微软雅黑" pitchFamily="34" charset="-122"/>
                          <a:ea typeface="微软雅黑" pitchFamily="34" charset="-122"/>
                        </a:rPr>
                        <a:t>到</a:t>
                      </a:r>
                      <a:r>
                        <a:rPr lang="en-US" altLang="zh-CN" sz="2400" b="1" dirty="0" smtClean="0">
                          <a:solidFill>
                            <a:srgbClr val="000000"/>
                          </a:solidFill>
                          <a:effectLst/>
                          <a:latin typeface="微软雅黑" pitchFamily="34" charset="-122"/>
                          <a:ea typeface="微软雅黑" pitchFamily="34" charset="-122"/>
                        </a:rPr>
                        <a:t> </a:t>
                      </a:r>
                      <a:r>
                        <a:rPr lang="en-US" sz="2400" b="1" dirty="0" smtClean="0">
                          <a:solidFill>
                            <a:srgbClr val="000000"/>
                          </a:solidFill>
                          <a:effectLst/>
                          <a:latin typeface="微软雅黑" pitchFamily="34" charset="-122"/>
                          <a:ea typeface="微软雅黑" pitchFamily="34" charset="-122"/>
                        </a:rPr>
                        <a:t>R</a:t>
                      </a:r>
                      <a:r>
                        <a:rPr lang="en-US" sz="2400" b="1" baseline="-25000" dirty="0" smtClean="0">
                          <a:solidFill>
                            <a:srgbClr val="000000"/>
                          </a:solidFill>
                          <a:effectLst/>
                          <a:latin typeface="微软雅黑" pitchFamily="34" charset="-122"/>
                          <a:ea typeface="微软雅黑" pitchFamily="34" charset="-122"/>
                        </a:rPr>
                        <a:t>2</a:t>
                      </a:r>
                      <a:endParaRPr lang="zh-CN" sz="24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1D8F9"/>
                    </a:solidFill>
                  </a:tcPr>
                </a:tc>
                <a:tc>
                  <a:txBody>
                    <a:bodyPr/>
                    <a:lstStyle/>
                    <a:p>
                      <a:pPr algn="ctr">
                        <a:lnSpc>
                          <a:spcPct val="100000"/>
                        </a:lnSpc>
                        <a:spcAft>
                          <a:spcPts val="0"/>
                        </a:spcAft>
                      </a:pPr>
                      <a:r>
                        <a:rPr lang="en-US" sz="2400" b="1" dirty="0">
                          <a:solidFill>
                            <a:srgbClr val="000000"/>
                          </a:solidFill>
                          <a:effectLst/>
                          <a:latin typeface="微软雅黑" pitchFamily="34" charset="-122"/>
                          <a:ea typeface="微软雅黑" pitchFamily="34" charset="-122"/>
                        </a:rPr>
                        <a:t>IP</a:t>
                      </a:r>
                      <a:r>
                        <a:rPr lang="en-US" sz="2400" b="1" baseline="-25000" dirty="0">
                          <a:solidFill>
                            <a:srgbClr val="000000"/>
                          </a:solidFill>
                          <a:effectLst/>
                          <a:latin typeface="微软雅黑" pitchFamily="34" charset="-122"/>
                          <a:ea typeface="微软雅黑" pitchFamily="34" charset="-122"/>
                        </a:rPr>
                        <a:t>1</a:t>
                      </a:r>
                      <a:endParaRPr lang="zh-CN" sz="24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pPr>
                      <a:r>
                        <a:rPr lang="en-US" sz="2400" b="1" dirty="0">
                          <a:solidFill>
                            <a:srgbClr val="000000"/>
                          </a:solidFill>
                          <a:effectLst/>
                          <a:latin typeface="微软雅黑" pitchFamily="34" charset="-122"/>
                          <a:ea typeface="微软雅黑" pitchFamily="34" charset="-122"/>
                        </a:rPr>
                        <a:t>IP</a:t>
                      </a:r>
                      <a:r>
                        <a:rPr lang="en-US" sz="2400" b="1" baseline="-25000" dirty="0">
                          <a:solidFill>
                            <a:srgbClr val="000000"/>
                          </a:solidFill>
                          <a:effectLst/>
                          <a:latin typeface="微软雅黑" pitchFamily="34" charset="-122"/>
                          <a:ea typeface="微软雅黑" pitchFamily="34" charset="-122"/>
                        </a:rPr>
                        <a:t>2</a:t>
                      </a:r>
                      <a:endParaRPr lang="zh-CN" sz="24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lnSpc>
                          <a:spcPct val="100000"/>
                        </a:lnSpc>
                        <a:spcAft>
                          <a:spcPts val="0"/>
                        </a:spcAft>
                      </a:pPr>
                      <a:r>
                        <a:rPr lang="en-US" altLang="zh-CN" sz="2400" b="1" dirty="0" smtClean="0">
                          <a:solidFill>
                            <a:srgbClr val="000000"/>
                          </a:solidFill>
                          <a:effectLst/>
                          <a:latin typeface="微软雅黑" pitchFamily="34" charset="-122"/>
                          <a:ea typeface="微软雅黑" pitchFamily="34" charset="-122"/>
                        </a:rPr>
                        <a:t>MAC</a:t>
                      </a:r>
                      <a:r>
                        <a:rPr lang="en-US" sz="2400" b="1" baseline="-25000" dirty="0" smtClean="0">
                          <a:solidFill>
                            <a:srgbClr val="000000"/>
                          </a:solidFill>
                          <a:effectLst/>
                          <a:latin typeface="微软雅黑" pitchFamily="34" charset="-122"/>
                          <a:ea typeface="微软雅黑" pitchFamily="34" charset="-122"/>
                        </a:rPr>
                        <a:t>4</a:t>
                      </a:r>
                      <a:endParaRPr lang="zh-CN" sz="24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pPr>
                      <a:r>
                        <a:rPr lang="en-US" sz="2400" b="1" dirty="0" smtClean="0">
                          <a:solidFill>
                            <a:srgbClr val="000000"/>
                          </a:solidFill>
                          <a:effectLst/>
                          <a:latin typeface="微软雅黑" pitchFamily="34" charset="-122"/>
                          <a:ea typeface="微软雅黑" pitchFamily="34" charset="-122"/>
                        </a:rPr>
                        <a:t>MAC</a:t>
                      </a:r>
                      <a:r>
                        <a:rPr lang="en-US" sz="2400" b="1" baseline="-25000" dirty="0" smtClean="0">
                          <a:solidFill>
                            <a:srgbClr val="000000"/>
                          </a:solidFill>
                          <a:effectLst/>
                          <a:latin typeface="微软雅黑" pitchFamily="34" charset="-122"/>
                          <a:ea typeface="微软雅黑" pitchFamily="34" charset="-122"/>
                        </a:rPr>
                        <a:t>5</a:t>
                      </a:r>
                      <a:endParaRPr lang="zh-CN" sz="24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 xmlns:a16="http://schemas.microsoft.com/office/drawing/2014/main" val="10003"/>
                  </a:ext>
                </a:extLst>
              </a:tr>
              <a:tr h="793769">
                <a:tc>
                  <a:txBody>
                    <a:bodyPr/>
                    <a:lstStyle/>
                    <a:p>
                      <a:pPr algn="ctr">
                        <a:lnSpc>
                          <a:spcPct val="100000"/>
                        </a:lnSpc>
                        <a:spcAft>
                          <a:spcPts val="0"/>
                        </a:spcAft>
                      </a:pPr>
                      <a:r>
                        <a:rPr lang="zh-CN" sz="2400" b="1" dirty="0" smtClean="0">
                          <a:solidFill>
                            <a:srgbClr val="000000"/>
                          </a:solidFill>
                          <a:effectLst/>
                          <a:latin typeface="微软雅黑" pitchFamily="34" charset="-122"/>
                          <a:ea typeface="微软雅黑" pitchFamily="34" charset="-122"/>
                        </a:rPr>
                        <a:t>从</a:t>
                      </a:r>
                      <a:r>
                        <a:rPr lang="en-US" altLang="zh-CN" sz="2400" b="1" dirty="0" smtClean="0">
                          <a:solidFill>
                            <a:srgbClr val="000000"/>
                          </a:solidFill>
                          <a:effectLst/>
                          <a:latin typeface="微软雅黑" pitchFamily="34" charset="-122"/>
                          <a:ea typeface="微软雅黑" pitchFamily="34" charset="-122"/>
                        </a:rPr>
                        <a:t> </a:t>
                      </a:r>
                      <a:r>
                        <a:rPr lang="en-US" sz="2400" b="1" dirty="0" smtClean="0">
                          <a:solidFill>
                            <a:srgbClr val="000000"/>
                          </a:solidFill>
                          <a:effectLst/>
                          <a:latin typeface="微软雅黑" pitchFamily="34" charset="-122"/>
                          <a:ea typeface="微软雅黑" pitchFamily="34" charset="-122"/>
                        </a:rPr>
                        <a:t>R</a:t>
                      </a:r>
                      <a:r>
                        <a:rPr lang="en-US" sz="2400" b="1" baseline="-25000" dirty="0" smtClean="0">
                          <a:solidFill>
                            <a:srgbClr val="000000"/>
                          </a:solidFill>
                          <a:effectLst/>
                          <a:latin typeface="微软雅黑" pitchFamily="34" charset="-122"/>
                          <a:ea typeface="微软雅黑" pitchFamily="34" charset="-122"/>
                        </a:rPr>
                        <a:t>2 </a:t>
                      </a:r>
                      <a:r>
                        <a:rPr lang="zh-CN" sz="2400" b="1" dirty="0" smtClean="0">
                          <a:solidFill>
                            <a:srgbClr val="000000"/>
                          </a:solidFill>
                          <a:effectLst/>
                          <a:latin typeface="微软雅黑" pitchFamily="34" charset="-122"/>
                          <a:ea typeface="微软雅黑" pitchFamily="34" charset="-122"/>
                        </a:rPr>
                        <a:t>到</a:t>
                      </a:r>
                      <a:r>
                        <a:rPr lang="en-US" altLang="zh-CN" sz="2400" b="1" dirty="0" smtClean="0">
                          <a:solidFill>
                            <a:srgbClr val="000000"/>
                          </a:solidFill>
                          <a:effectLst/>
                          <a:latin typeface="微软雅黑" pitchFamily="34" charset="-122"/>
                          <a:ea typeface="微软雅黑" pitchFamily="34" charset="-122"/>
                        </a:rPr>
                        <a:t> </a:t>
                      </a:r>
                      <a:r>
                        <a:rPr lang="en-US" sz="2400" b="1" dirty="0" smtClean="0">
                          <a:solidFill>
                            <a:srgbClr val="000000"/>
                          </a:solidFill>
                          <a:effectLst/>
                          <a:latin typeface="微软雅黑" pitchFamily="34" charset="-122"/>
                          <a:ea typeface="微软雅黑" pitchFamily="34" charset="-122"/>
                        </a:rPr>
                        <a:t>H</a:t>
                      </a:r>
                      <a:r>
                        <a:rPr lang="en-US" sz="2400" b="1" baseline="-25000" dirty="0" smtClean="0">
                          <a:solidFill>
                            <a:srgbClr val="000000"/>
                          </a:solidFill>
                          <a:effectLst/>
                          <a:latin typeface="微软雅黑" pitchFamily="34" charset="-122"/>
                          <a:ea typeface="微软雅黑" pitchFamily="34" charset="-122"/>
                        </a:rPr>
                        <a:t>2</a:t>
                      </a:r>
                      <a:endParaRPr lang="zh-CN" sz="24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1D8F9"/>
                    </a:solidFill>
                  </a:tcPr>
                </a:tc>
                <a:tc>
                  <a:txBody>
                    <a:bodyPr/>
                    <a:lstStyle/>
                    <a:p>
                      <a:pPr algn="ctr">
                        <a:lnSpc>
                          <a:spcPct val="100000"/>
                        </a:lnSpc>
                        <a:spcAft>
                          <a:spcPts val="0"/>
                        </a:spcAft>
                      </a:pPr>
                      <a:r>
                        <a:rPr lang="en-US" sz="2400" b="1" dirty="0">
                          <a:solidFill>
                            <a:srgbClr val="000000"/>
                          </a:solidFill>
                          <a:effectLst/>
                          <a:latin typeface="微软雅黑" pitchFamily="34" charset="-122"/>
                          <a:ea typeface="微软雅黑" pitchFamily="34" charset="-122"/>
                        </a:rPr>
                        <a:t>IP</a:t>
                      </a:r>
                      <a:r>
                        <a:rPr lang="en-US" sz="2400" b="1" baseline="-25000" dirty="0">
                          <a:solidFill>
                            <a:srgbClr val="000000"/>
                          </a:solidFill>
                          <a:effectLst/>
                          <a:latin typeface="微软雅黑" pitchFamily="34" charset="-122"/>
                          <a:ea typeface="微软雅黑" pitchFamily="34" charset="-122"/>
                        </a:rPr>
                        <a:t>1</a:t>
                      </a:r>
                      <a:endParaRPr lang="zh-CN" sz="24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pPr>
                      <a:r>
                        <a:rPr lang="en-US" sz="2400" b="1" dirty="0">
                          <a:solidFill>
                            <a:srgbClr val="000000"/>
                          </a:solidFill>
                          <a:effectLst/>
                          <a:latin typeface="微软雅黑" pitchFamily="34" charset="-122"/>
                          <a:ea typeface="微软雅黑" pitchFamily="34" charset="-122"/>
                        </a:rPr>
                        <a:t>IP</a:t>
                      </a:r>
                      <a:r>
                        <a:rPr lang="en-US" sz="2400" b="1" baseline="-25000" dirty="0">
                          <a:solidFill>
                            <a:srgbClr val="000000"/>
                          </a:solidFill>
                          <a:effectLst/>
                          <a:latin typeface="微软雅黑" pitchFamily="34" charset="-122"/>
                          <a:ea typeface="微软雅黑" pitchFamily="34" charset="-122"/>
                        </a:rPr>
                        <a:t>2</a:t>
                      </a:r>
                      <a:endParaRPr lang="zh-CN" sz="24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tc>
                  <a:txBody>
                    <a:bodyPr/>
                    <a:lstStyle/>
                    <a:p>
                      <a:pPr algn="ctr">
                        <a:lnSpc>
                          <a:spcPct val="100000"/>
                        </a:lnSpc>
                        <a:spcAft>
                          <a:spcPts val="0"/>
                        </a:spcAft>
                      </a:pPr>
                      <a:r>
                        <a:rPr lang="en-US" altLang="zh-CN" sz="2400" b="1" dirty="0" smtClean="0">
                          <a:solidFill>
                            <a:srgbClr val="000000"/>
                          </a:solidFill>
                          <a:effectLst/>
                          <a:latin typeface="微软雅黑" pitchFamily="34" charset="-122"/>
                          <a:ea typeface="微软雅黑" pitchFamily="34" charset="-122"/>
                        </a:rPr>
                        <a:t>MAC</a:t>
                      </a:r>
                      <a:r>
                        <a:rPr lang="en-US" sz="2400" b="1" baseline="-25000" dirty="0" smtClean="0">
                          <a:solidFill>
                            <a:srgbClr val="000000"/>
                          </a:solidFill>
                          <a:effectLst/>
                          <a:latin typeface="微软雅黑" pitchFamily="34" charset="-122"/>
                          <a:ea typeface="微软雅黑" pitchFamily="34" charset="-122"/>
                        </a:rPr>
                        <a:t>6</a:t>
                      </a:r>
                      <a:endParaRPr lang="zh-CN" sz="24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pPr>
                      <a:r>
                        <a:rPr lang="en-US" sz="2400" b="1" dirty="0" smtClean="0">
                          <a:solidFill>
                            <a:srgbClr val="000000"/>
                          </a:solidFill>
                          <a:effectLst/>
                          <a:latin typeface="微软雅黑" pitchFamily="34" charset="-122"/>
                          <a:ea typeface="微软雅黑" pitchFamily="34" charset="-122"/>
                        </a:rPr>
                        <a:t>MAC</a:t>
                      </a:r>
                      <a:r>
                        <a:rPr lang="en-US" sz="2400" b="1" baseline="-25000" dirty="0" smtClean="0">
                          <a:solidFill>
                            <a:srgbClr val="000000"/>
                          </a:solidFill>
                          <a:effectLst/>
                          <a:latin typeface="微软雅黑" pitchFamily="34" charset="-122"/>
                          <a:ea typeface="微软雅黑" pitchFamily="34" charset="-122"/>
                        </a:rPr>
                        <a:t>2</a:t>
                      </a:r>
                      <a:endParaRPr lang="zh-CN" sz="24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FF"/>
                    </a:solidFill>
                  </a:tcPr>
                </a:tc>
                <a:extLst>
                  <a:ext uri="{0D108BD9-81ED-4DB2-BD59-A6C34878D82A}">
                    <a16:rowId xmlns="" xmlns:a16="http://schemas.microsoft.com/office/drawing/2014/main" val="10004"/>
                  </a:ext>
                </a:extLst>
              </a:tr>
            </a:tbl>
          </a:graphicData>
        </a:graphic>
      </p:graphicFrame>
    </p:spTree>
    <p:extLst>
      <p:ext uri="{BB962C8B-B14F-4D97-AF65-F5344CB8AC3E}">
        <p14:creationId xmlns:p14="http://schemas.microsoft.com/office/powerpoint/2010/main" val="240137183"/>
      </p:ext>
    </p:extLst>
  </p:cSld>
  <p:clrMapOvr>
    <a:masterClrMapping/>
  </p:clrMapOvr>
  <p:transition spd="slow"/>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pPr eaLnBrk="1" hangingPunct="1"/>
            <a:r>
              <a:rPr lang="en-US" altLang="zh-CN" dirty="0"/>
              <a:t>4.2.4 </a:t>
            </a:r>
            <a:r>
              <a:rPr lang="zh-CN" altLang="en-US" dirty="0"/>
              <a:t>地址解析协议 </a:t>
            </a:r>
            <a:r>
              <a:rPr lang="en-US" altLang="zh-CN" dirty="0"/>
              <a:t>ARP</a:t>
            </a:r>
            <a:endParaRPr lang="zh-CN" altLang="en-US" dirty="0" smtClean="0"/>
          </a:p>
        </p:txBody>
      </p:sp>
      <p:sp>
        <p:nvSpPr>
          <p:cNvPr id="102403" name="Rectangle 3"/>
          <p:cNvSpPr>
            <a:spLocks noGrp="1" noChangeArrowheads="1"/>
          </p:cNvSpPr>
          <p:nvPr>
            <p:ph idx="1"/>
          </p:nvPr>
        </p:nvSpPr>
        <p:spPr>
          <a:xfrm>
            <a:off x="443706" y="1267200"/>
            <a:ext cx="10980886" cy="4895850"/>
          </a:xfrm>
        </p:spPr>
        <p:txBody>
          <a:bodyPr/>
          <a:lstStyle/>
          <a:p>
            <a:pPr eaLnBrk="1" hangingPunct="1"/>
            <a:r>
              <a:rPr lang="zh-CN" altLang="en-US" b="1" dirty="0" smtClean="0"/>
              <a:t>网络层使用的是 </a:t>
            </a:r>
            <a:r>
              <a:rPr lang="en-US" altLang="zh-CN" b="1" dirty="0" smtClean="0"/>
              <a:t>IP </a:t>
            </a:r>
            <a:r>
              <a:rPr lang="zh-CN" altLang="en-US" b="1" dirty="0" smtClean="0"/>
              <a:t>地址，但在实际网络的链路上传送数据帧时，最终还是必须使用链路层的 </a:t>
            </a:r>
            <a:r>
              <a:rPr lang="en-US" altLang="zh-CN" b="1" dirty="0" smtClean="0"/>
              <a:t>MAC </a:t>
            </a:r>
            <a:r>
              <a:rPr lang="zh-CN" altLang="en-US" b="1" dirty="0" smtClean="0"/>
              <a:t>地址。但是，</a:t>
            </a:r>
            <a:r>
              <a:rPr lang="en-US" altLang="zh-CN" b="1" dirty="0" smtClean="0"/>
              <a:t>IP </a:t>
            </a:r>
            <a:r>
              <a:rPr lang="zh-CN" altLang="en-US" b="1" dirty="0" smtClean="0"/>
              <a:t>地址和 </a:t>
            </a:r>
            <a:r>
              <a:rPr lang="en-US" altLang="zh-CN" b="1" dirty="0" smtClean="0"/>
              <a:t>MAC </a:t>
            </a:r>
            <a:r>
              <a:rPr lang="zh-CN" altLang="en-US" b="1" dirty="0" smtClean="0"/>
              <a:t>地址之间没有简单的对应关系，所以必须使用 </a:t>
            </a:r>
            <a:r>
              <a:rPr lang="en-US" altLang="zh-CN" b="1" dirty="0" smtClean="0">
                <a:solidFill>
                  <a:srgbClr val="FF0000"/>
                </a:solidFill>
              </a:rPr>
              <a:t>ARP </a:t>
            </a:r>
            <a:r>
              <a:rPr lang="zh-CN" altLang="en-US" b="1" dirty="0" smtClean="0">
                <a:solidFill>
                  <a:srgbClr val="FF0000"/>
                </a:solidFill>
              </a:rPr>
              <a:t>协议</a:t>
            </a:r>
            <a:r>
              <a:rPr lang="zh-CN" altLang="en-US" b="1" dirty="0" smtClean="0"/>
              <a:t>进行地址转换。</a:t>
            </a:r>
          </a:p>
        </p:txBody>
      </p:sp>
    </p:spTree>
    <p:extLst>
      <p:ext uri="{BB962C8B-B14F-4D97-AF65-F5344CB8AC3E}">
        <p14:creationId xmlns:p14="http://schemas.microsoft.com/office/powerpoint/2010/main" val="2098441560"/>
      </p:ext>
    </p:extLst>
  </p:cSld>
  <p:clrMapOvr>
    <a:masterClrMapping/>
  </p:clrMapOvr>
  <p:transition spd="slow"/>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eaLnBrk="1" hangingPunct="1"/>
            <a:r>
              <a:rPr lang="en-US" altLang="zh-CN" dirty="0" smtClean="0"/>
              <a:t>4.2.4 </a:t>
            </a:r>
            <a:r>
              <a:rPr lang="zh-CN" altLang="en-US" dirty="0" smtClean="0"/>
              <a:t>地址解析协议 </a:t>
            </a:r>
            <a:r>
              <a:rPr lang="en-US" altLang="zh-CN" dirty="0" smtClean="0"/>
              <a:t>ARP</a:t>
            </a:r>
          </a:p>
        </p:txBody>
      </p:sp>
      <p:grpSp>
        <p:nvGrpSpPr>
          <p:cNvPr id="2" name="组合 1"/>
          <p:cNvGrpSpPr/>
          <p:nvPr/>
        </p:nvGrpSpPr>
        <p:grpSpPr>
          <a:xfrm>
            <a:off x="556962" y="1790548"/>
            <a:ext cx="10291565" cy="4086723"/>
            <a:chOff x="556963" y="1790549"/>
            <a:chExt cx="8048776" cy="2427316"/>
          </a:xfrm>
        </p:grpSpPr>
        <p:sp>
          <p:nvSpPr>
            <p:cNvPr id="8" name="圆角矩形 7"/>
            <p:cNvSpPr/>
            <p:nvPr/>
          </p:nvSpPr>
          <p:spPr>
            <a:xfrm>
              <a:off x="556963" y="1790549"/>
              <a:ext cx="8048776" cy="2427316"/>
            </a:xfrm>
            <a:prstGeom prst="roundRect">
              <a:avLst/>
            </a:prstGeom>
            <a:solidFill>
              <a:srgbClr val="C3E3F9"/>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1954375" y="2005187"/>
              <a:ext cx="4457512" cy="1495690"/>
              <a:chOff x="2054734" y="2247807"/>
              <a:chExt cx="4457512" cy="1495690"/>
            </a:xfrm>
          </p:grpSpPr>
          <p:sp>
            <p:nvSpPr>
              <p:cNvPr id="10" name="Line 16"/>
              <p:cNvSpPr>
                <a:spLocks noChangeShapeType="1"/>
              </p:cNvSpPr>
              <p:nvPr/>
            </p:nvSpPr>
            <p:spPr bwMode="auto">
              <a:xfrm>
                <a:off x="6127397" y="2247807"/>
                <a:ext cx="0" cy="1495690"/>
              </a:xfrm>
              <a:prstGeom prst="line">
                <a:avLst/>
              </a:prstGeom>
              <a:noFill/>
              <a:ln w="19050">
                <a:solidFill>
                  <a:srgbClr val="0000CC"/>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1" name="Text Box 17"/>
              <p:cNvSpPr txBox="1">
                <a:spLocks noChangeArrowheads="1"/>
              </p:cNvSpPr>
              <p:nvPr/>
            </p:nvSpPr>
            <p:spPr bwMode="auto">
              <a:xfrm>
                <a:off x="5766063" y="2823150"/>
                <a:ext cx="746183" cy="237646"/>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dirty="0">
                    <a:solidFill>
                      <a:srgbClr val="000000"/>
                    </a:solidFill>
                    <a:latin typeface="微软雅黑" pitchFamily="34" charset="-122"/>
                    <a:ea typeface="微软雅黑" pitchFamily="34" charset="-122"/>
                  </a:rPr>
                  <a:t>网络层</a:t>
                </a:r>
              </a:p>
            </p:txBody>
          </p:sp>
          <p:sp>
            <p:nvSpPr>
              <p:cNvPr id="12" name="Rectangle 18"/>
              <p:cNvSpPr>
                <a:spLocks noChangeArrowheads="1"/>
              </p:cNvSpPr>
              <p:nvPr/>
            </p:nvSpPr>
            <p:spPr bwMode="auto">
              <a:xfrm>
                <a:off x="2054734" y="2247808"/>
                <a:ext cx="3750687" cy="1418325"/>
              </a:xfrm>
              <a:prstGeom prst="rect">
                <a:avLst/>
              </a:prstGeom>
              <a:solidFill>
                <a:srgbClr val="00FFFF"/>
              </a:solidFill>
              <a:ln w="12700">
                <a:solidFill>
                  <a:schemeClr val="tx1"/>
                </a:solidFill>
                <a:miter lim="800000"/>
                <a:headEnd/>
                <a:tailEnd/>
              </a:ln>
              <a:effectLst/>
              <a:extLst/>
            </p:spPr>
            <p:txBody>
              <a:bodyPr wrap="none" anchor="ctr"/>
              <a:lstStyle/>
              <a:p>
                <a:pPr algn="ctr"/>
                <a:r>
                  <a:rPr lang="en-US" altLang="zh-CN" sz="1600" b="1">
                    <a:solidFill>
                      <a:srgbClr val="000099"/>
                    </a:solidFill>
                    <a:latin typeface="微软雅黑" pitchFamily="34" charset="-122"/>
                    <a:ea typeface="微软雅黑" pitchFamily="34" charset="-122"/>
                  </a:rPr>
                  <a:t>ARP</a:t>
                </a:r>
              </a:p>
              <a:p>
                <a:pPr algn="ctr"/>
                <a:endParaRPr lang="en-US" altLang="zh-CN" sz="1600" b="1">
                  <a:solidFill>
                    <a:srgbClr val="000099"/>
                  </a:solidFill>
                  <a:latin typeface="微软雅黑" pitchFamily="34" charset="-122"/>
                  <a:ea typeface="微软雅黑" pitchFamily="34" charset="-122"/>
                </a:endParaRPr>
              </a:p>
            </p:txBody>
          </p:sp>
          <p:sp>
            <p:nvSpPr>
              <p:cNvPr id="13" name="Rectangle 22"/>
              <p:cNvSpPr>
                <a:spLocks noChangeArrowheads="1"/>
              </p:cNvSpPr>
              <p:nvPr/>
            </p:nvSpPr>
            <p:spPr bwMode="auto">
              <a:xfrm>
                <a:off x="2892584" y="2664967"/>
                <a:ext cx="1899428" cy="562775"/>
              </a:xfrm>
              <a:prstGeom prst="rect">
                <a:avLst/>
              </a:prstGeom>
              <a:solidFill>
                <a:srgbClr val="0000CC"/>
              </a:solidFill>
              <a:ln w="9525">
                <a:solidFill>
                  <a:schemeClr val="tx1"/>
                </a:solidFill>
                <a:miter lim="800000"/>
                <a:headEnd/>
                <a:tailEnd/>
              </a:ln>
              <a:effectLst/>
            </p:spPr>
            <p:txBody>
              <a:bodyPr wrap="none" anchor="ctr"/>
              <a:lstStyle/>
              <a:p>
                <a:pPr algn="ctr"/>
                <a:r>
                  <a:rPr lang="en-US" altLang="zh-CN" sz="3200" b="1" dirty="0">
                    <a:solidFill>
                      <a:schemeClr val="bg1"/>
                    </a:solidFill>
                    <a:latin typeface="微软雅黑" pitchFamily="34" charset="-122"/>
                    <a:ea typeface="微软雅黑" pitchFamily="34" charset="-122"/>
                  </a:rPr>
                  <a:t>IP</a:t>
                </a:r>
              </a:p>
            </p:txBody>
          </p:sp>
          <p:sp>
            <p:nvSpPr>
              <p:cNvPr id="14" name="Rectangle 24"/>
              <p:cNvSpPr>
                <a:spLocks noChangeArrowheads="1"/>
              </p:cNvSpPr>
              <p:nvPr/>
            </p:nvSpPr>
            <p:spPr bwMode="auto">
              <a:xfrm>
                <a:off x="3009888" y="2300110"/>
                <a:ext cx="787673" cy="284469"/>
              </a:xfrm>
              <a:prstGeom prst="rect">
                <a:avLst/>
              </a:prstGeom>
              <a:solidFill>
                <a:schemeClr val="bg1"/>
              </a:solidFill>
              <a:ln w="9525">
                <a:solidFill>
                  <a:schemeClr val="tx1"/>
                </a:solidFill>
                <a:miter lim="800000"/>
                <a:headEnd/>
                <a:tailEnd/>
              </a:ln>
              <a:effectLst/>
            </p:spPr>
            <p:txBody>
              <a:bodyPr wrap="none" anchor="ctr"/>
              <a:lstStyle/>
              <a:p>
                <a:pPr algn="ctr"/>
                <a:r>
                  <a:rPr lang="en-US" altLang="zh-CN" sz="2400" b="1" dirty="0">
                    <a:solidFill>
                      <a:srgbClr val="000000"/>
                    </a:solidFill>
                    <a:latin typeface="微软雅黑" pitchFamily="34" charset="-122"/>
                    <a:ea typeface="微软雅黑" pitchFamily="34" charset="-122"/>
                  </a:rPr>
                  <a:t>IGMP</a:t>
                </a:r>
              </a:p>
            </p:txBody>
          </p:sp>
          <p:sp>
            <p:nvSpPr>
              <p:cNvPr id="15" name="Rectangle 29"/>
              <p:cNvSpPr>
                <a:spLocks noChangeArrowheads="1"/>
              </p:cNvSpPr>
              <p:nvPr/>
            </p:nvSpPr>
            <p:spPr bwMode="auto">
              <a:xfrm>
                <a:off x="2226045" y="2300110"/>
                <a:ext cx="787673" cy="284469"/>
              </a:xfrm>
              <a:prstGeom prst="rect">
                <a:avLst/>
              </a:prstGeom>
              <a:solidFill>
                <a:schemeClr val="bg1"/>
              </a:solidFill>
              <a:ln w="9525">
                <a:solidFill>
                  <a:schemeClr val="tx1"/>
                </a:solidFill>
                <a:miter lim="800000"/>
                <a:headEnd/>
                <a:tailEnd/>
              </a:ln>
              <a:effectLst/>
            </p:spPr>
            <p:txBody>
              <a:bodyPr wrap="none" anchor="ctr"/>
              <a:lstStyle/>
              <a:p>
                <a:pPr algn="ctr"/>
                <a:r>
                  <a:rPr lang="en-US" altLang="zh-CN" sz="2400" b="1" dirty="0">
                    <a:solidFill>
                      <a:srgbClr val="000000"/>
                    </a:solidFill>
                    <a:latin typeface="微软雅黑" pitchFamily="34" charset="-122"/>
                    <a:ea typeface="微软雅黑" pitchFamily="34" charset="-122"/>
                  </a:rPr>
                  <a:t>ICMP</a:t>
                </a:r>
              </a:p>
            </p:txBody>
          </p:sp>
          <p:sp>
            <p:nvSpPr>
              <p:cNvPr id="16" name="Rectangle 30"/>
              <p:cNvSpPr>
                <a:spLocks noChangeArrowheads="1"/>
              </p:cNvSpPr>
              <p:nvPr/>
            </p:nvSpPr>
            <p:spPr bwMode="auto">
              <a:xfrm>
                <a:off x="4957970" y="3227741"/>
                <a:ext cx="641150" cy="309453"/>
              </a:xfrm>
              <a:prstGeom prst="rect">
                <a:avLst/>
              </a:prstGeom>
              <a:solidFill>
                <a:srgbClr val="FFC000"/>
              </a:solidFill>
              <a:ln w="9525">
                <a:solidFill>
                  <a:schemeClr val="tx1"/>
                </a:solidFill>
                <a:miter lim="800000"/>
                <a:headEnd/>
                <a:tailEnd/>
              </a:ln>
              <a:effectLst/>
            </p:spPr>
            <p:txBody>
              <a:bodyPr wrap="none" anchor="ctr"/>
              <a:lstStyle/>
              <a:p>
                <a:pPr algn="ctr"/>
                <a:r>
                  <a:rPr lang="en-US" altLang="zh-CN" sz="2400" b="1" dirty="0">
                    <a:solidFill>
                      <a:srgbClr val="000000"/>
                    </a:solidFill>
                    <a:latin typeface="微软雅黑" pitchFamily="34" charset="-122"/>
                    <a:ea typeface="微软雅黑" pitchFamily="34" charset="-122"/>
                  </a:rPr>
                  <a:t>ARP</a:t>
                </a:r>
              </a:p>
            </p:txBody>
          </p:sp>
        </p:grpSp>
        <p:sp>
          <p:nvSpPr>
            <p:cNvPr id="17" name="矩形 16"/>
            <p:cNvSpPr/>
            <p:nvPr/>
          </p:nvSpPr>
          <p:spPr>
            <a:xfrm>
              <a:off x="6358891" y="2046518"/>
              <a:ext cx="2037916" cy="1060266"/>
            </a:xfrm>
            <a:prstGeom prst="rect">
              <a:avLst/>
            </a:prstGeom>
            <a:solidFill>
              <a:schemeClr val="bg1"/>
            </a:solidFill>
          </p:spPr>
          <p:txBody>
            <a:bodyPr wrap="square">
              <a:spAutoFit/>
            </a:bodyPr>
            <a:lstStyle/>
            <a:p>
              <a:pPr>
                <a:lnSpc>
                  <a:spcPct val="110000"/>
                </a:lnSpc>
              </a:pPr>
              <a:r>
                <a:rPr lang="en-US" altLang="zh-CN" sz="2000" b="1" dirty="0" smtClean="0">
                  <a:solidFill>
                    <a:srgbClr val="0000FF"/>
                  </a:solidFill>
                  <a:latin typeface="微软雅黑" pitchFamily="34" charset="-122"/>
                  <a:ea typeface="微软雅黑" pitchFamily="34" charset="-122"/>
                </a:rPr>
                <a:t>ARP </a:t>
              </a:r>
              <a:r>
                <a:rPr lang="en-US" altLang="zh-CN" sz="2000" b="1" dirty="0">
                  <a:solidFill>
                    <a:srgbClr val="000000"/>
                  </a:solidFill>
                  <a:latin typeface="微软雅黑" pitchFamily="34" charset="-122"/>
                  <a:ea typeface="微软雅黑" pitchFamily="34" charset="-122"/>
                </a:rPr>
                <a:t>(Address Resolution Protocol </a:t>
              </a:r>
              <a:r>
                <a:rPr lang="en-US" altLang="zh-CN" sz="2000" b="1" dirty="0" smtClean="0">
                  <a:solidFill>
                    <a:srgbClr val="000000"/>
                  </a:solidFill>
                  <a:latin typeface="微软雅黑" pitchFamily="34" charset="-122"/>
                  <a:ea typeface="微软雅黑" pitchFamily="34" charset="-122"/>
                </a:rPr>
                <a:t>) </a:t>
              </a:r>
              <a:r>
                <a:rPr lang="zh-CN" altLang="en-US" sz="2000" b="1" dirty="0" smtClean="0">
                  <a:solidFill>
                    <a:srgbClr val="C00000"/>
                  </a:solidFill>
                  <a:latin typeface="微软雅黑" pitchFamily="34" charset="-122"/>
                  <a:ea typeface="微软雅黑" pitchFamily="34" charset="-122"/>
                </a:rPr>
                <a:t>作用：</a:t>
              </a:r>
              <a:endParaRPr lang="en-US" altLang="zh-CN" sz="2000" b="1" dirty="0" smtClean="0">
                <a:solidFill>
                  <a:srgbClr val="C00000"/>
                </a:solidFill>
                <a:latin typeface="微软雅黑" pitchFamily="34" charset="-122"/>
                <a:ea typeface="微软雅黑" pitchFamily="34" charset="-122"/>
              </a:endParaRPr>
            </a:p>
            <a:p>
              <a:pPr>
                <a:lnSpc>
                  <a:spcPct val="110000"/>
                </a:lnSpc>
              </a:pPr>
              <a:r>
                <a:rPr lang="zh-CN" altLang="zh-CN" sz="2000" b="1" dirty="0" smtClean="0">
                  <a:solidFill>
                    <a:srgbClr val="000000"/>
                  </a:solidFill>
                  <a:latin typeface="微软雅黑" pitchFamily="34" charset="-122"/>
                  <a:ea typeface="微软雅黑" pitchFamily="34" charset="-122"/>
                </a:rPr>
                <a:t>从</a:t>
              </a:r>
              <a:r>
                <a:rPr lang="en-US" altLang="zh-CN" sz="2000" b="1" dirty="0" smtClean="0">
                  <a:solidFill>
                    <a:srgbClr val="000000"/>
                  </a:solidFill>
                  <a:latin typeface="微软雅黑" pitchFamily="34" charset="-122"/>
                  <a:ea typeface="微软雅黑" pitchFamily="34" charset="-122"/>
                </a:rPr>
                <a:t> IP </a:t>
              </a:r>
              <a:r>
                <a:rPr lang="zh-CN" altLang="zh-CN" sz="2000" b="1" dirty="0" smtClean="0">
                  <a:solidFill>
                    <a:srgbClr val="000000"/>
                  </a:solidFill>
                  <a:latin typeface="微软雅黑" pitchFamily="34" charset="-122"/>
                  <a:ea typeface="微软雅黑" pitchFamily="34" charset="-122"/>
                </a:rPr>
                <a:t>地址解析出</a:t>
              </a:r>
              <a:r>
                <a:rPr lang="en-US" altLang="zh-CN" sz="2000" b="1" dirty="0" smtClean="0">
                  <a:solidFill>
                    <a:srgbClr val="000000"/>
                  </a:solidFill>
                  <a:latin typeface="微软雅黑" pitchFamily="34" charset="-122"/>
                  <a:ea typeface="微软雅黑" pitchFamily="34" charset="-122"/>
                </a:rPr>
                <a:t> MAC </a:t>
              </a:r>
              <a:r>
                <a:rPr lang="zh-CN" altLang="zh-CN" sz="2000" b="1" dirty="0" smtClean="0">
                  <a:solidFill>
                    <a:srgbClr val="000000"/>
                  </a:solidFill>
                  <a:latin typeface="微软雅黑" pitchFamily="34" charset="-122"/>
                  <a:ea typeface="微软雅黑" pitchFamily="34" charset="-122"/>
                </a:rPr>
                <a:t>地址</a:t>
              </a:r>
              <a:r>
                <a:rPr lang="zh-CN" altLang="en-US" sz="2000" b="1" dirty="0" smtClean="0">
                  <a:solidFill>
                    <a:srgbClr val="000000"/>
                  </a:solidFill>
                  <a:latin typeface="微软雅黑" pitchFamily="34" charset="-122"/>
                  <a:ea typeface="微软雅黑" pitchFamily="34" charset="-122"/>
                </a:rPr>
                <a:t>。</a:t>
              </a:r>
              <a:endParaRPr lang="zh-CN" altLang="en-US" sz="2000" b="1" dirty="0">
                <a:solidFill>
                  <a:srgbClr val="000000"/>
                </a:solidFill>
                <a:latin typeface="微软雅黑" pitchFamily="34" charset="-122"/>
                <a:ea typeface="微软雅黑" pitchFamily="34" charset="-122"/>
              </a:endParaRPr>
            </a:p>
          </p:txBody>
        </p:sp>
        <p:grpSp>
          <p:nvGrpSpPr>
            <p:cNvPr id="18" name="组合 17"/>
            <p:cNvGrpSpPr/>
            <p:nvPr/>
          </p:nvGrpSpPr>
          <p:grpSpPr>
            <a:xfrm>
              <a:off x="779168" y="3079482"/>
              <a:ext cx="2465272" cy="967203"/>
              <a:chOff x="879527" y="3322102"/>
              <a:chExt cx="2465272" cy="967203"/>
            </a:xfrm>
          </p:grpSpPr>
          <p:sp>
            <p:nvSpPr>
              <p:cNvPr id="19" name="任意多边形 18"/>
              <p:cNvSpPr/>
              <p:nvPr/>
            </p:nvSpPr>
            <p:spPr>
              <a:xfrm>
                <a:off x="1316167" y="3534154"/>
                <a:ext cx="1737929" cy="312193"/>
              </a:xfrm>
              <a:custGeom>
                <a:avLst/>
                <a:gdLst>
                  <a:gd name="connsiteX0" fmla="*/ 0 w 2159541"/>
                  <a:gd name="connsiteY0" fmla="*/ 0 h 505838"/>
                  <a:gd name="connsiteX1" fmla="*/ 1186775 w 2159541"/>
                  <a:gd name="connsiteY1" fmla="*/ 505838 h 505838"/>
                  <a:gd name="connsiteX2" fmla="*/ 1726660 w 2159541"/>
                  <a:gd name="connsiteY2" fmla="*/ 500974 h 505838"/>
                  <a:gd name="connsiteX3" fmla="*/ 2159541 w 2159541"/>
                  <a:gd name="connsiteY3" fmla="*/ 9727 h 505838"/>
                  <a:gd name="connsiteX4" fmla="*/ 0 w 2159541"/>
                  <a:gd name="connsiteY4" fmla="*/ 0 h 5058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9541" h="505838">
                    <a:moveTo>
                      <a:pt x="0" y="0"/>
                    </a:moveTo>
                    <a:lnTo>
                      <a:pt x="1186775" y="505838"/>
                    </a:lnTo>
                    <a:lnTo>
                      <a:pt x="1726660" y="500974"/>
                    </a:lnTo>
                    <a:lnTo>
                      <a:pt x="2159541" y="9727"/>
                    </a:lnTo>
                    <a:lnTo>
                      <a:pt x="0" y="0"/>
                    </a:lnTo>
                    <a:close/>
                  </a:path>
                </a:pathLst>
              </a:cu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100" b="1">
                  <a:latin typeface="微软雅黑" panose="020B0503020204020204" pitchFamily="34" charset="-122"/>
                  <a:ea typeface="微软雅黑" panose="020B0503020204020204" pitchFamily="34" charset="-122"/>
                </a:endParaRPr>
              </a:p>
            </p:txBody>
          </p:sp>
          <p:sp>
            <p:nvSpPr>
              <p:cNvPr id="20" name="矩形 19"/>
              <p:cNvSpPr/>
              <p:nvPr/>
            </p:nvSpPr>
            <p:spPr>
              <a:xfrm>
                <a:off x="1317443" y="3322102"/>
                <a:ext cx="1737930" cy="212053"/>
              </a:xfrm>
              <a:prstGeom prst="rect">
                <a:avLst/>
              </a:prstGeom>
              <a:solidFill>
                <a:srgbClr val="FFC0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600" b="1" dirty="0">
                    <a:solidFill>
                      <a:srgbClr val="000000"/>
                    </a:solidFill>
                    <a:latin typeface="微软雅黑" panose="020B0503020204020204" pitchFamily="34" charset="-122"/>
                    <a:ea typeface="微软雅黑" panose="020B0503020204020204" pitchFamily="34" charset="-122"/>
                    <a:cs typeface="Times New Roman" pitchFamily="18" charset="0"/>
                  </a:rPr>
                  <a:t>ARP </a:t>
                </a:r>
                <a:r>
                  <a:rPr lang="zh-CN" altLang="en-US" sz="1600" b="1" dirty="0">
                    <a:solidFill>
                      <a:srgbClr val="000000"/>
                    </a:solidFill>
                    <a:latin typeface="微软雅黑" panose="020B0503020204020204" pitchFamily="34" charset="-122"/>
                    <a:ea typeface="微软雅黑" panose="020B0503020204020204" pitchFamily="34" charset="-122"/>
                    <a:cs typeface="Times New Roman" pitchFamily="18" charset="0"/>
                  </a:rPr>
                  <a:t>请求或回答分组</a:t>
                </a:r>
              </a:p>
            </p:txBody>
          </p:sp>
          <p:sp>
            <p:nvSpPr>
              <p:cNvPr id="21" name="右箭头 20"/>
              <p:cNvSpPr/>
              <p:nvPr/>
            </p:nvSpPr>
            <p:spPr>
              <a:xfrm flipH="1">
                <a:off x="1200718" y="3884150"/>
                <a:ext cx="178235" cy="128293"/>
              </a:xfrm>
              <a:prstGeom prst="rightArrow">
                <a:avLst/>
              </a:prstGeom>
              <a:solidFill>
                <a:srgbClr val="99009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100" b="1">
                  <a:latin typeface="微软雅黑" panose="020B0503020204020204" pitchFamily="34" charset="-122"/>
                  <a:ea typeface="微软雅黑" panose="020B0503020204020204" pitchFamily="34" charset="-122"/>
                </a:endParaRPr>
              </a:p>
            </p:txBody>
          </p:sp>
          <p:sp>
            <p:nvSpPr>
              <p:cNvPr id="22" name="Text Box 7"/>
              <p:cNvSpPr txBox="1">
                <a:spLocks noChangeArrowheads="1"/>
              </p:cNvSpPr>
              <p:nvPr/>
            </p:nvSpPr>
            <p:spPr bwMode="auto">
              <a:xfrm>
                <a:off x="879527" y="3661063"/>
                <a:ext cx="465362" cy="201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dirty="0">
                    <a:solidFill>
                      <a:srgbClr val="0000FF"/>
                    </a:solidFill>
                    <a:latin typeface="微软雅黑" panose="020B0503020204020204" pitchFamily="34" charset="-122"/>
                    <a:ea typeface="微软雅黑" panose="020B0503020204020204" pitchFamily="34" charset="-122"/>
                  </a:rPr>
                  <a:t>发送</a:t>
                </a:r>
              </a:p>
            </p:txBody>
          </p:sp>
          <p:sp>
            <p:nvSpPr>
              <p:cNvPr id="23" name="矩形 22"/>
              <p:cNvSpPr/>
              <p:nvPr/>
            </p:nvSpPr>
            <p:spPr>
              <a:xfrm>
                <a:off x="1360860" y="3838192"/>
                <a:ext cx="1809439" cy="210887"/>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100" b="1">
                  <a:latin typeface="微软雅黑" panose="020B0503020204020204" pitchFamily="34" charset="-122"/>
                  <a:ea typeface="微软雅黑" panose="020B0503020204020204" pitchFamily="34" charset="-122"/>
                </a:endParaRPr>
              </a:p>
            </p:txBody>
          </p:sp>
          <p:sp>
            <p:nvSpPr>
              <p:cNvPr id="24" name="Text Box 7"/>
              <p:cNvSpPr txBox="1">
                <a:spLocks noChangeArrowheads="1"/>
              </p:cNvSpPr>
              <p:nvPr/>
            </p:nvSpPr>
            <p:spPr bwMode="auto">
              <a:xfrm>
                <a:off x="1210804" y="4088220"/>
                <a:ext cx="2133995" cy="201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ARP </a:t>
                </a:r>
                <a:r>
                  <a:rPr lang="zh-CN" altLang="en-US" sz="1600" b="1" dirty="0">
                    <a:solidFill>
                      <a:srgbClr val="000000"/>
                    </a:solidFill>
                    <a:latin typeface="微软雅黑" panose="020B0503020204020204" pitchFamily="34" charset="-122"/>
                    <a:ea typeface="微软雅黑" panose="020B0503020204020204" pitchFamily="34" charset="-122"/>
                  </a:rPr>
                  <a:t>分组封装在</a:t>
                </a:r>
                <a:r>
                  <a:rPr lang="zh-CN" altLang="en-US" sz="1600" b="1" dirty="0" smtClean="0">
                    <a:solidFill>
                      <a:srgbClr val="000000"/>
                    </a:solidFill>
                    <a:latin typeface="微软雅黑" panose="020B0503020204020204" pitchFamily="34" charset="-122"/>
                    <a:ea typeface="微软雅黑" panose="020B0503020204020204" pitchFamily="34" charset="-122"/>
                  </a:rPr>
                  <a:t>以太网帧中</a:t>
                </a:r>
                <a:endParaRPr lang="zh-CN" altLang="en-US" sz="1600" b="1" dirty="0">
                  <a:solidFill>
                    <a:srgbClr val="000000"/>
                  </a:solidFill>
                  <a:latin typeface="微软雅黑" panose="020B0503020204020204" pitchFamily="34" charset="-122"/>
                  <a:ea typeface="微软雅黑" panose="020B0503020204020204" pitchFamily="34" charset="-122"/>
                </a:endParaRPr>
              </a:p>
            </p:txBody>
          </p:sp>
          <p:cxnSp>
            <p:nvCxnSpPr>
              <p:cNvPr id="25" name="直接连接符 24"/>
              <p:cNvCxnSpPr/>
              <p:nvPr/>
            </p:nvCxnSpPr>
            <p:spPr>
              <a:xfrm>
                <a:off x="2692720" y="3844018"/>
                <a:ext cx="0" cy="2120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2231740" y="3842853"/>
                <a:ext cx="458426" cy="200401"/>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100" b="1">
                  <a:latin typeface="微软雅黑" panose="020B0503020204020204" pitchFamily="34" charset="-122"/>
                  <a:ea typeface="微软雅黑" panose="020B0503020204020204" pitchFamily="34" charset="-122"/>
                </a:endParaRPr>
              </a:p>
            </p:txBody>
          </p:sp>
          <p:sp>
            <p:nvSpPr>
              <p:cNvPr id="27" name="Text Box 7"/>
              <p:cNvSpPr txBox="1">
                <a:spLocks noChangeArrowheads="1"/>
              </p:cNvSpPr>
              <p:nvPr/>
            </p:nvSpPr>
            <p:spPr bwMode="auto">
              <a:xfrm>
                <a:off x="2237534" y="3845802"/>
                <a:ext cx="465362" cy="201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dirty="0">
                    <a:solidFill>
                      <a:srgbClr val="000000"/>
                    </a:solidFill>
                    <a:latin typeface="微软雅黑" panose="020B0503020204020204" pitchFamily="34" charset="-122"/>
                    <a:ea typeface="微软雅黑" panose="020B0503020204020204" pitchFamily="34" charset="-122"/>
                  </a:rPr>
                  <a:t>数据</a:t>
                </a:r>
              </a:p>
            </p:txBody>
          </p:sp>
          <p:sp>
            <p:nvSpPr>
              <p:cNvPr id="28" name="Text Box 7"/>
              <p:cNvSpPr txBox="1">
                <a:spLocks noChangeArrowheads="1"/>
              </p:cNvSpPr>
              <p:nvPr/>
            </p:nvSpPr>
            <p:spPr bwMode="auto">
              <a:xfrm>
                <a:off x="2718291" y="3847142"/>
                <a:ext cx="437781" cy="201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FCS</a:t>
                </a:r>
                <a:endParaRPr lang="zh-CN" altLang="en-US" sz="1600" b="1" dirty="0">
                  <a:solidFill>
                    <a:srgbClr val="00000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a:off x="2233017" y="3844018"/>
                <a:ext cx="0" cy="2120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Text Box 7"/>
              <p:cNvSpPr txBox="1">
                <a:spLocks noChangeArrowheads="1"/>
              </p:cNvSpPr>
              <p:nvPr/>
            </p:nvSpPr>
            <p:spPr bwMode="auto">
              <a:xfrm>
                <a:off x="1335320" y="3841503"/>
                <a:ext cx="982162" cy="201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dirty="0">
                    <a:solidFill>
                      <a:srgbClr val="000000"/>
                    </a:solidFill>
                    <a:latin typeface="微软雅黑" panose="020B0503020204020204" pitchFamily="34" charset="-122"/>
                    <a:ea typeface="微软雅黑" panose="020B0503020204020204" pitchFamily="34" charset="-122"/>
                  </a:rPr>
                  <a:t>以太网首部</a:t>
                </a:r>
              </a:p>
            </p:txBody>
          </p:sp>
        </p:grpSp>
        <p:grpSp>
          <p:nvGrpSpPr>
            <p:cNvPr id="31" name="组合 30"/>
            <p:cNvGrpSpPr/>
            <p:nvPr/>
          </p:nvGrpSpPr>
          <p:grpSpPr>
            <a:xfrm>
              <a:off x="4459616" y="2417791"/>
              <a:ext cx="1331666" cy="1424199"/>
              <a:chOff x="4559975" y="2660411"/>
              <a:chExt cx="1331666" cy="1424199"/>
            </a:xfrm>
          </p:grpSpPr>
          <p:sp>
            <p:nvSpPr>
              <p:cNvPr id="32" name="Text Box 19"/>
              <p:cNvSpPr txBox="1">
                <a:spLocks noChangeArrowheads="1"/>
              </p:cNvSpPr>
              <p:nvPr/>
            </p:nvSpPr>
            <p:spPr bwMode="auto">
              <a:xfrm>
                <a:off x="4883197" y="2660411"/>
                <a:ext cx="805106" cy="237646"/>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defRPr sz="2000" b="1">
                    <a:solidFill>
                      <a:srgbClr val="0000CC"/>
                    </a:solidFill>
                    <a:latin typeface="+mn-lt"/>
                    <a:ea typeface="黑体" pitchFamily="2" charset="-122"/>
                  </a:defRPr>
                </a:lvl1pPr>
              </a:lstStyle>
              <a:p>
                <a:r>
                  <a:rPr lang="en-US" altLang="zh-CN" dirty="0" smtClean="0">
                    <a:solidFill>
                      <a:srgbClr val="000000"/>
                    </a:solidFill>
                    <a:latin typeface="微软雅黑" pitchFamily="34" charset="-122"/>
                    <a:ea typeface="微软雅黑" pitchFamily="34" charset="-122"/>
                  </a:rPr>
                  <a:t>IP </a:t>
                </a:r>
                <a:r>
                  <a:rPr lang="zh-CN" altLang="en-US" dirty="0" smtClean="0">
                    <a:solidFill>
                      <a:srgbClr val="000000"/>
                    </a:solidFill>
                    <a:latin typeface="微软雅黑" pitchFamily="34" charset="-122"/>
                    <a:ea typeface="微软雅黑" pitchFamily="34" charset="-122"/>
                  </a:rPr>
                  <a:t>地址</a:t>
                </a:r>
                <a:endParaRPr lang="zh-CN" altLang="en-US" dirty="0">
                  <a:solidFill>
                    <a:srgbClr val="000000"/>
                  </a:solidFill>
                  <a:latin typeface="微软雅黑" pitchFamily="34" charset="-122"/>
                  <a:ea typeface="微软雅黑" pitchFamily="34" charset="-122"/>
                </a:endParaRPr>
              </a:p>
            </p:txBody>
          </p:sp>
          <p:sp>
            <p:nvSpPr>
              <p:cNvPr id="33" name="Text Box 20"/>
              <p:cNvSpPr txBox="1">
                <a:spLocks noChangeArrowheads="1"/>
              </p:cNvSpPr>
              <p:nvPr/>
            </p:nvSpPr>
            <p:spPr bwMode="auto">
              <a:xfrm>
                <a:off x="4796385" y="3846964"/>
                <a:ext cx="1095256" cy="237646"/>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dirty="0" smtClean="0">
                    <a:solidFill>
                      <a:srgbClr val="000000"/>
                    </a:solidFill>
                    <a:latin typeface="微软雅黑" pitchFamily="34" charset="-122"/>
                    <a:ea typeface="微软雅黑" pitchFamily="34" charset="-122"/>
                  </a:rPr>
                  <a:t>MAC </a:t>
                </a:r>
                <a:r>
                  <a:rPr lang="zh-CN" altLang="en-US" sz="2000" b="1" dirty="0" smtClean="0">
                    <a:solidFill>
                      <a:srgbClr val="000000"/>
                    </a:solidFill>
                    <a:latin typeface="微软雅黑" pitchFamily="34" charset="-122"/>
                    <a:ea typeface="微软雅黑" pitchFamily="34" charset="-122"/>
                  </a:rPr>
                  <a:t>地址</a:t>
                </a:r>
                <a:endParaRPr lang="zh-CN" altLang="en-US" sz="2000" b="1" dirty="0">
                  <a:solidFill>
                    <a:srgbClr val="000000"/>
                  </a:solidFill>
                  <a:latin typeface="微软雅黑" pitchFamily="34" charset="-122"/>
                  <a:ea typeface="微软雅黑" pitchFamily="34" charset="-122"/>
                </a:endParaRPr>
              </a:p>
            </p:txBody>
          </p:sp>
          <p:sp>
            <p:nvSpPr>
              <p:cNvPr id="34" name="Freeform 25"/>
              <p:cNvSpPr>
                <a:spLocks/>
              </p:cNvSpPr>
              <p:nvPr/>
            </p:nvSpPr>
            <p:spPr bwMode="auto">
              <a:xfrm>
                <a:off x="4559975" y="2969864"/>
                <a:ext cx="725528" cy="257878"/>
              </a:xfrm>
              <a:custGeom>
                <a:avLst/>
                <a:gdLst>
                  <a:gd name="T0" fmla="*/ 0 w 500"/>
                  <a:gd name="T1" fmla="*/ 0 h 203"/>
                  <a:gd name="T2" fmla="*/ 497 w 500"/>
                  <a:gd name="T3" fmla="*/ 0 h 203"/>
                  <a:gd name="T4" fmla="*/ 500 w 500"/>
                  <a:gd name="T5" fmla="*/ 203 h 203"/>
                </a:gdLst>
                <a:ahLst/>
                <a:cxnLst>
                  <a:cxn ang="0">
                    <a:pos x="T0" y="T1"/>
                  </a:cxn>
                  <a:cxn ang="0">
                    <a:pos x="T2" y="T3"/>
                  </a:cxn>
                  <a:cxn ang="0">
                    <a:pos x="T4" y="T5"/>
                  </a:cxn>
                </a:cxnLst>
                <a:rect l="0" t="0" r="r" b="b"/>
                <a:pathLst>
                  <a:path w="500" h="203">
                    <a:moveTo>
                      <a:pt x="0" y="0"/>
                    </a:moveTo>
                    <a:lnTo>
                      <a:pt x="497" y="0"/>
                    </a:lnTo>
                    <a:lnTo>
                      <a:pt x="500" y="203"/>
                    </a:lnTo>
                  </a:path>
                </a:pathLst>
              </a:custGeom>
              <a:noFill/>
              <a:ln w="28575" cmpd="sng">
                <a:solidFill>
                  <a:srgbClr val="0000FF"/>
                </a:solidFill>
                <a:round/>
                <a:headEnd type="none" w="med" len="med"/>
                <a:tailEnd type="triangle" w="med" len="med"/>
              </a:ln>
              <a:effectLs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35" name="Line 26"/>
              <p:cNvSpPr>
                <a:spLocks noChangeShapeType="1"/>
              </p:cNvSpPr>
              <p:nvPr/>
            </p:nvSpPr>
            <p:spPr bwMode="auto">
              <a:xfrm>
                <a:off x="5289667" y="3532638"/>
                <a:ext cx="0" cy="314325"/>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grpSp>
      </p:grpSp>
    </p:spTree>
    <p:extLst>
      <p:ext uri="{BB962C8B-B14F-4D97-AF65-F5344CB8AC3E}">
        <p14:creationId xmlns:p14="http://schemas.microsoft.com/office/powerpoint/2010/main" val="2639730779"/>
      </p:ext>
    </p:extLst>
  </p:cSld>
  <p:clrMapOvr>
    <a:masterClrMapping/>
  </p:clrMapOvr>
  <p:transition spd="slow"/>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pPr eaLnBrk="1" hangingPunct="1"/>
            <a:r>
              <a:rPr lang="en-US" altLang="zh-CN" dirty="0"/>
              <a:t>4.2.4 </a:t>
            </a:r>
            <a:r>
              <a:rPr lang="zh-CN" altLang="en-US" dirty="0"/>
              <a:t>地址解析协议 </a:t>
            </a:r>
            <a:r>
              <a:rPr lang="en-US" altLang="zh-CN" dirty="0"/>
              <a:t>ARP</a:t>
            </a:r>
            <a:endParaRPr lang="zh-CN" altLang="en-US" dirty="0" smtClean="0"/>
          </a:p>
        </p:txBody>
      </p:sp>
      <p:sp>
        <p:nvSpPr>
          <p:cNvPr id="102403" name="Rectangle 3"/>
          <p:cNvSpPr>
            <a:spLocks noGrp="1" noChangeArrowheads="1"/>
          </p:cNvSpPr>
          <p:nvPr>
            <p:ph idx="1"/>
          </p:nvPr>
        </p:nvSpPr>
        <p:spPr>
          <a:xfrm>
            <a:off x="443706" y="1267200"/>
            <a:ext cx="11052894" cy="4895850"/>
          </a:xfrm>
        </p:spPr>
        <p:txBody>
          <a:bodyPr/>
          <a:lstStyle/>
          <a:p>
            <a:pPr eaLnBrk="1" hangingPunct="1"/>
            <a:r>
              <a:rPr lang="zh-CN" altLang="en-US" b="1" dirty="0" smtClean="0"/>
              <a:t>每一台主机都设有一个 </a:t>
            </a:r>
            <a:r>
              <a:rPr lang="en-US" altLang="zh-CN" b="1" dirty="0" smtClean="0">
                <a:solidFill>
                  <a:srgbClr val="FF0000"/>
                </a:solidFill>
              </a:rPr>
              <a:t>ARP </a:t>
            </a:r>
            <a:r>
              <a:rPr lang="zh-CN" altLang="en-US" b="1" dirty="0" smtClean="0">
                <a:solidFill>
                  <a:srgbClr val="FF0000"/>
                </a:solidFill>
              </a:rPr>
              <a:t>高速缓存</a:t>
            </a:r>
            <a:r>
              <a:rPr lang="en-US" altLang="zh-CN" b="1" dirty="0" smtClean="0"/>
              <a:t>(ARP cache)</a:t>
            </a:r>
            <a:r>
              <a:rPr lang="zh-CN" altLang="en-US" b="1" dirty="0" smtClean="0"/>
              <a:t>，里面有</a:t>
            </a:r>
            <a:r>
              <a:rPr lang="zh-CN" altLang="en-US" b="1" dirty="0" smtClean="0">
                <a:solidFill>
                  <a:srgbClr val="FF0000"/>
                </a:solidFill>
              </a:rPr>
              <a:t>本局域网</a:t>
            </a:r>
            <a:r>
              <a:rPr lang="zh-CN" altLang="en-US" b="1" dirty="0" smtClean="0"/>
              <a:t>上的一些主机和路由器的 </a:t>
            </a:r>
            <a:r>
              <a:rPr lang="en-US" altLang="zh-CN" b="1" dirty="0" smtClean="0"/>
              <a:t>IP </a:t>
            </a:r>
            <a:r>
              <a:rPr lang="zh-CN" altLang="en-US" b="1" dirty="0" smtClean="0"/>
              <a:t>地址到 </a:t>
            </a:r>
            <a:r>
              <a:rPr lang="en-US" altLang="zh-CN" b="1" dirty="0" smtClean="0"/>
              <a:t>MAC </a:t>
            </a:r>
            <a:r>
              <a:rPr lang="zh-CN" altLang="en-US" b="1" dirty="0" smtClean="0"/>
              <a:t>地址的</a:t>
            </a:r>
            <a:r>
              <a:rPr lang="zh-CN" altLang="en-US" b="1" dirty="0" smtClean="0">
                <a:solidFill>
                  <a:srgbClr val="FF0000"/>
                </a:solidFill>
              </a:rPr>
              <a:t>映射表</a:t>
            </a:r>
            <a:r>
              <a:rPr lang="zh-CN" altLang="en-US" b="1" dirty="0" smtClean="0"/>
              <a:t>。</a:t>
            </a:r>
            <a:endParaRPr lang="en-US" altLang="zh-CN" b="1" dirty="0" smtClean="0"/>
          </a:p>
          <a:p>
            <a:pPr eaLnBrk="1" hangingPunct="1"/>
            <a:r>
              <a:rPr lang="zh-CN" altLang="en-US" b="1" dirty="0"/>
              <a:t>当主机 </a:t>
            </a:r>
            <a:r>
              <a:rPr lang="en-US" altLang="zh-CN" b="1" dirty="0"/>
              <a:t>A </a:t>
            </a:r>
            <a:r>
              <a:rPr lang="zh-CN" altLang="en-US" b="1" dirty="0"/>
              <a:t>欲向</a:t>
            </a:r>
            <a:r>
              <a:rPr lang="zh-CN" altLang="en-US" b="1" dirty="0">
                <a:solidFill>
                  <a:srgbClr val="FF0000"/>
                </a:solidFill>
              </a:rPr>
              <a:t>本局域网</a:t>
            </a:r>
            <a:r>
              <a:rPr lang="zh-CN" altLang="en-US" b="1" dirty="0"/>
              <a:t>上的某台主机 </a:t>
            </a:r>
            <a:r>
              <a:rPr lang="en-US" altLang="zh-CN" b="1" dirty="0"/>
              <a:t>B </a:t>
            </a:r>
            <a:r>
              <a:rPr lang="zh-CN" altLang="en-US" b="1" dirty="0"/>
              <a:t>发送 </a:t>
            </a:r>
            <a:r>
              <a:rPr lang="en-US" altLang="zh-CN" b="1" dirty="0"/>
              <a:t>IP </a:t>
            </a:r>
            <a:r>
              <a:rPr lang="zh-CN" altLang="en-US" b="1" dirty="0"/>
              <a:t>数据报时，就先在其 </a:t>
            </a:r>
            <a:r>
              <a:rPr lang="en-US" altLang="zh-CN" b="1" dirty="0">
                <a:solidFill>
                  <a:srgbClr val="FF0000"/>
                </a:solidFill>
              </a:rPr>
              <a:t>ARP </a:t>
            </a:r>
            <a:r>
              <a:rPr lang="zh-CN" altLang="en-US" b="1" dirty="0">
                <a:solidFill>
                  <a:srgbClr val="FF0000"/>
                </a:solidFill>
              </a:rPr>
              <a:t>高速缓存</a:t>
            </a:r>
            <a:r>
              <a:rPr lang="zh-CN" altLang="en-US" b="1" dirty="0"/>
              <a:t>中查看有无主机 </a:t>
            </a:r>
            <a:r>
              <a:rPr lang="en-US" altLang="zh-CN" b="1" dirty="0"/>
              <a:t>B </a:t>
            </a:r>
            <a:r>
              <a:rPr lang="zh-CN" altLang="en-US" b="1" dirty="0"/>
              <a:t>的 </a:t>
            </a:r>
            <a:r>
              <a:rPr lang="en-US" altLang="zh-CN" b="1" dirty="0"/>
              <a:t>IP </a:t>
            </a:r>
            <a:r>
              <a:rPr lang="zh-CN" altLang="en-US" b="1" dirty="0" smtClean="0"/>
              <a:t>地址</a:t>
            </a:r>
            <a:r>
              <a:rPr lang="zh-CN" altLang="en-US" b="1" dirty="0"/>
              <a:t>对应的 </a:t>
            </a:r>
            <a:r>
              <a:rPr lang="en-US" altLang="zh-CN" b="1" dirty="0"/>
              <a:t>MAC </a:t>
            </a:r>
            <a:r>
              <a:rPr lang="zh-CN" altLang="en-US" b="1" dirty="0"/>
              <a:t>地址</a:t>
            </a:r>
            <a:r>
              <a:rPr lang="zh-CN" altLang="en-US" b="1" dirty="0" smtClean="0"/>
              <a:t>。</a:t>
            </a:r>
            <a:r>
              <a:rPr lang="zh-CN" altLang="en-US" b="1" dirty="0"/>
              <a:t>如有，就</a:t>
            </a:r>
            <a:r>
              <a:rPr lang="zh-CN" altLang="en-US" b="1" dirty="0" smtClean="0"/>
              <a:t>可将此 </a:t>
            </a:r>
            <a:r>
              <a:rPr lang="en-US" altLang="zh-CN" b="1" dirty="0" smtClean="0"/>
              <a:t>MAC </a:t>
            </a:r>
            <a:r>
              <a:rPr lang="zh-CN" altLang="en-US" b="1" dirty="0" smtClean="0"/>
              <a:t>地址</a:t>
            </a:r>
            <a:r>
              <a:rPr lang="zh-CN" altLang="en-US" b="1" dirty="0"/>
              <a:t>写入 </a:t>
            </a:r>
            <a:r>
              <a:rPr lang="en-US" altLang="zh-CN" b="1" dirty="0"/>
              <a:t>MAC </a:t>
            </a:r>
            <a:r>
              <a:rPr lang="zh-CN" altLang="en-US" b="1" dirty="0"/>
              <a:t>帧，然后通过局域网将该 </a:t>
            </a:r>
            <a:r>
              <a:rPr lang="en-US" altLang="zh-CN" b="1" dirty="0"/>
              <a:t>MAC </a:t>
            </a:r>
            <a:r>
              <a:rPr lang="zh-CN" altLang="en-US" b="1" dirty="0"/>
              <a:t>帧</a:t>
            </a:r>
            <a:r>
              <a:rPr lang="zh-CN" altLang="en-US" b="1" dirty="0" smtClean="0"/>
              <a:t>发送出去。</a:t>
            </a:r>
            <a:endParaRPr lang="en-US" altLang="zh-CN" b="1" dirty="0"/>
          </a:p>
          <a:p>
            <a:pPr eaLnBrk="1" hangingPunct="1"/>
            <a:endParaRPr lang="zh-CN" altLang="en-US" b="1" dirty="0" smtClean="0"/>
          </a:p>
        </p:txBody>
      </p:sp>
    </p:spTree>
    <p:extLst>
      <p:ext uri="{BB962C8B-B14F-4D97-AF65-F5344CB8AC3E}">
        <p14:creationId xmlns:p14="http://schemas.microsoft.com/office/powerpoint/2010/main" val="318220061"/>
      </p:ext>
    </p:extLst>
  </p:cSld>
  <p:clrMapOvr>
    <a:masterClrMapping/>
  </p:clrMapOvr>
  <p:transition spd="slow"/>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pPr eaLnBrk="1" hangingPunct="1"/>
            <a:r>
              <a:rPr lang="en-US" altLang="zh-CN" dirty="0"/>
              <a:t>4.2.4 </a:t>
            </a:r>
            <a:r>
              <a:rPr lang="zh-CN" altLang="en-US" dirty="0"/>
              <a:t>地址解析协议 </a:t>
            </a:r>
            <a:r>
              <a:rPr lang="en-US" altLang="zh-CN" dirty="0"/>
              <a:t>ARP</a:t>
            </a:r>
            <a:endParaRPr lang="zh-CN" altLang="en-US" dirty="0" smtClean="0"/>
          </a:p>
        </p:txBody>
      </p:sp>
      <p:sp>
        <p:nvSpPr>
          <p:cNvPr id="102403" name="Rectangle 3"/>
          <p:cNvSpPr>
            <a:spLocks noGrp="1" noChangeArrowheads="1"/>
          </p:cNvSpPr>
          <p:nvPr>
            <p:ph idx="1"/>
          </p:nvPr>
        </p:nvSpPr>
        <p:spPr/>
        <p:txBody>
          <a:bodyPr/>
          <a:lstStyle/>
          <a:p>
            <a:pPr eaLnBrk="1" hangingPunct="1"/>
            <a:r>
              <a:rPr lang="zh-CN" altLang="en-US" b="1" dirty="0" smtClean="0"/>
              <a:t>若主机 </a:t>
            </a:r>
            <a:r>
              <a:rPr lang="en-US" altLang="zh-CN" b="1" dirty="0" smtClean="0"/>
              <a:t>A </a:t>
            </a:r>
            <a:r>
              <a:rPr lang="zh-CN" altLang="en-US" b="1" dirty="0" smtClean="0"/>
              <a:t>查不到主机 </a:t>
            </a:r>
            <a:r>
              <a:rPr lang="en-US" altLang="zh-CN" b="1" dirty="0" smtClean="0"/>
              <a:t>B </a:t>
            </a:r>
            <a:r>
              <a:rPr lang="zh-CN" altLang="en-US" b="1" dirty="0" smtClean="0"/>
              <a:t>的 </a:t>
            </a:r>
            <a:r>
              <a:rPr lang="en-US" altLang="zh-CN" b="1" dirty="0" smtClean="0"/>
              <a:t>MAC </a:t>
            </a:r>
            <a:r>
              <a:rPr lang="zh-CN" altLang="en-US" b="1" dirty="0" smtClean="0"/>
              <a:t>地址（比如主机 </a:t>
            </a:r>
            <a:r>
              <a:rPr lang="en-US" altLang="zh-CN" b="1" dirty="0" smtClean="0"/>
              <a:t>A </a:t>
            </a:r>
            <a:r>
              <a:rPr lang="zh-CN" altLang="en-US" b="1" dirty="0" smtClean="0"/>
              <a:t>此前没有与主机 </a:t>
            </a:r>
            <a:r>
              <a:rPr lang="en-US" altLang="zh-CN" b="1" dirty="0" smtClean="0"/>
              <a:t>B </a:t>
            </a:r>
            <a:r>
              <a:rPr lang="zh-CN" altLang="en-US" b="1" dirty="0" smtClean="0"/>
              <a:t>发送过信息或主机 </a:t>
            </a:r>
            <a:r>
              <a:rPr lang="en-US" altLang="zh-CN" b="1" dirty="0" smtClean="0"/>
              <a:t>A </a:t>
            </a:r>
            <a:r>
              <a:rPr lang="zh-CN" altLang="en-US" b="1" dirty="0" smtClean="0"/>
              <a:t>刚开机其 </a:t>
            </a:r>
            <a:r>
              <a:rPr lang="en-US" altLang="zh-CN" b="1" dirty="0" smtClean="0"/>
              <a:t>ARP </a:t>
            </a:r>
            <a:r>
              <a:rPr lang="zh-CN" altLang="en-US" b="1" dirty="0" smtClean="0"/>
              <a:t>高速缓存为空），主机 </a:t>
            </a:r>
            <a:r>
              <a:rPr lang="en-US" altLang="zh-CN" b="1" dirty="0" smtClean="0"/>
              <a:t>A </a:t>
            </a:r>
            <a:r>
              <a:rPr lang="zh-CN" altLang="en-US" b="1" dirty="0" smtClean="0"/>
              <a:t>就自动运行 </a:t>
            </a:r>
            <a:r>
              <a:rPr lang="en-US" altLang="zh-CN" b="1" dirty="0" smtClean="0"/>
              <a:t>ARP </a:t>
            </a:r>
            <a:r>
              <a:rPr lang="zh-CN" altLang="en-US" b="1" dirty="0" smtClean="0"/>
              <a:t>协议来找出主机 </a:t>
            </a:r>
            <a:r>
              <a:rPr lang="en-US" altLang="zh-CN" b="1" dirty="0" smtClean="0"/>
              <a:t>B </a:t>
            </a:r>
            <a:r>
              <a:rPr lang="zh-CN" altLang="en-US" b="1" dirty="0" smtClean="0"/>
              <a:t>的 </a:t>
            </a:r>
            <a:r>
              <a:rPr lang="en-US" altLang="zh-CN" b="1" dirty="0" smtClean="0"/>
              <a:t>MAC </a:t>
            </a:r>
            <a:r>
              <a:rPr lang="zh-CN" altLang="en-US" b="1" dirty="0"/>
              <a:t>地址，</a:t>
            </a:r>
            <a:r>
              <a:rPr lang="zh-CN" altLang="en-US" b="1" dirty="0" smtClean="0"/>
              <a:t>并将主机 </a:t>
            </a:r>
            <a:r>
              <a:rPr lang="en-US" altLang="zh-CN" b="1" dirty="0"/>
              <a:t>B </a:t>
            </a:r>
            <a:r>
              <a:rPr lang="zh-CN" altLang="en-US" b="1" dirty="0"/>
              <a:t>的 </a:t>
            </a:r>
            <a:r>
              <a:rPr lang="en-US" altLang="zh-CN" b="1" dirty="0"/>
              <a:t>IP </a:t>
            </a:r>
            <a:r>
              <a:rPr lang="zh-CN" altLang="en-US" b="1" dirty="0"/>
              <a:t>地址到 </a:t>
            </a:r>
            <a:r>
              <a:rPr lang="en-US" altLang="zh-CN" b="1" dirty="0"/>
              <a:t>MAC </a:t>
            </a:r>
            <a:r>
              <a:rPr lang="zh-CN" altLang="en-US" b="1" dirty="0"/>
              <a:t>地址的</a:t>
            </a:r>
            <a:r>
              <a:rPr lang="zh-CN" altLang="en-US" b="1" dirty="0" smtClean="0"/>
              <a:t>映射写入</a:t>
            </a:r>
            <a:r>
              <a:rPr lang="zh-CN" altLang="en-US" b="1" dirty="0"/>
              <a:t>其 </a:t>
            </a:r>
            <a:r>
              <a:rPr lang="en-US" altLang="zh-CN" b="1" dirty="0"/>
              <a:t>ARP </a:t>
            </a:r>
            <a:r>
              <a:rPr lang="zh-CN" altLang="en-US" b="1" dirty="0"/>
              <a:t>高速缓存</a:t>
            </a:r>
            <a:r>
              <a:rPr lang="zh-CN" altLang="en-US" b="1" dirty="0" smtClean="0"/>
              <a:t>。</a:t>
            </a:r>
            <a:r>
              <a:rPr lang="zh-CN" altLang="en-US" b="1" dirty="0"/>
              <a:t>有了主机 </a:t>
            </a:r>
            <a:r>
              <a:rPr lang="en-US" altLang="zh-CN" b="1" dirty="0"/>
              <a:t>B </a:t>
            </a:r>
            <a:r>
              <a:rPr lang="zh-CN" altLang="en-US" b="1" dirty="0"/>
              <a:t>的 </a:t>
            </a:r>
            <a:r>
              <a:rPr lang="en-US" altLang="zh-CN" b="1" dirty="0"/>
              <a:t>MAC </a:t>
            </a:r>
            <a:r>
              <a:rPr lang="zh-CN" altLang="en-US" b="1" dirty="0"/>
              <a:t>地址，主机 </a:t>
            </a:r>
            <a:r>
              <a:rPr lang="en-US" altLang="zh-CN" b="1" dirty="0"/>
              <a:t>A </a:t>
            </a:r>
            <a:r>
              <a:rPr lang="zh-CN" altLang="en-US" b="1" dirty="0"/>
              <a:t>就可以向主机 </a:t>
            </a:r>
            <a:r>
              <a:rPr lang="en-US" altLang="zh-CN" b="1" dirty="0"/>
              <a:t>B </a:t>
            </a:r>
            <a:r>
              <a:rPr lang="zh-CN" altLang="en-US" b="1" dirty="0"/>
              <a:t>发送数据帧了。</a:t>
            </a:r>
            <a:endParaRPr lang="en-US" altLang="zh-CN" b="1" dirty="0"/>
          </a:p>
          <a:p>
            <a:pPr eaLnBrk="1" hangingPunct="1"/>
            <a:endParaRPr lang="en-US" altLang="zh-CN" b="1" dirty="0" smtClean="0"/>
          </a:p>
          <a:p>
            <a:pPr eaLnBrk="1" hangingPunct="1"/>
            <a:endParaRPr lang="zh-CN" altLang="en-US" b="1" dirty="0" smtClean="0"/>
          </a:p>
        </p:txBody>
      </p:sp>
    </p:spTree>
    <p:extLst>
      <p:ext uri="{BB962C8B-B14F-4D97-AF65-F5344CB8AC3E}">
        <p14:creationId xmlns:p14="http://schemas.microsoft.com/office/powerpoint/2010/main" val="3835862904"/>
      </p:ext>
    </p:extLst>
  </p:cSld>
  <p:clrMapOvr>
    <a:masterClrMapping/>
  </p:clrMapOvr>
  <p:transition spd="slow"/>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3427" name="Group 94"/>
          <p:cNvGrpSpPr>
            <a:grpSpLocks/>
          </p:cNvGrpSpPr>
          <p:nvPr/>
        </p:nvGrpSpPr>
        <p:grpSpPr bwMode="auto">
          <a:xfrm>
            <a:off x="5227638" y="4794250"/>
            <a:ext cx="1590675" cy="409575"/>
            <a:chOff x="249" y="663"/>
            <a:chExt cx="1002" cy="258"/>
          </a:xfrm>
        </p:grpSpPr>
        <p:sp>
          <p:nvSpPr>
            <p:cNvPr id="103487" name="AutoShape 95"/>
            <p:cNvSpPr>
              <a:spLocks noChangeArrowheads="1"/>
            </p:cNvSpPr>
            <p:nvPr/>
          </p:nvSpPr>
          <p:spPr bwMode="auto">
            <a:xfrm flipH="1">
              <a:off x="249" y="709"/>
              <a:ext cx="138" cy="139"/>
            </a:xfrm>
            <a:prstGeom prst="rightArrow">
              <a:avLst>
                <a:gd name="adj1" fmla="val 50000"/>
                <a:gd name="adj2" fmla="val 25000"/>
              </a:avLst>
            </a:prstGeom>
            <a:solidFill>
              <a:srgbClr val="FFCCFF"/>
            </a:solidFill>
            <a:ln w="127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03488" name="Text Box 96"/>
            <p:cNvSpPr txBox="1">
              <a:spLocks noChangeArrowheads="1"/>
            </p:cNvSpPr>
            <p:nvPr/>
          </p:nvSpPr>
          <p:spPr bwMode="auto">
            <a:xfrm flipH="1">
              <a:off x="386" y="663"/>
              <a:ext cx="865" cy="258"/>
            </a:xfrm>
            <a:prstGeom prst="rect">
              <a:avLst/>
            </a:prstGeom>
            <a:solidFill>
              <a:srgbClr val="FFCCFF"/>
            </a:solidFill>
            <a:ln w="12700">
              <a:solidFill>
                <a:schemeClr val="tx1"/>
              </a:solidFill>
              <a:miter lim="800000"/>
              <a:headEnd/>
              <a:tailEnd/>
            </a:ln>
            <a:effectLst>
              <a:outerShdw dist="35921" dir="2700000" algn="ctr" rotWithShape="0">
                <a:schemeClr val="bg2"/>
              </a:outerShdw>
            </a:effectLst>
          </p:spPr>
          <p:txBody>
            <a:bodyPr>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ARP </a:t>
              </a:r>
              <a:r>
                <a:rPr kumimoji="1" lang="zh-CN" altLang="en-US" sz="2000" b="1">
                  <a:solidFill>
                    <a:srgbClr val="333399"/>
                  </a:solidFill>
                  <a:latin typeface="Arial" charset="0"/>
                  <a:ea typeface="黑体" pitchFamily="2" charset="-122"/>
                </a:rPr>
                <a:t>响应</a:t>
              </a:r>
            </a:p>
          </p:txBody>
        </p:sp>
      </p:grpSp>
      <p:sp>
        <p:nvSpPr>
          <p:cNvPr id="103428" name="Line 7"/>
          <p:cNvSpPr>
            <a:spLocks noChangeShapeType="1"/>
          </p:cNvSpPr>
          <p:nvPr/>
        </p:nvSpPr>
        <p:spPr bwMode="auto">
          <a:xfrm rot="5400000">
            <a:off x="3300412" y="2311401"/>
            <a:ext cx="587375"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03429" name="Line 8"/>
          <p:cNvSpPr>
            <a:spLocks noChangeShapeType="1"/>
          </p:cNvSpPr>
          <p:nvPr/>
        </p:nvSpPr>
        <p:spPr bwMode="auto">
          <a:xfrm rot="5400000">
            <a:off x="5315744" y="2302669"/>
            <a:ext cx="588962"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03430" name="Line 9"/>
          <p:cNvSpPr>
            <a:spLocks noChangeShapeType="1"/>
          </p:cNvSpPr>
          <p:nvPr/>
        </p:nvSpPr>
        <p:spPr bwMode="auto">
          <a:xfrm rot="5400000">
            <a:off x="7048500" y="2311401"/>
            <a:ext cx="587375"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03431" name="Line 10"/>
          <p:cNvSpPr>
            <a:spLocks noChangeShapeType="1"/>
          </p:cNvSpPr>
          <p:nvPr/>
        </p:nvSpPr>
        <p:spPr bwMode="auto">
          <a:xfrm rot="5400000">
            <a:off x="9091612" y="2311401"/>
            <a:ext cx="587375"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03432" name="Line 11"/>
          <p:cNvSpPr>
            <a:spLocks noChangeShapeType="1"/>
          </p:cNvSpPr>
          <p:nvPr/>
        </p:nvSpPr>
        <p:spPr bwMode="auto">
          <a:xfrm rot="5400000">
            <a:off x="1992312" y="2311401"/>
            <a:ext cx="587375"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pic>
        <p:nvPicPr>
          <p:cNvPr id="103433" name="Picture 1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32000" y="2459038"/>
            <a:ext cx="503238"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34" name="Picture 1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68925" y="2459038"/>
            <a:ext cx="50165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35" name="Picture 1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88188" y="2459038"/>
            <a:ext cx="503237"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36" name="Picture 1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45588" y="2459038"/>
            <a:ext cx="503237"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37" name="Line 16"/>
          <p:cNvSpPr>
            <a:spLocks noChangeShapeType="1"/>
          </p:cNvSpPr>
          <p:nvPr/>
        </p:nvSpPr>
        <p:spPr bwMode="auto">
          <a:xfrm>
            <a:off x="1524000" y="2017713"/>
            <a:ext cx="8583613" cy="20637"/>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03438" name="Text Box 17"/>
          <p:cNvSpPr txBox="1">
            <a:spLocks noChangeArrowheads="1"/>
          </p:cNvSpPr>
          <p:nvPr/>
        </p:nvSpPr>
        <p:spPr bwMode="auto">
          <a:xfrm>
            <a:off x="3792538" y="2528888"/>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A</a:t>
            </a:r>
          </a:p>
        </p:txBody>
      </p:sp>
      <p:sp>
        <p:nvSpPr>
          <p:cNvPr id="103439" name="Text Box 18"/>
          <p:cNvSpPr txBox="1">
            <a:spLocks noChangeArrowheads="1"/>
          </p:cNvSpPr>
          <p:nvPr/>
        </p:nvSpPr>
        <p:spPr bwMode="auto">
          <a:xfrm>
            <a:off x="5781675" y="2405063"/>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Y</a:t>
            </a:r>
          </a:p>
        </p:txBody>
      </p:sp>
      <p:sp>
        <p:nvSpPr>
          <p:cNvPr id="103440" name="Text Box 19"/>
          <p:cNvSpPr txBox="1">
            <a:spLocks noChangeArrowheads="1"/>
          </p:cNvSpPr>
          <p:nvPr/>
        </p:nvSpPr>
        <p:spPr bwMode="auto">
          <a:xfrm>
            <a:off x="2465388" y="2405063"/>
            <a:ext cx="3540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X</a:t>
            </a:r>
          </a:p>
        </p:txBody>
      </p:sp>
      <p:sp>
        <p:nvSpPr>
          <p:cNvPr id="103441" name="Text Box 20"/>
          <p:cNvSpPr txBox="1">
            <a:spLocks noChangeArrowheads="1"/>
          </p:cNvSpPr>
          <p:nvPr/>
        </p:nvSpPr>
        <p:spPr bwMode="auto">
          <a:xfrm>
            <a:off x="7521575" y="2528888"/>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B</a:t>
            </a:r>
          </a:p>
        </p:txBody>
      </p:sp>
      <p:sp>
        <p:nvSpPr>
          <p:cNvPr id="103442" name="Text Box 21"/>
          <p:cNvSpPr txBox="1">
            <a:spLocks noChangeArrowheads="1"/>
          </p:cNvSpPr>
          <p:nvPr/>
        </p:nvSpPr>
        <p:spPr bwMode="auto">
          <a:xfrm>
            <a:off x="9571038" y="2405063"/>
            <a:ext cx="341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Z</a:t>
            </a:r>
          </a:p>
        </p:txBody>
      </p:sp>
      <p:sp>
        <p:nvSpPr>
          <p:cNvPr id="219181" name="Text Box 45"/>
          <p:cNvSpPr txBox="1">
            <a:spLocks noChangeArrowheads="1"/>
          </p:cNvSpPr>
          <p:nvPr/>
        </p:nvSpPr>
        <p:spPr bwMode="auto">
          <a:xfrm>
            <a:off x="1668296" y="3789363"/>
            <a:ext cx="3816687" cy="757130"/>
          </a:xfrm>
          <a:prstGeom prst="rect">
            <a:avLst/>
          </a:prstGeom>
          <a:solidFill>
            <a:srgbClr val="CCECFF"/>
          </a:solidFill>
          <a:ln w="9525">
            <a:solidFill>
              <a:schemeClr val="tx2"/>
            </a:solidFill>
            <a:miter lim="800000"/>
            <a:headEnd/>
            <a:tailEnd/>
          </a:ln>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lnSpc>
                <a:spcPct val="90000"/>
              </a:lnSpc>
            </a:pPr>
            <a:r>
              <a:rPr kumimoji="1" lang="zh-CN" altLang="en-US" sz="2400" b="1" dirty="0">
                <a:solidFill>
                  <a:srgbClr val="333399"/>
                </a:solidFill>
                <a:latin typeface="Arial" charset="0"/>
                <a:ea typeface="黑体" pitchFamily="2" charset="-122"/>
              </a:rPr>
              <a:t>主机 </a:t>
            </a:r>
            <a:r>
              <a:rPr kumimoji="1" lang="en-US" altLang="zh-CN" sz="2400" b="1" dirty="0">
                <a:solidFill>
                  <a:srgbClr val="333399"/>
                </a:solidFill>
                <a:latin typeface="Arial" charset="0"/>
                <a:ea typeface="黑体" pitchFamily="2" charset="-122"/>
              </a:rPr>
              <a:t>B </a:t>
            </a:r>
            <a:r>
              <a:rPr kumimoji="1" lang="zh-CN" altLang="en-US" sz="2400" b="1" dirty="0">
                <a:solidFill>
                  <a:srgbClr val="333399"/>
                </a:solidFill>
                <a:latin typeface="Arial" charset="0"/>
                <a:ea typeface="黑体" pitchFamily="2" charset="-122"/>
              </a:rPr>
              <a:t>向 </a:t>
            </a:r>
            <a:r>
              <a:rPr kumimoji="1" lang="zh-CN" altLang="en-US" sz="2400" b="1" dirty="0" smtClean="0">
                <a:solidFill>
                  <a:srgbClr val="333399"/>
                </a:solidFill>
                <a:latin typeface="Arial" charset="0"/>
                <a:ea typeface="黑体" pitchFamily="2" charset="-122"/>
              </a:rPr>
              <a:t>主机 </a:t>
            </a:r>
            <a:r>
              <a:rPr kumimoji="1" lang="en-US" altLang="zh-CN" sz="2400" b="1" dirty="0" smtClean="0">
                <a:solidFill>
                  <a:srgbClr val="333399"/>
                </a:solidFill>
                <a:latin typeface="Arial" charset="0"/>
                <a:ea typeface="黑体" pitchFamily="2" charset="-122"/>
              </a:rPr>
              <a:t>A </a:t>
            </a:r>
            <a:r>
              <a:rPr kumimoji="1" lang="zh-CN" altLang="en-US" sz="2400" b="1" dirty="0" smtClean="0">
                <a:solidFill>
                  <a:srgbClr val="FF0000"/>
                </a:solidFill>
                <a:latin typeface="Arial" charset="0"/>
                <a:ea typeface="黑体" pitchFamily="2" charset="-122"/>
              </a:rPr>
              <a:t>单播</a:t>
            </a:r>
            <a:r>
              <a:rPr kumimoji="1" lang="zh-CN" altLang="en-US" sz="2400" b="1" dirty="0" smtClean="0">
                <a:solidFill>
                  <a:srgbClr val="333399"/>
                </a:solidFill>
                <a:latin typeface="Arial" charset="0"/>
                <a:ea typeface="黑体" pitchFamily="2" charset="-122"/>
              </a:rPr>
              <a:t>发送</a:t>
            </a:r>
            <a:endParaRPr kumimoji="1" lang="zh-CN" altLang="en-US" sz="2400" b="1" dirty="0">
              <a:solidFill>
                <a:srgbClr val="333399"/>
              </a:solidFill>
              <a:latin typeface="Arial" charset="0"/>
              <a:ea typeface="黑体" pitchFamily="2" charset="-122"/>
            </a:endParaRPr>
          </a:p>
          <a:p>
            <a:pPr algn="ctr" eaLnBrk="1" hangingPunct="1">
              <a:lnSpc>
                <a:spcPct val="90000"/>
              </a:lnSpc>
            </a:pPr>
            <a:r>
              <a:rPr kumimoji="1" lang="en-US" altLang="zh-CN" sz="2400" b="1" dirty="0">
                <a:solidFill>
                  <a:srgbClr val="333399"/>
                </a:solidFill>
                <a:latin typeface="Arial" charset="0"/>
                <a:ea typeface="黑体" pitchFamily="2" charset="-122"/>
              </a:rPr>
              <a:t>ARP </a:t>
            </a:r>
            <a:r>
              <a:rPr kumimoji="1" lang="zh-CN" altLang="en-US" sz="2400" b="1" dirty="0">
                <a:solidFill>
                  <a:srgbClr val="333399"/>
                </a:solidFill>
                <a:latin typeface="Arial" charset="0"/>
                <a:ea typeface="黑体" pitchFamily="2" charset="-122"/>
              </a:rPr>
              <a:t>响应分组 </a:t>
            </a:r>
          </a:p>
        </p:txBody>
      </p:sp>
      <p:sp>
        <p:nvSpPr>
          <p:cNvPr id="219182" name="Text Box 46"/>
          <p:cNvSpPr txBox="1">
            <a:spLocks noChangeArrowheads="1"/>
          </p:cNvSpPr>
          <p:nvPr/>
        </p:nvSpPr>
        <p:spPr bwMode="auto">
          <a:xfrm>
            <a:off x="1751013" y="219075"/>
            <a:ext cx="2393950" cy="758825"/>
          </a:xfrm>
          <a:prstGeom prst="rect">
            <a:avLst/>
          </a:prstGeom>
          <a:solidFill>
            <a:srgbClr val="CCECFF"/>
          </a:solidFill>
          <a:ln w="9525">
            <a:solidFill>
              <a:schemeClr val="tx2"/>
            </a:solidFill>
            <a:miter lim="800000"/>
            <a:headEnd/>
            <a:tailEnd/>
          </a:ln>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lnSpc>
                <a:spcPct val="90000"/>
              </a:lnSpc>
            </a:pPr>
            <a:r>
              <a:rPr kumimoji="1" lang="zh-CN" altLang="en-US" sz="2400" b="1" dirty="0">
                <a:solidFill>
                  <a:srgbClr val="333399"/>
                </a:solidFill>
                <a:latin typeface="Arial" charset="0"/>
                <a:ea typeface="黑体" pitchFamily="2" charset="-122"/>
              </a:rPr>
              <a:t>主机 </a:t>
            </a:r>
            <a:r>
              <a:rPr kumimoji="1" lang="en-US" altLang="zh-CN" sz="2400" b="1" dirty="0">
                <a:solidFill>
                  <a:srgbClr val="333399"/>
                </a:solidFill>
                <a:latin typeface="Arial" charset="0"/>
                <a:ea typeface="黑体" pitchFamily="2" charset="-122"/>
              </a:rPr>
              <a:t>A </a:t>
            </a:r>
            <a:r>
              <a:rPr kumimoji="1" lang="zh-CN" altLang="en-US" sz="2400" b="1" dirty="0">
                <a:solidFill>
                  <a:srgbClr val="FF0000"/>
                </a:solidFill>
                <a:latin typeface="Arial" charset="0"/>
                <a:ea typeface="黑体" pitchFamily="2" charset="-122"/>
              </a:rPr>
              <a:t>广播</a:t>
            </a:r>
            <a:r>
              <a:rPr kumimoji="1" lang="zh-CN" altLang="en-US" sz="2400" b="1" dirty="0">
                <a:solidFill>
                  <a:srgbClr val="333399"/>
                </a:solidFill>
                <a:latin typeface="Arial" charset="0"/>
                <a:ea typeface="黑体" pitchFamily="2" charset="-122"/>
              </a:rPr>
              <a:t>发送</a:t>
            </a:r>
          </a:p>
          <a:p>
            <a:pPr algn="ctr" eaLnBrk="1" hangingPunct="1">
              <a:lnSpc>
                <a:spcPct val="90000"/>
              </a:lnSpc>
            </a:pPr>
            <a:r>
              <a:rPr kumimoji="1" lang="en-US" altLang="zh-CN" sz="2400" b="1" dirty="0">
                <a:solidFill>
                  <a:srgbClr val="333399"/>
                </a:solidFill>
                <a:latin typeface="Arial" charset="0"/>
                <a:ea typeface="黑体" pitchFamily="2" charset="-122"/>
              </a:rPr>
              <a:t>ARP </a:t>
            </a:r>
            <a:r>
              <a:rPr kumimoji="1" lang="zh-CN" altLang="en-US" sz="2400" b="1" dirty="0">
                <a:solidFill>
                  <a:srgbClr val="333399"/>
                </a:solidFill>
                <a:latin typeface="Arial" charset="0"/>
                <a:ea typeface="黑体" pitchFamily="2" charset="-122"/>
              </a:rPr>
              <a:t>请求分组 </a:t>
            </a:r>
          </a:p>
        </p:txBody>
      </p:sp>
      <p:sp>
        <p:nvSpPr>
          <p:cNvPr id="103445" name="Text Box 48"/>
          <p:cNvSpPr txBox="1">
            <a:spLocks noChangeArrowheads="1"/>
          </p:cNvSpPr>
          <p:nvPr/>
        </p:nvSpPr>
        <p:spPr bwMode="auto">
          <a:xfrm>
            <a:off x="4064000" y="1473200"/>
            <a:ext cx="1298575" cy="409575"/>
          </a:xfrm>
          <a:prstGeom prst="rect">
            <a:avLst/>
          </a:prstGeom>
          <a:solidFill>
            <a:srgbClr val="FFCCFF"/>
          </a:solidFill>
          <a:ln w="12700">
            <a:solidFill>
              <a:schemeClr val="tx1"/>
            </a:solidFill>
            <a:miter lim="800000"/>
            <a:headEnd/>
            <a:tailEnd/>
          </a:ln>
          <a:effectLst>
            <a:outerShdw dist="35921" dir="2700000" algn="ctr" rotWithShape="0">
              <a:schemeClr val="bg2"/>
            </a:outerShdw>
          </a:effec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ARP </a:t>
            </a:r>
            <a:r>
              <a:rPr kumimoji="1" lang="zh-CN" altLang="en-US" sz="2000" b="1">
                <a:solidFill>
                  <a:srgbClr val="333399"/>
                </a:solidFill>
                <a:latin typeface="Arial" charset="0"/>
                <a:ea typeface="黑体" pitchFamily="2" charset="-122"/>
              </a:rPr>
              <a:t>请求</a:t>
            </a:r>
          </a:p>
        </p:txBody>
      </p:sp>
      <p:sp>
        <p:nvSpPr>
          <p:cNvPr id="103446" name="AutoShape 49"/>
          <p:cNvSpPr>
            <a:spLocks noChangeArrowheads="1"/>
          </p:cNvSpPr>
          <p:nvPr/>
        </p:nvSpPr>
        <p:spPr bwMode="auto">
          <a:xfrm>
            <a:off x="5373688" y="1570038"/>
            <a:ext cx="217487" cy="204787"/>
          </a:xfrm>
          <a:prstGeom prst="rightArrow">
            <a:avLst>
              <a:gd name="adj1" fmla="val 50000"/>
              <a:gd name="adj2" fmla="val 26550"/>
            </a:avLst>
          </a:prstGeom>
          <a:solidFill>
            <a:srgbClr val="FFCCFF"/>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03447" name="Text Box 50"/>
          <p:cNvSpPr txBox="1">
            <a:spLocks noChangeArrowheads="1"/>
          </p:cNvSpPr>
          <p:nvPr/>
        </p:nvSpPr>
        <p:spPr bwMode="auto">
          <a:xfrm>
            <a:off x="5988050" y="1473200"/>
            <a:ext cx="1298575" cy="409575"/>
          </a:xfrm>
          <a:prstGeom prst="rect">
            <a:avLst/>
          </a:prstGeom>
          <a:solidFill>
            <a:srgbClr val="FFCCFF"/>
          </a:solidFill>
          <a:ln w="12700">
            <a:solidFill>
              <a:schemeClr val="tx1"/>
            </a:solidFill>
            <a:miter lim="800000"/>
            <a:headEnd/>
            <a:tailEnd/>
          </a:ln>
          <a:effectLst>
            <a:outerShdw dist="35921" dir="2700000" algn="ctr" rotWithShape="0">
              <a:schemeClr val="bg2"/>
            </a:outerShdw>
          </a:effec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ARP </a:t>
            </a:r>
            <a:r>
              <a:rPr kumimoji="1" lang="zh-CN" altLang="en-US" sz="2000" b="1">
                <a:solidFill>
                  <a:srgbClr val="333399"/>
                </a:solidFill>
                <a:latin typeface="Arial" charset="0"/>
                <a:ea typeface="黑体" pitchFamily="2" charset="-122"/>
              </a:rPr>
              <a:t>请求</a:t>
            </a:r>
          </a:p>
        </p:txBody>
      </p:sp>
      <p:sp>
        <p:nvSpPr>
          <p:cNvPr id="103448" name="AutoShape 51"/>
          <p:cNvSpPr>
            <a:spLocks noChangeArrowheads="1"/>
          </p:cNvSpPr>
          <p:nvPr/>
        </p:nvSpPr>
        <p:spPr bwMode="auto">
          <a:xfrm>
            <a:off x="7267575" y="1595438"/>
            <a:ext cx="217488" cy="220662"/>
          </a:xfrm>
          <a:prstGeom prst="rightArrow">
            <a:avLst>
              <a:gd name="adj1" fmla="val 50000"/>
              <a:gd name="adj2" fmla="val 25000"/>
            </a:avLst>
          </a:prstGeom>
          <a:solidFill>
            <a:srgbClr val="FFCCFF"/>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03449" name="Text Box 52"/>
          <p:cNvSpPr txBox="1">
            <a:spLocks noChangeArrowheads="1"/>
          </p:cNvSpPr>
          <p:nvPr/>
        </p:nvSpPr>
        <p:spPr bwMode="auto">
          <a:xfrm>
            <a:off x="7874000" y="1473200"/>
            <a:ext cx="1298575" cy="409575"/>
          </a:xfrm>
          <a:prstGeom prst="rect">
            <a:avLst/>
          </a:prstGeom>
          <a:solidFill>
            <a:srgbClr val="FFCCFF"/>
          </a:solidFill>
          <a:ln w="12700">
            <a:solidFill>
              <a:schemeClr val="tx1"/>
            </a:solidFill>
            <a:miter lim="800000"/>
            <a:headEnd/>
            <a:tailEnd/>
          </a:ln>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ARP </a:t>
            </a:r>
            <a:r>
              <a:rPr kumimoji="1" lang="zh-CN" altLang="en-US" sz="2000" b="1">
                <a:solidFill>
                  <a:srgbClr val="333399"/>
                </a:solidFill>
                <a:latin typeface="Arial" charset="0"/>
                <a:ea typeface="黑体" pitchFamily="2" charset="-122"/>
              </a:rPr>
              <a:t>请求</a:t>
            </a:r>
          </a:p>
        </p:txBody>
      </p:sp>
      <p:sp>
        <p:nvSpPr>
          <p:cNvPr id="103450" name="AutoShape 53"/>
          <p:cNvSpPr>
            <a:spLocks noChangeArrowheads="1"/>
          </p:cNvSpPr>
          <p:nvPr/>
        </p:nvSpPr>
        <p:spPr bwMode="auto">
          <a:xfrm>
            <a:off x="9174163" y="1558925"/>
            <a:ext cx="217487" cy="220663"/>
          </a:xfrm>
          <a:prstGeom prst="rightArrow">
            <a:avLst>
              <a:gd name="adj1" fmla="val 50000"/>
              <a:gd name="adj2" fmla="val 25000"/>
            </a:avLst>
          </a:prstGeom>
          <a:solidFill>
            <a:srgbClr val="FFCCFF"/>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grpSp>
        <p:nvGrpSpPr>
          <p:cNvPr id="103451" name="Group 93"/>
          <p:cNvGrpSpPr>
            <a:grpSpLocks/>
          </p:cNvGrpSpPr>
          <p:nvPr/>
        </p:nvGrpSpPr>
        <p:grpSpPr bwMode="auto">
          <a:xfrm>
            <a:off x="1919288" y="1485900"/>
            <a:ext cx="1590675" cy="409575"/>
            <a:chOff x="249" y="663"/>
            <a:chExt cx="1002" cy="258"/>
          </a:xfrm>
        </p:grpSpPr>
        <p:sp>
          <p:nvSpPr>
            <p:cNvPr id="103485" name="AutoShape 5"/>
            <p:cNvSpPr>
              <a:spLocks noChangeArrowheads="1"/>
            </p:cNvSpPr>
            <p:nvPr/>
          </p:nvSpPr>
          <p:spPr bwMode="auto">
            <a:xfrm flipH="1">
              <a:off x="249" y="709"/>
              <a:ext cx="138" cy="139"/>
            </a:xfrm>
            <a:prstGeom prst="rightArrow">
              <a:avLst>
                <a:gd name="adj1" fmla="val 50000"/>
                <a:gd name="adj2" fmla="val 25000"/>
              </a:avLst>
            </a:prstGeom>
            <a:solidFill>
              <a:srgbClr val="FFCCFF"/>
            </a:solidFill>
            <a:ln w="127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03486" name="Text Box 54"/>
            <p:cNvSpPr txBox="1">
              <a:spLocks noChangeArrowheads="1"/>
            </p:cNvSpPr>
            <p:nvPr/>
          </p:nvSpPr>
          <p:spPr bwMode="auto">
            <a:xfrm flipH="1">
              <a:off x="386" y="663"/>
              <a:ext cx="865" cy="258"/>
            </a:xfrm>
            <a:prstGeom prst="rect">
              <a:avLst/>
            </a:prstGeom>
            <a:solidFill>
              <a:srgbClr val="FFCCFF"/>
            </a:solidFill>
            <a:ln w="12700">
              <a:solidFill>
                <a:schemeClr val="tx1"/>
              </a:solidFill>
              <a:miter lim="800000"/>
              <a:headEnd/>
              <a:tailEnd/>
            </a:ln>
          </p:spPr>
          <p:txBody>
            <a:bodyPr>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ARP </a:t>
              </a:r>
              <a:r>
                <a:rPr kumimoji="1" lang="zh-CN" altLang="en-US" sz="2000" b="1">
                  <a:solidFill>
                    <a:srgbClr val="333399"/>
                  </a:solidFill>
                  <a:latin typeface="Arial" charset="0"/>
                  <a:ea typeface="黑体" pitchFamily="2" charset="-122"/>
                </a:rPr>
                <a:t>请求</a:t>
              </a:r>
            </a:p>
          </p:txBody>
        </p:sp>
      </p:grpSp>
      <p:sp>
        <p:nvSpPr>
          <p:cNvPr id="103452" name="Text Box 55"/>
          <p:cNvSpPr txBox="1">
            <a:spLocks noChangeArrowheads="1"/>
          </p:cNvSpPr>
          <p:nvPr/>
        </p:nvSpPr>
        <p:spPr bwMode="auto">
          <a:xfrm>
            <a:off x="3673145" y="2241550"/>
            <a:ext cx="1241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dirty="0">
                <a:solidFill>
                  <a:srgbClr val="333399"/>
                </a:solidFill>
                <a:latin typeface="Arial" charset="0"/>
                <a:ea typeface="黑体" pitchFamily="2" charset="-122"/>
              </a:rPr>
              <a:t>209.0.0.5</a:t>
            </a:r>
          </a:p>
        </p:txBody>
      </p:sp>
      <p:sp>
        <p:nvSpPr>
          <p:cNvPr id="103453" name="Text Box 56"/>
          <p:cNvSpPr txBox="1">
            <a:spLocks noChangeArrowheads="1"/>
          </p:cNvSpPr>
          <p:nvPr/>
        </p:nvSpPr>
        <p:spPr bwMode="auto">
          <a:xfrm>
            <a:off x="7302500" y="2135188"/>
            <a:ext cx="1241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209.0.0.6</a:t>
            </a:r>
          </a:p>
        </p:txBody>
      </p:sp>
      <p:sp>
        <p:nvSpPr>
          <p:cNvPr id="103454" name="Text Box 57"/>
          <p:cNvSpPr txBox="1">
            <a:spLocks noChangeArrowheads="1"/>
          </p:cNvSpPr>
          <p:nvPr/>
        </p:nvSpPr>
        <p:spPr bwMode="auto">
          <a:xfrm>
            <a:off x="2495550" y="2960688"/>
            <a:ext cx="24513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dirty="0">
                <a:solidFill>
                  <a:srgbClr val="333399"/>
                </a:solidFill>
                <a:latin typeface="Arial" charset="0"/>
                <a:ea typeface="黑体" pitchFamily="2" charset="-122"/>
              </a:rPr>
              <a:t>00-00-C0-15-AD-18</a:t>
            </a:r>
          </a:p>
        </p:txBody>
      </p:sp>
      <p:sp>
        <p:nvSpPr>
          <p:cNvPr id="219194" name="Text Box 58"/>
          <p:cNvSpPr txBox="1">
            <a:spLocks noChangeArrowheads="1"/>
          </p:cNvSpPr>
          <p:nvPr/>
        </p:nvSpPr>
        <p:spPr bwMode="auto">
          <a:xfrm>
            <a:off x="6240463" y="6272485"/>
            <a:ext cx="24657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dirty="0">
                <a:solidFill>
                  <a:srgbClr val="333399"/>
                </a:solidFill>
                <a:latin typeface="Arial" charset="0"/>
                <a:ea typeface="黑体" pitchFamily="2" charset="-122"/>
              </a:rPr>
              <a:t>08-00-2B-00-EE-0A</a:t>
            </a:r>
          </a:p>
        </p:txBody>
      </p:sp>
      <p:sp>
        <p:nvSpPr>
          <p:cNvPr id="103456" name="AutoShape 59"/>
          <p:cNvSpPr>
            <a:spLocks noChangeArrowheads="1"/>
          </p:cNvSpPr>
          <p:nvPr/>
        </p:nvSpPr>
        <p:spPr bwMode="auto">
          <a:xfrm>
            <a:off x="4573588" y="592138"/>
            <a:ext cx="6923012" cy="661987"/>
          </a:xfrm>
          <a:prstGeom prst="wedgeRoundRectCallout">
            <a:avLst>
              <a:gd name="adj1" fmla="val -51181"/>
              <a:gd name="adj2" fmla="val 85972"/>
              <a:gd name="adj3" fmla="val 16667"/>
            </a:avLst>
          </a:prstGeom>
          <a:solidFill>
            <a:srgbClr val="FFCCFF"/>
          </a:solidFill>
          <a:ln w="9525">
            <a:solidFill>
              <a:schemeClr val="tx1"/>
            </a:solidFill>
            <a:miter lim="800000"/>
            <a:headEnd/>
            <a:tailEnd/>
          </a:ln>
        </p:spPr>
        <p:txBody>
          <a:bodyPr/>
          <a:lstStyle/>
          <a:p>
            <a:pPr algn="ctr" eaLnBrk="1" hangingPunct="1"/>
            <a:endParaRPr kumimoji="1" lang="zh-CN" altLang="zh-CN" sz="2000" b="1">
              <a:solidFill>
                <a:srgbClr val="333399"/>
              </a:solidFill>
              <a:ea typeface="黑体" pitchFamily="2" charset="-122"/>
            </a:endParaRPr>
          </a:p>
        </p:txBody>
      </p:sp>
      <p:sp>
        <p:nvSpPr>
          <p:cNvPr id="103457" name="Text Box 60"/>
          <p:cNvSpPr txBox="1">
            <a:spLocks noChangeArrowheads="1"/>
          </p:cNvSpPr>
          <p:nvPr/>
        </p:nvSpPr>
        <p:spPr bwMode="auto">
          <a:xfrm>
            <a:off x="4570595" y="558800"/>
            <a:ext cx="692600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smtClean="0">
                <a:solidFill>
                  <a:srgbClr val="333399"/>
                </a:solidFill>
                <a:latin typeface="Arial" charset="0"/>
                <a:ea typeface="黑体" pitchFamily="2" charset="-122"/>
              </a:rPr>
              <a:t>我的 </a:t>
            </a:r>
            <a:r>
              <a:rPr kumimoji="1" lang="en-US" altLang="zh-CN" sz="2000" b="1" dirty="0" smtClean="0">
                <a:solidFill>
                  <a:srgbClr val="333399"/>
                </a:solidFill>
                <a:latin typeface="Arial" charset="0"/>
                <a:ea typeface="黑体" pitchFamily="2" charset="-122"/>
              </a:rPr>
              <a:t>IP </a:t>
            </a:r>
            <a:r>
              <a:rPr kumimoji="1" lang="zh-CN" altLang="en-US" sz="2000" b="1" dirty="0" smtClean="0">
                <a:solidFill>
                  <a:srgbClr val="333399"/>
                </a:solidFill>
                <a:latin typeface="Arial" charset="0"/>
                <a:ea typeface="黑体" pitchFamily="2" charset="-122"/>
              </a:rPr>
              <a:t>地址是 </a:t>
            </a:r>
            <a:r>
              <a:rPr kumimoji="1" lang="en-US" altLang="zh-CN" sz="2000" b="1" dirty="0">
                <a:solidFill>
                  <a:srgbClr val="333399"/>
                </a:solidFill>
                <a:latin typeface="Arial" charset="0"/>
                <a:ea typeface="黑体" pitchFamily="2" charset="-122"/>
              </a:rPr>
              <a:t>209.0.0.5</a:t>
            </a:r>
            <a:r>
              <a:rPr kumimoji="1" lang="zh-CN" altLang="en-US" sz="2000" b="1" dirty="0" smtClean="0">
                <a:solidFill>
                  <a:srgbClr val="333399"/>
                </a:solidFill>
                <a:latin typeface="Arial" charset="0"/>
                <a:ea typeface="黑体" pitchFamily="2" charset="-122"/>
              </a:rPr>
              <a:t>，</a:t>
            </a:r>
            <a:r>
              <a:rPr kumimoji="1" lang="en-US" altLang="zh-CN" sz="2000" b="1" dirty="0" smtClean="0">
                <a:solidFill>
                  <a:srgbClr val="333399"/>
                </a:solidFill>
                <a:latin typeface="Arial" charset="0"/>
                <a:ea typeface="黑体" pitchFamily="2" charset="-122"/>
              </a:rPr>
              <a:t>MAC </a:t>
            </a:r>
            <a:r>
              <a:rPr kumimoji="1" lang="zh-CN" altLang="en-US" sz="2000" b="1" dirty="0" smtClean="0">
                <a:solidFill>
                  <a:srgbClr val="333399"/>
                </a:solidFill>
                <a:latin typeface="Arial" charset="0"/>
                <a:ea typeface="黑体" pitchFamily="2" charset="-122"/>
              </a:rPr>
              <a:t>地址</a:t>
            </a:r>
            <a:r>
              <a:rPr kumimoji="1" lang="zh-CN" altLang="en-US" sz="2000" b="1" dirty="0">
                <a:solidFill>
                  <a:srgbClr val="333399"/>
                </a:solidFill>
                <a:latin typeface="Arial" charset="0"/>
                <a:ea typeface="黑体" pitchFamily="2" charset="-122"/>
              </a:rPr>
              <a:t>是 </a:t>
            </a:r>
            <a:r>
              <a:rPr kumimoji="1" lang="en-US" altLang="zh-CN" sz="2000" b="1" dirty="0" smtClean="0">
                <a:solidFill>
                  <a:srgbClr val="333399"/>
                </a:solidFill>
                <a:latin typeface="Arial" charset="0"/>
                <a:ea typeface="黑体" pitchFamily="2" charset="-122"/>
              </a:rPr>
              <a:t>00-00-C0-15-AD-18</a:t>
            </a:r>
            <a:r>
              <a:rPr kumimoji="1" lang="zh-CN" altLang="en-US" sz="2000" b="1" dirty="0" smtClean="0">
                <a:solidFill>
                  <a:srgbClr val="333399"/>
                </a:solidFill>
                <a:latin typeface="Arial" charset="0"/>
                <a:ea typeface="黑体" pitchFamily="2" charset="-122"/>
              </a:rPr>
              <a:t>，我</a:t>
            </a:r>
            <a:r>
              <a:rPr kumimoji="1" lang="zh-CN" altLang="en-US" sz="2000" b="1" dirty="0">
                <a:solidFill>
                  <a:srgbClr val="333399"/>
                </a:solidFill>
                <a:latin typeface="Arial" charset="0"/>
                <a:ea typeface="黑体" pitchFamily="2" charset="-122"/>
              </a:rPr>
              <a:t>想知道</a:t>
            </a:r>
            <a:r>
              <a:rPr kumimoji="1" lang="zh-CN" altLang="en-US" sz="2000" b="1" dirty="0" smtClean="0">
                <a:solidFill>
                  <a:srgbClr val="333399"/>
                </a:solidFill>
                <a:latin typeface="Arial" charset="0"/>
                <a:ea typeface="黑体" pitchFamily="2" charset="-122"/>
              </a:rPr>
              <a:t>主机 </a:t>
            </a:r>
            <a:r>
              <a:rPr kumimoji="1" lang="en-US" altLang="zh-CN" sz="2000" b="1" dirty="0" smtClean="0">
                <a:solidFill>
                  <a:srgbClr val="333399"/>
                </a:solidFill>
                <a:latin typeface="Arial" charset="0"/>
                <a:ea typeface="黑体" pitchFamily="2" charset="-122"/>
              </a:rPr>
              <a:t>209.0.0.6 </a:t>
            </a:r>
            <a:r>
              <a:rPr kumimoji="1" lang="zh-CN" altLang="en-US" sz="2000" b="1" dirty="0" smtClean="0">
                <a:solidFill>
                  <a:srgbClr val="333399"/>
                </a:solidFill>
                <a:latin typeface="Arial" charset="0"/>
                <a:ea typeface="黑体" pitchFamily="2" charset="-122"/>
              </a:rPr>
              <a:t>的 </a:t>
            </a:r>
            <a:r>
              <a:rPr kumimoji="1" lang="en-US" altLang="zh-CN" sz="2000" b="1" dirty="0" smtClean="0">
                <a:solidFill>
                  <a:srgbClr val="333399"/>
                </a:solidFill>
                <a:latin typeface="Arial" charset="0"/>
                <a:ea typeface="黑体" pitchFamily="2" charset="-122"/>
              </a:rPr>
              <a:t>MAC </a:t>
            </a:r>
            <a:r>
              <a:rPr kumimoji="1" lang="zh-CN" altLang="en-US" sz="2000" b="1" dirty="0" smtClean="0">
                <a:solidFill>
                  <a:srgbClr val="333399"/>
                </a:solidFill>
                <a:latin typeface="Arial" charset="0"/>
                <a:ea typeface="黑体" pitchFamily="2" charset="-122"/>
              </a:rPr>
              <a:t>地址</a:t>
            </a:r>
            <a:endParaRPr kumimoji="1" lang="zh-CN" altLang="en-US" sz="2000" b="1" dirty="0">
              <a:solidFill>
                <a:srgbClr val="333399"/>
              </a:solidFill>
              <a:latin typeface="Arial" charset="0"/>
              <a:ea typeface="黑体" pitchFamily="2" charset="-122"/>
            </a:endParaRPr>
          </a:p>
        </p:txBody>
      </p:sp>
      <p:sp>
        <p:nvSpPr>
          <p:cNvPr id="103458" name="AutoShape 61"/>
          <p:cNvSpPr>
            <a:spLocks noChangeArrowheads="1"/>
          </p:cNvSpPr>
          <p:nvPr/>
        </p:nvSpPr>
        <p:spPr bwMode="auto">
          <a:xfrm>
            <a:off x="6383338" y="3933825"/>
            <a:ext cx="3892550" cy="727075"/>
          </a:xfrm>
          <a:prstGeom prst="wedgeRoundRectCallout">
            <a:avLst>
              <a:gd name="adj1" fmla="val -44574"/>
              <a:gd name="adj2" fmla="val 81657"/>
              <a:gd name="adj3" fmla="val 16667"/>
            </a:avLst>
          </a:prstGeom>
          <a:solidFill>
            <a:srgbClr val="FFCCFF"/>
          </a:solidFill>
          <a:ln w="9525">
            <a:solidFill>
              <a:schemeClr val="tx1"/>
            </a:solidFill>
            <a:miter lim="800000"/>
            <a:headEnd/>
            <a:tailEnd/>
          </a:ln>
        </p:spPr>
        <p:txBody>
          <a:bodyPr/>
          <a:lstStyle/>
          <a:p>
            <a:pPr algn="ctr" eaLnBrk="1" hangingPunct="1"/>
            <a:endParaRPr kumimoji="1" lang="zh-CN" altLang="zh-CN" sz="2000" b="1">
              <a:solidFill>
                <a:srgbClr val="333399"/>
              </a:solidFill>
              <a:ea typeface="黑体" pitchFamily="2" charset="-122"/>
            </a:endParaRPr>
          </a:p>
        </p:txBody>
      </p:sp>
      <p:sp>
        <p:nvSpPr>
          <p:cNvPr id="103459" name="Text Box 62"/>
          <p:cNvSpPr txBox="1">
            <a:spLocks noChangeArrowheads="1"/>
          </p:cNvSpPr>
          <p:nvPr/>
        </p:nvSpPr>
        <p:spPr bwMode="auto">
          <a:xfrm>
            <a:off x="6446838" y="3933825"/>
            <a:ext cx="389731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a:solidFill>
                  <a:srgbClr val="333399"/>
                </a:solidFill>
                <a:latin typeface="Arial" charset="0"/>
                <a:ea typeface="黑体" pitchFamily="2" charset="-122"/>
              </a:rPr>
              <a:t>我是 </a:t>
            </a:r>
            <a:r>
              <a:rPr kumimoji="1" lang="en-US" altLang="zh-CN" sz="2000" b="1" dirty="0" smtClean="0">
                <a:solidFill>
                  <a:srgbClr val="333399"/>
                </a:solidFill>
                <a:latin typeface="Arial" charset="0"/>
                <a:ea typeface="黑体" pitchFamily="2" charset="-122"/>
              </a:rPr>
              <a:t>209.0.0.6</a:t>
            </a:r>
            <a:r>
              <a:rPr kumimoji="1" lang="zh-CN" altLang="en-US" sz="2000" b="1" dirty="0" smtClean="0">
                <a:solidFill>
                  <a:srgbClr val="333399"/>
                </a:solidFill>
                <a:latin typeface="Arial" charset="0"/>
                <a:ea typeface="黑体" pitchFamily="2" charset="-122"/>
              </a:rPr>
              <a:t>，我的 </a:t>
            </a:r>
            <a:r>
              <a:rPr kumimoji="1" lang="en-US" altLang="zh-CN" sz="2000" b="1" dirty="0" smtClean="0">
                <a:solidFill>
                  <a:srgbClr val="333399"/>
                </a:solidFill>
                <a:latin typeface="Arial" charset="0"/>
                <a:ea typeface="黑体" pitchFamily="2" charset="-122"/>
              </a:rPr>
              <a:t>MAC </a:t>
            </a:r>
            <a:r>
              <a:rPr kumimoji="1" lang="zh-CN" altLang="en-US" sz="2000" b="1" dirty="0" smtClean="0">
                <a:solidFill>
                  <a:srgbClr val="333399"/>
                </a:solidFill>
                <a:latin typeface="Arial" charset="0"/>
                <a:ea typeface="黑体" pitchFamily="2" charset="-122"/>
              </a:rPr>
              <a:t>地址</a:t>
            </a:r>
            <a:r>
              <a:rPr kumimoji="1" lang="zh-CN" altLang="en-US" sz="2000" b="1" dirty="0">
                <a:solidFill>
                  <a:srgbClr val="333399"/>
                </a:solidFill>
                <a:latin typeface="Arial" charset="0"/>
                <a:ea typeface="黑体" pitchFamily="2" charset="-122"/>
              </a:rPr>
              <a:t>是 </a:t>
            </a:r>
            <a:r>
              <a:rPr kumimoji="1" lang="en-US" altLang="zh-CN" sz="2000" b="1" dirty="0">
                <a:solidFill>
                  <a:srgbClr val="333399"/>
                </a:solidFill>
                <a:latin typeface="Arial" charset="0"/>
                <a:ea typeface="黑体" pitchFamily="2" charset="-122"/>
              </a:rPr>
              <a:t>08-00-2B-00-EE-0A</a:t>
            </a:r>
          </a:p>
        </p:txBody>
      </p:sp>
      <p:pic>
        <p:nvPicPr>
          <p:cNvPr id="103460" name="Picture 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44863" y="2459038"/>
            <a:ext cx="503237"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61" name="Line 74"/>
          <p:cNvSpPr>
            <a:spLocks noChangeShapeType="1"/>
          </p:cNvSpPr>
          <p:nvPr/>
        </p:nvSpPr>
        <p:spPr bwMode="auto">
          <a:xfrm rot="5400000">
            <a:off x="3321050" y="5621338"/>
            <a:ext cx="587375"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03462" name="Line 75"/>
          <p:cNvSpPr>
            <a:spLocks noChangeShapeType="1"/>
          </p:cNvSpPr>
          <p:nvPr/>
        </p:nvSpPr>
        <p:spPr bwMode="auto">
          <a:xfrm rot="5400000">
            <a:off x="5336381" y="5612607"/>
            <a:ext cx="588963"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03463" name="Line 76"/>
          <p:cNvSpPr>
            <a:spLocks noChangeShapeType="1"/>
          </p:cNvSpPr>
          <p:nvPr/>
        </p:nvSpPr>
        <p:spPr bwMode="auto">
          <a:xfrm rot="5400000">
            <a:off x="7069137" y="5621338"/>
            <a:ext cx="587375"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03464" name="Line 77"/>
          <p:cNvSpPr>
            <a:spLocks noChangeShapeType="1"/>
          </p:cNvSpPr>
          <p:nvPr/>
        </p:nvSpPr>
        <p:spPr bwMode="auto">
          <a:xfrm rot="5400000">
            <a:off x="9112250" y="5621338"/>
            <a:ext cx="587375"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03465" name="Line 78"/>
          <p:cNvSpPr>
            <a:spLocks noChangeShapeType="1"/>
          </p:cNvSpPr>
          <p:nvPr/>
        </p:nvSpPr>
        <p:spPr bwMode="auto">
          <a:xfrm rot="5400000">
            <a:off x="2012950" y="5621338"/>
            <a:ext cx="587375"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pic>
        <p:nvPicPr>
          <p:cNvPr id="103466" name="Picture 7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52638" y="5768975"/>
            <a:ext cx="503237"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67" name="Picture 8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89563" y="5768975"/>
            <a:ext cx="50165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68" name="Picture 8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08825" y="5768975"/>
            <a:ext cx="503238"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69" name="Picture 8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66225" y="5768975"/>
            <a:ext cx="503238"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70" name="Line 83"/>
          <p:cNvSpPr>
            <a:spLocks noChangeShapeType="1"/>
          </p:cNvSpPr>
          <p:nvPr/>
        </p:nvSpPr>
        <p:spPr bwMode="auto">
          <a:xfrm>
            <a:off x="1544638" y="5327650"/>
            <a:ext cx="8583612" cy="20638"/>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03471" name="Text Box 84"/>
          <p:cNvSpPr txBox="1">
            <a:spLocks noChangeArrowheads="1"/>
          </p:cNvSpPr>
          <p:nvPr/>
        </p:nvSpPr>
        <p:spPr bwMode="auto">
          <a:xfrm>
            <a:off x="3813175" y="5838825"/>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A</a:t>
            </a:r>
          </a:p>
        </p:txBody>
      </p:sp>
      <p:sp>
        <p:nvSpPr>
          <p:cNvPr id="103472" name="Text Box 85"/>
          <p:cNvSpPr txBox="1">
            <a:spLocks noChangeArrowheads="1"/>
          </p:cNvSpPr>
          <p:nvPr/>
        </p:nvSpPr>
        <p:spPr bwMode="auto">
          <a:xfrm>
            <a:off x="5802313" y="5715000"/>
            <a:ext cx="3540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Y</a:t>
            </a:r>
          </a:p>
        </p:txBody>
      </p:sp>
      <p:sp>
        <p:nvSpPr>
          <p:cNvPr id="103473" name="Text Box 86"/>
          <p:cNvSpPr txBox="1">
            <a:spLocks noChangeArrowheads="1"/>
          </p:cNvSpPr>
          <p:nvPr/>
        </p:nvSpPr>
        <p:spPr bwMode="auto">
          <a:xfrm>
            <a:off x="2486025" y="5715000"/>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X</a:t>
            </a:r>
          </a:p>
        </p:txBody>
      </p:sp>
      <p:sp>
        <p:nvSpPr>
          <p:cNvPr id="103474" name="Text Box 87"/>
          <p:cNvSpPr txBox="1">
            <a:spLocks noChangeArrowheads="1"/>
          </p:cNvSpPr>
          <p:nvPr/>
        </p:nvSpPr>
        <p:spPr bwMode="auto">
          <a:xfrm>
            <a:off x="7542213" y="5838825"/>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B</a:t>
            </a:r>
          </a:p>
        </p:txBody>
      </p:sp>
      <p:sp>
        <p:nvSpPr>
          <p:cNvPr id="103475" name="Text Box 88"/>
          <p:cNvSpPr txBox="1">
            <a:spLocks noChangeArrowheads="1"/>
          </p:cNvSpPr>
          <p:nvPr/>
        </p:nvSpPr>
        <p:spPr bwMode="auto">
          <a:xfrm>
            <a:off x="9591675" y="5715000"/>
            <a:ext cx="341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Z</a:t>
            </a:r>
          </a:p>
        </p:txBody>
      </p:sp>
      <p:sp>
        <p:nvSpPr>
          <p:cNvPr id="103476" name="Text Box 89"/>
          <p:cNvSpPr txBox="1">
            <a:spLocks noChangeArrowheads="1"/>
          </p:cNvSpPr>
          <p:nvPr/>
        </p:nvSpPr>
        <p:spPr bwMode="auto">
          <a:xfrm>
            <a:off x="3693782" y="5551488"/>
            <a:ext cx="1241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dirty="0">
                <a:solidFill>
                  <a:srgbClr val="333399"/>
                </a:solidFill>
                <a:latin typeface="Arial" charset="0"/>
                <a:ea typeface="黑体" pitchFamily="2" charset="-122"/>
              </a:rPr>
              <a:t>209.0.0.5</a:t>
            </a:r>
          </a:p>
        </p:txBody>
      </p:sp>
      <p:sp>
        <p:nvSpPr>
          <p:cNvPr id="103477" name="Text Box 90"/>
          <p:cNvSpPr txBox="1">
            <a:spLocks noChangeArrowheads="1"/>
          </p:cNvSpPr>
          <p:nvPr/>
        </p:nvSpPr>
        <p:spPr bwMode="auto">
          <a:xfrm>
            <a:off x="7323138" y="5445125"/>
            <a:ext cx="1241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209.0.0.6</a:t>
            </a:r>
          </a:p>
        </p:txBody>
      </p:sp>
      <p:sp>
        <p:nvSpPr>
          <p:cNvPr id="103478" name="Text Box 91"/>
          <p:cNvSpPr txBox="1">
            <a:spLocks noChangeArrowheads="1"/>
          </p:cNvSpPr>
          <p:nvPr/>
        </p:nvSpPr>
        <p:spPr bwMode="auto">
          <a:xfrm>
            <a:off x="2495600" y="6270625"/>
            <a:ext cx="24513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dirty="0">
                <a:solidFill>
                  <a:srgbClr val="333399"/>
                </a:solidFill>
                <a:latin typeface="Arial" charset="0"/>
                <a:ea typeface="黑体" pitchFamily="2" charset="-122"/>
              </a:rPr>
              <a:t>00-00-C0-15-AD-18</a:t>
            </a:r>
          </a:p>
        </p:txBody>
      </p:sp>
      <p:pic>
        <p:nvPicPr>
          <p:cNvPr id="103479" name="Picture 9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65500" y="5768975"/>
            <a:ext cx="503238"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9233" name="Freeform 97"/>
          <p:cNvSpPr>
            <a:spLocks/>
          </p:cNvSpPr>
          <p:nvPr/>
        </p:nvSpPr>
        <p:spPr bwMode="auto">
          <a:xfrm>
            <a:off x="3576638" y="2095500"/>
            <a:ext cx="1943100" cy="687388"/>
          </a:xfrm>
          <a:custGeom>
            <a:avLst/>
            <a:gdLst>
              <a:gd name="T0" fmla="*/ 2147483646 w 1224"/>
              <a:gd name="T1" fmla="*/ 2147483646 h 433"/>
              <a:gd name="T2" fmla="*/ 2147483646 w 1224"/>
              <a:gd name="T3" fmla="*/ 2147483646 h 433"/>
              <a:gd name="T4" fmla="*/ 2147483646 w 1224"/>
              <a:gd name="T5" fmla="*/ 2147483646 h 433"/>
              <a:gd name="T6" fmla="*/ 2147483646 w 1224"/>
              <a:gd name="T7" fmla="*/ 2147483646 h 433"/>
              <a:gd name="T8" fmla="*/ 2147483646 w 1224"/>
              <a:gd name="T9" fmla="*/ 2147483646 h 433"/>
              <a:gd name="T10" fmla="*/ 2147483646 w 1224"/>
              <a:gd name="T11" fmla="*/ 2147483646 h 433"/>
              <a:gd name="T12" fmla="*/ 2147483646 w 1224"/>
              <a:gd name="T13" fmla="*/ 2147483646 h 433"/>
              <a:gd name="T14" fmla="*/ 2147483646 w 1224"/>
              <a:gd name="T15" fmla="*/ 2147483646 h 433"/>
              <a:gd name="T16" fmla="*/ 2147483646 w 1224"/>
              <a:gd name="T17" fmla="*/ 2147483646 h 4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24"/>
              <a:gd name="T28" fmla="*/ 0 h 433"/>
              <a:gd name="T29" fmla="*/ 1224 w 1224"/>
              <a:gd name="T30" fmla="*/ 433 h 4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24" h="433">
                <a:moveTo>
                  <a:pt x="6" y="375"/>
                </a:moveTo>
                <a:cubicBezTo>
                  <a:pt x="9" y="334"/>
                  <a:pt x="0" y="183"/>
                  <a:pt x="27" y="126"/>
                </a:cubicBezTo>
                <a:cubicBezTo>
                  <a:pt x="54" y="69"/>
                  <a:pt x="90" y="50"/>
                  <a:pt x="171" y="30"/>
                </a:cubicBezTo>
                <a:cubicBezTo>
                  <a:pt x="252" y="10"/>
                  <a:pt x="400" y="6"/>
                  <a:pt x="513" y="3"/>
                </a:cubicBezTo>
                <a:cubicBezTo>
                  <a:pt x="626" y="0"/>
                  <a:pt x="764" y="5"/>
                  <a:pt x="852" y="9"/>
                </a:cubicBezTo>
                <a:cubicBezTo>
                  <a:pt x="940" y="13"/>
                  <a:pt x="989" y="13"/>
                  <a:pt x="1041" y="27"/>
                </a:cubicBezTo>
                <a:cubicBezTo>
                  <a:pt x="1093" y="41"/>
                  <a:pt x="1138" y="59"/>
                  <a:pt x="1167" y="93"/>
                </a:cubicBezTo>
                <a:cubicBezTo>
                  <a:pt x="1196" y="127"/>
                  <a:pt x="1206" y="177"/>
                  <a:pt x="1215" y="234"/>
                </a:cubicBezTo>
                <a:cubicBezTo>
                  <a:pt x="1224" y="291"/>
                  <a:pt x="1222" y="392"/>
                  <a:pt x="1224" y="433"/>
                </a:cubicBezTo>
              </a:path>
            </a:pathLst>
          </a:custGeom>
          <a:noFill/>
          <a:ln w="76200">
            <a:solidFill>
              <a:schemeClr val="hlink"/>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219234" name="Freeform 98"/>
          <p:cNvSpPr>
            <a:spLocks/>
          </p:cNvSpPr>
          <p:nvPr/>
        </p:nvSpPr>
        <p:spPr bwMode="auto">
          <a:xfrm>
            <a:off x="3575050" y="2095500"/>
            <a:ext cx="3673475" cy="687388"/>
          </a:xfrm>
          <a:custGeom>
            <a:avLst/>
            <a:gdLst>
              <a:gd name="T0" fmla="*/ 2147483646 w 1224"/>
              <a:gd name="T1" fmla="*/ 2147483646 h 433"/>
              <a:gd name="T2" fmla="*/ 2147483646 w 1224"/>
              <a:gd name="T3" fmla="*/ 2147483646 h 433"/>
              <a:gd name="T4" fmla="*/ 2147483646 w 1224"/>
              <a:gd name="T5" fmla="*/ 2147483646 h 433"/>
              <a:gd name="T6" fmla="*/ 2147483646 w 1224"/>
              <a:gd name="T7" fmla="*/ 2147483646 h 433"/>
              <a:gd name="T8" fmla="*/ 2147483646 w 1224"/>
              <a:gd name="T9" fmla="*/ 2147483646 h 433"/>
              <a:gd name="T10" fmla="*/ 2147483646 w 1224"/>
              <a:gd name="T11" fmla="*/ 2147483646 h 433"/>
              <a:gd name="T12" fmla="*/ 2147483646 w 1224"/>
              <a:gd name="T13" fmla="*/ 2147483646 h 433"/>
              <a:gd name="T14" fmla="*/ 2147483646 w 1224"/>
              <a:gd name="T15" fmla="*/ 2147483646 h 433"/>
              <a:gd name="T16" fmla="*/ 2147483646 w 1224"/>
              <a:gd name="T17" fmla="*/ 2147483646 h 4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24"/>
              <a:gd name="T28" fmla="*/ 0 h 433"/>
              <a:gd name="T29" fmla="*/ 1224 w 1224"/>
              <a:gd name="T30" fmla="*/ 433 h 4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24" h="433">
                <a:moveTo>
                  <a:pt x="6" y="375"/>
                </a:moveTo>
                <a:cubicBezTo>
                  <a:pt x="9" y="334"/>
                  <a:pt x="0" y="183"/>
                  <a:pt x="27" y="126"/>
                </a:cubicBezTo>
                <a:cubicBezTo>
                  <a:pt x="54" y="69"/>
                  <a:pt x="90" y="50"/>
                  <a:pt x="171" y="30"/>
                </a:cubicBezTo>
                <a:cubicBezTo>
                  <a:pt x="252" y="10"/>
                  <a:pt x="400" y="6"/>
                  <a:pt x="513" y="3"/>
                </a:cubicBezTo>
                <a:cubicBezTo>
                  <a:pt x="626" y="0"/>
                  <a:pt x="764" y="5"/>
                  <a:pt x="852" y="9"/>
                </a:cubicBezTo>
                <a:cubicBezTo>
                  <a:pt x="940" y="13"/>
                  <a:pt x="989" y="13"/>
                  <a:pt x="1041" y="27"/>
                </a:cubicBezTo>
                <a:cubicBezTo>
                  <a:pt x="1093" y="41"/>
                  <a:pt x="1138" y="59"/>
                  <a:pt x="1167" y="93"/>
                </a:cubicBezTo>
                <a:cubicBezTo>
                  <a:pt x="1196" y="127"/>
                  <a:pt x="1206" y="177"/>
                  <a:pt x="1215" y="234"/>
                </a:cubicBezTo>
                <a:cubicBezTo>
                  <a:pt x="1224" y="291"/>
                  <a:pt x="1222" y="392"/>
                  <a:pt x="1224" y="433"/>
                </a:cubicBezTo>
              </a:path>
            </a:pathLst>
          </a:custGeom>
          <a:noFill/>
          <a:ln w="76200">
            <a:solidFill>
              <a:schemeClr val="hlink"/>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219237" name="Freeform 101"/>
          <p:cNvSpPr>
            <a:spLocks/>
          </p:cNvSpPr>
          <p:nvPr/>
        </p:nvSpPr>
        <p:spPr bwMode="auto">
          <a:xfrm>
            <a:off x="3575050" y="2095500"/>
            <a:ext cx="5834063" cy="687388"/>
          </a:xfrm>
          <a:custGeom>
            <a:avLst/>
            <a:gdLst>
              <a:gd name="T0" fmla="*/ 2147483646 w 1224"/>
              <a:gd name="T1" fmla="*/ 2147483646 h 433"/>
              <a:gd name="T2" fmla="*/ 2147483646 w 1224"/>
              <a:gd name="T3" fmla="*/ 2147483646 h 433"/>
              <a:gd name="T4" fmla="*/ 2147483646 w 1224"/>
              <a:gd name="T5" fmla="*/ 2147483646 h 433"/>
              <a:gd name="T6" fmla="*/ 2147483646 w 1224"/>
              <a:gd name="T7" fmla="*/ 2147483646 h 433"/>
              <a:gd name="T8" fmla="*/ 2147483646 w 1224"/>
              <a:gd name="T9" fmla="*/ 2147483646 h 433"/>
              <a:gd name="T10" fmla="*/ 2147483646 w 1224"/>
              <a:gd name="T11" fmla="*/ 2147483646 h 433"/>
              <a:gd name="T12" fmla="*/ 2147483646 w 1224"/>
              <a:gd name="T13" fmla="*/ 2147483646 h 433"/>
              <a:gd name="T14" fmla="*/ 2147483646 w 1224"/>
              <a:gd name="T15" fmla="*/ 2147483646 h 433"/>
              <a:gd name="T16" fmla="*/ 2147483646 w 1224"/>
              <a:gd name="T17" fmla="*/ 2147483646 h 4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24"/>
              <a:gd name="T28" fmla="*/ 0 h 433"/>
              <a:gd name="T29" fmla="*/ 1224 w 1224"/>
              <a:gd name="T30" fmla="*/ 433 h 4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24" h="433">
                <a:moveTo>
                  <a:pt x="6" y="375"/>
                </a:moveTo>
                <a:cubicBezTo>
                  <a:pt x="9" y="334"/>
                  <a:pt x="0" y="183"/>
                  <a:pt x="27" y="126"/>
                </a:cubicBezTo>
                <a:cubicBezTo>
                  <a:pt x="54" y="69"/>
                  <a:pt x="90" y="50"/>
                  <a:pt x="171" y="30"/>
                </a:cubicBezTo>
                <a:cubicBezTo>
                  <a:pt x="252" y="10"/>
                  <a:pt x="400" y="6"/>
                  <a:pt x="513" y="3"/>
                </a:cubicBezTo>
                <a:cubicBezTo>
                  <a:pt x="626" y="0"/>
                  <a:pt x="764" y="5"/>
                  <a:pt x="852" y="9"/>
                </a:cubicBezTo>
                <a:cubicBezTo>
                  <a:pt x="940" y="13"/>
                  <a:pt x="989" y="13"/>
                  <a:pt x="1041" y="27"/>
                </a:cubicBezTo>
                <a:cubicBezTo>
                  <a:pt x="1093" y="41"/>
                  <a:pt x="1138" y="59"/>
                  <a:pt x="1167" y="93"/>
                </a:cubicBezTo>
                <a:cubicBezTo>
                  <a:pt x="1196" y="127"/>
                  <a:pt x="1206" y="177"/>
                  <a:pt x="1215" y="234"/>
                </a:cubicBezTo>
                <a:cubicBezTo>
                  <a:pt x="1224" y="291"/>
                  <a:pt x="1222" y="392"/>
                  <a:pt x="1224" y="433"/>
                </a:cubicBezTo>
              </a:path>
            </a:pathLst>
          </a:custGeom>
          <a:noFill/>
          <a:ln w="76200">
            <a:solidFill>
              <a:schemeClr val="hlink"/>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219238" name="Freeform 102"/>
          <p:cNvSpPr>
            <a:spLocks/>
          </p:cNvSpPr>
          <p:nvPr/>
        </p:nvSpPr>
        <p:spPr bwMode="auto">
          <a:xfrm flipH="1">
            <a:off x="2208213" y="2095500"/>
            <a:ext cx="1366837" cy="687388"/>
          </a:xfrm>
          <a:custGeom>
            <a:avLst/>
            <a:gdLst>
              <a:gd name="T0" fmla="*/ 2147483646 w 1224"/>
              <a:gd name="T1" fmla="*/ 2147483646 h 433"/>
              <a:gd name="T2" fmla="*/ 2147483646 w 1224"/>
              <a:gd name="T3" fmla="*/ 2147483646 h 433"/>
              <a:gd name="T4" fmla="*/ 2147483646 w 1224"/>
              <a:gd name="T5" fmla="*/ 2147483646 h 433"/>
              <a:gd name="T6" fmla="*/ 2147483646 w 1224"/>
              <a:gd name="T7" fmla="*/ 2147483646 h 433"/>
              <a:gd name="T8" fmla="*/ 2147483646 w 1224"/>
              <a:gd name="T9" fmla="*/ 2147483646 h 433"/>
              <a:gd name="T10" fmla="*/ 2147483646 w 1224"/>
              <a:gd name="T11" fmla="*/ 2147483646 h 433"/>
              <a:gd name="T12" fmla="*/ 2147483646 w 1224"/>
              <a:gd name="T13" fmla="*/ 2147483646 h 433"/>
              <a:gd name="T14" fmla="*/ 2147483646 w 1224"/>
              <a:gd name="T15" fmla="*/ 2147483646 h 433"/>
              <a:gd name="T16" fmla="*/ 2147483646 w 1224"/>
              <a:gd name="T17" fmla="*/ 2147483646 h 4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24"/>
              <a:gd name="T28" fmla="*/ 0 h 433"/>
              <a:gd name="T29" fmla="*/ 1224 w 1224"/>
              <a:gd name="T30" fmla="*/ 433 h 4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24" h="433">
                <a:moveTo>
                  <a:pt x="6" y="375"/>
                </a:moveTo>
                <a:cubicBezTo>
                  <a:pt x="9" y="334"/>
                  <a:pt x="0" y="183"/>
                  <a:pt x="27" y="126"/>
                </a:cubicBezTo>
                <a:cubicBezTo>
                  <a:pt x="54" y="69"/>
                  <a:pt x="90" y="50"/>
                  <a:pt x="171" y="30"/>
                </a:cubicBezTo>
                <a:cubicBezTo>
                  <a:pt x="252" y="10"/>
                  <a:pt x="400" y="6"/>
                  <a:pt x="513" y="3"/>
                </a:cubicBezTo>
                <a:cubicBezTo>
                  <a:pt x="626" y="0"/>
                  <a:pt x="764" y="5"/>
                  <a:pt x="852" y="9"/>
                </a:cubicBezTo>
                <a:cubicBezTo>
                  <a:pt x="940" y="13"/>
                  <a:pt x="989" y="13"/>
                  <a:pt x="1041" y="27"/>
                </a:cubicBezTo>
                <a:cubicBezTo>
                  <a:pt x="1093" y="41"/>
                  <a:pt x="1138" y="59"/>
                  <a:pt x="1167" y="93"/>
                </a:cubicBezTo>
                <a:cubicBezTo>
                  <a:pt x="1196" y="127"/>
                  <a:pt x="1206" y="177"/>
                  <a:pt x="1215" y="234"/>
                </a:cubicBezTo>
                <a:cubicBezTo>
                  <a:pt x="1224" y="291"/>
                  <a:pt x="1222" y="392"/>
                  <a:pt x="1224" y="433"/>
                </a:cubicBezTo>
              </a:path>
            </a:pathLst>
          </a:custGeom>
          <a:noFill/>
          <a:ln w="76200">
            <a:solidFill>
              <a:schemeClr val="hlink"/>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219239" name="Freeform 103"/>
          <p:cNvSpPr>
            <a:spLocks/>
          </p:cNvSpPr>
          <p:nvPr/>
        </p:nvSpPr>
        <p:spPr bwMode="auto">
          <a:xfrm flipH="1">
            <a:off x="3575050" y="5407025"/>
            <a:ext cx="3673475" cy="687388"/>
          </a:xfrm>
          <a:custGeom>
            <a:avLst/>
            <a:gdLst>
              <a:gd name="T0" fmla="*/ 2147483646 w 1224"/>
              <a:gd name="T1" fmla="*/ 2147483646 h 433"/>
              <a:gd name="T2" fmla="*/ 2147483646 w 1224"/>
              <a:gd name="T3" fmla="*/ 2147483646 h 433"/>
              <a:gd name="T4" fmla="*/ 2147483646 w 1224"/>
              <a:gd name="T5" fmla="*/ 2147483646 h 433"/>
              <a:gd name="T6" fmla="*/ 2147483646 w 1224"/>
              <a:gd name="T7" fmla="*/ 2147483646 h 433"/>
              <a:gd name="T8" fmla="*/ 2147483646 w 1224"/>
              <a:gd name="T9" fmla="*/ 2147483646 h 433"/>
              <a:gd name="T10" fmla="*/ 2147483646 w 1224"/>
              <a:gd name="T11" fmla="*/ 2147483646 h 433"/>
              <a:gd name="T12" fmla="*/ 2147483646 w 1224"/>
              <a:gd name="T13" fmla="*/ 2147483646 h 433"/>
              <a:gd name="T14" fmla="*/ 2147483646 w 1224"/>
              <a:gd name="T15" fmla="*/ 2147483646 h 433"/>
              <a:gd name="T16" fmla="*/ 2147483646 w 1224"/>
              <a:gd name="T17" fmla="*/ 2147483646 h 4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24"/>
              <a:gd name="T28" fmla="*/ 0 h 433"/>
              <a:gd name="T29" fmla="*/ 1224 w 1224"/>
              <a:gd name="T30" fmla="*/ 433 h 4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24" h="433">
                <a:moveTo>
                  <a:pt x="6" y="375"/>
                </a:moveTo>
                <a:cubicBezTo>
                  <a:pt x="9" y="334"/>
                  <a:pt x="0" y="183"/>
                  <a:pt x="27" y="126"/>
                </a:cubicBezTo>
                <a:cubicBezTo>
                  <a:pt x="54" y="69"/>
                  <a:pt x="90" y="50"/>
                  <a:pt x="171" y="30"/>
                </a:cubicBezTo>
                <a:cubicBezTo>
                  <a:pt x="252" y="10"/>
                  <a:pt x="400" y="6"/>
                  <a:pt x="513" y="3"/>
                </a:cubicBezTo>
                <a:cubicBezTo>
                  <a:pt x="626" y="0"/>
                  <a:pt x="764" y="5"/>
                  <a:pt x="852" y="9"/>
                </a:cubicBezTo>
                <a:cubicBezTo>
                  <a:pt x="940" y="13"/>
                  <a:pt x="989" y="13"/>
                  <a:pt x="1041" y="27"/>
                </a:cubicBezTo>
                <a:cubicBezTo>
                  <a:pt x="1093" y="41"/>
                  <a:pt x="1138" y="59"/>
                  <a:pt x="1167" y="93"/>
                </a:cubicBezTo>
                <a:cubicBezTo>
                  <a:pt x="1196" y="127"/>
                  <a:pt x="1206" y="177"/>
                  <a:pt x="1215" y="234"/>
                </a:cubicBezTo>
                <a:cubicBezTo>
                  <a:pt x="1224" y="291"/>
                  <a:pt x="1222" y="392"/>
                  <a:pt x="1224" y="433"/>
                </a:cubicBezTo>
              </a:path>
            </a:pathLst>
          </a:custGeom>
          <a:noFill/>
          <a:ln w="76200">
            <a:solidFill>
              <a:schemeClr val="hlink"/>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b="1"/>
          </a:p>
        </p:txBody>
      </p:sp>
    </p:spTree>
    <p:extLst>
      <p:ext uri="{BB962C8B-B14F-4D97-AF65-F5344CB8AC3E}">
        <p14:creationId xmlns:p14="http://schemas.microsoft.com/office/powerpoint/2010/main" val="1079570322"/>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219182"/>
                                        </p:tgtEl>
                                        <p:attrNameLst>
                                          <p:attrName>style.visibility</p:attrName>
                                        </p:attrNameLst>
                                      </p:cBhvr>
                                      <p:tavLst>
                                        <p:tav tm="0">
                                          <p:val>
                                            <p:strVal val="hidden"/>
                                          </p:val>
                                        </p:tav>
                                        <p:tav tm="50000">
                                          <p:val>
                                            <p:strVal val="visible"/>
                                          </p:val>
                                        </p:tav>
                                      </p:tavLst>
                                    </p:anim>
                                  </p:childTnLst>
                                </p:cTn>
                              </p:par>
                            </p:childTnLst>
                          </p:cTn>
                        </p:par>
                        <p:par>
                          <p:cTn id="7" fill="hold" nodeType="afterGroup">
                            <p:stCondLst>
                              <p:cond delay="3000"/>
                            </p:stCondLst>
                            <p:childTnLst>
                              <p:par>
                                <p:cTn id="8" presetID="22" presetClass="entr" presetSubtype="8" fill="hold" grpId="0" nodeType="afterEffect">
                                  <p:stCondLst>
                                    <p:cond delay="0"/>
                                  </p:stCondLst>
                                  <p:childTnLst>
                                    <p:set>
                                      <p:cBhvr>
                                        <p:cTn id="9" dur="1" fill="hold">
                                          <p:stCondLst>
                                            <p:cond delay="0"/>
                                          </p:stCondLst>
                                        </p:cTn>
                                        <p:tgtEl>
                                          <p:spTgt spid="219233"/>
                                        </p:tgtEl>
                                        <p:attrNameLst>
                                          <p:attrName>style.visibility</p:attrName>
                                        </p:attrNameLst>
                                      </p:cBhvr>
                                      <p:to>
                                        <p:strVal val="visible"/>
                                      </p:to>
                                    </p:set>
                                    <p:animEffect transition="in" filter="wipe(left)">
                                      <p:cBhvr>
                                        <p:cTn id="10" dur="1000"/>
                                        <p:tgtEl>
                                          <p:spTgt spid="219233"/>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19237"/>
                                        </p:tgtEl>
                                        <p:attrNameLst>
                                          <p:attrName>style.visibility</p:attrName>
                                        </p:attrNameLst>
                                      </p:cBhvr>
                                      <p:to>
                                        <p:strVal val="visible"/>
                                      </p:to>
                                    </p:set>
                                    <p:animEffect transition="in" filter="wipe(left)">
                                      <p:cBhvr>
                                        <p:cTn id="13" dur="1000"/>
                                        <p:tgtEl>
                                          <p:spTgt spid="219237"/>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219238"/>
                                        </p:tgtEl>
                                        <p:attrNameLst>
                                          <p:attrName>style.visibility</p:attrName>
                                        </p:attrNameLst>
                                      </p:cBhvr>
                                      <p:to>
                                        <p:strVal val="visible"/>
                                      </p:to>
                                    </p:set>
                                    <p:animEffect transition="in" filter="wipe(right)">
                                      <p:cBhvr>
                                        <p:cTn id="16" dur="1000"/>
                                        <p:tgtEl>
                                          <p:spTgt spid="219238"/>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19234"/>
                                        </p:tgtEl>
                                        <p:attrNameLst>
                                          <p:attrName>style.visibility</p:attrName>
                                        </p:attrNameLst>
                                      </p:cBhvr>
                                      <p:to>
                                        <p:strVal val="visible"/>
                                      </p:to>
                                    </p:set>
                                    <p:animEffect transition="in" filter="wipe(left)">
                                      <p:cBhvr>
                                        <p:cTn id="19" dur="1000"/>
                                        <p:tgtEl>
                                          <p:spTgt spid="219234"/>
                                        </p:tgtEl>
                                      </p:cBhvr>
                                    </p:animEffect>
                                  </p:childTnLst>
                                </p:cTn>
                              </p:par>
                            </p:childTnLst>
                          </p:cTn>
                        </p:par>
                        <p:par>
                          <p:cTn id="20" fill="hold" nodeType="afterGroup">
                            <p:stCondLst>
                              <p:cond delay="4000"/>
                            </p:stCondLst>
                            <p:childTnLst>
                              <p:par>
                                <p:cTn id="21" presetID="35" presetClass="emph" presetSubtype="0" repeatCount="3000" fill="hold" grpId="0" nodeType="afterEffect">
                                  <p:stCondLst>
                                    <p:cond delay="500"/>
                                  </p:stCondLst>
                                  <p:childTnLst>
                                    <p:anim calcmode="discrete" valueType="str">
                                      <p:cBhvr>
                                        <p:cTn id="22" dur="1000" fill="hold"/>
                                        <p:tgtEl>
                                          <p:spTgt spid="219181"/>
                                        </p:tgtEl>
                                        <p:attrNameLst>
                                          <p:attrName>style.visibility</p:attrName>
                                        </p:attrNameLst>
                                      </p:cBhvr>
                                      <p:tavLst>
                                        <p:tav tm="0">
                                          <p:val>
                                            <p:strVal val="hidden"/>
                                          </p:val>
                                        </p:tav>
                                        <p:tav tm="50000">
                                          <p:val>
                                            <p:strVal val="visible"/>
                                          </p:val>
                                        </p:tav>
                                      </p:tavLst>
                                    </p:anim>
                                  </p:childTnLst>
                                </p:cTn>
                              </p:par>
                            </p:childTnLst>
                          </p:cTn>
                        </p:par>
                        <p:par>
                          <p:cTn id="23" fill="hold" nodeType="afterGroup">
                            <p:stCondLst>
                              <p:cond delay="7500"/>
                            </p:stCondLst>
                            <p:childTnLst>
                              <p:par>
                                <p:cTn id="24" presetID="22" presetClass="entr" presetSubtype="2" fill="hold" grpId="0" nodeType="afterEffect">
                                  <p:stCondLst>
                                    <p:cond delay="0"/>
                                  </p:stCondLst>
                                  <p:childTnLst>
                                    <p:set>
                                      <p:cBhvr>
                                        <p:cTn id="25" dur="1" fill="hold">
                                          <p:stCondLst>
                                            <p:cond delay="0"/>
                                          </p:stCondLst>
                                        </p:cTn>
                                        <p:tgtEl>
                                          <p:spTgt spid="219239"/>
                                        </p:tgtEl>
                                        <p:attrNameLst>
                                          <p:attrName>style.visibility</p:attrName>
                                        </p:attrNameLst>
                                      </p:cBhvr>
                                      <p:to>
                                        <p:strVal val="visible"/>
                                      </p:to>
                                    </p:set>
                                    <p:animEffect transition="in" filter="wipe(right)">
                                      <p:cBhvr>
                                        <p:cTn id="26" dur="1000"/>
                                        <p:tgtEl>
                                          <p:spTgt spid="2192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81" grpId="0" animBg="1"/>
      <p:bldP spid="219182" grpId="0" animBg="1"/>
      <p:bldP spid="219233" grpId="0" animBg="1"/>
      <p:bldP spid="219234" grpId="0" animBg="1"/>
      <p:bldP spid="219237" grpId="0" animBg="1"/>
      <p:bldP spid="219238" grpId="0" animBg="1"/>
      <p:bldP spid="219239"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pPr eaLnBrk="1" hangingPunct="1"/>
            <a:r>
              <a:rPr lang="en-US" altLang="zh-CN" dirty="0"/>
              <a:t>4.2.4 </a:t>
            </a:r>
            <a:r>
              <a:rPr lang="zh-CN" altLang="en-US" dirty="0"/>
              <a:t>地址解析协议 </a:t>
            </a:r>
            <a:r>
              <a:rPr lang="en-US" altLang="zh-CN" dirty="0"/>
              <a:t>ARP</a:t>
            </a:r>
            <a:endParaRPr lang="zh-CN" altLang="en-US" dirty="0" smtClean="0"/>
          </a:p>
        </p:txBody>
      </p:sp>
      <p:grpSp>
        <p:nvGrpSpPr>
          <p:cNvPr id="3" name="组合 2"/>
          <p:cNvGrpSpPr/>
          <p:nvPr/>
        </p:nvGrpSpPr>
        <p:grpSpPr>
          <a:xfrm>
            <a:off x="2242713" y="1556792"/>
            <a:ext cx="7453687" cy="4824535"/>
            <a:chOff x="2242713" y="1399251"/>
            <a:chExt cx="5523979" cy="3310016"/>
          </a:xfrm>
        </p:grpSpPr>
        <p:sp>
          <p:nvSpPr>
            <p:cNvPr id="5" name="矩形 4"/>
            <p:cNvSpPr/>
            <p:nvPr/>
          </p:nvSpPr>
          <p:spPr>
            <a:xfrm>
              <a:off x="2242713" y="1399251"/>
              <a:ext cx="2467628" cy="500252"/>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latin typeface="微软雅黑" panose="020B0503020204020204" pitchFamily="34" charset="-122"/>
                  <a:ea typeface="微软雅黑" panose="020B0503020204020204" pitchFamily="34" charset="-122"/>
                </a:rPr>
                <a:t>在其 </a:t>
              </a:r>
              <a:r>
                <a:rPr lang="en-US" altLang="zh-CN" sz="2000" b="1" dirty="0" smtClean="0">
                  <a:latin typeface="微软雅黑" panose="020B0503020204020204" pitchFamily="34" charset="-122"/>
                  <a:ea typeface="微软雅黑" panose="020B0503020204020204" pitchFamily="34" charset="-122"/>
                </a:rPr>
                <a:t>ARP </a:t>
              </a:r>
              <a:r>
                <a:rPr lang="zh-CN" altLang="en-US" sz="2000" b="1" dirty="0" smtClean="0">
                  <a:latin typeface="微软雅黑" panose="020B0503020204020204" pitchFamily="34" charset="-122"/>
                  <a:ea typeface="微软雅黑" panose="020B0503020204020204" pitchFamily="34" charset="-122"/>
                </a:rPr>
                <a:t>高速缓存</a:t>
              </a:r>
              <a:endParaRPr lang="en-US" altLang="zh-CN" sz="2000" b="1" dirty="0" smtClean="0">
                <a:latin typeface="微软雅黑" panose="020B0503020204020204" pitchFamily="34" charset="-122"/>
                <a:ea typeface="微软雅黑" panose="020B0503020204020204" pitchFamily="34" charset="-122"/>
              </a:endParaRPr>
            </a:p>
            <a:p>
              <a:pPr algn="ctr"/>
              <a:r>
                <a:rPr lang="zh-CN" altLang="en-US" sz="2000" b="1" dirty="0">
                  <a:latin typeface="微软雅黑" panose="020B0503020204020204" pitchFamily="34" charset="-122"/>
                  <a:ea typeface="微软雅黑" panose="020B0503020204020204" pitchFamily="34" charset="-122"/>
                </a:rPr>
                <a:t>查找</a:t>
              </a:r>
              <a:r>
                <a:rPr lang="zh-CN" altLang="en-US" sz="2000" b="1" dirty="0" smtClean="0">
                  <a:latin typeface="微软雅黑" panose="020B0503020204020204" pitchFamily="34" charset="-122"/>
                  <a:ea typeface="微软雅黑" panose="020B0503020204020204" pitchFamily="34" charset="-122"/>
                </a:rPr>
                <a:t>主机 </a:t>
              </a:r>
              <a:r>
                <a:rPr lang="en-US" altLang="zh-CN" sz="2000" b="1" dirty="0" smtClean="0">
                  <a:latin typeface="微软雅黑" panose="020B0503020204020204" pitchFamily="34" charset="-122"/>
                  <a:ea typeface="微软雅黑" panose="020B0503020204020204" pitchFamily="34" charset="-122"/>
                </a:rPr>
                <a:t>B </a:t>
              </a:r>
              <a:r>
                <a:rPr lang="zh-CN" altLang="en-US" sz="2000" b="1" dirty="0" smtClean="0">
                  <a:latin typeface="微软雅黑" panose="020B0503020204020204" pitchFamily="34" charset="-122"/>
                  <a:ea typeface="微软雅黑" panose="020B0503020204020204" pitchFamily="34" charset="-122"/>
                </a:rPr>
                <a:t>的 </a:t>
              </a:r>
              <a:r>
                <a:rPr lang="en-US" altLang="zh-CN" sz="2000" b="1" dirty="0">
                  <a:latin typeface="微软雅黑" panose="020B0503020204020204" pitchFamily="34" charset="-122"/>
                  <a:ea typeface="微软雅黑" panose="020B0503020204020204" pitchFamily="34" charset="-122"/>
                </a:rPr>
                <a:t>MAC</a:t>
              </a:r>
              <a:r>
                <a:rPr lang="en-US" altLang="zh-CN" sz="2000" b="1" dirty="0" smtClean="0">
                  <a:latin typeface="微软雅黑" panose="020B0503020204020204" pitchFamily="34" charset="-122"/>
                  <a:ea typeface="微软雅黑" panose="020B0503020204020204" pitchFamily="34" charset="-122"/>
                </a:rPr>
                <a:t> </a:t>
              </a:r>
              <a:r>
                <a:rPr lang="zh-CN" altLang="en-US" sz="2000" b="1" dirty="0" smtClean="0">
                  <a:latin typeface="微软雅黑" panose="020B0503020204020204" pitchFamily="34" charset="-122"/>
                  <a:ea typeface="微软雅黑" panose="020B0503020204020204" pitchFamily="34" charset="-122"/>
                </a:rPr>
                <a:t>地址</a:t>
              </a:r>
              <a:endParaRPr lang="zh-CN" altLang="en-US" sz="2000" b="1" dirty="0">
                <a:latin typeface="微软雅黑" panose="020B0503020204020204" pitchFamily="34" charset="-122"/>
                <a:ea typeface="微软雅黑" panose="020B0503020204020204" pitchFamily="34" charset="-122"/>
              </a:endParaRPr>
            </a:p>
          </p:txBody>
        </p:sp>
        <p:sp>
          <p:nvSpPr>
            <p:cNvPr id="6" name="菱形 5"/>
            <p:cNvSpPr/>
            <p:nvPr/>
          </p:nvSpPr>
          <p:spPr>
            <a:xfrm>
              <a:off x="2449393" y="2230320"/>
              <a:ext cx="2054268" cy="469625"/>
            </a:xfrm>
            <a:prstGeom prst="diamond">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latin typeface="微软雅黑" panose="020B0503020204020204" pitchFamily="34" charset="-122"/>
                  <a:ea typeface="微软雅黑" panose="020B0503020204020204" pitchFamily="34" charset="-122"/>
                </a:rPr>
                <a:t>找到？</a:t>
              </a:r>
              <a:endParaRPr lang="zh-CN" altLang="en-US" sz="2000" b="1" dirty="0">
                <a:latin typeface="微软雅黑" panose="020B0503020204020204" pitchFamily="34" charset="-122"/>
                <a:ea typeface="微软雅黑" panose="020B0503020204020204" pitchFamily="34" charset="-122"/>
              </a:endParaRPr>
            </a:p>
          </p:txBody>
        </p:sp>
        <p:sp>
          <p:nvSpPr>
            <p:cNvPr id="8" name="矩形 7"/>
            <p:cNvSpPr/>
            <p:nvPr/>
          </p:nvSpPr>
          <p:spPr>
            <a:xfrm>
              <a:off x="2242713" y="3278843"/>
              <a:ext cx="2467628" cy="500252"/>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latin typeface="微软雅黑" panose="020B0503020204020204" pitchFamily="34" charset="-122"/>
                  <a:ea typeface="微软雅黑" panose="020B0503020204020204" pitchFamily="34" charset="-122"/>
                </a:rPr>
                <a:t>将该 </a:t>
              </a:r>
              <a:r>
                <a:rPr lang="en-US" altLang="zh-CN" sz="2000" b="1" dirty="0" smtClean="0">
                  <a:latin typeface="微软雅黑" panose="020B0503020204020204" pitchFamily="34" charset="-122"/>
                  <a:ea typeface="微软雅黑" panose="020B0503020204020204" pitchFamily="34" charset="-122"/>
                </a:rPr>
                <a:t>MAC </a:t>
              </a:r>
              <a:r>
                <a:rPr lang="zh-CN" altLang="en-US" sz="2000" b="1" dirty="0">
                  <a:latin typeface="微软雅黑" panose="020B0503020204020204" pitchFamily="34" charset="-122"/>
                  <a:ea typeface="微软雅黑" panose="020B0503020204020204" pitchFamily="34" charset="-122"/>
                </a:rPr>
                <a:t>地址写入 </a:t>
              </a:r>
              <a:r>
                <a:rPr lang="en-US" altLang="zh-CN" sz="2000" b="1" dirty="0">
                  <a:latin typeface="微软雅黑" panose="020B0503020204020204" pitchFamily="34" charset="-122"/>
                  <a:ea typeface="微软雅黑" panose="020B0503020204020204" pitchFamily="34" charset="-122"/>
                </a:rPr>
                <a:t>MAC </a:t>
              </a:r>
              <a:r>
                <a:rPr lang="zh-CN" altLang="en-US" sz="2000" b="1" dirty="0" smtClean="0">
                  <a:latin typeface="微软雅黑" panose="020B0503020204020204" pitchFamily="34" charset="-122"/>
                  <a:ea typeface="微软雅黑" panose="020B0503020204020204" pitchFamily="34" charset="-122"/>
                </a:rPr>
                <a:t>帧的目的地址</a:t>
              </a:r>
              <a:endParaRPr lang="zh-CN" altLang="en-US" sz="2000" b="1" dirty="0">
                <a:latin typeface="微软雅黑" panose="020B0503020204020204" pitchFamily="34" charset="-122"/>
                <a:ea typeface="微软雅黑" panose="020B0503020204020204" pitchFamily="34" charset="-122"/>
              </a:endParaRPr>
            </a:p>
          </p:txBody>
        </p:sp>
        <p:sp>
          <p:nvSpPr>
            <p:cNvPr id="9" name="矩形 8"/>
            <p:cNvSpPr/>
            <p:nvPr/>
          </p:nvSpPr>
          <p:spPr>
            <a:xfrm>
              <a:off x="2242713" y="4209015"/>
              <a:ext cx="2467628" cy="500252"/>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latin typeface="微软雅黑" panose="020B0503020204020204" pitchFamily="34" charset="-122"/>
                  <a:ea typeface="微软雅黑" panose="020B0503020204020204" pitchFamily="34" charset="-122"/>
                </a:rPr>
                <a:t>发送该 </a:t>
              </a:r>
              <a:r>
                <a:rPr lang="en-US" altLang="zh-CN" sz="2000" b="1" dirty="0" smtClean="0">
                  <a:latin typeface="微软雅黑" panose="020B0503020204020204" pitchFamily="34" charset="-122"/>
                  <a:ea typeface="微软雅黑" panose="020B0503020204020204" pitchFamily="34" charset="-122"/>
                </a:rPr>
                <a:t>MAC </a:t>
              </a:r>
              <a:r>
                <a:rPr lang="zh-CN" altLang="en-US" sz="2000" b="1" dirty="0" smtClean="0">
                  <a:latin typeface="微软雅黑" panose="020B0503020204020204" pitchFamily="34" charset="-122"/>
                  <a:ea typeface="微软雅黑" panose="020B0503020204020204" pitchFamily="34" charset="-122"/>
                </a:rPr>
                <a:t>帧</a:t>
              </a:r>
              <a:endParaRPr lang="zh-CN" altLang="en-US" sz="2000" b="1" dirty="0">
                <a:latin typeface="微软雅黑" panose="020B0503020204020204" pitchFamily="34" charset="-122"/>
                <a:ea typeface="微软雅黑" panose="020B0503020204020204" pitchFamily="34" charset="-122"/>
              </a:endParaRPr>
            </a:p>
          </p:txBody>
        </p:sp>
        <p:cxnSp>
          <p:nvCxnSpPr>
            <p:cNvPr id="10" name="直接箭头连接符 9"/>
            <p:cNvCxnSpPr>
              <a:stCxn id="5" idx="2"/>
              <a:endCxn id="6" idx="0"/>
            </p:cNvCxnSpPr>
            <p:nvPr/>
          </p:nvCxnSpPr>
          <p:spPr>
            <a:xfrm>
              <a:off x="3476527" y="1899503"/>
              <a:ext cx="0" cy="330817"/>
            </a:xfrm>
            <a:prstGeom prst="straightConnector1">
              <a:avLst/>
            </a:prstGeom>
            <a:ln w="12700">
              <a:solidFill>
                <a:srgbClr val="000099"/>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a:stCxn id="6" idx="2"/>
              <a:endCxn id="8" idx="0"/>
            </p:cNvCxnSpPr>
            <p:nvPr/>
          </p:nvCxnSpPr>
          <p:spPr>
            <a:xfrm>
              <a:off x="3476527" y="2699945"/>
              <a:ext cx="0" cy="578898"/>
            </a:xfrm>
            <a:prstGeom prst="straightConnector1">
              <a:avLst/>
            </a:prstGeom>
            <a:ln w="12700">
              <a:solidFill>
                <a:srgbClr val="000099"/>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stCxn id="8" idx="2"/>
              <a:endCxn id="9" idx="0"/>
            </p:cNvCxnSpPr>
            <p:nvPr/>
          </p:nvCxnSpPr>
          <p:spPr>
            <a:xfrm>
              <a:off x="3476527" y="3779095"/>
              <a:ext cx="0" cy="429920"/>
            </a:xfrm>
            <a:prstGeom prst="straightConnector1">
              <a:avLst/>
            </a:prstGeom>
            <a:ln w="12700">
              <a:solidFill>
                <a:srgbClr val="000099"/>
              </a:solidFill>
              <a:tailEnd type="triangle"/>
            </a:ln>
          </p:spPr>
          <p:style>
            <a:lnRef idx="1">
              <a:schemeClr val="accent1"/>
            </a:lnRef>
            <a:fillRef idx="0">
              <a:schemeClr val="accent1"/>
            </a:fillRef>
            <a:effectRef idx="0">
              <a:schemeClr val="accent1"/>
            </a:effectRef>
            <a:fontRef idx="minor">
              <a:schemeClr val="tx1"/>
            </a:fontRef>
          </p:style>
        </p:cxnSp>
        <p:sp>
          <p:nvSpPr>
            <p:cNvPr id="14" name="文本框 19"/>
            <p:cNvSpPr txBox="1"/>
            <p:nvPr/>
          </p:nvSpPr>
          <p:spPr>
            <a:xfrm>
              <a:off x="3049767" y="2714220"/>
              <a:ext cx="501041" cy="224930"/>
            </a:xfrm>
            <a:prstGeom prst="rect">
              <a:avLst/>
            </a:prstGeom>
            <a:noFill/>
          </p:spPr>
          <p:txBody>
            <a:bodyPr wrap="square" rtlCol="0">
              <a:spAutoFit/>
            </a:bodyPr>
            <a:lstStyle/>
            <a:p>
              <a:pPr algn="ctr"/>
              <a:r>
                <a:rPr lang="zh-CN" altLang="en-US" sz="1600" b="1" dirty="0">
                  <a:solidFill>
                    <a:srgbClr val="000000"/>
                  </a:solidFill>
                  <a:latin typeface="微软雅黑" panose="020B0503020204020204" pitchFamily="34" charset="-122"/>
                  <a:ea typeface="微软雅黑" panose="020B0503020204020204" pitchFamily="34" charset="-122"/>
                </a:rPr>
                <a:t>是</a:t>
              </a:r>
            </a:p>
          </p:txBody>
        </p:sp>
        <p:sp>
          <p:nvSpPr>
            <p:cNvPr id="15" name="矩形 14"/>
            <p:cNvSpPr/>
            <p:nvPr/>
          </p:nvSpPr>
          <p:spPr>
            <a:xfrm>
              <a:off x="5299064" y="2064911"/>
              <a:ext cx="2467628" cy="730726"/>
            </a:xfrm>
            <a:prstGeom prst="rect">
              <a:avLst/>
            </a:prstGeom>
            <a:solidFill>
              <a:srgbClr val="99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latin typeface="微软雅黑" panose="020B0503020204020204" pitchFamily="34" charset="-122"/>
                  <a:ea typeface="微软雅黑" panose="020B0503020204020204" pitchFamily="34" charset="-122"/>
                </a:rPr>
                <a:t>自动运行 </a:t>
              </a:r>
              <a:r>
                <a:rPr lang="en-US" altLang="zh-CN" sz="2000" b="1" dirty="0" smtClean="0">
                  <a:latin typeface="微软雅黑" panose="020B0503020204020204" pitchFamily="34" charset="-122"/>
                  <a:ea typeface="微软雅黑" panose="020B0503020204020204" pitchFamily="34" charset="-122"/>
                </a:rPr>
                <a:t>ARP</a:t>
              </a:r>
              <a:r>
                <a:rPr lang="zh-CN" altLang="en-US" sz="2000" b="1" dirty="0" smtClean="0">
                  <a:latin typeface="微软雅黑" panose="020B0503020204020204" pitchFamily="34" charset="-122"/>
                  <a:ea typeface="微软雅黑" panose="020B0503020204020204" pitchFamily="34" charset="-122"/>
                </a:rPr>
                <a:t>，找出主机 </a:t>
              </a:r>
              <a:r>
                <a:rPr lang="en-US" altLang="zh-CN" sz="2000" b="1" dirty="0" smtClean="0">
                  <a:latin typeface="微软雅黑" panose="020B0503020204020204" pitchFamily="34" charset="-122"/>
                  <a:ea typeface="微软雅黑" panose="020B0503020204020204" pitchFamily="34" charset="-122"/>
                </a:rPr>
                <a:t>B </a:t>
              </a:r>
              <a:r>
                <a:rPr lang="zh-CN" altLang="en-US" sz="2000" b="1" dirty="0" smtClean="0">
                  <a:latin typeface="微软雅黑" panose="020B0503020204020204" pitchFamily="34" charset="-122"/>
                  <a:ea typeface="微软雅黑" panose="020B0503020204020204" pitchFamily="34" charset="-122"/>
                </a:rPr>
                <a:t>的 </a:t>
              </a:r>
              <a:r>
                <a:rPr lang="en-US" altLang="zh-CN" sz="2000" b="1" dirty="0" smtClean="0">
                  <a:latin typeface="微软雅黑" panose="020B0503020204020204" pitchFamily="34" charset="-122"/>
                  <a:ea typeface="微软雅黑" panose="020B0503020204020204" pitchFamily="34" charset="-122"/>
                </a:rPr>
                <a:t>MAC </a:t>
              </a:r>
              <a:r>
                <a:rPr lang="zh-CN" altLang="en-US" sz="2000" b="1" dirty="0" smtClean="0">
                  <a:latin typeface="微软雅黑" panose="020B0503020204020204" pitchFamily="34" charset="-122"/>
                  <a:ea typeface="微软雅黑" panose="020B0503020204020204" pitchFamily="34" charset="-122"/>
                </a:rPr>
                <a:t>地址，</a:t>
              </a:r>
              <a:endParaRPr lang="en-US" altLang="zh-CN" sz="2000" b="1" dirty="0" smtClean="0">
                <a:latin typeface="微软雅黑" panose="020B0503020204020204" pitchFamily="34" charset="-122"/>
                <a:ea typeface="微软雅黑" panose="020B0503020204020204" pitchFamily="34" charset="-122"/>
              </a:endParaRPr>
            </a:p>
            <a:p>
              <a:pPr algn="ctr"/>
              <a:r>
                <a:rPr lang="zh-CN" altLang="en-US" sz="2000" b="1" dirty="0" smtClean="0">
                  <a:latin typeface="微软雅黑" panose="020B0503020204020204" pitchFamily="34" charset="-122"/>
                  <a:ea typeface="微软雅黑" panose="020B0503020204020204" pitchFamily="34" charset="-122"/>
                </a:rPr>
                <a:t>并更新 </a:t>
              </a:r>
              <a:r>
                <a:rPr lang="en-US" altLang="zh-CN" sz="2000" b="1" dirty="0" smtClean="0">
                  <a:latin typeface="微软雅黑" panose="020B0503020204020204" pitchFamily="34" charset="-122"/>
                  <a:ea typeface="微软雅黑" panose="020B0503020204020204" pitchFamily="34" charset="-122"/>
                </a:rPr>
                <a:t>ARP </a:t>
              </a:r>
              <a:r>
                <a:rPr lang="zh-CN" altLang="en-US" sz="2000" b="1" dirty="0">
                  <a:latin typeface="微软雅黑" panose="020B0503020204020204" pitchFamily="34" charset="-122"/>
                  <a:ea typeface="微软雅黑" panose="020B0503020204020204" pitchFamily="34" charset="-122"/>
                </a:rPr>
                <a:t>高速缓存</a:t>
              </a:r>
            </a:p>
          </p:txBody>
        </p:sp>
        <p:cxnSp>
          <p:nvCxnSpPr>
            <p:cNvPr id="16" name="直接箭头连接符 15"/>
            <p:cNvCxnSpPr>
              <a:stCxn id="6" idx="3"/>
            </p:cNvCxnSpPr>
            <p:nvPr/>
          </p:nvCxnSpPr>
          <p:spPr>
            <a:xfrm>
              <a:off x="4503661" y="2465133"/>
              <a:ext cx="795403" cy="1"/>
            </a:xfrm>
            <a:prstGeom prst="straightConnector1">
              <a:avLst/>
            </a:prstGeom>
            <a:ln w="12700">
              <a:solidFill>
                <a:srgbClr val="000099"/>
              </a:solidFill>
              <a:tailEnd type="triangle"/>
            </a:ln>
          </p:spPr>
          <p:style>
            <a:lnRef idx="1">
              <a:schemeClr val="accent1"/>
            </a:lnRef>
            <a:fillRef idx="0">
              <a:schemeClr val="accent1"/>
            </a:fillRef>
            <a:effectRef idx="0">
              <a:schemeClr val="accent1"/>
            </a:effectRef>
            <a:fontRef idx="minor">
              <a:schemeClr val="tx1"/>
            </a:fontRef>
          </p:style>
        </p:cxnSp>
        <p:cxnSp>
          <p:nvCxnSpPr>
            <p:cNvPr id="17" name="肘形连接符 16"/>
            <p:cNvCxnSpPr>
              <a:stCxn id="15" idx="2"/>
            </p:cNvCxnSpPr>
            <p:nvPr/>
          </p:nvCxnSpPr>
          <p:spPr>
            <a:xfrm rot="5400000">
              <a:off x="5254944" y="2251034"/>
              <a:ext cx="733332" cy="1822537"/>
            </a:xfrm>
            <a:prstGeom prst="bentConnector2">
              <a:avLst/>
            </a:prstGeom>
            <a:ln w="12700">
              <a:solidFill>
                <a:srgbClr val="000099"/>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20"/>
            <p:cNvSpPr txBox="1"/>
            <p:nvPr/>
          </p:nvSpPr>
          <p:spPr>
            <a:xfrm>
              <a:off x="4597370" y="2110088"/>
              <a:ext cx="501041" cy="224930"/>
            </a:xfrm>
            <a:prstGeom prst="rect">
              <a:avLst/>
            </a:prstGeom>
            <a:noFill/>
          </p:spPr>
          <p:txBody>
            <a:bodyPr wrap="square" rtlCol="0">
              <a:spAutoFit/>
            </a:bodyPr>
            <a:lstStyle/>
            <a:p>
              <a:pPr algn="ctr"/>
              <a:r>
                <a:rPr lang="zh-CN" altLang="en-US" sz="1600" b="1" dirty="0">
                  <a:solidFill>
                    <a:srgbClr val="000000"/>
                  </a:solidFill>
                  <a:latin typeface="微软雅黑" panose="020B0503020204020204" pitchFamily="34" charset="-122"/>
                  <a:ea typeface="微软雅黑" panose="020B0503020204020204" pitchFamily="34" charset="-122"/>
                </a:rPr>
                <a:t>否</a:t>
              </a:r>
            </a:p>
          </p:txBody>
        </p:sp>
      </p:grpSp>
    </p:spTree>
    <p:extLst>
      <p:ext uri="{BB962C8B-B14F-4D97-AF65-F5344CB8AC3E}">
        <p14:creationId xmlns:p14="http://schemas.microsoft.com/office/powerpoint/2010/main" val="1202967518"/>
      </p:ext>
    </p:extLst>
  </p:cSld>
  <p:clrMapOvr>
    <a:masterClrMapping/>
  </p:clrMapOvr>
  <p:transition spd="slow"/>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5" name="Rectangle 2"/>
          <p:cNvSpPr>
            <a:spLocks noGrp="1" noChangeArrowheads="1"/>
          </p:cNvSpPr>
          <p:nvPr>
            <p:ph type="title"/>
          </p:nvPr>
        </p:nvSpPr>
        <p:spPr/>
        <p:txBody>
          <a:bodyPr anchor="ctr"/>
          <a:lstStyle/>
          <a:p>
            <a:pPr eaLnBrk="1" hangingPunct="1"/>
            <a:r>
              <a:rPr lang="en-US" altLang="zh-CN" dirty="0"/>
              <a:t>4.2.4 </a:t>
            </a:r>
            <a:r>
              <a:rPr lang="zh-CN" altLang="en-US" dirty="0"/>
              <a:t>地址解析协议 </a:t>
            </a:r>
            <a:r>
              <a:rPr lang="en-US" altLang="zh-CN" dirty="0"/>
              <a:t>ARP</a:t>
            </a:r>
            <a:endParaRPr lang="zh-CN" altLang="en-US" dirty="0" smtClean="0"/>
          </a:p>
        </p:txBody>
      </p:sp>
      <p:sp>
        <p:nvSpPr>
          <p:cNvPr id="221187" name="Rectangle 3"/>
          <p:cNvSpPr>
            <a:spLocks noGrp="1" noChangeArrowheads="1"/>
          </p:cNvSpPr>
          <p:nvPr>
            <p:ph idx="1"/>
          </p:nvPr>
        </p:nvSpPr>
        <p:spPr/>
        <p:txBody>
          <a:bodyPr/>
          <a:lstStyle/>
          <a:p>
            <a:pPr algn="just" eaLnBrk="1" hangingPunct="1"/>
            <a:r>
              <a:rPr lang="zh-CN" altLang="en-US" b="1" dirty="0" smtClean="0"/>
              <a:t>考虑到计算机通信的双向交互特性，主机 </a:t>
            </a:r>
            <a:r>
              <a:rPr lang="en-US" altLang="zh-CN" b="1" dirty="0" smtClean="0"/>
              <a:t>A </a:t>
            </a:r>
            <a:r>
              <a:rPr lang="zh-CN" altLang="en-US" b="1" dirty="0" smtClean="0"/>
              <a:t>在发送其 </a:t>
            </a:r>
            <a:r>
              <a:rPr lang="en-US" altLang="zh-CN" b="1" dirty="0" smtClean="0"/>
              <a:t>ARP </a:t>
            </a:r>
            <a:r>
              <a:rPr lang="zh-CN" altLang="en-US" b="1" dirty="0" smtClean="0"/>
              <a:t>请求分组时，会将自己的 </a:t>
            </a:r>
            <a:r>
              <a:rPr lang="en-US" altLang="zh-CN" b="1" dirty="0" smtClean="0"/>
              <a:t>IP </a:t>
            </a:r>
            <a:r>
              <a:rPr lang="zh-CN" altLang="en-US" b="1" dirty="0" smtClean="0"/>
              <a:t>地址到 </a:t>
            </a:r>
            <a:r>
              <a:rPr lang="en-US" altLang="zh-CN" b="1" dirty="0" smtClean="0"/>
              <a:t>MAC </a:t>
            </a:r>
            <a:r>
              <a:rPr lang="zh-CN" altLang="en-US" b="1" dirty="0" smtClean="0"/>
              <a:t>地址的映射写入 </a:t>
            </a:r>
            <a:r>
              <a:rPr lang="en-US" altLang="zh-CN" b="1" dirty="0" smtClean="0"/>
              <a:t>ARP </a:t>
            </a:r>
            <a:r>
              <a:rPr lang="zh-CN" altLang="en-US" b="1" dirty="0" smtClean="0"/>
              <a:t>请求分组。当主机 </a:t>
            </a:r>
            <a:r>
              <a:rPr lang="en-US" altLang="zh-CN" b="1" dirty="0" smtClean="0"/>
              <a:t>B </a:t>
            </a:r>
            <a:r>
              <a:rPr lang="zh-CN" altLang="en-US" b="1" dirty="0" smtClean="0"/>
              <a:t>收到主机 </a:t>
            </a:r>
            <a:r>
              <a:rPr lang="en-US" altLang="zh-CN" b="1" dirty="0" smtClean="0"/>
              <a:t>A </a:t>
            </a:r>
            <a:r>
              <a:rPr lang="zh-CN" altLang="en-US" b="1" dirty="0" smtClean="0"/>
              <a:t>的 </a:t>
            </a:r>
            <a:r>
              <a:rPr lang="en-US" altLang="zh-CN" b="1" dirty="0" smtClean="0"/>
              <a:t>ARP </a:t>
            </a:r>
            <a:r>
              <a:rPr lang="zh-CN" altLang="en-US" b="1" dirty="0" smtClean="0"/>
              <a:t>请求分组时，就将主机 </a:t>
            </a:r>
            <a:r>
              <a:rPr lang="en-US" altLang="zh-CN" b="1" dirty="0" smtClean="0"/>
              <a:t>A </a:t>
            </a:r>
            <a:r>
              <a:rPr lang="zh-CN" altLang="en-US" b="1" dirty="0" smtClean="0"/>
              <a:t>的地址映射写入主机 </a:t>
            </a:r>
            <a:r>
              <a:rPr lang="en-US" altLang="zh-CN" b="1" dirty="0" smtClean="0"/>
              <a:t>B </a:t>
            </a:r>
            <a:r>
              <a:rPr lang="zh-CN" altLang="en-US" b="1" dirty="0" smtClean="0"/>
              <a:t>自己的 </a:t>
            </a:r>
            <a:r>
              <a:rPr lang="en-US" altLang="zh-CN" b="1" dirty="0" smtClean="0"/>
              <a:t>ARP </a:t>
            </a:r>
            <a:r>
              <a:rPr lang="zh-CN" altLang="en-US" b="1" dirty="0" smtClean="0"/>
              <a:t>高速缓存中。</a:t>
            </a:r>
          </a:p>
        </p:txBody>
      </p:sp>
    </p:spTree>
    <p:extLst>
      <p:ext uri="{BB962C8B-B14F-4D97-AF65-F5344CB8AC3E}">
        <p14:creationId xmlns:p14="http://schemas.microsoft.com/office/powerpoint/2010/main" val="3766908431"/>
      </p:ext>
    </p:extLst>
  </p:cSld>
  <p:clrMapOvr>
    <a:masterClrMapping/>
  </p:clrMapOvr>
  <p:transition spd="slow"/>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5" name="Rectangle 2"/>
          <p:cNvSpPr>
            <a:spLocks noGrp="1" noChangeArrowheads="1"/>
          </p:cNvSpPr>
          <p:nvPr>
            <p:ph type="title"/>
          </p:nvPr>
        </p:nvSpPr>
        <p:spPr/>
        <p:txBody>
          <a:bodyPr anchor="ctr"/>
          <a:lstStyle/>
          <a:p>
            <a:pPr eaLnBrk="1" hangingPunct="1"/>
            <a:r>
              <a:rPr lang="en-US" altLang="zh-CN" dirty="0"/>
              <a:t>4.2.4 </a:t>
            </a:r>
            <a:r>
              <a:rPr lang="zh-CN" altLang="en-US" dirty="0"/>
              <a:t>地址解析协议 </a:t>
            </a:r>
            <a:r>
              <a:rPr lang="en-US" altLang="zh-CN" dirty="0"/>
              <a:t>ARP</a:t>
            </a:r>
            <a:endParaRPr lang="zh-CN" altLang="en-US" dirty="0" smtClean="0"/>
          </a:p>
        </p:txBody>
      </p:sp>
      <p:sp>
        <p:nvSpPr>
          <p:cNvPr id="221187" name="Rectangle 3"/>
          <p:cNvSpPr>
            <a:spLocks noGrp="1" noChangeArrowheads="1"/>
          </p:cNvSpPr>
          <p:nvPr>
            <p:ph idx="1"/>
          </p:nvPr>
        </p:nvSpPr>
        <p:spPr/>
        <p:txBody>
          <a:bodyPr/>
          <a:lstStyle/>
          <a:p>
            <a:pPr algn="just" eaLnBrk="1" hangingPunct="1"/>
            <a:r>
              <a:rPr lang="en-US" altLang="zh-CN" b="1" dirty="0" smtClean="0"/>
              <a:t>ARP </a:t>
            </a:r>
            <a:r>
              <a:rPr lang="zh-CN" altLang="en-US" b="1" dirty="0" smtClean="0"/>
              <a:t>把</a:t>
            </a:r>
            <a:r>
              <a:rPr lang="zh-CN" altLang="en-US" b="1" dirty="0"/>
              <a:t>已经得到的地址映射保存</a:t>
            </a:r>
            <a:r>
              <a:rPr lang="zh-CN" altLang="en-US" b="1" dirty="0" smtClean="0"/>
              <a:t>在高速缓存</a:t>
            </a:r>
            <a:r>
              <a:rPr lang="zh-CN" altLang="en-US" b="1" dirty="0"/>
              <a:t>中</a:t>
            </a:r>
            <a:r>
              <a:rPr lang="zh-CN" altLang="en-US" b="1" dirty="0" smtClean="0"/>
              <a:t>，这样就可以</a:t>
            </a:r>
            <a:r>
              <a:rPr lang="zh-CN" altLang="en-US" b="1" dirty="0"/>
              <a:t>直接从高速缓存中找到所需</a:t>
            </a:r>
            <a:r>
              <a:rPr lang="zh-CN" altLang="en-US" b="1" dirty="0" smtClean="0"/>
              <a:t>的 </a:t>
            </a:r>
            <a:r>
              <a:rPr lang="en-US" altLang="zh-CN" b="1" dirty="0" smtClean="0"/>
              <a:t>MAC </a:t>
            </a:r>
            <a:r>
              <a:rPr lang="zh-CN" altLang="en-US" b="1" dirty="0" smtClean="0"/>
              <a:t>地址（如果有的话）而</a:t>
            </a:r>
            <a:r>
              <a:rPr lang="zh-CN" altLang="en-US" b="1" dirty="0"/>
              <a:t>不必再用广播方式</a:t>
            </a:r>
            <a:r>
              <a:rPr lang="zh-CN" altLang="en-US" b="1" dirty="0" smtClean="0"/>
              <a:t>发送 </a:t>
            </a:r>
            <a:r>
              <a:rPr lang="en-US" altLang="zh-CN" b="1" dirty="0" smtClean="0"/>
              <a:t>ARP </a:t>
            </a:r>
            <a:r>
              <a:rPr lang="zh-CN" altLang="en-US" b="1" dirty="0" smtClean="0"/>
              <a:t>请求</a:t>
            </a:r>
            <a:r>
              <a:rPr lang="zh-CN" altLang="en-US" b="1" dirty="0"/>
              <a:t>分组</a:t>
            </a:r>
            <a:r>
              <a:rPr lang="zh-CN" altLang="en-US" b="1" dirty="0" smtClean="0"/>
              <a:t>。</a:t>
            </a:r>
            <a:endParaRPr lang="en-US" altLang="zh-CN" b="1" dirty="0" smtClean="0"/>
          </a:p>
          <a:p>
            <a:pPr algn="just" eaLnBrk="1" hangingPunct="1"/>
            <a:r>
              <a:rPr lang="en-US" altLang="zh-CN" b="1" dirty="0" smtClean="0"/>
              <a:t>ARP </a:t>
            </a:r>
            <a:r>
              <a:rPr lang="zh-CN" altLang="en-US" b="1" dirty="0" smtClean="0"/>
              <a:t>对保</a:t>
            </a:r>
            <a:r>
              <a:rPr lang="zh-CN" altLang="en-US" b="1" dirty="0"/>
              <a:t>存在高速缓存中的</a:t>
            </a:r>
            <a:r>
              <a:rPr lang="zh-CN" altLang="en-US" b="1" dirty="0" smtClean="0"/>
              <a:t>每</a:t>
            </a:r>
            <a:r>
              <a:rPr lang="zh-CN" altLang="en-US" b="1" dirty="0"/>
              <a:t>一</a:t>
            </a:r>
            <a:r>
              <a:rPr lang="zh-CN" altLang="en-US" b="1" dirty="0" smtClean="0"/>
              <a:t>个地址映射项目</a:t>
            </a:r>
            <a:r>
              <a:rPr lang="zh-CN" altLang="en-US" b="1" dirty="0"/>
              <a:t>都设置</a:t>
            </a:r>
            <a:r>
              <a:rPr lang="zh-CN" altLang="en-US" b="1" dirty="0">
                <a:solidFill>
                  <a:srgbClr val="FF0000"/>
                </a:solidFill>
              </a:rPr>
              <a:t>生存时间</a:t>
            </a:r>
            <a:r>
              <a:rPr lang="en-US" altLang="zh-CN" b="1" dirty="0"/>
              <a:t>(</a:t>
            </a:r>
            <a:r>
              <a:rPr lang="zh-CN" altLang="en-US" b="1" dirty="0"/>
              <a:t>例如，</a:t>
            </a:r>
            <a:r>
              <a:rPr lang="en-US" altLang="zh-CN" b="1" dirty="0" smtClean="0"/>
              <a:t>10 ~ 20 </a:t>
            </a:r>
            <a:r>
              <a:rPr lang="zh-CN" altLang="en-US" b="1" dirty="0" smtClean="0"/>
              <a:t>分钟</a:t>
            </a:r>
            <a:r>
              <a:rPr lang="en-US" altLang="zh-CN" b="1" dirty="0"/>
              <a:t>)</a:t>
            </a:r>
            <a:r>
              <a:rPr lang="zh-CN" altLang="en-US" b="1" dirty="0"/>
              <a:t>。凡超过生存时间的项目就从高速缓存中删除掉</a:t>
            </a:r>
            <a:r>
              <a:rPr lang="zh-CN" altLang="en-US" b="1" dirty="0" smtClean="0"/>
              <a:t>。</a:t>
            </a:r>
          </a:p>
        </p:txBody>
      </p:sp>
    </p:spTree>
    <p:extLst>
      <p:ext uri="{BB962C8B-B14F-4D97-AF65-F5344CB8AC3E}">
        <p14:creationId xmlns:p14="http://schemas.microsoft.com/office/powerpoint/2010/main" val="398887809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1187">
                                            <p:txEl>
                                              <p:pRg st="1" end="1"/>
                                            </p:txEl>
                                          </p:spTgt>
                                        </p:tgtEl>
                                        <p:attrNameLst>
                                          <p:attrName>style.visibility</p:attrName>
                                        </p:attrNameLst>
                                      </p:cBhvr>
                                      <p:to>
                                        <p:strVal val="visible"/>
                                      </p:to>
                                    </p:set>
                                    <p:anim calcmode="lin" valueType="num">
                                      <p:cBhvr additive="base">
                                        <p:cTn id="7" dur="500" fill="hold"/>
                                        <p:tgtEl>
                                          <p:spTgt spid="22118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118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Rectangle 2"/>
          <p:cNvSpPr>
            <a:spLocks noGrp="1" noChangeArrowheads="1"/>
          </p:cNvSpPr>
          <p:nvPr>
            <p:ph type="title"/>
          </p:nvPr>
        </p:nvSpPr>
        <p:spPr/>
        <p:txBody>
          <a:bodyPr anchor="ctr"/>
          <a:lstStyle/>
          <a:p>
            <a:pPr eaLnBrk="1" hangingPunct="1"/>
            <a:r>
              <a:rPr lang="en-US" altLang="zh-CN" dirty="0"/>
              <a:t>4.2.4 </a:t>
            </a:r>
            <a:r>
              <a:rPr lang="zh-CN" altLang="en-US" dirty="0"/>
              <a:t>地址解析协议 </a:t>
            </a:r>
            <a:r>
              <a:rPr lang="en-US" altLang="zh-CN" dirty="0"/>
              <a:t>ARP</a:t>
            </a:r>
            <a:endParaRPr lang="zh-CN" altLang="en-US" sz="2800" dirty="0" smtClean="0"/>
          </a:p>
        </p:txBody>
      </p:sp>
      <p:sp>
        <p:nvSpPr>
          <p:cNvPr id="224259" name="Rectangle 3"/>
          <p:cNvSpPr>
            <a:spLocks noGrp="1" noChangeArrowheads="1"/>
          </p:cNvSpPr>
          <p:nvPr>
            <p:ph idx="1"/>
          </p:nvPr>
        </p:nvSpPr>
        <p:spPr>
          <a:xfrm>
            <a:off x="442913" y="1277458"/>
            <a:ext cx="10982325" cy="5591175"/>
          </a:xfrm>
        </p:spPr>
        <p:txBody>
          <a:bodyPr/>
          <a:lstStyle/>
          <a:p>
            <a:pPr algn="just" eaLnBrk="1" hangingPunct="1"/>
            <a:r>
              <a:rPr lang="en-US" altLang="zh-CN" b="1" dirty="0" smtClean="0"/>
              <a:t>ARP </a:t>
            </a:r>
            <a:r>
              <a:rPr lang="zh-CN" altLang="en-US" b="1" dirty="0"/>
              <a:t>用来</a:t>
            </a:r>
            <a:r>
              <a:rPr lang="zh-CN" altLang="en-US" b="1" dirty="0" smtClean="0"/>
              <a:t>解决</a:t>
            </a:r>
            <a:r>
              <a:rPr lang="zh-CN" altLang="en-US" b="1" dirty="0" smtClean="0">
                <a:solidFill>
                  <a:srgbClr val="FF0000"/>
                </a:solidFill>
              </a:rPr>
              <a:t>同一个局域网</a:t>
            </a:r>
            <a:r>
              <a:rPr lang="zh-CN" altLang="en-US" b="1" dirty="0" smtClean="0"/>
              <a:t>上的</a:t>
            </a:r>
            <a:r>
              <a:rPr lang="zh-CN" altLang="en-US" b="1" dirty="0" smtClean="0">
                <a:solidFill>
                  <a:srgbClr val="FF0000"/>
                </a:solidFill>
              </a:rPr>
              <a:t>主机或路由器</a:t>
            </a:r>
            <a:r>
              <a:rPr lang="zh-CN" altLang="en-US" b="1" dirty="0" smtClean="0"/>
              <a:t>的 </a:t>
            </a:r>
            <a:r>
              <a:rPr lang="en-US" altLang="zh-CN" b="1" dirty="0" smtClean="0"/>
              <a:t>IP </a:t>
            </a:r>
            <a:r>
              <a:rPr lang="zh-CN" altLang="en-US" b="1" dirty="0" smtClean="0"/>
              <a:t>地址到 </a:t>
            </a:r>
            <a:r>
              <a:rPr lang="en-US" altLang="zh-CN" b="1" dirty="0" smtClean="0"/>
              <a:t>MAC </a:t>
            </a:r>
            <a:r>
              <a:rPr lang="zh-CN" altLang="en-US" b="1" dirty="0" smtClean="0"/>
              <a:t>地址的映射问题</a:t>
            </a:r>
            <a:r>
              <a:rPr lang="zh-CN" altLang="en-US" b="1" dirty="0"/>
              <a:t>。</a:t>
            </a:r>
            <a:r>
              <a:rPr lang="zh-CN" altLang="en-US" b="1" dirty="0" smtClean="0"/>
              <a:t>如果目的主机</a:t>
            </a:r>
            <a:r>
              <a:rPr lang="zh-CN" altLang="en-US" b="1" dirty="0"/>
              <a:t>和源主机不在同一个局域网</a:t>
            </a:r>
            <a:r>
              <a:rPr lang="zh-CN" altLang="en-US" b="1" dirty="0" smtClean="0"/>
              <a:t>上（通过比较网络前缀即可知道），那么就无法通过 </a:t>
            </a:r>
            <a:r>
              <a:rPr lang="en-US" altLang="zh-CN" b="1" dirty="0" smtClean="0"/>
              <a:t>ARP </a:t>
            </a:r>
            <a:r>
              <a:rPr lang="zh-CN" altLang="en-US" b="1" dirty="0" smtClean="0"/>
              <a:t>进行解析（路由器不转发广播帧），而实际上源主机也不需要知道另一个局域网上的目的主机的 </a:t>
            </a:r>
            <a:r>
              <a:rPr lang="en-US" altLang="zh-CN" b="1" dirty="0" smtClean="0"/>
              <a:t>MAC </a:t>
            </a:r>
            <a:r>
              <a:rPr lang="zh-CN" altLang="en-US" b="1" dirty="0" smtClean="0"/>
              <a:t>地址。</a:t>
            </a:r>
          </a:p>
        </p:txBody>
      </p:sp>
    </p:spTree>
    <p:extLst>
      <p:ext uri="{BB962C8B-B14F-4D97-AF65-F5344CB8AC3E}">
        <p14:creationId xmlns:p14="http://schemas.microsoft.com/office/powerpoint/2010/main" val="1826746223"/>
      </p:ext>
    </p:extLst>
  </p:cSld>
  <p:clrMapOvr>
    <a:masterClrMapping/>
  </p:clrMapOvr>
  <p:transition spd="slow"/>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Rectangle 2"/>
          <p:cNvSpPr>
            <a:spLocks noGrp="1" noChangeArrowheads="1"/>
          </p:cNvSpPr>
          <p:nvPr>
            <p:ph type="title"/>
          </p:nvPr>
        </p:nvSpPr>
        <p:spPr/>
        <p:txBody>
          <a:bodyPr anchor="ctr"/>
          <a:lstStyle/>
          <a:p>
            <a:pPr eaLnBrk="1" hangingPunct="1"/>
            <a:r>
              <a:rPr lang="en-US" altLang="zh-CN" dirty="0"/>
              <a:t>4.2.4 </a:t>
            </a:r>
            <a:r>
              <a:rPr lang="zh-CN" altLang="en-US" dirty="0"/>
              <a:t>地址解析协议 </a:t>
            </a:r>
            <a:r>
              <a:rPr lang="en-US" altLang="zh-CN" dirty="0"/>
              <a:t>ARP</a:t>
            </a:r>
            <a:endParaRPr lang="zh-CN" altLang="en-US" sz="2800" dirty="0" smtClean="0"/>
          </a:p>
        </p:txBody>
      </p:sp>
      <p:sp>
        <p:nvSpPr>
          <p:cNvPr id="224259" name="Rectangle 3"/>
          <p:cNvSpPr>
            <a:spLocks noGrp="1" noChangeArrowheads="1"/>
          </p:cNvSpPr>
          <p:nvPr>
            <p:ph idx="1"/>
          </p:nvPr>
        </p:nvSpPr>
        <p:spPr>
          <a:xfrm>
            <a:off x="442913" y="1277458"/>
            <a:ext cx="10982325" cy="5591175"/>
          </a:xfrm>
        </p:spPr>
        <p:txBody>
          <a:bodyPr/>
          <a:lstStyle/>
          <a:p>
            <a:pPr algn="just" eaLnBrk="1" hangingPunct="1"/>
            <a:r>
              <a:rPr lang="zh-CN" altLang="en-US" b="1" dirty="0" smtClean="0"/>
              <a:t>当目的主机和源主机不在同一个局域网时，就要通过 </a:t>
            </a:r>
            <a:r>
              <a:rPr lang="en-US" altLang="zh-CN" b="1" dirty="0" smtClean="0"/>
              <a:t>ARP </a:t>
            </a:r>
            <a:r>
              <a:rPr lang="zh-CN" altLang="en-US" b="1" dirty="0" smtClean="0"/>
              <a:t>先找到本局域网上的某个</a:t>
            </a:r>
            <a:r>
              <a:rPr lang="zh-CN" altLang="en-US" b="1" dirty="0"/>
              <a:t>路由器</a:t>
            </a:r>
            <a:r>
              <a:rPr lang="zh-CN" altLang="en-US" b="1" dirty="0" smtClean="0"/>
              <a:t>的 </a:t>
            </a:r>
            <a:r>
              <a:rPr lang="en-US" altLang="zh-CN" b="1" dirty="0" smtClean="0"/>
              <a:t>MAC </a:t>
            </a:r>
            <a:r>
              <a:rPr lang="zh-CN" altLang="en-US" b="1" dirty="0" smtClean="0"/>
              <a:t>地址，然后把分组发送给这个路由器，让这个路由器把分组转发给下一个节点，依此类推，直至最终交付目的主机。</a:t>
            </a:r>
          </a:p>
        </p:txBody>
      </p:sp>
      <p:grpSp>
        <p:nvGrpSpPr>
          <p:cNvPr id="5" name="组合 4"/>
          <p:cNvGrpSpPr/>
          <p:nvPr/>
        </p:nvGrpSpPr>
        <p:grpSpPr>
          <a:xfrm>
            <a:off x="2495600" y="4580779"/>
            <a:ext cx="7291249" cy="1423001"/>
            <a:chOff x="1422400" y="1686109"/>
            <a:chExt cx="6066058" cy="1152477"/>
          </a:xfrm>
        </p:grpSpPr>
        <p:sp>
          <p:nvSpPr>
            <p:cNvPr id="6" name="Line 9"/>
            <p:cNvSpPr>
              <a:spLocks noChangeShapeType="1"/>
            </p:cNvSpPr>
            <p:nvPr/>
          </p:nvSpPr>
          <p:spPr bwMode="auto">
            <a:xfrm rot="5400000">
              <a:off x="6297733" y="2356527"/>
              <a:ext cx="356087" cy="0"/>
            </a:xfrm>
            <a:prstGeom prst="line">
              <a:avLst/>
            </a:prstGeom>
            <a:noFill/>
            <a:ln w="3810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CC"/>
                </a:solidFill>
                <a:latin typeface="微软雅黑" pitchFamily="34" charset="-122"/>
                <a:ea typeface="微软雅黑" pitchFamily="34" charset="-122"/>
              </a:endParaRPr>
            </a:p>
          </p:txBody>
        </p:sp>
        <p:sp>
          <p:nvSpPr>
            <p:cNvPr id="7" name="Line 16"/>
            <p:cNvSpPr>
              <a:spLocks noChangeShapeType="1"/>
            </p:cNvSpPr>
            <p:nvPr/>
          </p:nvSpPr>
          <p:spPr bwMode="auto">
            <a:xfrm flipV="1">
              <a:off x="1422400" y="2178483"/>
              <a:ext cx="5918200" cy="0"/>
            </a:xfrm>
            <a:prstGeom prst="line">
              <a:avLst/>
            </a:prstGeom>
            <a:noFill/>
            <a:ln w="3810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CC"/>
                </a:solidFill>
                <a:latin typeface="微软雅黑" pitchFamily="34" charset="-122"/>
                <a:ea typeface="微软雅黑" pitchFamily="34" charset="-122"/>
              </a:endParaRPr>
            </a:p>
          </p:txBody>
        </p:sp>
        <p:sp>
          <p:nvSpPr>
            <p:cNvPr id="8" name="Text Box 56"/>
            <p:cNvSpPr txBox="1">
              <a:spLocks noChangeArrowheads="1"/>
            </p:cNvSpPr>
            <p:nvPr/>
          </p:nvSpPr>
          <p:spPr bwMode="auto">
            <a:xfrm>
              <a:off x="6554642" y="2249700"/>
              <a:ext cx="933816" cy="274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dirty="0" smtClean="0">
                  <a:solidFill>
                    <a:srgbClr val="000000"/>
                  </a:solidFill>
                  <a:latin typeface="微软雅黑" pitchFamily="34" charset="-122"/>
                  <a:ea typeface="微软雅黑" pitchFamily="34" charset="-122"/>
                </a:rPr>
                <a:t>219.1.0.6</a:t>
              </a:r>
              <a:endParaRPr kumimoji="1" lang="en-US" altLang="zh-CN" sz="1600" b="1" dirty="0">
                <a:solidFill>
                  <a:srgbClr val="000000"/>
                </a:solidFill>
                <a:latin typeface="微软雅黑" pitchFamily="34" charset="-122"/>
                <a:ea typeface="微软雅黑" pitchFamily="34" charset="-122"/>
              </a:endParaRPr>
            </a:p>
          </p:txBody>
        </p:sp>
        <p:sp>
          <p:nvSpPr>
            <p:cNvPr id="9" name="Line 7"/>
            <p:cNvSpPr>
              <a:spLocks noChangeShapeType="1"/>
            </p:cNvSpPr>
            <p:nvPr/>
          </p:nvSpPr>
          <p:spPr bwMode="auto">
            <a:xfrm rot="5400000">
              <a:off x="2044629" y="2356527"/>
              <a:ext cx="356087" cy="0"/>
            </a:xfrm>
            <a:prstGeom prst="line">
              <a:avLst/>
            </a:prstGeom>
            <a:noFill/>
            <a:ln w="3810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CC"/>
                </a:solidFill>
                <a:latin typeface="微软雅黑" pitchFamily="34" charset="-122"/>
                <a:ea typeface="微软雅黑" pitchFamily="34" charset="-122"/>
              </a:endParaRPr>
            </a:p>
          </p:txBody>
        </p:sp>
        <p:sp>
          <p:nvSpPr>
            <p:cNvPr id="10" name="Text Box 17"/>
            <p:cNvSpPr txBox="1">
              <a:spLocks noChangeArrowheads="1"/>
            </p:cNvSpPr>
            <p:nvPr/>
          </p:nvSpPr>
          <p:spPr bwMode="auto">
            <a:xfrm>
              <a:off x="2352998" y="2488377"/>
              <a:ext cx="313672" cy="324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0000CC"/>
                  </a:solidFill>
                  <a:latin typeface="微软雅黑" pitchFamily="34" charset="-122"/>
                  <a:ea typeface="微软雅黑" pitchFamily="34" charset="-122"/>
                </a:rPr>
                <a:t>A</a:t>
              </a:r>
            </a:p>
          </p:txBody>
        </p:sp>
        <p:sp>
          <p:nvSpPr>
            <p:cNvPr id="11" name="Text Box 20"/>
            <p:cNvSpPr txBox="1">
              <a:spLocks noChangeArrowheads="1"/>
            </p:cNvSpPr>
            <p:nvPr/>
          </p:nvSpPr>
          <p:spPr bwMode="auto">
            <a:xfrm>
              <a:off x="6623569" y="2488377"/>
              <a:ext cx="299003" cy="324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0000CC"/>
                  </a:solidFill>
                  <a:latin typeface="微软雅黑" pitchFamily="34" charset="-122"/>
                  <a:ea typeface="微软雅黑" pitchFamily="34" charset="-122"/>
                </a:rPr>
                <a:t>B</a:t>
              </a:r>
            </a:p>
          </p:txBody>
        </p:sp>
        <p:pic>
          <p:nvPicPr>
            <p:cNvPr id="12"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08851" y="2433999"/>
              <a:ext cx="404587" cy="404587"/>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84086" y="2433999"/>
              <a:ext cx="404587" cy="404587"/>
            </a:xfrm>
            <a:prstGeom prst="rect">
              <a:avLst/>
            </a:prstGeom>
            <a:noFill/>
            <a:extLst>
              <a:ext uri="{909E8E84-426E-40DD-AFC4-6F175D3DCCD1}">
                <a14:hiddenFill xmlns:a14="http://schemas.microsoft.com/office/drawing/2010/main">
                  <a:solidFill>
                    <a:srgbClr val="FFFFFF"/>
                  </a:solidFill>
                </a14:hiddenFill>
              </a:ext>
            </a:extLst>
          </p:spPr>
        </p:pic>
        <p:sp>
          <p:nvSpPr>
            <p:cNvPr id="14" name="Text Box 55"/>
            <p:cNvSpPr txBox="1">
              <a:spLocks noChangeArrowheads="1"/>
            </p:cNvSpPr>
            <p:nvPr/>
          </p:nvSpPr>
          <p:spPr bwMode="auto">
            <a:xfrm>
              <a:off x="2269864" y="2249700"/>
              <a:ext cx="933816" cy="274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dirty="0">
                  <a:solidFill>
                    <a:srgbClr val="000000"/>
                  </a:solidFill>
                  <a:latin typeface="微软雅黑" pitchFamily="34" charset="-122"/>
                  <a:ea typeface="微软雅黑" pitchFamily="34" charset="-122"/>
                </a:rPr>
                <a:t>209.0.0.5</a:t>
              </a:r>
            </a:p>
          </p:txBody>
        </p:sp>
        <p:sp>
          <p:nvSpPr>
            <p:cNvPr id="15" name="Text Box 18"/>
            <p:cNvSpPr txBox="1">
              <a:spLocks noChangeArrowheads="1"/>
            </p:cNvSpPr>
            <p:nvPr/>
          </p:nvSpPr>
          <p:spPr bwMode="auto">
            <a:xfrm>
              <a:off x="4054786" y="1686109"/>
              <a:ext cx="1095186" cy="324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00"/>
                  </a:solidFill>
                  <a:latin typeface="微软雅黑" pitchFamily="34" charset="-122"/>
                  <a:ea typeface="微软雅黑" pitchFamily="34" charset="-122"/>
                </a:rPr>
                <a:t>路由器 </a:t>
              </a:r>
              <a:r>
                <a:rPr kumimoji="1" lang="en-US" altLang="zh-CN" sz="2000" b="1" dirty="0">
                  <a:solidFill>
                    <a:srgbClr val="000000"/>
                  </a:solidFill>
                  <a:latin typeface="微软雅黑" pitchFamily="34" charset="-122"/>
                  <a:ea typeface="微软雅黑" pitchFamily="34" charset="-122"/>
                </a:rPr>
                <a:t>R</a:t>
              </a:r>
              <a:r>
                <a:rPr kumimoji="1" lang="en-US" altLang="zh-CN" sz="2000" b="1" baseline="-25000" dirty="0">
                  <a:solidFill>
                    <a:srgbClr val="000000"/>
                  </a:solidFill>
                  <a:latin typeface="微软雅黑" pitchFamily="34" charset="-122"/>
                  <a:ea typeface="微软雅黑" pitchFamily="34" charset="-122"/>
                </a:rPr>
                <a:t>1</a:t>
              </a:r>
            </a:p>
          </p:txBody>
        </p:sp>
        <p:pic>
          <p:nvPicPr>
            <p:cNvPr id="16" name="Picture 2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20663" y="1981098"/>
              <a:ext cx="545185" cy="381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7" name="Text Box 55"/>
            <p:cNvSpPr txBox="1">
              <a:spLocks noChangeArrowheads="1"/>
            </p:cNvSpPr>
            <p:nvPr/>
          </p:nvSpPr>
          <p:spPr bwMode="auto">
            <a:xfrm>
              <a:off x="3399367" y="2249700"/>
              <a:ext cx="933816" cy="274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dirty="0" smtClean="0">
                  <a:solidFill>
                    <a:srgbClr val="000000"/>
                  </a:solidFill>
                  <a:latin typeface="微软雅黑" pitchFamily="34" charset="-122"/>
                  <a:ea typeface="微软雅黑" pitchFamily="34" charset="-122"/>
                </a:rPr>
                <a:t>209.0.0.1</a:t>
              </a:r>
              <a:endParaRPr kumimoji="1" lang="en-US" altLang="zh-CN" sz="1600" b="1" dirty="0">
                <a:solidFill>
                  <a:srgbClr val="000000"/>
                </a:solidFill>
                <a:latin typeface="微软雅黑" pitchFamily="34" charset="-122"/>
                <a:ea typeface="微软雅黑" pitchFamily="34" charset="-122"/>
              </a:endParaRPr>
            </a:p>
          </p:txBody>
        </p:sp>
        <p:sp>
          <p:nvSpPr>
            <p:cNvPr id="18" name="Text Box 55"/>
            <p:cNvSpPr txBox="1">
              <a:spLocks noChangeArrowheads="1"/>
            </p:cNvSpPr>
            <p:nvPr/>
          </p:nvSpPr>
          <p:spPr bwMode="auto">
            <a:xfrm>
              <a:off x="4679216" y="2249700"/>
              <a:ext cx="933816" cy="274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dirty="0" smtClean="0">
                  <a:solidFill>
                    <a:srgbClr val="000000"/>
                  </a:solidFill>
                  <a:latin typeface="微软雅黑" pitchFamily="34" charset="-122"/>
                  <a:ea typeface="微软雅黑" pitchFamily="34" charset="-122"/>
                </a:rPr>
                <a:t>219.1.0.1</a:t>
              </a:r>
              <a:endParaRPr kumimoji="1" lang="en-US" altLang="zh-CN" sz="1600" b="1" dirty="0">
                <a:solidFill>
                  <a:srgbClr val="000000"/>
                </a:solidFill>
                <a:latin typeface="微软雅黑" pitchFamily="34" charset="-122"/>
                <a:ea typeface="微软雅黑" pitchFamily="34" charset="-122"/>
              </a:endParaRPr>
            </a:p>
          </p:txBody>
        </p:sp>
      </p:grpSp>
    </p:spTree>
    <p:extLst>
      <p:ext uri="{BB962C8B-B14F-4D97-AF65-F5344CB8AC3E}">
        <p14:creationId xmlns:p14="http://schemas.microsoft.com/office/powerpoint/2010/main" val="3475072987"/>
      </p:ext>
    </p:extLst>
  </p:cSld>
  <p:clrMapOvr>
    <a:masterClrMapping/>
  </p:clrMapOvr>
  <p:transition spd="slow"/>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Rectangle 2"/>
          <p:cNvSpPr>
            <a:spLocks noGrp="1" noChangeArrowheads="1"/>
          </p:cNvSpPr>
          <p:nvPr>
            <p:ph type="title"/>
          </p:nvPr>
        </p:nvSpPr>
        <p:spPr/>
        <p:txBody>
          <a:bodyPr anchor="ctr"/>
          <a:lstStyle/>
          <a:p>
            <a:pPr eaLnBrk="1" hangingPunct="1"/>
            <a:r>
              <a:rPr lang="en-US" altLang="zh-CN" dirty="0"/>
              <a:t>4.2.4 </a:t>
            </a:r>
            <a:r>
              <a:rPr lang="zh-CN" altLang="en-US" dirty="0"/>
              <a:t>地址解析协议 </a:t>
            </a:r>
            <a:r>
              <a:rPr lang="en-US" altLang="zh-CN" dirty="0"/>
              <a:t>ARP</a:t>
            </a:r>
            <a:endParaRPr lang="zh-CN" altLang="en-US" sz="2800" dirty="0" smtClean="0"/>
          </a:p>
        </p:txBody>
      </p:sp>
      <p:grpSp>
        <p:nvGrpSpPr>
          <p:cNvPr id="20" name="组合 19"/>
          <p:cNvGrpSpPr/>
          <p:nvPr/>
        </p:nvGrpSpPr>
        <p:grpSpPr>
          <a:xfrm>
            <a:off x="1386827" y="2206773"/>
            <a:ext cx="1057017" cy="307777"/>
            <a:chOff x="2834750" y="1772687"/>
            <a:chExt cx="1057017" cy="307777"/>
          </a:xfrm>
        </p:grpSpPr>
        <p:sp>
          <p:nvSpPr>
            <p:cNvPr id="21" name="Text Box 48"/>
            <p:cNvSpPr txBox="1">
              <a:spLocks noChangeArrowheads="1"/>
            </p:cNvSpPr>
            <p:nvPr/>
          </p:nvSpPr>
          <p:spPr bwMode="auto">
            <a:xfrm>
              <a:off x="2834750" y="1772687"/>
              <a:ext cx="974947" cy="307777"/>
            </a:xfrm>
            <a:prstGeom prst="rect">
              <a:avLst/>
            </a:prstGeom>
            <a:solidFill>
              <a:srgbClr val="99FFCC"/>
            </a:solidFill>
            <a:ln w="12700">
              <a:solidFill>
                <a:schemeClr val="tx1"/>
              </a:solidFill>
              <a:miter lim="800000"/>
              <a:headEnd/>
              <a:tailEnd/>
            </a:ln>
            <a:effectLst/>
          </p:spPr>
          <p:txBody>
            <a:bodyPr wrap="none">
              <a:spAutoFit/>
            </a:bodyPr>
            <a:lstStyle/>
            <a:p>
              <a:pPr algn="ctr"/>
              <a:r>
                <a:rPr kumimoji="1" lang="en-US" altLang="zh-CN" sz="1400" b="1" dirty="0">
                  <a:solidFill>
                    <a:srgbClr val="000000"/>
                  </a:solidFill>
                  <a:latin typeface="微软雅黑" pitchFamily="34" charset="-122"/>
                  <a:ea typeface="微软雅黑" pitchFamily="34" charset="-122"/>
                </a:rPr>
                <a:t>ARP </a:t>
              </a:r>
              <a:r>
                <a:rPr kumimoji="1" lang="zh-CN" altLang="en-US" sz="1400" b="1" dirty="0">
                  <a:solidFill>
                    <a:srgbClr val="000000"/>
                  </a:solidFill>
                  <a:latin typeface="微软雅黑" pitchFamily="34" charset="-122"/>
                  <a:ea typeface="微软雅黑" pitchFamily="34" charset="-122"/>
                </a:rPr>
                <a:t>请求</a:t>
              </a:r>
            </a:p>
          </p:txBody>
        </p:sp>
        <p:sp>
          <p:nvSpPr>
            <p:cNvPr id="22" name="AutoShape 49"/>
            <p:cNvSpPr>
              <a:spLocks noChangeArrowheads="1"/>
            </p:cNvSpPr>
            <p:nvPr/>
          </p:nvSpPr>
          <p:spPr bwMode="auto">
            <a:xfrm>
              <a:off x="3748931" y="1831393"/>
              <a:ext cx="142836" cy="124149"/>
            </a:xfrm>
            <a:prstGeom prst="rightArrow">
              <a:avLst>
                <a:gd name="adj1" fmla="val 50000"/>
                <a:gd name="adj2" fmla="val 26550"/>
              </a:avLst>
            </a:prstGeom>
            <a:solidFill>
              <a:srgbClr val="99FFCC"/>
            </a:solidFill>
            <a:ln w="9525">
              <a:solidFill>
                <a:schemeClr val="tx1"/>
              </a:solidFill>
              <a:miter lim="800000"/>
              <a:headEnd/>
              <a:tailEnd/>
            </a:ln>
            <a:effectLst/>
            <a:extLst/>
          </p:spPr>
          <p:txBody>
            <a:bodyPr wrap="none" anchor="ctr"/>
            <a:lstStyle/>
            <a:p>
              <a:endParaRPr lang="zh-CN" altLang="en-US" sz="1400" b="1">
                <a:solidFill>
                  <a:srgbClr val="0000CC"/>
                </a:solidFill>
                <a:latin typeface="微软雅黑" pitchFamily="34" charset="-122"/>
                <a:ea typeface="微软雅黑" pitchFamily="34" charset="-122"/>
              </a:endParaRPr>
            </a:p>
          </p:txBody>
        </p:sp>
      </p:grpSp>
      <p:sp>
        <p:nvSpPr>
          <p:cNvPr id="23" name="AutoShape 59"/>
          <p:cNvSpPr>
            <a:spLocks noChangeArrowheads="1"/>
          </p:cNvSpPr>
          <p:nvPr/>
        </p:nvSpPr>
        <p:spPr bwMode="auto">
          <a:xfrm>
            <a:off x="1902539" y="1496728"/>
            <a:ext cx="3700997" cy="513863"/>
          </a:xfrm>
          <a:prstGeom prst="wedgeRoundRectCallout">
            <a:avLst>
              <a:gd name="adj1" fmla="val -53383"/>
              <a:gd name="adj2" fmla="val 101764"/>
              <a:gd name="adj3" fmla="val 16667"/>
            </a:avLst>
          </a:prstGeom>
          <a:solidFill>
            <a:srgbClr val="00FFFF"/>
          </a:solidFill>
          <a:ln w="9525">
            <a:solidFill>
              <a:schemeClr val="tx1"/>
            </a:solidFill>
            <a:miter lim="800000"/>
            <a:headEnd/>
            <a:tailEnd/>
          </a:ln>
          <a:effectLst/>
          <a:extLst/>
        </p:spPr>
        <p:txBody>
          <a:bodyPr/>
          <a:lstStyle/>
          <a:p>
            <a:pPr algn="ctr"/>
            <a:endParaRPr kumimoji="1" lang="zh-CN" altLang="zh-CN" sz="1400" b="1">
              <a:solidFill>
                <a:srgbClr val="0000CC"/>
              </a:solidFill>
              <a:latin typeface="微软雅黑" pitchFamily="34" charset="-122"/>
              <a:ea typeface="微软雅黑" pitchFamily="34" charset="-122"/>
            </a:endParaRPr>
          </a:p>
        </p:txBody>
      </p:sp>
      <p:sp>
        <p:nvSpPr>
          <p:cNvPr id="24" name="Text Box 60"/>
          <p:cNvSpPr txBox="1">
            <a:spLocks noChangeArrowheads="1"/>
          </p:cNvSpPr>
          <p:nvPr/>
        </p:nvSpPr>
        <p:spPr bwMode="auto">
          <a:xfrm>
            <a:off x="1919536" y="1484784"/>
            <a:ext cx="384946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400" b="1" dirty="0">
                <a:solidFill>
                  <a:srgbClr val="000000"/>
                </a:solidFill>
                <a:latin typeface="微软雅黑" pitchFamily="34" charset="-122"/>
                <a:ea typeface="微软雅黑" pitchFamily="34" charset="-122"/>
              </a:rPr>
              <a:t>我是 </a:t>
            </a:r>
            <a:r>
              <a:rPr kumimoji="1" lang="en-US" altLang="zh-CN" sz="1400" b="1" dirty="0">
                <a:solidFill>
                  <a:srgbClr val="000000"/>
                </a:solidFill>
                <a:latin typeface="微软雅黑" pitchFamily="34" charset="-122"/>
                <a:ea typeface="微软雅黑" pitchFamily="34" charset="-122"/>
              </a:rPr>
              <a:t>209.0.0.5</a:t>
            </a:r>
            <a:r>
              <a:rPr kumimoji="1" lang="zh-CN" altLang="en-US" sz="1400" b="1" dirty="0">
                <a:solidFill>
                  <a:srgbClr val="000000"/>
                </a:solidFill>
                <a:latin typeface="微软雅黑" pitchFamily="34" charset="-122"/>
                <a:ea typeface="微软雅黑" pitchFamily="34" charset="-122"/>
              </a:rPr>
              <a:t>，硬件地址是 </a:t>
            </a:r>
            <a:r>
              <a:rPr kumimoji="1" lang="en-US" altLang="zh-CN" sz="1400" b="1" dirty="0" smtClean="0">
                <a:solidFill>
                  <a:srgbClr val="000000"/>
                </a:solidFill>
                <a:latin typeface="微软雅黑" pitchFamily="34" charset="-122"/>
                <a:ea typeface="微软雅黑" pitchFamily="34" charset="-122"/>
              </a:rPr>
              <a:t>00-00-C0-15-AD-18</a:t>
            </a:r>
            <a:r>
              <a:rPr kumimoji="1" lang="zh-CN" altLang="en-US" sz="1400" b="1" dirty="0" smtClean="0">
                <a:solidFill>
                  <a:srgbClr val="000000"/>
                </a:solidFill>
                <a:latin typeface="微软雅黑" pitchFamily="34" charset="-122"/>
                <a:ea typeface="微软雅黑" pitchFamily="34" charset="-122"/>
              </a:rPr>
              <a:t>，我</a:t>
            </a:r>
            <a:r>
              <a:rPr kumimoji="1" lang="zh-CN" altLang="en-US" sz="1400" b="1" dirty="0">
                <a:solidFill>
                  <a:srgbClr val="000000"/>
                </a:solidFill>
                <a:latin typeface="微软雅黑" pitchFamily="34" charset="-122"/>
                <a:ea typeface="微软雅黑" pitchFamily="34" charset="-122"/>
              </a:rPr>
              <a:t>想</a:t>
            </a:r>
            <a:r>
              <a:rPr kumimoji="1" lang="zh-CN" altLang="en-US" sz="1400" b="1" dirty="0" smtClean="0">
                <a:solidFill>
                  <a:srgbClr val="000000"/>
                </a:solidFill>
                <a:latin typeface="微软雅黑" pitchFamily="34" charset="-122"/>
                <a:ea typeface="微软雅黑" pitchFamily="34" charset="-122"/>
              </a:rPr>
              <a:t>知道 </a:t>
            </a:r>
            <a:r>
              <a:rPr kumimoji="1" lang="en-US" altLang="zh-CN" sz="1400" b="1" dirty="0" smtClean="0">
                <a:solidFill>
                  <a:srgbClr val="000000"/>
                </a:solidFill>
                <a:latin typeface="微软雅黑" pitchFamily="34" charset="-122"/>
                <a:ea typeface="微软雅黑" pitchFamily="34" charset="-122"/>
              </a:rPr>
              <a:t>209.0.0.1 </a:t>
            </a:r>
            <a:r>
              <a:rPr kumimoji="1" lang="zh-CN" altLang="en-US" sz="1400" b="1" dirty="0">
                <a:solidFill>
                  <a:srgbClr val="000000"/>
                </a:solidFill>
                <a:latin typeface="微软雅黑" pitchFamily="34" charset="-122"/>
                <a:ea typeface="微软雅黑" pitchFamily="34" charset="-122"/>
              </a:rPr>
              <a:t>的硬件</a:t>
            </a:r>
            <a:r>
              <a:rPr kumimoji="1" lang="zh-CN" altLang="en-US" sz="1400" b="1" dirty="0" smtClean="0">
                <a:solidFill>
                  <a:srgbClr val="000000"/>
                </a:solidFill>
                <a:latin typeface="微软雅黑" pitchFamily="34" charset="-122"/>
                <a:ea typeface="微软雅黑" pitchFamily="34" charset="-122"/>
              </a:rPr>
              <a:t>地址。</a:t>
            </a:r>
            <a:endParaRPr kumimoji="1" lang="zh-CN" altLang="en-US" sz="1400" b="1" dirty="0">
              <a:solidFill>
                <a:srgbClr val="000000"/>
              </a:solidFill>
              <a:latin typeface="微软雅黑" pitchFamily="34" charset="-122"/>
              <a:ea typeface="微软雅黑" pitchFamily="34" charset="-122"/>
            </a:endParaRPr>
          </a:p>
        </p:txBody>
      </p:sp>
      <p:sp>
        <p:nvSpPr>
          <p:cNvPr id="25" name="任意多边形 24"/>
          <p:cNvSpPr/>
          <p:nvPr/>
        </p:nvSpPr>
        <p:spPr>
          <a:xfrm>
            <a:off x="-24680" y="2565778"/>
            <a:ext cx="936564" cy="340118"/>
          </a:xfrm>
          <a:custGeom>
            <a:avLst/>
            <a:gdLst>
              <a:gd name="connsiteX0" fmla="*/ 927100 w 927100"/>
              <a:gd name="connsiteY0" fmla="*/ 311150 h 311150"/>
              <a:gd name="connsiteX1" fmla="*/ 711200 w 927100"/>
              <a:gd name="connsiteY1" fmla="*/ 31750 h 311150"/>
              <a:gd name="connsiteX2" fmla="*/ 0 w 927100"/>
              <a:gd name="connsiteY2" fmla="*/ 6350 h 311150"/>
              <a:gd name="connsiteX3" fmla="*/ 0 w 927100"/>
              <a:gd name="connsiteY3" fmla="*/ 6350 h 311150"/>
              <a:gd name="connsiteX0" fmla="*/ 927100 w 927100"/>
              <a:gd name="connsiteY0" fmla="*/ 317915 h 317915"/>
              <a:gd name="connsiteX1" fmla="*/ 811773 w 927100"/>
              <a:gd name="connsiteY1" fmla="*/ 25815 h 317915"/>
              <a:gd name="connsiteX2" fmla="*/ 0 w 927100"/>
              <a:gd name="connsiteY2" fmla="*/ 13115 h 317915"/>
              <a:gd name="connsiteX3" fmla="*/ 0 w 927100"/>
              <a:gd name="connsiteY3" fmla="*/ 13115 h 317915"/>
            </a:gdLst>
            <a:ahLst/>
            <a:cxnLst>
              <a:cxn ang="0">
                <a:pos x="connsiteX0" y="connsiteY0"/>
              </a:cxn>
              <a:cxn ang="0">
                <a:pos x="connsiteX1" y="connsiteY1"/>
              </a:cxn>
              <a:cxn ang="0">
                <a:pos x="connsiteX2" y="connsiteY2"/>
              </a:cxn>
              <a:cxn ang="0">
                <a:pos x="connsiteX3" y="connsiteY3"/>
              </a:cxn>
            </a:cxnLst>
            <a:rect l="l" t="t" r="r" b="b"/>
            <a:pathLst>
              <a:path w="927100" h="317915">
                <a:moveTo>
                  <a:pt x="927100" y="317915"/>
                </a:moveTo>
                <a:cubicBezTo>
                  <a:pt x="896408" y="203615"/>
                  <a:pt x="966290" y="76615"/>
                  <a:pt x="811773" y="25815"/>
                </a:cubicBezTo>
                <a:cubicBezTo>
                  <a:pt x="657256" y="-24985"/>
                  <a:pt x="135295" y="15232"/>
                  <a:pt x="0" y="13115"/>
                </a:cubicBezTo>
                <a:lnTo>
                  <a:pt x="0" y="13115"/>
                </a:lnTo>
              </a:path>
            </a:pathLst>
          </a:custGeom>
          <a:noFill/>
          <a:ln w="38100">
            <a:solidFill>
              <a:srgbClr val="CC00CC"/>
            </a:solidFill>
            <a:headEnd type="none" w="med" len="med"/>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26" name="任意多边形 25"/>
          <p:cNvSpPr/>
          <p:nvPr/>
        </p:nvSpPr>
        <p:spPr>
          <a:xfrm flipH="1">
            <a:off x="900728" y="2565778"/>
            <a:ext cx="1902914" cy="340118"/>
          </a:xfrm>
          <a:custGeom>
            <a:avLst/>
            <a:gdLst>
              <a:gd name="connsiteX0" fmla="*/ 927100 w 927100"/>
              <a:gd name="connsiteY0" fmla="*/ 311150 h 311150"/>
              <a:gd name="connsiteX1" fmla="*/ 711200 w 927100"/>
              <a:gd name="connsiteY1" fmla="*/ 31750 h 311150"/>
              <a:gd name="connsiteX2" fmla="*/ 0 w 927100"/>
              <a:gd name="connsiteY2" fmla="*/ 6350 h 311150"/>
              <a:gd name="connsiteX3" fmla="*/ 0 w 927100"/>
              <a:gd name="connsiteY3" fmla="*/ 6350 h 311150"/>
              <a:gd name="connsiteX0" fmla="*/ 927100 w 927100"/>
              <a:gd name="connsiteY0" fmla="*/ 317915 h 317915"/>
              <a:gd name="connsiteX1" fmla="*/ 811773 w 927100"/>
              <a:gd name="connsiteY1" fmla="*/ 25815 h 317915"/>
              <a:gd name="connsiteX2" fmla="*/ 0 w 927100"/>
              <a:gd name="connsiteY2" fmla="*/ 13115 h 317915"/>
              <a:gd name="connsiteX3" fmla="*/ 0 w 927100"/>
              <a:gd name="connsiteY3" fmla="*/ 13115 h 317915"/>
            </a:gdLst>
            <a:ahLst/>
            <a:cxnLst>
              <a:cxn ang="0">
                <a:pos x="connsiteX0" y="connsiteY0"/>
              </a:cxn>
              <a:cxn ang="0">
                <a:pos x="connsiteX1" y="connsiteY1"/>
              </a:cxn>
              <a:cxn ang="0">
                <a:pos x="connsiteX2" y="connsiteY2"/>
              </a:cxn>
              <a:cxn ang="0">
                <a:pos x="connsiteX3" y="connsiteY3"/>
              </a:cxn>
            </a:cxnLst>
            <a:rect l="l" t="t" r="r" b="b"/>
            <a:pathLst>
              <a:path w="927100" h="317915">
                <a:moveTo>
                  <a:pt x="927100" y="317915"/>
                </a:moveTo>
                <a:cubicBezTo>
                  <a:pt x="896408" y="203615"/>
                  <a:pt x="966290" y="76615"/>
                  <a:pt x="811773" y="25815"/>
                </a:cubicBezTo>
                <a:cubicBezTo>
                  <a:pt x="657256" y="-24985"/>
                  <a:pt x="135295" y="15232"/>
                  <a:pt x="0" y="13115"/>
                </a:cubicBezTo>
                <a:lnTo>
                  <a:pt x="0" y="13115"/>
                </a:lnTo>
              </a:path>
            </a:pathLst>
          </a:custGeom>
          <a:noFill/>
          <a:ln w="38100">
            <a:solidFill>
              <a:srgbClr val="CC00CC"/>
            </a:solidFill>
            <a:headEnd type="none" w="med" len="med"/>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grpSp>
        <p:nvGrpSpPr>
          <p:cNvPr id="27" name="组合 26"/>
          <p:cNvGrpSpPr/>
          <p:nvPr/>
        </p:nvGrpSpPr>
        <p:grpSpPr>
          <a:xfrm>
            <a:off x="47328" y="2204515"/>
            <a:ext cx="6134439" cy="1152477"/>
            <a:chOff x="1422400" y="1686109"/>
            <a:chExt cx="6134439" cy="1152477"/>
          </a:xfrm>
        </p:grpSpPr>
        <p:sp>
          <p:nvSpPr>
            <p:cNvPr id="28" name="Line 9"/>
            <p:cNvSpPr>
              <a:spLocks noChangeShapeType="1"/>
            </p:cNvSpPr>
            <p:nvPr/>
          </p:nvSpPr>
          <p:spPr bwMode="auto">
            <a:xfrm rot="5400000">
              <a:off x="6297733" y="2356527"/>
              <a:ext cx="356087" cy="0"/>
            </a:xfrm>
            <a:prstGeom prst="line">
              <a:avLst/>
            </a:prstGeom>
            <a:noFill/>
            <a:ln w="3810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00"/>
                </a:solidFill>
                <a:latin typeface="微软雅黑" pitchFamily="34" charset="-122"/>
                <a:ea typeface="微软雅黑" pitchFamily="34" charset="-122"/>
              </a:endParaRPr>
            </a:p>
          </p:txBody>
        </p:sp>
        <p:sp>
          <p:nvSpPr>
            <p:cNvPr id="29" name="Line 16"/>
            <p:cNvSpPr>
              <a:spLocks noChangeShapeType="1"/>
            </p:cNvSpPr>
            <p:nvPr/>
          </p:nvSpPr>
          <p:spPr bwMode="auto">
            <a:xfrm flipV="1">
              <a:off x="1422400" y="2178483"/>
              <a:ext cx="5918200" cy="0"/>
            </a:xfrm>
            <a:prstGeom prst="line">
              <a:avLst/>
            </a:prstGeom>
            <a:noFill/>
            <a:ln w="3810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00"/>
                </a:solidFill>
                <a:latin typeface="微软雅黑" pitchFamily="34" charset="-122"/>
                <a:ea typeface="微软雅黑" pitchFamily="34" charset="-122"/>
              </a:endParaRPr>
            </a:p>
          </p:txBody>
        </p:sp>
        <p:sp>
          <p:nvSpPr>
            <p:cNvPr id="30" name="Text Box 56"/>
            <p:cNvSpPr txBox="1">
              <a:spLocks noChangeArrowheads="1"/>
            </p:cNvSpPr>
            <p:nvPr/>
          </p:nvSpPr>
          <p:spPr bwMode="auto">
            <a:xfrm>
              <a:off x="6554642" y="2249700"/>
              <a:ext cx="100219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smtClean="0">
                  <a:solidFill>
                    <a:srgbClr val="000000"/>
                  </a:solidFill>
                  <a:latin typeface="微软雅黑" pitchFamily="34" charset="-122"/>
                  <a:ea typeface="微软雅黑" pitchFamily="34" charset="-122"/>
                </a:rPr>
                <a:t>219.1.0.6</a:t>
              </a:r>
              <a:endParaRPr kumimoji="1" lang="en-US" altLang="zh-CN" sz="1400" b="1" dirty="0">
                <a:solidFill>
                  <a:srgbClr val="000000"/>
                </a:solidFill>
                <a:latin typeface="微软雅黑" pitchFamily="34" charset="-122"/>
                <a:ea typeface="微软雅黑" pitchFamily="34" charset="-122"/>
              </a:endParaRPr>
            </a:p>
          </p:txBody>
        </p:sp>
        <p:sp>
          <p:nvSpPr>
            <p:cNvPr id="31" name="Line 7"/>
            <p:cNvSpPr>
              <a:spLocks noChangeShapeType="1"/>
            </p:cNvSpPr>
            <p:nvPr/>
          </p:nvSpPr>
          <p:spPr bwMode="auto">
            <a:xfrm rot="5400000">
              <a:off x="2044629" y="2356527"/>
              <a:ext cx="356087" cy="0"/>
            </a:xfrm>
            <a:prstGeom prst="line">
              <a:avLst/>
            </a:prstGeom>
            <a:noFill/>
            <a:ln w="3810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00"/>
                </a:solidFill>
                <a:latin typeface="微软雅黑" pitchFamily="34" charset="-122"/>
                <a:ea typeface="微软雅黑" pitchFamily="34" charset="-122"/>
              </a:endParaRPr>
            </a:p>
          </p:txBody>
        </p:sp>
        <p:sp>
          <p:nvSpPr>
            <p:cNvPr id="32" name="Text Box 17"/>
            <p:cNvSpPr txBox="1">
              <a:spLocks noChangeArrowheads="1"/>
            </p:cNvSpPr>
            <p:nvPr/>
          </p:nvSpPr>
          <p:spPr bwMode="auto">
            <a:xfrm>
              <a:off x="2352998" y="2488377"/>
              <a:ext cx="31931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00"/>
                  </a:solidFill>
                  <a:latin typeface="微软雅黑" pitchFamily="34" charset="-122"/>
                  <a:ea typeface="微软雅黑" pitchFamily="34" charset="-122"/>
                </a:rPr>
                <a:t>A</a:t>
              </a:r>
            </a:p>
          </p:txBody>
        </p:sp>
        <p:sp>
          <p:nvSpPr>
            <p:cNvPr id="33" name="Text Box 20"/>
            <p:cNvSpPr txBox="1">
              <a:spLocks noChangeArrowheads="1"/>
            </p:cNvSpPr>
            <p:nvPr/>
          </p:nvSpPr>
          <p:spPr bwMode="auto">
            <a:xfrm>
              <a:off x="6623569" y="2488377"/>
              <a:ext cx="3080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00"/>
                  </a:solidFill>
                  <a:latin typeface="微软雅黑" pitchFamily="34" charset="-122"/>
                  <a:ea typeface="微软雅黑" pitchFamily="34" charset="-122"/>
                </a:rPr>
                <a:t>B</a:t>
              </a:r>
            </a:p>
          </p:txBody>
        </p:sp>
        <p:pic>
          <p:nvPicPr>
            <p:cNvPr id="34"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08851" y="2433999"/>
              <a:ext cx="404587" cy="404587"/>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84086" y="2433999"/>
              <a:ext cx="404587" cy="404587"/>
            </a:xfrm>
            <a:prstGeom prst="rect">
              <a:avLst/>
            </a:prstGeom>
            <a:noFill/>
            <a:extLst>
              <a:ext uri="{909E8E84-426E-40DD-AFC4-6F175D3DCCD1}">
                <a14:hiddenFill xmlns:a14="http://schemas.microsoft.com/office/drawing/2010/main">
                  <a:solidFill>
                    <a:srgbClr val="FFFFFF"/>
                  </a:solidFill>
                </a14:hiddenFill>
              </a:ext>
            </a:extLst>
          </p:spPr>
        </p:pic>
        <p:sp>
          <p:nvSpPr>
            <p:cNvPr id="36" name="Text Box 55"/>
            <p:cNvSpPr txBox="1">
              <a:spLocks noChangeArrowheads="1"/>
            </p:cNvSpPr>
            <p:nvPr/>
          </p:nvSpPr>
          <p:spPr bwMode="auto">
            <a:xfrm>
              <a:off x="2269864" y="2249700"/>
              <a:ext cx="100219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00"/>
                  </a:solidFill>
                  <a:latin typeface="微软雅黑" pitchFamily="34" charset="-122"/>
                  <a:ea typeface="微软雅黑" pitchFamily="34" charset="-122"/>
                </a:rPr>
                <a:t>209.0.0.5</a:t>
              </a:r>
            </a:p>
          </p:txBody>
        </p:sp>
        <p:sp>
          <p:nvSpPr>
            <p:cNvPr id="37" name="Text Box 18"/>
            <p:cNvSpPr txBox="1">
              <a:spLocks noChangeArrowheads="1"/>
            </p:cNvSpPr>
            <p:nvPr/>
          </p:nvSpPr>
          <p:spPr bwMode="auto">
            <a:xfrm>
              <a:off x="4054786" y="1686109"/>
              <a:ext cx="108876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solidFill>
                    <a:srgbClr val="000000"/>
                  </a:solidFill>
                  <a:latin typeface="微软雅黑" pitchFamily="34" charset="-122"/>
                  <a:ea typeface="微软雅黑" pitchFamily="34" charset="-122"/>
                </a:rPr>
                <a:t>路由器 </a:t>
              </a:r>
              <a:r>
                <a:rPr kumimoji="1" lang="en-US" altLang="zh-CN" sz="1600" b="1" dirty="0">
                  <a:solidFill>
                    <a:srgbClr val="000000"/>
                  </a:solidFill>
                  <a:latin typeface="微软雅黑" pitchFamily="34" charset="-122"/>
                  <a:ea typeface="微软雅黑" pitchFamily="34" charset="-122"/>
                </a:rPr>
                <a:t>R</a:t>
              </a:r>
              <a:r>
                <a:rPr kumimoji="1" lang="en-US" altLang="zh-CN" sz="1600" b="1" baseline="-25000" dirty="0">
                  <a:solidFill>
                    <a:srgbClr val="000000"/>
                  </a:solidFill>
                  <a:latin typeface="微软雅黑" pitchFamily="34" charset="-122"/>
                  <a:ea typeface="微软雅黑" pitchFamily="34" charset="-122"/>
                </a:rPr>
                <a:t>1</a:t>
              </a:r>
            </a:p>
          </p:txBody>
        </p:sp>
        <p:pic>
          <p:nvPicPr>
            <p:cNvPr id="38" name="Picture 2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20663" y="1981098"/>
              <a:ext cx="545185" cy="381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39" name="Text Box 55"/>
            <p:cNvSpPr txBox="1">
              <a:spLocks noChangeArrowheads="1"/>
            </p:cNvSpPr>
            <p:nvPr/>
          </p:nvSpPr>
          <p:spPr bwMode="auto">
            <a:xfrm>
              <a:off x="3294608" y="2249700"/>
              <a:ext cx="100219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smtClean="0">
                  <a:solidFill>
                    <a:srgbClr val="000000"/>
                  </a:solidFill>
                  <a:latin typeface="微软雅黑" pitchFamily="34" charset="-122"/>
                  <a:ea typeface="微软雅黑" pitchFamily="34" charset="-122"/>
                </a:rPr>
                <a:t>209.0.0.1</a:t>
              </a:r>
              <a:endParaRPr kumimoji="1" lang="en-US" altLang="zh-CN" sz="1400" b="1" dirty="0">
                <a:solidFill>
                  <a:srgbClr val="000000"/>
                </a:solidFill>
                <a:latin typeface="微软雅黑" pitchFamily="34" charset="-122"/>
                <a:ea typeface="微软雅黑" pitchFamily="34" charset="-122"/>
              </a:endParaRPr>
            </a:p>
          </p:txBody>
        </p:sp>
        <p:sp>
          <p:nvSpPr>
            <p:cNvPr id="40" name="Text Box 55"/>
            <p:cNvSpPr txBox="1">
              <a:spLocks noChangeArrowheads="1"/>
            </p:cNvSpPr>
            <p:nvPr/>
          </p:nvSpPr>
          <p:spPr bwMode="auto">
            <a:xfrm>
              <a:off x="4679216" y="2249700"/>
              <a:ext cx="100219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smtClean="0">
                  <a:solidFill>
                    <a:srgbClr val="000000"/>
                  </a:solidFill>
                  <a:latin typeface="微软雅黑" pitchFamily="34" charset="-122"/>
                  <a:ea typeface="微软雅黑" pitchFamily="34" charset="-122"/>
                </a:rPr>
                <a:t>219.1.0.1</a:t>
              </a:r>
              <a:endParaRPr kumimoji="1" lang="en-US" altLang="zh-CN" sz="1400" b="1" dirty="0">
                <a:solidFill>
                  <a:srgbClr val="000000"/>
                </a:solidFill>
                <a:latin typeface="微软雅黑" pitchFamily="34" charset="-122"/>
                <a:ea typeface="微软雅黑" pitchFamily="34" charset="-122"/>
              </a:endParaRPr>
            </a:p>
          </p:txBody>
        </p:sp>
      </p:grpSp>
      <p:sp>
        <p:nvSpPr>
          <p:cNvPr id="41" name="任意多边形 40"/>
          <p:cNvSpPr/>
          <p:nvPr/>
        </p:nvSpPr>
        <p:spPr>
          <a:xfrm flipH="1">
            <a:off x="7155624" y="2565777"/>
            <a:ext cx="1825716" cy="386627"/>
          </a:xfrm>
          <a:custGeom>
            <a:avLst/>
            <a:gdLst>
              <a:gd name="connsiteX0" fmla="*/ 927100 w 927100"/>
              <a:gd name="connsiteY0" fmla="*/ 311150 h 311150"/>
              <a:gd name="connsiteX1" fmla="*/ 711200 w 927100"/>
              <a:gd name="connsiteY1" fmla="*/ 31750 h 311150"/>
              <a:gd name="connsiteX2" fmla="*/ 0 w 927100"/>
              <a:gd name="connsiteY2" fmla="*/ 6350 h 311150"/>
              <a:gd name="connsiteX3" fmla="*/ 0 w 927100"/>
              <a:gd name="connsiteY3" fmla="*/ 6350 h 311150"/>
              <a:gd name="connsiteX0" fmla="*/ 927100 w 927100"/>
              <a:gd name="connsiteY0" fmla="*/ 317915 h 317915"/>
              <a:gd name="connsiteX1" fmla="*/ 811773 w 927100"/>
              <a:gd name="connsiteY1" fmla="*/ 25815 h 317915"/>
              <a:gd name="connsiteX2" fmla="*/ 0 w 927100"/>
              <a:gd name="connsiteY2" fmla="*/ 13115 h 317915"/>
              <a:gd name="connsiteX3" fmla="*/ 0 w 927100"/>
              <a:gd name="connsiteY3" fmla="*/ 13115 h 317915"/>
            </a:gdLst>
            <a:ahLst/>
            <a:cxnLst>
              <a:cxn ang="0">
                <a:pos x="connsiteX0" y="connsiteY0"/>
              </a:cxn>
              <a:cxn ang="0">
                <a:pos x="connsiteX1" y="connsiteY1"/>
              </a:cxn>
              <a:cxn ang="0">
                <a:pos x="connsiteX2" y="connsiteY2"/>
              </a:cxn>
              <a:cxn ang="0">
                <a:pos x="connsiteX3" y="connsiteY3"/>
              </a:cxn>
            </a:cxnLst>
            <a:rect l="l" t="t" r="r" b="b"/>
            <a:pathLst>
              <a:path w="927100" h="317915">
                <a:moveTo>
                  <a:pt x="927100" y="317915"/>
                </a:moveTo>
                <a:cubicBezTo>
                  <a:pt x="896408" y="203615"/>
                  <a:pt x="966290" y="76615"/>
                  <a:pt x="811773" y="25815"/>
                </a:cubicBezTo>
                <a:cubicBezTo>
                  <a:pt x="657256" y="-24985"/>
                  <a:pt x="135295" y="15232"/>
                  <a:pt x="0" y="13115"/>
                </a:cubicBezTo>
                <a:lnTo>
                  <a:pt x="0" y="13115"/>
                </a:lnTo>
              </a:path>
            </a:pathLst>
          </a:custGeom>
          <a:noFill/>
          <a:ln w="38100">
            <a:solidFill>
              <a:srgbClr val="CC00CC"/>
            </a:solidFill>
            <a:headEnd type="triangle" w="med" len="med"/>
            <a:tailEnd type="non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grpSp>
        <p:nvGrpSpPr>
          <p:cNvPr id="42" name="组合 41"/>
          <p:cNvGrpSpPr/>
          <p:nvPr/>
        </p:nvGrpSpPr>
        <p:grpSpPr>
          <a:xfrm>
            <a:off x="6240016" y="2204515"/>
            <a:ext cx="6008849" cy="1152477"/>
            <a:chOff x="1422400" y="1686109"/>
            <a:chExt cx="6008849" cy="1152477"/>
          </a:xfrm>
        </p:grpSpPr>
        <p:sp>
          <p:nvSpPr>
            <p:cNvPr id="43" name="Line 9"/>
            <p:cNvSpPr>
              <a:spLocks noChangeShapeType="1"/>
            </p:cNvSpPr>
            <p:nvPr/>
          </p:nvSpPr>
          <p:spPr bwMode="auto">
            <a:xfrm rot="5400000">
              <a:off x="6297733" y="2356527"/>
              <a:ext cx="356087" cy="0"/>
            </a:xfrm>
            <a:prstGeom prst="line">
              <a:avLst/>
            </a:prstGeom>
            <a:noFill/>
            <a:ln w="3810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00"/>
                </a:solidFill>
                <a:latin typeface="微软雅黑" pitchFamily="34" charset="-122"/>
                <a:ea typeface="微软雅黑" pitchFamily="34" charset="-122"/>
              </a:endParaRPr>
            </a:p>
          </p:txBody>
        </p:sp>
        <p:sp>
          <p:nvSpPr>
            <p:cNvPr id="44" name="Line 16"/>
            <p:cNvSpPr>
              <a:spLocks noChangeShapeType="1"/>
            </p:cNvSpPr>
            <p:nvPr/>
          </p:nvSpPr>
          <p:spPr bwMode="auto">
            <a:xfrm flipV="1">
              <a:off x="1422400" y="2178483"/>
              <a:ext cx="5918200" cy="0"/>
            </a:xfrm>
            <a:prstGeom prst="line">
              <a:avLst/>
            </a:prstGeom>
            <a:noFill/>
            <a:ln w="3810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00"/>
                </a:solidFill>
                <a:latin typeface="微软雅黑" pitchFamily="34" charset="-122"/>
                <a:ea typeface="微软雅黑" pitchFamily="34" charset="-122"/>
              </a:endParaRPr>
            </a:p>
          </p:txBody>
        </p:sp>
        <p:sp>
          <p:nvSpPr>
            <p:cNvPr id="45" name="Text Box 56"/>
            <p:cNvSpPr txBox="1">
              <a:spLocks noChangeArrowheads="1"/>
            </p:cNvSpPr>
            <p:nvPr/>
          </p:nvSpPr>
          <p:spPr bwMode="auto">
            <a:xfrm>
              <a:off x="6429052" y="2190514"/>
              <a:ext cx="100219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smtClean="0">
                  <a:solidFill>
                    <a:srgbClr val="000000"/>
                  </a:solidFill>
                  <a:latin typeface="微软雅黑" pitchFamily="34" charset="-122"/>
                  <a:ea typeface="微软雅黑" pitchFamily="34" charset="-122"/>
                </a:rPr>
                <a:t>219.1.0.6</a:t>
              </a:r>
              <a:endParaRPr kumimoji="1" lang="en-US" altLang="zh-CN" sz="1400" b="1" dirty="0">
                <a:solidFill>
                  <a:srgbClr val="000000"/>
                </a:solidFill>
                <a:latin typeface="微软雅黑" pitchFamily="34" charset="-122"/>
                <a:ea typeface="微软雅黑" pitchFamily="34" charset="-122"/>
              </a:endParaRPr>
            </a:p>
          </p:txBody>
        </p:sp>
        <p:sp>
          <p:nvSpPr>
            <p:cNvPr id="46" name="Line 7"/>
            <p:cNvSpPr>
              <a:spLocks noChangeShapeType="1"/>
            </p:cNvSpPr>
            <p:nvPr/>
          </p:nvSpPr>
          <p:spPr bwMode="auto">
            <a:xfrm rot="5400000">
              <a:off x="2044629" y="2356527"/>
              <a:ext cx="356087" cy="0"/>
            </a:xfrm>
            <a:prstGeom prst="line">
              <a:avLst/>
            </a:prstGeom>
            <a:noFill/>
            <a:ln w="3810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00"/>
                </a:solidFill>
                <a:latin typeface="微软雅黑" pitchFamily="34" charset="-122"/>
                <a:ea typeface="微软雅黑" pitchFamily="34" charset="-122"/>
              </a:endParaRPr>
            </a:p>
          </p:txBody>
        </p:sp>
        <p:sp>
          <p:nvSpPr>
            <p:cNvPr id="47" name="Text Box 17"/>
            <p:cNvSpPr txBox="1">
              <a:spLocks noChangeArrowheads="1"/>
            </p:cNvSpPr>
            <p:nvPr/>
          </p:nvSpPr>
          <p:spPr bwMode="auto">
            <a:xfrm>
              <a:off x="2352998" y="2488377"/>
              <a:ext cx="31931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00"/>
                  </a:solidFill>
                  <a:latin typeface="微软雅黑" pitchFamily="34" charset="-122"/>
                  <a:ea typeface="微软雅黑" pitchFamily="34" charset="-122"/>
                </a:rPr>
                <a:t>A</a:t>
              </a:r>
            </a:p>
          </p:txBody>
        </p:sp>
        <p:sp>
          <p:nvSpPr>
            <p:cNvPr id="48" name="Text Box 20"/>
            <p:cNvSpPr txBox="1">
              <a:spLocks noChangeArrowheads="1"/>
            </p:cNvSpPr>
            <p:nvPr/>
          </p:nvSpPr>
          <p:spPr bwMode="auto">
            <a:xfrm>
              <a:off x="6623569" y="2488377"/>
              <a:ext cx="3080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00"/>
                  </a:solidFill>
                  <a:latin typeface="微软雅黑" pitchFamily="34" charset="-122"/>
                  <a:ea typeface="微软雅黑" pitchFamily="34" charset="-122"/>
                </a:rPr>
                <a:t>B</a:t>
              </a:r>
            </a:p>
          </p:txBody>
        </p:sp>
        <p:pic>
          <p:nvPicPr>
            <p:cNvPr id="49"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08851" y="2433999"/>
              <a:ext cx="404587" cy="404587"/>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84086" y="2433999"/>
              <a:ext cx="404587" cy="404587"/>
            </a:xfrm>
            <a:prstGeom prst="rect">
              <a:avLst/>
            </a:prstGeom>
            <a:noFill/>
            <a:extLst>
              <a:ext uri="{909E8E84-426E-40DD-AFC4-6F175D3DCCD1}">
                <a14:hiddenFill xmlns:a14="http://schemas.microsoft.com/office/drawing/2010/main">
                  <a:solidFill>
                    <a:srgbClr val="FFFFFF"/>
                  </a:solidFill>
                </a14:hiddenFill>
              </a:ext>
            </a:extLst>
          </p:spPr>
        </p:pic>
        <p:sp>
          <p:nvSpPr>
            <p:cNvPr id="51" name="Text Box 55"/>
            <p:cNvSpPr txBox="1">
              <a:spLocks noChangeArrowheads="1"/>
            </p:cNvSpPr>
            <p:nvPr/>
          </p:nvSpPr>
          <p:spPr bwMode="auto">
            <a:xfrm>
              <a:off x="2269864" y="2249700"/>
              <a:ext cx="100219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00"/>
                  </a:solidFill>
                  <a:latin typeface="微软雅黑" pitchFamily="34" charset="-122"/>
                  <a:ea typeface="微软雅黑" pitchFamily="34" charset="-122"/>
                </a:rPr>
                <a:t>209.0.0.5</a:t>
              </a:r>
            </a:p>
          </p:txBody>
        </p:sp>
        <p:sp>
          <p:nvSpPr>
            <p:cNvPr id="52" name="Text Box 18"/>
            <p:cNvSpPr txBox="1">
              <a:spLocks noChangeArrowheads="1"/>
            </p:cNvSpPr>
            <p:nvPr/>
          </p:nvSpPr>
          <p:spPr bwMode="auto">
            <a:xfrm>
              <a:off x="4054786" y="1686109"/>
              <a:ext cx="108876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solidFill>
                    <a:srgbClr val="000000"/>
                  </a:solidFill>
                  <a:latin typeface="微软雅黑" pitchFamily="34" charset="-122"/>
                  <a:ea typeface="微软雅黑" pitchFamily="34" charset="-122"/>
                </a:rPr>
                <a:t>路由器 </a:t>
              </a:r>
              <a:r>
                <a:rPr kumimoji="1" lang="en-US" altLang="zh-CN" sz="1600" b="1" dirty="0">
                  <a:solidFill>
                    <a:srgbClr val="000000"/>
                  </a:solidFill>
                  <a:latin typeface="微软雅黑" pitchFamily="34" charset="-122"/>
                  <a:ea typeface="微软雅黑" pitchFamily="34" charset="-122"/>
                </a:rPr>
                <a:t>R</a:t>
              </a:r>
              <a:r>
                <a:rPr kumimoji="1" lang="en-US" altLang="zh-CN" sz="1600" b="1" baseline="-25000" dirty="0">
                  <a:solidFill>
                    <a:srgbClr val="000000"/>
                  </a:solidFill>
                  <a:latin typeface="微软雅黑" pitchFamily="34" charset="-122"/>
                  <a:ea typeface="微软雅黑" pitchFamily="34" charset="-122"/>
                </a:rPr>
                <a:t>1</a:t>
              </a:r>
            </a:p>
          </p:txBody>
        </p:sp>
        <p:pic>
          <p:nvPicPr>
            <p:cNvPr id="53" name="Picture 2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20663" y="1981098"/>
              <a:ext cx="545185" cy="381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54" name="Text Box 55"/>
            <p:cNvSpPr txBox="1">
              <a:spLocks noChangeArrowheads="1"/>
            </p:cNvSpPr>
            <p:nvPr/>
          </p:nvSpPr>
          <p:spPr bwMode="auto">
            <a:xfrm>
              <a:off x="3450251" y="2249700"/>
              <a:ext cx="100219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smtClean="0">
                  <a:solidFill>
                    <a:srgbClr val="000000"/>
                  </a:solidFill>
                  <a:latin typeface="微软雅黑" pitchFamily="34" charset="-122"/>
                  <a:ea typeface="微软雅黑" pitchFamily="34" charset="-122"/>
                </a:rPr>
                <a:t>209.0.0.1</a:t>
              </a:r>
              <a:endParaRPr kumimoji="1" lang="en-US" altLang="zh-CN" sz="1400" b="1" dirty="0">
                <a:solidFill>
                  <a:srgbClr val="000000"/>
                </a:solidFill>
                <a:latin typeface="微软雅黑" pitchFamily="34" charset="-122"/>
                <a:ea typeface="微软雅黑" pitchFamily="34" charset="-122"/>
              </a:endParaRPr>
            </a:p>
          </p:txBody>
        </p:sp>
        <p:sp>
          <p:nvSpPr>
            <p:cNvPr id="55" name="Text Box 55"/>
            <p:cNvSpPr txBox="1">
              <a:spLocks noChangeArrowheads="1"/>
            </p:cNvSpPr>
            <p:nvPr/>
          </p:nvSpPr>
          <p:spPr bwMode="auto">
            <a:xfrm>
              <a:off x="4679216" y="2249700"/>
              <a:ext cx="100219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smtClean="0">
                  <a:solidFill>
                    <a:srgbClr val="000000"/>
                  </a:solidFill>
                  <a:latin typeface="微软雅黑" pitchFamily="34" charset="-122"/>
                  <a:ea typeface="微软雅黑" pitchFamily="34" charset="-122"/>
                </a:rPr>
                <a:t>219.1.0.1</a:t>
              </a:r>
              <a:endParaRPr kumimoji="1" lang="en-US" altLang="zh-CN" sz="1400" b="1" dirty="0">
                <a:solidFill>
                  <a:srgbClr val="000000"/>
                </a:solidFill>
                <a:latin typeface="微软雅黑" pitchFamily="34" charset="-122"/>
                <a:ea typeface="微软雅黑" pitchFamily="34" charset="-122"/>
              </a:endParaRPr>
            </a:p>
          </p:txBody>
        </p:sp>
      </p:grpSp>
      <p:grpSp>
        <p:nvGrpSpPr>
          <p:cNvPr id="56" name="Group 94"/>
          <p:cNvGrpSpPr>
            <a:grpSpLocks/>
          </p:cNvGrpSpPr>
          <p:nvPr/>
        </p:nvGrpSpPr>
        <p:grpSpPr bwMode="auto">
          <a:xfrm>
            <a:off x="7509742" y="2212417"/>
            <a:ext cx="1178136" cy="307968"/>
            <a:chOff x="249" y="627"/>
            <a:chExt cx="1130" cy="320"/>
          </a:xfrm>
          <a:solidFill>
            <a:srgbClr val="00FFFF"/>
          </a:solidFill>
        </p:grpSpPr>
        <p:sp>
          <p:nvSpPr>
            <p:cNvPr id="57" name="AutoShape 95"/>
            <p:cNvSpPr>
              <a:spLocks noChangeArrowheads="1"/>
            </p:cNvSpPr>
            <p:nvPr/>
          </p:nvSpPr>
          <p:spPr bwMode="auto">
            <a:xfrm flipH="1">
              <a:off x="249" y="709"/>
              <a:ext cx="138" cy="139"/>
            </a:xfrm>
            <a:prstGeom prst="rightArrow">
              <a:avLst>
                <a:gd name="adj1" fmla="val 50000"/>
                <a:gd name="adj2" fmla="val 25000"/>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58" name="Text Box 96"/>
            <p:cNvSpPr txBox="1">
              <a:spLocks noChangeArrowheads="1"/>
            </p:cNvSpPr>
            <p:nvPr/>
          </p:nvSpPr>
          <p:spPr bwMode="auto">
            <a:xfrm flipH="1">
              <a:off x="386" y="627"/>
              <a:ext cx="993" cy="320"/>
            </a:xfrm>
            <a:prstGeom prst="rect">
              <a:avLst/>
            </a:prstGeom>
            <a:grpFill/>
            <a:ln w="12700">
              <a:solidFill>
                <a:schemeClr val="tx1"/>
              </a:solidFill>
              <a:miter lim="800000"/>
              <a:headEnd/>
              <a:tailEnd/>
            </a:ln>
            <a:effectLst/>
          </p:spPr>
          <p:txBody>
            <a:bodyPr wrap="square">
              <a:spAutoFit/>
            </a:bodyPr>
            <a:lstStyle/>
            <a:p>
              <a:pPr algn="ctr"/>
              <a:r>
                <a:rPr kumimoji="1" lang="en-US" altLang="zh-CN" sz="1400" b="1" dirty="0">
                  <a:solidFill>
                    <a:srgbClr val="000000"/>
                  </a:solidFill>
                  <a:latin typeface="微软雅黑" pitchFamily="34" charset="-122"/>
                  <a:ea typeface="微软雅黑" pitchFamily="34" charset="-122"/>
                </a:rPr>
                <a:t>ARP </a:t>
              </a:r>
              <a:r>
                <a:rPr kumimoji="1" lang="zh-CN" altLang="en-US" sz="1400" b="1" dirty="0" smtClean="0">
                  <a:solidFill>
                    <a:srgbClr val="000000"/>
                  </a:solidFill>
                  <a:latin typeface="微软雅黑" pitchFamily="34" charset="-122"/>
                  <a:ea typeface="微软雅黑" pitchFamily="34" charset="-122"/>
                </a:rPr>
                <a:t>响应</a:t>
              </a:r>
              <a:endParaRPr kumimoji="1" lang="zh-CN" altLang="en-US" sz="1400" b="1" dirty="0">
                <a:solidFill>
                  <a:srgbClr val="000000"/>
                </a:solidFill>
                <a:latin typeface="微软雅黑" pitchFamily="34" charset="-122"/>
                <a:ea typeface="微软雅黑" pitchFamily="34" charset="-122"/>
              </a:endParaRPr>
            </a:p>
          </p:txBody>
        </p:sp>
      </p:grpSp>
      <p:sp>
        <p:nvSpPr>
          <p:cNvPr id="59" name="AutoShape 61"/>
          <p:cNvSpPr>
            <a:spLocks noChangeArrowheads="1"/>
          </p:cNvSpPr>
          <p:nvPr/>
        </p:nvSpPr>
        <p:spPr bwMode="auto">
          <a:xfrm>
            <a:off x="8268753" y="1579605"/>
            <a:ext cx="2637492" cy="440778"/>
          </a:xfrm>
          <a:prstGeom prst="wedgeRoundRectCallout">
            <a:avLst>
              <a:gd name="adj1" fmla="val -42524"/>
              <a:gd name="adj2" fmla="val 104116"/>
              <a:gd name="adj3" fmla="val 16667"/>
            </a:avLst>
          </a:prstGeom>
          <a:solidFill>
            <a:srgbClr val="00FF99"/>
          </a:solidFill>
          <a:ln w="9525">
            <a:solidFill>
              <a:schemeClr val="tx1"/>
            </a:solidFill>
            <a:miter lim="800000"/>
            <a:headEnd/>
            <a:tailEnd/>
          </a:ln>
          <a:effectLst/>
          <a:extLst/>
        </p:spPr>
        <p:txBody>
          <a:bodyPr/>
          <a:lstStyle/>
          <a:p>
            <a:pPr algn="ctr"/>
            <a:endParaRPr kumimoji="1" lang="zh-CN" altLang="zh-CN" sz="1400" b="1">
              <a:solidFill>
                <a:srgbClr val="0000CC"/>
              </a:solidFill>
              <a:latin typeface="微软雅黑" pitchFamily="34" charset="-122"/>
              <a:ea typeface="微软雅黑" pitchFamily="34" charset="-122"/>
            </a:endParaRPr>
          </a:p>
        </p:txBody>
      </p:sp>
      <p:sp>
        <p:nvSpPr>
          <p:cNvPr id="60" name="Text Box 62"/>
          <p:cNvSpPr txBox="1">
            <a:spLocks noChangeArrowheads="1"/>
          </p:cNvSpPr>
          <p:nvPr/>
        </p:nvSpPr>
        <p:spPr bwMode="auto">
          <a:xfrm>
            <a:off x="8286708" y="1556792"/>
            <a:ext cx="274872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400" b="1" dirty="0">
                <a:solidFill>
                  <a:srgbClr val="000000"/>
                </a:solidFill>
                <a:latin typeface="微软雅黑" pitchFamily="34" charset="-122"/>
                <a:ea typeface="微软雅黑" pitchFamily="34" charset="-122"/>
              </a:rPr>
              <a:t>我是 </a:t>
            </a:r>
            <a:r>
              <a:rPr kumimoji="1" lang="en-US" altLang="zh-CN" sz="1400" b="1" dirty="0" smtClean="0">
                <a:solidFill>
                  <a:srgbClr val="000000"/>
                </a:solidFill>
                <a:latin typeface="微软雅黑" pitchFamily="34" charset="-122"/>
                <a:ea typeface="微软雅黑" pitchFamily="34" charset="-122"/>
              </a:rPr>
              <a:t>209.0.0.1</a:t>
            </a:r>
            <a:r>
              <a:rPr kumimoji="1" lang="zh-CN" altLang="en-US" sz="1400" b="1" dirty="0" smtClean="0">
                <a:solidFill>
                  <a:srgbClr val="000000"/>
                </a:solidFill>
                <a:latin typeface="微软雅黑" pitchFamily="34" charset="-122"/>
                <a:ea typeface="微软雅黑" pitchFamily="34" charset="-122"/>
              </a:rPr>
              <a:t>，硬件</a:t>
            </a:r>
            <a:r>
              <a:rPr kumimoji="1" lang="zh-CN" altLang="en-US" sz="1400" b="1" dirty="0">
                <a:solidFill>
                  <a:srgbClr val="000000"/>
                </a:solidFill>
                <a:latin typeface="微软雅黑" pitchFamily="34" charset="-122"/>
                <a:ea typeface="微软雅黑" pitchFamily="34" charset="-122"/>
              </a:rPr>
              <a:t>地址是 </a:t>
            </a:r>
            <a:r>
              <a:rPr kumimoji="1" lang="en-US" altLang="zh-CN" sz="1400" b="1" dirty="0" smtClean="0">
                <a:solidFill>
                  <a:srgbClr val="000000"/>
                </a:solidFill>
                <a:latin typeface="微软雅黑" pitchFamily="34" charset="-122"/>
                <a:ea typeface="微软雅黑" pitchFamily="34" charset="-122"/>
              </a:rPr>
              <a:t>0C-05-20-01-2F-0D</a:t>
            </a:r>
            <a:r>
              <a:rPr kumimoji="1" lang="zh-CN" altLang="en-US" sz="1400" b="1" dirty="0" smtClean="0">
                <a:solidFill>
                  <a:srgbClr val="000000"/>
                </a:solidFill>
                <a:latin typeface="微软雅黑" pitchFamily="34" charset="-122"/>
                <a:ea typeface="微软雅黑" pitchFamily="34" charset="-122"/>
              </a:rPr>
              <a:t>。</a:t>
            </a:r>
            <a:endParaRPr kumimoji="1" lang="en-US" altLang="zh-CN" sz="1400" b="1" dirty="0">
              <a:solidFill>
                <a:srgbClr val="000000"/>
              </a:solidFill>
              <a:latin typeface="微软雅黑" pitchFamily="34" charset="-122"/>
              <a:ea typeface="微软雅黑" pitchFamily="34" charset="-122"/>
            </a:endParaRPr>
          </a:p>
        </p:txBody>
      </p:sp>
      <p:grpSp>
        <p:nvGrpSpPr>
          <p:cNvPr id="61" name="组合 60"/>
          <p:cNvGrpSpPr/>
          <p:nvPr/>
        </p:nvGrpSpPr>
        <p:grpSpPr>
          <a:xfrm>
            <a:off x="3830223" y="4511029"/>
            <a:ext cx="1057017" cy="307777"/>
            <a:chOff x="2834750" y="1772687"/>
            <a:chExt cx="1057017" cy="307777"/>
          </a:xfrm>
        </p:grpSpPr>
        <p:sp>
          <p:nvSpPr>
            <p:cNvPr id="62" name="Text Box 48"/>
            <p:cNvSpPr txBox="1">
              <a:spLocks noChangeArrowheads="1"/>
            </p:cNvSpPr>
            <p:nvPr/>
          </p:nvSpPr>
          <p:spPr bwMode="auto">
            <a:xfrm>
              <a:off x="2834750" y="1772687"/>
              <a:ext cx="974947" cy="307777"/>
            </a:xfrm>
            <a:prstGeom prst="rect">
              <a:avLst/>
            </a:prstGeom>
            <a:solidFill>
              <a:srgbClr val="99FFCC"/>
            </a:solidFill>
            <a:ln w="12700">
              <a:solidFill>
                <a:schemeClr val="tx1"/>
              </a:solidFill>
              <a:miter lim="800000"/>
              <a:headEnd/>
              <a:tailEnd/>
            </a:ln>
            <a:effectLst/>
          </p:spPr>
          <p:txBody>
            <a:bodyPr wrap="none">
              <a:spAutoFit/>
            </a:bodyPr>
            <a:lstStyle/>
            <a:p>
              <a:pPr algn="ctr"/>
              <a:r>
                <a:rPr kumimoji="1" lang="en-US" altLang="zh-CN" sz="1400" b="1" dirty="0">
                  <a:solidFill>
                    <a:srgbClr val="000000"/>
                  </a:solidFill>
                  <a:latin typeface="微软雅黑" pitchFamily="34" charset="-122"/>
                  <a:ea typeface="微软雅黑" pitchFamily="34" charset="-122"/>
                </a:rPr>
                <a:t>ARP </a:t>
              </a:r>
              <a:r>
                <a:rPr kumimoji="1" lang="zh-CN" altLang="en-US" sz="1400" b="1" dirty="0">
                  <a:solidFill>
                    <a:srgbClr val="000000"/>
                  </a:solidFill>
                  <a:latin typeface="微软雅黑" pitchFamily="34" charset="-122"/>
                  <a:ea typeface="微软雅黑" pitchFamily="34" charset="-122"/>
                </a:rPr>
                <a:t>请求</a:t>
              </a:r>
            </a:p>
          </p:txBody>
        </p:sp>
        <p:sp>
          <p:nvSpPr>
            <p:cNvPr id="63" name="AutoShape 49"/>
            <p:cNvSpPr>
              <a:spLocks noChangeArrowheads="1"/>
            </p:cNvSpPr>
            <p:nvPr/>
          </p:nvSpPr>
          <p:spPr bwMode="auto">
            <a:xfrm>
              <a:off x="3748931" y="1831393"/>
              <a:ext cx="142836" cy="124149"/>
            </a:xfrm>
            <a:prstGeom prst="rightArrow">
              <a:avLst>
                <a:gd name="adj1" fmla="val 50000"/>
                <a:gd name="adj2" fmla="val 26550"/>
              </a:avLst>
            </a:prstGeom>
            <a:solidFill>
              <a:srgbClr val="99FFCC"/>
            </a:solidFill>
            <a:ln w="9525">
              <a:solidFill>
                <a:schemeClr val="tx1"/>
              </a:solidFill>
              <a:miter lim="800000"/>
              <a:headEnd/>
              <a:tailEnd/>
            </a:ln>
            <a:effectLst/>
            <a:extLst/>
          </p:spPr>
          <p:txBody>
            <a:bodyPr wrap="none" anchor="ctr"/>
            <a:lstStyle/>
            <a:p>
              <a:endParaRPr lang="zh-CN" altLang="en-US" sz="1400" b="1">
                <a:solidFill>
                  <a:srgbClr val="0000CC"/>
                </a:solidFill>
                <a:latin typeface="微软雅黑" pitchFamily="34" charset="-122"/>
                <a:ea typeface="微软雅黑" pitchFamily="34" charset="-122"/>
              </a:endParaRPr>
            </a:p>
          </p:txBody>
        </p:sp>
      </p:grpSp>
      <p:sp>
        <p:nvSpPr>
          <p:cNvPr id="64" name="AutoShape 59"/>
          <p:cNvSpPr>
            <a:spLocks noChangeArrowheads="1"/>
          </p:cNvSpPr>
          <p:nvPr/>
        </p:nvSpPr>
        <p:spPr bwMode="auto">
          <a:xfrm>
            <a:off x="633780" y="3800984"/>
            <a:ext cx="3869848" cy="513863"/>
          </a:xfrm>
          <a:prstGeom prst="wedgeRoundRectCallout">
            <a:avLst>
              <a:gd name="adj1" fmla="val 42609"/>
              <a:gd name="adj2" fmla="val 95930"/>
              <a:gd name="adj3" fmla="val 16667"/>
            </a:avLst>
          </a:prstGeom>
          <a:solidFill>
            <a:srgbClr val="00FFFF"/>
          </a:solidFill>
          <a:ln w="9525">
            <a:solidFill>
              <a:schemeClr val="tx1"/>
            </a:solidFill>
            <a:miter lim="800000"/>
            <a:headEnd/>
            <a:tailEnd/>
          </a:ln>
          <a:effectLst/>
          <a:extLst/>
        </p:spPr>
        <p:txBody>
          <a:bodyPr/>
          <a:lstStyle/>
          <a:p>
            <a:pPr algn="ctr"/>
            <a:endParaRPr kumimoji="1" lang="zh-CN" altLang="zh-CN" sz="1400" b="1">
              <a:solidFill>
                <a:srgbClr val="0000CC"/>
              </a:solidFill>
              <a:latin typeface="微软雅黑" pitchFamily="34" charset="-122"/>
              <a:ea typeface="微软雅黑" pitchFamily="34" charset="-122"/>
            </a:endParaRPr>
          </a:p>
        </p:txBody>
      </p:sp>
      <p:sp>
        <p:nvSpPr>
          <p:cNvPr id="65" name="Text Box 60"/>
          <p:cNvSpPr txBox="1">
            <a:spLocks noChangeArrowheads="1"/>
          </p:cNvSpPr>
          <p:nvPr/>
        </p:nvSpPr>
        <p:spPr bwMode="auto">
          <a:xfrm>
            <a:off x="695400" y="3789040"/>
            <a:ext cx="392459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400" b="1" dirty="0">
                <a:solidFill>
                  <a:srgbClr val="000000"/>
                </a:solidFill>
                <a:latin typeface="微软雅黑" pitchFamily="34" charset="-122"/>
                <a:ea typeface="微软雅黑" pitchFamily="34" charset="-122"/>
              </a:rPr>
              <a:t>我是 </a:t>
            </a:r>
            <a:r>
              <a:rPr kumimoji="1" lang="en-US" altLang="zh-CN" sz="1400" b="1" dirty="0" smtClean="0">
                <a:solidFill>
                  <a:srgbClr val="000000"/>
                </a:solidFill>
                <a:latin typeface="微软雅黑" pitchFamily="34" charset="-122"/>
                <a:ea typeface="微软雅黑" pitchFamily="34" charset="-122"/>
              </a:rPr>
              <a:t>219.1.0.1</a:t>
            </a:r>
            <a:r>
              <a:rPr kumimoji="1" lang="zh-CN" altLang="en-US" sz="1400" b="1" dirty="0" smtClean="0">
                <a:solidFill>
                  <a:srgbClr val="000000"/>
                </a:solidFill>
                <a:latin typeface="微软雅黑" pitchFamily="34" charset="-122"/>
                <a:ea typeface="微软雅黑" pitchFamily="34" charset="-122"/>
              </a:rPr>
              <a:t>，</a:t>
            </a:r>
            <a:r>
              <a:rPr kumimoji="1" lang="zh-CN" altLang="en-US" sz="1400" b="1" dirty="0">
                <a:solidFill>
                  <a:srgbClr val="000000"/>
                </a:solidFill>
                <a:latin typeface="微软雅黑" pitchFamily="34" charset="-122"/>
                <a:ea typeface="微软雅黑" pitchFamily="34" charset="-122"/>
              </a:rPr>
              <a:t>硬件地址是 </a:t>
            </a:r>
            <a:r>
              <a:rPr kumimoji="1" lang="en-US" altLang="zh-CN" sz="1400" b="1" dirty="0" smtClean="0">
                <a:solidFill>
                  <a:srgbClr val="000000"/>
                </a:solidFill>
                <a:latin typeface="微软雅黑" pitchFamily="34" charset="-122"/>
                <a:ea typeface="微软雅黑" pitchFamily="34" charset="-122"/>
              </a:rPr>
              <a:t>00-00-C0-15-AD-18</a:t>
            </a:r>
            <a:r>
              <a:rPr kumimoji="1" lang="zh-CN" altLang="en-US" sz="1400" b="1" dirty="0" smtClean="0">
                <a:solidFill>
                  <a:srgbClr val="000000"/>
                </a:solidFill>
                <a:latin typeface="微软雅黑" pitchFamily="34" charset="-122"/>
                <a:ea typeface="微软雅黑" pitchFamily="34" charset="-122"/>
              </a:rPr>
              <a:t>，我</a:t>
            </a:r>
            <a:r>
              <a:rPr kumimoji="1" lang="zh-CN" altLang="en-US" sz="1400" b="1" dirty="0">
                <a:solidFill>
                  <a:srgbClr val="000000"/>
                </a:solidFill>
                <a:latin typeface="微软雅黑" pitchFamily="34" charset="-122"/>
                <a:ea typeface="微软雅黑" pitchFamily="34" charset="-122"/>
              </a:rPr>
              <a:t>想</a:t>
            </a:r>
            <a:r>
              <a:rPr kumimoji="1" lang="zh-CN" altLang="en-US" sz="1400" b="1" dirty="0" smtClean="0">
                <a:solidFill>
                  <a:srgbClr val="000000"/>
                </a:solidFill>
                <a:latin typeface="微软雅黑" pitchFamily="34" charset="-122"/>
                <a:ea typeface="微软雅黑" pitchFamily="34" charset="-122"/>
              </a:rPr>
              <a:t>知道 </a:t>
            </a:r>
            <a:r>
              <a:rPr kumimoji="1" lang="en-US" altLang="zh-CN" sz="1400" b="1" dirty="0" smtClean="0">
                <a:solidFill>
                  <a:srgbClr val="000000"/>
                </a:solidFill>
                <a:latin typeface="微软雅黑" pitchFamily="34" charset="-122"/>
                <a:ea typeface="微软雅黑" pitchFamily="34" charset="-122"/>
              </a:rPr>
              <a:t>219.1.0.6 </a:t>
            </a:r>
            <a:r>
              <a:rPr kumimoji="1" lang="zh-CN" altLang="en-US" sz="1400" b="1" dirty="0">
                <a:solidFill>
                  <a:srgbClr val="000000"/>
                </a:solidFill>
                <a:latin typeface="微软雅黑" pitchFamily="34" charset="-122"/>
                <a:ea typeface="微软雅黑" pitchFamily="34" charset="-122"/>
              </a:rPr>
              <a:t>的硬件</a:t>
            </a:r>
            <a:r>
              <a:rPr kumimoji="1" lang="zh-CN" altLang="en-US" sz="1400" b="1" dirty="0" smtClean="0">
                <a:solidFill>
                  <a:srgbClr val="000000"/>
                </a:solidFill>
                <a:latin typeface="微软雅黑" pitchFamily="34" charset="-122"/>
                <a:ea typeface="微软雅黑" pitchFamily="34" charset="-122"/>
              </a:rPr>
              <a:t>地址。</a:t>
            </a:r>
            <a:endParaRPr kumimoji="1" lang="zh-CN" altLang="en-US" sz="1400" b="1" dirty="0">
              <a:solidFill>
                <a:srgbClr val="000000"/>
              </a:solidFill>
              <a:latin typeface="微软雅黑" pitchFamily="34" charset="-122"/>
              <a:ea typeface="微软雅黑" pitchFamily="34" charset="-122"/>
            </a:endParaRPr>
          </a:p>
        </p:txBody>
      </p:sp>
      <p:sp>
        <p:nvSpPr>
          <p:cNvPr id="66" name="任意多边形 65"/>
          <p:cNvSpPr/>
          <p:nvPr/>
        </p:nvSpPr>
        <p:spPr>
          <a:xfrm>
            <a:off x="3417623" y="4870033"/>
            <a:ext cx="1535289" cy="386627"/>
          </a:xfrm>
          <a:custGeom>
            <a:avLst/>
            <a:gdLst>
              <a:gd name="connsiteX0" fmla="*/ 927100 w 927100"/>
              <a:gd name="connsiteY0" fmla="*/ 311150 h 311150"/>
              <a:gd name="connsiteX1" fmla="*/ 711200 w 927100"/>
              <a:gd name="connsiteY1" fmla="*/ 31750 h 311150"/>
              <a:gd name="connsiteX2" fmla="*/ 0 w 927100"/>
              <a:gd name="connsiteY2" fmla="*/ 6350 h 311150"/>
              <a:gd name="connsiteX3" fmla="*/ 0 w 927100"/>
              <a:gd name="connsiteY3" fmla="*/ 6350 h 311150"/>
              <a:gd name="connsiteX0" fmla="*/ 927100 w 927100"/>
              <a:gd name="connsiteY0" fmla="*/ 317915 h 317915"/>
              <a:gd name="connsiteX1" fmla="*/ 811773 w 927100"/>
              <a:gd name="connsiteY1" fmla="*/ 25815 h 317915"/>
              <a:gd name="connsiteX2" fmla="*/ 0 w 927100"/>
              <a:gd name="connsiteY2" fmla="*/ 13115 h 317915"/>
              <a:gd name="connsiteX3" fmla="*/ 0 w 927100"/>
              <a:gd name="connsiteY3" fmla="*/ 13115 h 317915"/>
            </a:gdLst>
            <a:ahLst/>
            <a:cxnLst>
              <a:cxn ang="0">
                <a:pos x="connsiteX0" y="connsiteY0"/>
              </a:cxn>
              <a:cxn ang="0">
                <a:pos x="connsiteX1" y="connsiteY1"/>
              </a:cxn>
              <a:cxn ang="0">
                <a:pos x="connsiteX2" y="connsiteY2"/>
              </a:cxn>
              <a:cxn ang="0">
                <a:pos x="connsiteX3" y="connsiteY3"/>
              </a:cxn>
            </a:cxnLst>
            <a:rect l="l" t="t" r="r" b="b"/>
            <a:pathLst>
              <a:path w="927100" h="317915">
                <a:moveTo>
                  <a:pt x="927100" y="317915"/>
                </a:moveTo>
                <a:cubicBezTo>
                  <a:pt x="896408" y="203615"/>
                  <a:pt x="966290" y="76615"/>
                  <a:pt x="811773" y="25815"/>
                </a:cubicBezTo>
                <a:cubicBezTo>
                  <a:pt x="657256" y="-24985"/>
                  <a:pt x="135295" y="15232"/>
                  <a:pt x="0" y="13115"/>
                </a:cubicBezTo>
                <a:lnTo>
                  <a:pt x="0" y="13115"/>
                </a:lnTo>
              </a:path>
            </a:pathLst>
          </a:custGeom>
          <a:noFill/>
          <a:ln w="38100">
            <a:solidFill>
              <a:srgbClr val="CC00CC"/>
            </a:solidFill>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grpSp>
        <p:nvGrpSpPr>
          <p:cNvPr id="67" name="组合 66"/>
          <p:cNvGrpSpPr/>
          <p:nvPr/>
        </p:nvGrpSpPr>
        <p:grpSpPr>
          <a:xfrm>
            <a:off x="47328" y="4508771"/>
            <a:ext cx="6134439" cy="1152477"/>
            <a:chOff x="1422400" y="1686109"/>
            <a:chExt cx="6134439" cy="1152477"/>
          </a:xfrm>
        </p:grpSpPr>
        <p:sp>
          <p:nvSpPr>
            <p:cNvPr id="68" name="Line 9"/>
            <p:cNvSpPr>
              <a:spLocks noChangeShapeType="1"/>
            </p:cNvSpPr>
            <p:nvPr/>
          </p:nvSpPr>
          <p:spPr bwMode="auto">
            <a:xfrm rot="5400000">
              <a:off x="6297733" y="2356527"/>
              <a:ext cx="356087" cy="0"/>
            </a:xfrm>
            <a:prstGeom prst="line">
              <a:avLst/>
            </a:prstGeom>
            <a:noFill/>
            <a:ln w="3810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00"/>
                </a:solidFill>
                <a:latin typeface="微软雅黑" pitchFamily="34" charset="-122"/>
                <a:ea typeface="微软雅黑" pitchFamily="34" charset="-122"/>
              </a:endParaRPr>
            </a:p>
          </p:txBody>
        </p:sp>
        <p:sp>
          <p:nvSpPr>
            <p:cNvPr id="69" name="Line 16"/>
            <p:cNvSpPr>
              <a:spLocks noChangeShapeType="1"/>
            </p:cNvSpPr>
            <p:nvPr/>
          </p:nvSpPr>
          <p:spPr bwMode="auto">
            <a:xfrm flipV="1">
              <a:off x="1422400" y="2178483"/>
              <a:ext cx="5918200" cy="0"/>
            </a:xfrm>
            <a:prstGeom prst="line">
              <a:avLst/>
            </a:prstGeom>
            <a:noFill/>
            <a:ln w="3810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00"/>
                </a:solidFill>
                <a:latin typeface="微软雅黑" pitchFamily="34" charset="-122"/>
                <a:ea typeface="微软雅黑" pitchFamily="34" charset="-122"/>
              </a:endParaRPr>
            </a:p>
          </p:txBody>
        </p:sp>
        <p:sp>
          <p:nvSpPr>
            <p:cNvPr id="70" name="Text Box 56"/>
            <p:cNvSpPr txBox="1">
              <a:spLocks noChangeArrowheads="1"/>
            </p:cNvSpPr>
            <p:nvPr/>
          </p:nvSpPr>
          <p:spPr bwMode="auto">
            <a:xfrm>
              <a:off x="6554642" y="2249700"/>
              <a:ext cx="100219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smtClean="0">
                  <a:solidFill>
                    <a:srgbClr val="000000"/>
                  </a:solidFill>
                  <a:latin typeface="微软雅黑" pitchFamily="34" charset="-122"/>
                  <a:ea typeface="微软雅黑" pitchFamily="34" charset="-122"/>
                </a:rPr>
                <a:t>219.1.0.6</a:t>
              </a:r>
              <a:endParaRPr kumimoji="1" lang="en-US" altLang="zh-CN" sz="1400" b="1" dirty="0">
                <a:solidFill>
                  <a:srgbClr val="000000"/>
                </a:solidFill>
                <a:latin typeface="微软雅黑" pitchFamily="34" charset="-122"/>
                <a:ea typeface="微软雅黑" pitchFamily="34" charset="-122"/>
              </a:endParaRPr>
            </a:p>
          </p:txBody>
        </p:sp>
        <p:sp>
          <p:nvSpPr>
            <p:cNvPr id="71" name="Line 7"/>
            <p:cNvSpPr>
              <a:spLocks noChangeShapeType="1"/>
            </p:cNvSpPr>
            <p:nvPr/>
          </p:nvSpPr>
          <p:spPr bwMode="auto">
            <a:xfrm rot="5400000">
              <a:off x="2044629" y="2356527"/>
              <a:ext cx="356087" cy="0"/>
            </a:xfrm>
            <a:prstGeom prst="line">
              <a:avLst/>
            </a:prstGeom>
            <a:noFill/>
            <a:ln w="3810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00"/>
                </a:solidFill>
                <a:latin typeface="微软雅黑" pitchFamily="34" charset="-122"/>
                <a:ea typeface="微软雅黑" pitchFamily="34" charset="-122"/>
              </a:endParaRPr>
            </a:p>
          </p:txBody>
        </p:sp>
        <p:sp>
          <p:nvSpPr>
            <p:cNvPr id="72" name="Text Box 17"/>
            <p:cNvSpPr txBox="1">
              <a:spLocks noChangeArrowheads="1"/>
            </p:cNvSpPr>
            <p:nvPr/>
          </p:nvSpPr>
          <p:spPr bwMode="auto">
            <a:xfrm>
              <a:off x="2352998" y="2488377"/>
              <a:ext cx="31931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00"/>
                  </a:solidFill>
                  <a:latin typeface="微软雅黑" pitchFamily="34" charset="-122"/>
                  <a:ea typeface="微软雅黑" pitchFamily="34" charset="-122"/>
                </a:rPr>
                <a:t>A</a:t>
              </a:r>
            </a:p>
          </p:txBody>
        </p:sp>
        <p:sp>
          <p:nvSpPr>
            <p:cNvPr id="73" name="Text Box 20"/>
            <p:cNvSpPr txBox="1">
              <a:spLocks noChangeArrowheads="1"/>
            </p:cNvSpPr>
            <p:nvPr/>
          </p:nvSpPr>
          <p:spPr bwMode="auto">
            <a:xfrm>
              <a:off x="6623569" y="2488377"/>
              <a:ext cx="3080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00"/>
                  </a:solidFill>
                  <a:latin typeface="微软雅黑" pitchFamily="34" charset="-122"/>
                  <a:ea typeface="微软雅黑" pitchFamily="34" charset="-122"/>
                </a:rPr>
                <a:t>B</a:t>
              </a:r>
            </a:p>
          </p:txBody>
        </p:sp>
        <p:pic>
          <p:nvPicPr>
            <p:cNvPr id="74"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08851" y="2433999"/>
              <a:ext cx="404587" cy="404587"/>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84086" y="2433999"/>
              <a:ext cx="404587" cy="404587"/>
            </a:xfrm>
            <a:prstGeom prst="rect">
              <a:avLst/>
            </a:prstGeom>
            <a:noFill/>
            <a:extLst>
              <a:ext uri="{909E8E84-426E-40DD-AFC4-6F175D3DCCD1}">
                <a14:hiddenFill xmlns:a14="http://schemas.microsoft.com/office/drawing/2010/main">
                  <a:solidFill>
                    <a:srgbClr val="FFFFFF"/>
                  </a:solidFill>
                </a14:hiddenFill>
              </a:ext>
            </a:extLst>
          </p:spPr>
        </p:pic>
        <p:sp>
          <p:nvSpPr>
            <p:cNvPr id="76" name="Text Box 55"/>
            <p:cNvSpPr txBox="1">
              <a:spLocks noChangeArrowheads="1"/>
            </p:cNvSpPr>
            <p:nvPr/>
          </p:nvSpPr>
          <p:spPr bwMode="auto">
            <a:xfrm>
              <a:off x="2269864" y="2249700"/>
              <a:ext cx="100219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00"/>
                  </a:solidFill>
                  <a:latin typeface="微软雅黑" pitchFamily="34" charset="-122"/>
                  <a:ea typeface="微软雅黑" pitchFamily="34" charset="-122"/>
                </a:rPr>
                <a:t>209.0.0.5</a:t>
              </a:r>
            </a:p>
          </p:txBody>
        </p:sp>
        <p:sp>
          <p:nvSpPr>
            <p:cNvPr id="77" name="Text Box 18"/>
            <p:cNvSpPr txBox="1">
              <a:spLocks noChangeArrowheads="1"/>
            </p:cNvSpPr>
            <p:nvPr/>
          </p:nvSpPr>
          <p:spPr bwMode="auto">
            <a:xfrm>
              <a:off x="4054786" y="1686109"/>
              <a:ext cx="108876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solidFill>
                    <a:srgbClr val="000000"/>
                  </a:solidFill>
                  <a:latin typeface="微软雅黑" pitchFamily="34" charset="-122"/>
                  <a:ea typeface="微软雅黑" pitchFamily="34" charset="-122"/>
                </a:rPr>
                <a:t>路由器 </a:t>
              </a:r>
              <a:r>
                <a:rPr kumimoji="1" lang="en-US" altLang="zh-CN" sz="1600" b="1" dirty="0">
                  <a:solidFill>
                    <a:srgbClr val="000000"/>
                  </a:solidFill>
                  <a:latin typeface="微软雅黑" pitchFamily="34" charset="-122"/>
                  <a:ea typeface="微软雅黑" pitchFamily="34" charset="-122"/>
                </a:rPr>
                <a:t>R</a:t>
              </a:r>
              <a:r>
                <a:rPr kumimoji="1" lang="en-US" altLang="zh-CN" sz="1600" b="1" baseline="-25000" dirty="0">
                  <a:solidFill>
                    <a:srgbClr val="000000"/>
                  </a:solidFill>
                  <a:latin typeface="微软雅黑" pitchFamily="34" charset="-122"/>
                  <a:ea typeface="微软雅黑" pitchFamily="34" charset="-122"/>
                </a:rPr>
                <a:t>1</a:t>
              </a:r>
            </a:p>
          </p:txBody>
        </p:sp>
        <p:pic>
          <p:nvPicPr>
            <p:cNvPr id="78" name="Picture 2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20663" y="1981098"/>
              <a:ext cx="545185" cy="381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9" name="Text Box 55"/>
            <p:cNvSpPr txBox="1">
              <a:spLocks noChangeArrowheads="1"/>
            </p:cNvSpPr>
            <p:nvPr/>
          </p:nvSpPr>
          <p:spPr bwMode="auto">
            <a:xfrm>
              <a:off x="3450251" y="2249700"/>
              <a:ext cx="100219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smtClean="0">
                  <a:solidFill>
                    <a:srgbClr val="000000"/>
                  </a:solidFill>
                  <a:latin typeface="微软雅黑" pitchFamily="34" charset="-122"/>
                  <a:ea typeface="微软雅黑" pitchFamily="34" charset="-122"/>
                </a:rPr>
                <a:t>209.0.0.1</a:t>
              </a:r>
              <a:endParaRPr kumimoji="1" lang="en-US" altLang="zh-CN" sz="1400" b="1" dirty="0">
                <a:solidFill>
                  <a:srgbClr val="000000"/>
                </a:solidFill>
                <a:latin typeface="微软雅黑" pitchFamily="34" charset="-122"/>
                <a:ea typeface="微软雅黑" pitchFamily="34" charset="-122"/>
              </a:endParaRPr>
            </a:p>
          </p:txBody>
        </p:sp>
        <p:sp>
          <p:nvSpPr>
            <p:cNvPr id="80" name="Text Box 55"/>
            <p:cNvSpPr txBox="1">
              <a:spLocks noChangeArrowheads="1"/>
            </p:cNvSpPr>
            <p:nvPr/>
          </p:nvSpPr>
          <p:spPr bwMode="auto">
            <a:xfrm>
              <a:off x="4679216" y="2249700"/>
              <a:ext cx="100219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smtClean="0">
                  <a:solidFill>
                    <a:srgbClr val="000000"/>
                  </a:solidFill>
                  <a:latin typeface="微软雅黑" pitchFamily="34" charset="-122"/>
                  <a:ea typeface="微软雅黑" pitchFamily="34" charset="-122"/>
                </a:rPr>
                <a:t>219.1.0.1</a:t>
              </a:r>
              <a:endParaRPr kumimoji="1" lang="en-US" altLang="zh-CN" sz="1400" b="1" dirty="0">
                <a:solidFill>
                  <a:srgbClr val="000000"/>
                </a:solidFill>
                <a:latin typeface="微软雅黑" pitchFamily="34" charset="-122"/>
                <a:ea typeface="微软雅黑" pitchFamily="34" charset="-122"/>
              </a:endParaRPr>
            </a:p>
          </p:txBody>
        </p:sp>
      </p:grpSp>
      <p:cxnSp>
        <p:nvCxnSpPr>
          <p:cNvPr id="81" name="直接箭头连接符 80"/>
          <p:cNvCxnSpPr/>
          <p:nvPr/>
        </p:nvCxnSpPr>
        <p:spPr>
          <a:xfrm>
            <a:off x="3453862" y="4885023"/>
            <a:ext cx="2173573" cy="0"/>
          </a:xfrm>
          <a:prstGeom prst="straightConnector1">
            <a:avLst/>
          </a:prstGeom>
          <a:ln w="38100">
            <a:solidFill>
              <a:srgbClr val="CC00CC"/>
            </a:solidFill>
            <a:tailEnd type="triangle"/>
          </a:ln>
        </p:spPr>
        <p:style>
          <a:lnRef idx="1">
            <a:schemeClr val="accent1"/>
          </a:lnRef>
          <a:fillRef idx="0">
            <a:schemeClr val="accent1"/>
          </a:fillRef>
          <a:effectRef idx="0">
            <a:schemeClr val="accent1"/>
          </a:effectRef>
          <a:fontRef idx="minor">
            <a:schemeClr val="tx1"/>
          </a:fontRef>
        </p:style>
      </p:cxnSp>
      <p:sp>
        <p:nvSpPr>
          <p:cNvPr id="82" name="任意多边形 81"/>
          <p:cNvSpPr/>
          <p:nvPr/>
        </p:nvSpPr>
        <p:spPr>
          <a:xfrm>
            <a:off x="9636631" y="4870033"/>
            <a:ext cx="1577896" cy="386627"/>
          </a:xfrm>
          <a:custGeom>
            <a:avLst/>
            <a:gdLst>
              <a:gd name="connsiteX0" fmla="*/ 927100 w 927100"/>
              <a:gd name="connsiteY0" fmla="*/ 311150 h 311150"/>
              <a:gd name="connsiteX1" fmla="*/ 711200 w 927100"/>
              <a:gd name="connsiteY1" fmla="*/ 31750 h 311150"/>
              <a:gd name="connsiteX2" fmla="*/ 0 w 927100"/>
              <a:gd name="connsiteY2" fmla="*/ 6350 h 311150"/>
              <a:gd name="connsiteX3" fmla="*/ 0 w 927100"/>
              <a:gd name="connsiteY3" fmla="*/ 6350 h 311150"/>
              <a:gd name="connsiteX0" fmla="*/ 927100 w 927100"/>
              <a:gd name="connsiteY0" fmla="*/ 317915 h 317915"/>
              <a:gd name="connsiteX1" fmla="*/ 811773 w 927100"/>
              <a:gd name="connsiteY1" fmla="*/ 25815 h 317915"/>
              <a:gd name="connsiteX2" fmla="*/ 0 w 927100"/>
              <a:gd name="connsiteY2" fmla="*/ 13115 h 317915"/>
              <a:gd name="connsiteX3" fmla="*/ 0 w 927100"/>
              <a:gd name="connsiteY3" fmla="*/ 13115 h 317915"/>
            </a:gdLst>
            <a:ahLst/>
            <a:cxnLst>
              <a:cxn ang="0">
                <a:pos x="connsiteX0" y="connsiteY0"/>
              </a:cxn>
              <a:cxn ang="0">
                <a:pos x="connsiteX1" y="connsiteY1"/>
              </a:cxn>
              <a:cxn ang="0">
                <a:pos x="connsiteX2" y="connsiteY2"/>
              </a:cxn>
              <a:cxn ang="0">
                <a:pos x="connsiteX3" y="connsiteY3"/>
              </a:cxn>
            </a:cxnLst>
            <a:rect l="l" t="t" r="r" b="b"/>
            <a:pathLst>
              <a:path w="927100" h="317915">
                <a:moveTo>
                  <a:pt x="927100" y="317915"/>
                </a:moveTo>
                <a:cubicBezTo>
                  <a:pt x="896408" y="203615"/>
                  <a:pt x="966290" y="76615"/>
                  <a:pt x="811773" y="25815"/>
                </a:cubicBezTo>
                <a:cubicBezTo>
                  <a:pt x="657256" y="-24985"/>
                  <a:pt x="135295" y="15232"/>
                  <a:pt x="0" y="13115"/>
                </a:cubicBezTo>
                <a:lnTo>
                  <a:pt x="0" y="13115"/>
                </a:lnTo>
              </a:path>
            </a:pathLst>
          </a:custGeom>
          <a:noFill/>
          <a:ln w="38100">
            <a:solidFill>
              <a:srgbClr val="CC00CC"/>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grpSp>
        <p:nvGrpSpPr>
          <p:cNvPr id="83" name="组合 82"/>
          <p:cNvGrpSpPr/>
          <p:nvPr/>
        </p:nvGrpSpPr>
        <p:grpSpPr>
          <a:xfrm>
            <a:off x="6240016" y="4508771"/>
            <a:ext cx="6008849" cy="1152477"/>
            <a:chOff x="1422400" y="1686109"/>
            <a:chExt cx="6008849" cy="1152477"/>
          </a:xfrm>
        </p:grpSpPr>
        <p:sp>
          <p:nvSpPr>
            <p:cNvPr id="84" name="Line 9"/>
            <p:cNvSpPr>
              <a:spLocks noChangeShapeType="1"/>
            </p:cNvSpPr>
            <p:nvPr/>
          </p:nvSpPr>
          <p:spPr bwMode="auto">
            <a:xfrm rot="5400000">
              <a:off x="6297733" y="2356527"/>
              <a:ext cx="356087" cy="0"/>
            </a:xfrm>
            <a:prstGeom prst="line">
              <a:avLst/>
            </a:prstGeom>
            <a:noFill/>
            <a:ln w="3810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00"/>
                </a:solidFill>
                <a:latin typeface="微软雅黑" pitchFamily="34" charset="-122"/>
                <a:ea typeface="微软雅黑" pitchFamily="34" charset="-122"/>
              </a:endParaRPr>
            </a:p>
          </p:txBody>
        </p:sp>
        <p:sp>
          <p:nvSpPr>
            <p:cNvPr id="85" name="Line 16"/>
            <p:cNvSpPr>
              <a:spLocks noChangeShapeType="1"/>
            </p:cNvSpPr>
            <p:nvPr/>
          </p:nvSpPr>
          <p:spPr bwMode="auto">
            <a:xfrm flipV="1">
              <a:off x="1422400" y="2178483"/>
              <a:ext cx="5918200" cy="0"/>
            </a:xfrm>
            <a:prstGeom prst="line">
              <a:avLst/>
            </a:prstGeom>
            <a:noFill/>
            <a:ln w="3810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00"/>
                </a:solidFill>
                <a:latin typeface="微软雅黑" pitchFamily="34" charset="-122"/>
                <a:ea typeface="微软雅黑" pitchFamily="34" charset="-122"/>
              </a:endParaRPr>
            </a:p>
          </p:txBody>
        </p:sp>
        <p:sp>
          <p:nvSpPr>
            <p:cNvPr id="86" name="Text Box 56"/>
            <p:cNvSpPr txBox="1">
              <a:spLocks noChangeArrowheads="1"/>
            </p:cNvSpPr>
            <p:nvPr/>
          </p:nvSpPr>
          <p:spPr bwMode="auto">
            <a:xfrm>
              <a:off x="6429052" y="2190514"/>
              <a:ext cx="100219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smtClean="0">
                  <a:solidFill>
                    <a:srgbClr val="000000"/>
                  </a:solidFill>
                  <a:latin typeface="微软雅黑" pitchFamily="34" charset="-122"/>
                  <a:ea typeface="微软雅黑" pitchFamily="34" charset="-122"/>
                </a:rPr>
                <a:t>219.1.0.6</a:t>
              </a:r>
              <a:endParaRPr kumimoji="1" lang="en-US" altLang="zh-CN" sz="1400" b="1" dirty="0">
                <a:solidFill>
                  <a:srgbClr val="000000"/>
                </a:solidFill>
                <a:latin typeface="微软雅黑" pitchFamily="34" charset="-122"/>
                <a:ea typeface="微软雅黑" pitchFamily="34" charset="-122"/>
              </a:endParaRPr>
            </a:p>
          </p:txBody>
        </p:sp>
        <p:sp>
          <p:nvSpPr>
            <p:cNvPr id="87" name="Line 7"/>
            <p:cNvSpPr>
              <a:spLocks noChangeShapeType="1"/>
            </p:cNvSpPr>
            <p:nvPr/>
          </p:nvSpPr>
          <p:spPr bwMode="auto">
            <a:xfrm rot="5400000">
              <a:off x="2044629" y="2356527"/>
              <a:ext cx="356087" cy="0"/>
            </a:xfrm>
            <a:prstGeom prst="line">
              <a:avLst/>
            </a:prstGeom>
            <a:noFill/>
            <a:ln w="3810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00"/>
                </a:solidFill>
                <a:latin typeface="微软雅黑" pitchFamily="34" charset="-122"/>
                <a:ea typeface="微软雅黑" pitchFamily="34" charset="-122"/>
              </a:endParaRPr>
            </a:p>
          </p:txBody>
        </p:sp>
        <p:sp>
          <p:nvSpPr>
            <p:cNvPr id="88" name="Text Box 17"/>
            <p:cNvSpPr txBox="1">
              <a:spLocks noChangeArrowheads="1"/>
            </p:cNvSpPr>
            <p:nvPr/>
          </p:nvSpPr>
          <p:spPr bwMode="auto">
            <a:xfrm>
              <a:off x="2352998" y="2488377"/>
              <a:ext cx="31931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00"/>
                  </a:solidFill>
                  <a:latin typeface="微软雅黑" pitchFamily="34" charset="-122"/>
                  <a:ea typeface="微软雅黑" pitchFamily="34" charset="-122"/>
                </a:rPr>
                <a:t>A</a:t>
              </a:r>
            </a:p>
          </p:txBody>
        </p:sp>
        <p:sp>
          <p:nvSpPr>
            <p:cNvPr id="89" name="Text Box 20"/>
            <p:cNvSpPr txBox="1">
              <a:spLocks noChangeArrowheads="1"/>
            </p:cNvSpPr>
            <p:nvPr/>
          </p:nvSpPr>
          <p:spPr bwMode="auto">
            <a:xfrm>
              <a:off x="6623569" y="2488377"/>
              <a:ext cx="3080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00"/>
                  </a:solidFill>
                  <a:latin typeface="微软雅黑" pitchFamily="34" charset="-122"/>
                  <a:ea typeface="微软雅黑" pitchFamily="34" charset="-122"/>
                </a:rPr>
                <a:t>B</a:t>
              </a:r>
            </a:p>
          </p:txBody>
        </p:sp>
        <p:pic>
          <p:nvPicPr>
            <p:cNvPr id="90"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08851" y="2433999"/>
              <a:ext cx="404587" cy="404587"/>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84086" y="2433999"/>
              <a:ext cx="404587" cy="404587"/>
            </a:xfrm>
            <a:prstGeom prst="rect">
              <a:avLst/>
            </a:prstGeom>
            <a:noFill/>
            <a:extLst>
              <a:ext uri="{909E8E84-426E-40DD-AFC4-6F175D3DCCD1}">
                <a14:hiddenFill xmlns:a14="http://schemas.microsoft.com/office/drawing/2010/main">
                  <a:solidFill>
                    <a:srgbClr val="FFFFFF"/>
                  </a:solidFill>
                </a14:hiddenFill>
              </a:ext>
            </a:extLst>
          </p:spPr>
        </p:pic>
        <p:sp>
          <p:nvSpPr>
            <p:cNvPr id="92" name="Text Box 55"/>
            <p:cNvSpPr txBox="1">
              <a:spLocks noChangeArrowheads="1"/>
            </p:cNvSpPr>
            <p:nvPr/>
          </p:nvSpPr>
          <p:spPr bwMode="auto">
            <a:xfrm>
              <a:off x="2269864" y="2249700"/>
              <a:ext cx="100219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00"/>
                  </a:solidFill>
                  <a:latin typeface="微软雅黑" pitchFamily="34" charset="-122"/>
                  <a:ea typeface="微软雅黑" pitchFamily="34" charset="-122"/>
                </a:rPr>
                <a:t>209.0.0.5</a:t>
              </a:r>
            </a:p>
          </p:txBody>
        </p:sp>
        <p:sp>
          <p:nvSpPr>
            <p:cNvPr id="93" name="Text Box 18"/>
            <p:cNvSpPr txBox="1">
              <a:spLocks noChangeArrowheads="1"/>
            </p:cNvSpPr>
            <p:nvPr/>
          </p:nvSpPr>
          <p:spPr bwMode="auto">
            <a:xfrm>
              <a:off x="4054786" y="1686109"/>
              <a:ext cx="108876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solidFill>
                    <a:srgbClr val="000000"/>
                  </a:solidFill>
                  <a:latin typeface="微软雅黑" pitchFamily="34" charset="-122"/>
                  <a:ea typeface="微软雅黑" pitchFamily="34" charset="-122"/>
                </a:rPr>
                <a:t>路由器 </a:t>
              </a:r>
              <a:r>
                <a:rPr kumimoji="1" lang="en-US" altLang="zh-CN" sz="1600" b="1" dirty="0">
                  <a:solidFill>
                    <a:srgbClr val="000000"/>
                  </a:solidFill>
                  <a:latin typeface="微软雅黑" pitchFamily="34" charset="-122"/>
                  <a:ea typeface="微软雅黑" pitchFamily="34" charset="-122"/>
                </a:rPr>
                <a:t>R</a:t>
              </a:r>
              <a:r>
                <a:rPr kumimoji="1" lang="en-US" altLang="zh-CN" sz="1600" b="1" baseline="-25000" dirty="0">
                  <a:solidFill>
                    <a:srgbClr val="000000"/>
                  </a:solidFill>
                  <a:latin typeface="微软雅黑" pitchFamily="34" charset="-122"/>
                  <a:ea typeface="微软雅黑" pitchFamily="34" charset="-122"/>
                </a:rPr>
                <a:t>1</a:t>
              </a:r>
            </a:p>
          </p:txBody>
        </p:sp>
        <p:pic>
          <p:nvPicPr>
            <p:cNvPr id="94" name="Picture 2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20663" y="1981098"/>
              <a:ext cx="545185" cy="381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95" name="Text Box 55"/>
            <p:cNvSpPr txBox="1">
              <a:spLocks noChangeArrowheads="1"/>
            </p:cNvSpPr>
            <p:nvPr/>
          </p:nvSpPr>
          <p:spPr bwMode="auto">
            <a:xfrm>
              <a:off x="3450251" y="2249700"/>
              <a:ext cx="100219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smtClean="0">
                  <a:solidFill>
                    <a:srgbClr val="000000"/>
                  </a:solidFill>
                  <a:latin typeface="微软雅黑" pitchFamily="34" charset="-122"/>
                  <a:ea typeface="微软雅黑" pitchFamily="34" charset="-122"/>
                </a:rPr>
                <a:t>209.0.0.1</a:t>
              </a:r>
              <a:endParaRPr kumimoji="1" lang="en-US" altLang="zh-CN" sz="1400" b="1" dirty="0">
                <a:solidFill>
                  <a:srgbClr val="000000"/>
                </a:solidFill>
                <a:latin typeface="微软雅黑" pitchFamily="34" charset="-122"/>
                <a:ea typeface="微软雅黑" pitchFamily="34" charset="-122"/>
              </a:endParaRPr>
            </a:p>
          </p:txBody>
        </p:sp>
        <p:sp>
          <p:nvSpPr>
            <p:cNvPr id="96" name="Text Box 55"/>
            <p:cNvSpPr txBox="1">
              <a:spLocks noChangeArrowheads="1"/>
            </p:cNvSpPr>
            <p:nvPr/>
          </p:nvSpPr>
          <p:spPr bwMode="auto">
            <a:xfrm>
              <a:off x="4679216" y="2249700"/>
              <a:ext cx="100219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smtClean="0">
                  <a:solidFill>
                    <a:srgbClr val="000000"/>
                  </a:solidFill>
                  <a:latin typeface="微软雅黑" pitchFamily="34" charset="-122"/>
                  <a:ea typeface="微软雅黑" pitchFamily="34" charset="-122"/>
                </a:rPr>
                <a:t>219.1.0.1</a:t>
              </a:r>
              <a:endParaRPr kumimoji="1" lang="en-US" altLang="zh-CN" sz="1400" b="1" dirty="0">
                <a:solidFill>
                  <a:srgbClr val="000000"/>
                </a:solidFill>
                <a:latin typeface="微软雅黑" pitchFamily="34" charset="-122"/>
                <a:ea typeface="微软雅黑" pitchFamily="34" charset="-122"/>
              </a:endParaRPr>
            </a:p>
          </p:txBody>
        </p:sp>
      </p:grpSp>
      <p:grpSp>
        <p:nvGrpSpPr>
          <p:cNvPr id="97" name="Group 94"/>
          <p:cNvGrpSpPr>
            <a:grpSpLocks/>
          </p:cNvGrpSpPr>
          <p:nvPr/>
        </p:nvGrpSpPr>
        <p:grpSpPr bwMode="auto">
          <a:xfrm>
            <a:off x="9990749" y="4508776"/>
            <a:ext cx="1111409" cy="307968"/>
            <a:chOff x="249" y="599"/>
            <a:chExt cx="1066" cy="320"/>
          </a:xfrm>
          <a:solidFill>
            <a:srgbClr val="00FFFF"/>
          </a:solidFill>
        </p:grpSpPr>
        <p:sp>
          <p:nvSpPr>
            <p:cNvPr id="98" name="AutoShape 95"/>
            <p:cNvSpPr>
              <a:spLocks noChangeArrowheads="1"/>
            </p:cNvSpPr>
            <p:nvPr/>
          </p:nvSpPr>
          <p:spPr bwMode="auto">
            <a:xfrm flipH="1">
              <a:off x="249" y="709"/>
              <a:ext cx="138" cy="139"/>
            </a:xfrm>
            <a:prstGeom prst="rightArrow">
              <a:avLst>
                <a:gd name="adj1" fmla="val 50000"/>
                <a:gd name="adj2" fmla="val 25000"/>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99" name="Text Box 96"/>
            <p:cNvSpPr txBox="1">
              <a:spLocks noChangeArrowheads="1"/>
            </p:cNvSpPr>
            <p:nvPr/>
          </p:nvSpPr>
          <p:spPr bwMode="auto">
            <a:xfrm flipH="1">
              <a:off x="386" y="599"/>
              <a:ext cx="929" cy="320"/>
            </a:xfrm>
            <a:prstGeom prst="rect">
              <a:avLst/>
            </a:prstGeom>
            <a:grpFill/>
            <a:ln w="12700">
              <a:solidFill>
                <a:schemeClr val="tx1"/>
              </a:solidFill>
              <a:miter lim="800000"/>
              <a:headEnd/>
              <a:tailEnd/>
            </a:ln>
            <a:effectLst/>
          </p:spPr>
          <p:txBody>
            <a:bodyPr wrap="square">
              <a:spAutoFit/>
            </a:bodyPr>
            <a:lstStyle/>
            <a:p>
              <a:pPr algn="ctr"/>
              <a:r>
                <a:rPr kumimoji="1" lang="en-US" altLang="zh-CN" sz="1400" b="1" dirty="0">
                  <a:solidFill>
                    <a:srgbClr val="000000"/>
                  </a:solidFill>
                  <a:latin typeface="微软雅黑" pitchFamily="34" charset="-122"/>
                  <a:ea typeface="微软雅黑" pitchFamily="34" charset="-122"/>
                </a:rPr>
                <a:t>ARP </a:t>
              </a:r>
              <a:r>
                <a:rPr kumimoji="1" lang="zh-CN" altLang="en-US" sz="1400" b="1" dirty="0" smtClean="0">
                  <a:solidFill>
                    <a:srgbClr val="000000"/>
                  </a:solidFill>
                  <a:latin typeface="微软雅黑" pitchFamily="34" charset="-122"/>
                  <a:ea typeface="微软雅黑" pitchFamily="34" charset="-122"/>
                </a:rPr>
                <a:t>响应</a:t>
              </a:r>
              <a:endParaRPr kumimoji="1" lang="zh-CN" altLang="en-US" sz="1400" b="1" dirty="0">
                <a:solidFill>
                  <a:srgbClr val="000000"/>
                </a:solidFill>
                <a:latin typeface="微软雅黑" pitchFamily="34" charset="-122"/>
                <a:ea typeface="微软雅黑" pitchFamily="34" charset="-122"/>
              </a:endParaRPr>
            </a:p>
          </p:txBody>
        </p:sp>
      </p:grpSp>
      <p:sp>
        <p:nvSpPr>
          <p:cNvPr id="100" name="AutoShape 61"/>
          <p:cNvSpPr>
            <a:spLocks noChangeArrowheads="1"/>
          </p:cNvSpPr>
          <p:nvPr/>
        </p:nvSpPr>
        <p:spPr bwMode="auto">
          <a:xfrm>
            <a:off x="8464210" y="3883861"/>
            <a:ext cx="2637492" cy="440778"/>
          </a:xfrm>
          <a:prstGeom prst="wedgeRoundRectCallout">
            <a:avLst>
              <a:gd name="adj1" fmla="val 33066"/>
              <a:gd name="adj2" fmla="val 100715"/>
              <a:gd name="adj3" fmla="val 16667"/>
            </a:avLst>
          </a:prstGeom>
          <a:solidFill>
            <a:srgbClr val="00FF99"/>
          </a:solidFill>
          <a:ln w="9525">
            <a:solidFill>
              <a:schemeClr val="tx1"/>
            </a:solidFill>
            <a:miter lim="800000"/>
            <a:headEnd/>
            <a:tailEnd/>
          </a:ln>
          <a:effectLst/>
          <a:extLst/>
        </p:spPr>
        <p:txBody>
          <a:bodyPr/>
          <a:lstStyle/>
          <a:p>
            <a:pPr algn="ctr"/>
            <a:endParaRPr kumimoji="1" lang="zh-CN" altLang="zh-CN" sz="1400" b="1">
              <a:solidFill>
                <a:srgbClr val="0000CC"/>
              </a:solidFill>
              <a:latin typeface="微软雅黑" pitchFamily="34" charset="-122"/>
              <a:ea typeface="微软雅黑" pitchFamily="34" charset="-122"/>
            </a:endParaRPr>
          </a:p>
        </p:txBody>
      </p:sp>
      <p:sp>
        <p:nvSpPr>
          <p:cNvPr id="101" name="Text Box 62"/>
          <p:cNvSpPr txBox="1">
            <a:spLocks noChangeArrowheads="1"/>
          </p:cNvSpPr>
          <p:nvPr/>
        </p:nvSpPr>
        <p:spPr bwMode="auto">
          <a:xfrm>
            <a:off x="8482166" y="3861048"/>
            <a:ext cx="27323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400" b="1" dirty="0">
                <a:solidFill>
                  <a:srgbClr val="000000"/>
                </a:solidFill>
                <a:latin typeface="微软雅黑" pitchFamily="34" charset="-122"/>
                <a:ea typeface="微软雅黑" pitchFamily="34" charset="-122"/>
              </a:rPr>
              <a:t>我是 </a:t>
            </a:r>
            <a:r>
              <a:rPr kumimoji="1" lang="en-US" altLang="zh-CN" sz="1400" b="1" dirty="0" smtClean="0">
                <a:solidFill>
                  <a:srgbClr val="000000"/>
                </a:solidFill>
                <a:latin typeface="微软雅黑" pitchFamily="34" charset="-122"/>
                <a:ea typeface="微软雅黑" pitchFamily="34" charset="-122"/>
              </a:rPr>
              <a:t>219.1.0.6</a:t>
            </a:r>
            <a:r>
              <a:rPr kumimoji="1" lang="zh-CN" altLang="en-US" sz="1400" b="1" dirty="0" smtClean="0">
                <a:solidFill>
                  <a:srgbClr val="000000"/>
                </a:solidFill>
                <a:latin typeface="微软雅黑" pitchFamily="34" charset="-122"/>
                <a:ea typeface="微软雅黑" pitchFamily="34" charset="-122"/>
              </a:rPr>
              <a:t>，硬件</a:t>
            </a:r>
            <a:r>
              <a:rPr kumimoji="1" lang="zh-CN" altLang="en-US" sz="1400" b="1" dirty="0">
                <a:solidFill>
                  <a:srgbClr val="000000"/>
                </a:solidFill>
                <a:latin typeface="微软雅黑" pitchFamily="34" charset="-122"/>
                <a:ea typeface="微软雅黑" pitchFamily="34" charset="-122"/>
              </a:rPr>
              <a:t>地址是 </a:t>
            </a:r>
            <a:r>
              <a:rPr kumimoji="1" lang="en-US" altLang="zh-CN" sz="1400" b="1" dirty="0">
                <a:solidFill>
                  <a:srgbClr val="000000"/>
                </a:solidFill>
                <a:latin typeface="微软雅黑" pitchFamily="34" charset="-122"/>
                <a:ea typeface="微软雅黑" pitchFamily="34" charset="-122"/>
              </a:rPr>
              <a:t>08-00-2B-00-EE-0A</a:t>
            </a:r>
            <a:r>
              <a:rPr kumimoji="1" lang="zh-CN" altLang="en-US" sz="1400" b="1" dirty="0" smtClean="0">
                <a:solidFill>
                  <a:srgbClr val="000000"/>
                </a:solidFill>
                <a:latin typeface="微软雅黑" pitchFamily="34" charset="-122"/>
                <a:ea typeface="微软雅黑" pitchFamily="34" charset="-122"/>
              </a:rPr>
              <a:t>。</a:t>
            </a:r>
            <a:endParaRPr kumimoji="1" lang="en-US" altLang="zh-CN" sz="1400" b="1" dirty="0">
              <a:solidFill>
                <a:srgbClr val="000000"/>
              </a:solidFill>
              <a:latin typeface="微软雅黑" pitchFamily="34" charset="-122"/>
              <a:ea typeface="微软雅黑" pitchFamily="34" charset="-122"/>
            </a:endParaRPr>
          </a:p>
        </p:txBody>
      </p:sp>
    </p:spTree>
    <p:extLst>
      <p:ext uri="{BB962C8B-B14F-4D97-AF65-F5344CB8AC3E}">
        <p14:creationId xmlns:p14="http://schemas.microsoft.com/office/powerpoint/2010/main" val="288498388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1000"/>
                                        <p:tgtEl>
                                          <p:spTgt spid="26"/>
                                        </p:tgtEl>
                                      </p:cBhvr>
                                    </p:animEffect>
                                  </p:childTnLst>
                                </p:cTn>
                              </p:par>
                              <p:par>
                                <p:cTn id="8" presetID="22" presetClass="entr" presetSubtype="2" fill="hold" grpId="0" nodeType="withEffect">
                                  <p:stCondLst>
                                    <p:cond delay="250"/>
                                  </p:stCondLst>
                                  <p:childTnLst>
                                    <p:set>
                                      <p:cBhvr>
                                        <p:cTn id="9" dur="1" fill="hold">
                                          <p:stCondLst>
                                            <p:cond delay="0"/>
                                          </p:stCondLst>
                                        </p:cTn>
                                        <p:tgtEl>
                                          <p:spTgt spid="25"/>
                                        </p:tgtEl>
                                        <p:attrNameLst>
                                          <p:attrName>style.visibility</p:attrName>
                                        </p:attrNameLst>
                                      </p:cBhvr>
                                      <p:to>
                                        <p:strVal val="visible"/>
                                      </p:to>
                                    </p:set>
                                    <p:animEffect transition="in" filter="wipe(right)">
                                      <p:cBhvr>
                                        <p:cTn id="10" dur="10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grpId="0" nodeType="clickEffect">
                                  <p:stCondLst>
                                    <p:cond delay="0"/>
                                  </p:stCondLst>
                                  <p:childTnLst>
                                    <p:set>
                                      <p:cBhvr>
                                        <p:cTn id="14" dur="1" fill="hold">
                                          <p:stCondLst>
                                            <p:cond delay="0"/>
                                          </p:stCondLst>
                                        </p:cTn>
                                        <p:tgtEl>
                                          <p:spTgt spid="41"/>
                                        </p:tgtEl>
                                        <p:attrNameLst>
                                          <p:attrName>style.visibility</p:attrName>
                                        </p:attrNameLst>
                                      </p:cBhvr>
                                      <p:to>
                                        <p:strVal val="visible"/>
                                      </p:to>
                                    </p:set>
                                    <p:animEffect transition="in" filter="wipe(right)">
                                      <p:cBhvr>
                                        <p:cTn id="15" dur="1000"/>
                                        <p:tgtEl>
                                          <p:spTgt spid="41"/>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66"/>
                                        </p:tgtEl>
                                        <p:attrNameLst>
                                          <p:attrName>style.visibility</p:attrName>
                                        </p:attrNameLst>
                                      </p:cBhvr>
                                      <p:to>
                                        <p:strVal val="visible"/>
                                      </p:to>
                                    </p:set>
                                    <p:animEffect transition="in" filter="wipe(left)">
                                      <p:cBhvr>
                                        <p:cTn id="20" dur="1000"/>
                                        <p:tgtEl>
                                          <p:spTgt spid="66"/>
                                        </p:tgtEl>
                                      </p:cBhvr>
                                    </p:animEffect>
                                  </p:childTnLst>
                                </p:cTn>
                              </p:par>
                              <p:par>
                                <p:cTn id="21" presetID="22" presetClass="entr" presetSubtype="8" fill="hold" nodeType="withEffect">
                                  <p:stCondLst>
                                    <p:cond delay="0"/>
                                  </p:stCondLst>
                                  <p:childTnLst>
                                    <p:set>
                                      <p:cBhvr>
                                        <p:cTn id="22" dur="1" fill="hold">
                                          <p:stCondLst>
                                            <p:cond delay="0"/>
                                          </p:stCondLst>
                                        </p:cTn>
                                        <p:tgtEl>
                                          <p:spTgt spid="81"/>
                                        </p:tgtEl>
                                        <p:attrNameLst>
                                          <p:attrName>style.visibility</p:attrName>
                                        </p:attrNameLst>
                                      </p:cBhvr>
                                      <p:to>
                                        <p:strVal val="visible"/>
                                      </p:to>
                                    </p:set>
                                    <p:animEffect transition="in" filter="wipe(left)">
                                      <p:cBhvr>
                                        <p:cTn id="23" dur="1500"/>
                                        <p:tgtEl>
                                          <p:spTgt spid="81"/>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2" fill="hold" grpId="0" nodeType="clickEffect">
                                  <p:stCondLst>
                                    <p:cond delay="0"/>
                                  </p:stCondLst>
                                  <p:childTnLst>
                                    <p:set>
                                      <p:cBhvr>
                                        <p:cTn id="27" dur="1" fill="hold">
                                          <p:stCondLst>
                                            <p:cond delay="0"/>
                                          </p:stCondLst>
                                        </p:cTn>
                                        <p:tgtEl>
                                          <p:spTgt spid="82"/>
                                        </p:tgtEl>
                                        <p:attrNameLst>
                                          <p:attrName>style.visibility</p:attrName>
                                        </p:attrNameLst>
                                      </p:cBhvr>
                                      <p:to>
                                        <p:strVal val="visible"/>
                                      </p:to>
                                    </p:set>
                                    <p:animEffect transition="in" filter="wipe(right)">
                                      <p:cBhvr>
                                        <p:cTn id="28" dur="10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41" grpId="0" animBg="1"/>
      <p:bldP spid="66" grpId="0" animBg="1"/>
      <p:bldP spid="82"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Rectangle 2"/>
          <p:cNvSpPr>
            <a:spLocks noGrp="1" noChangeArrowheads="1"/>
          </p:cNvSpPr>
          <p:nvPr>
            <p:ph type="title"/>
          </p:nvPr>
        </p:nvSpPr>
        <p:spPr/>
        <p:txBody>
          <a:bodyPr anchor="ctr"/>
          <a:lstStyle/>
          <a:p>
            <a:pPr eaLnBrk="1" hangingPunct="1"/>
            <a:r>
              <a:rPr lang="en-US" altLang="zh-CN" dirty="0"/>
              <a:t>4.2.4 </a:t>
            </a:r>
            <a:r>
              <a:rPr lang="zh-CN" altLang="en-US" dirty="0"/>
              <a:t>地址解析协议 </a:t>
            </a:r>
            <a:r>
              <a:rPr lang="en-US" altLang="zh-CN" dirty="0"/>
              <a:t>ARP</a:t>
            </a:r>
            <a:endParaRPr lang="zh-CN" altLang="en-US" sz="2800" dirty="0" smtClean="0"/>
          </a:p>
        </p:txBody>
      </p:sp>
      <p:sp>
        <p:nvSpPr>
          <p:cNvPr id="224259" name="Rectangle 3"/>
          <p:cNvSpPr>
            <a:spLocks noGrp="1" noChangeArrowheads="1"/>
          </p:cNvSpPr>
          <p:nvPr>
            <p:ph idx="1"/>
          </p:nvPr>
        </p:nvSpPr>
        <p:spPr>
          <a:xfrm>
            <a:off x="442913" y="1266825"/>
            <a:ext cx="10982325" cy="5591175"/>
          </a:xfrm>
        </p:spPr>
        <p:txBody>
          <a:bodyPr/>
          <a:lstStyle/>
          <a:p>
            <a:pPr algn="just" eaLnBrk="1" hangingPunct="1"/>
            <a:r>
              <a:rPr lang="zh-CN" altLang="en-US" b="1" dirty="0" smtClean="0"/>
              <a:t>从</a:t>
            </a:r>
            <a:r>
              <a:rPr lang="en-US" altLang="zh-CN" b="1" dirty="0" smtClean="0"/>
              <a:t>IP</a:t>
            </a:r>
            <a:r>
              <a:rPr lang="zh-CN" altLang="en-US" b="1" dirty="0" smtClean="0"/>
              <a:t>地址到硬件地址的解析是自动进行的，主机的用户对这种地址解析过程是不知道的。</a:t>
            </a:r>
          </a:p>
          <a:p>
            <a:pPr algn="just" eaLnBrk="1" hangingPunct="1"/>
            <a:r>
              <a:rPr lang="zh-CN" altLang="en-US" b="1" dirty="0" smtClean="0"/>
              <a:t>只要主机或路由器要和本网络上的另一个已知 </a:t>
            </a:r>
            <a:r>
              <a:rPr lang="en-US" altLang="zh-CN" b="1" dirty="0" smtClean="0"/>
              <a:t>IP </a:t>
            </a:r>
            <a:r>
              <a:rPr lang="zh-CN" altLang="en-US" b="1" dirty="0" smtClean="0"/>
              <a:t>地址的主机或路由器进行通信，</a:t>
            </a:r>
            <a:r>
              <a:rPr lang="en-US" altLang="zh-CN" b="1" dirty="0" smtClean="0"/>
              <a:t>ARP </a:t>
            </a:r>
            <a:r>
              <a:rPr lang="zh-CN" altLang="en-US" b="1" dirty="0" smtClean="0"/>
              <a:t>协议就会自动地将该 </a:t>
            </a:r>
            <a:r>
              <a:rPr lang="en-US" altLang="zh-CN" b="1" dirty="0" smtClean="0"/>
              <a:t>IP </a:t>
            </a:r>
            <a:r>
              <a:rPr lang="zh-CN" altLang="en-US" b="1" dirty="0" smtClean="0"/>
              <a:t>地址解析为数据链路层所需要的 </a:t>
            </a:r>
            <a:r>
              <a:rPr lang="en-US" altLang="zh-CN" b="1" dirty="0" smtClean="0"/>
              <a:t>MAC </a:t>
            </a:r>
            <a:r>
              <a:rPr lang="zh-CN" altLang="en-US" b="1" dirty="0" smtClean="0"/>
              <a:t>地址。</a:t>
            </a:r>
          </a:p>
        </p:txBody>
      </p:sp>
    </p:spTree>
    <p:extLst>
      <p:ext uri="{BB962C8B-B14F-4D97-AF65-F5344CB8AC3E}">
        <p14:creationId xmlns:p14="http://schemas.microsoft.com/office/powerpoint/2010/main" val="136757225"/>
      </p:ext>
    </p:extLst>
  </p:cSld>
  <p:clrMapOvr>
    <a:masterClrMapping/>
  </p:clrMapOvr>
  <p:transition spd="slow"/>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Rectangle 2"/>
          <p:cNvSpPr>
            <a:spLocks noGrp="1" noChangeArrowheads="1"/>
          </p:cNvSpPr>
          <p:nvPr>
            <p:ph type="title"/>
          </p:nvPr>
        </p:nvSpPr>
        <p:spPr/>
        <p:txBody>
          <a:bodyPr anchor="ctr"/>
          <a:lstStyle/>
          <a:p>
            <a:pPr eaLnBrk="1" hangingPunct="1"/>
            <a:r>
              <a:rPr lang="zh-CN" altLang="en-US" dirty="0" smtClean="0"/>
              <a:t>使用 </a:t>
            </a:r>
            <a:r>
              <a:rPr lang="en-US" altLang="zh-CN" dirty="0" smtClean="0"/>
              <a:t>ARP </a:t>
            </a:r>
            <a:r>
              <a:rPr lang="zh-CN" altLang="en-US" dirty="0" smtClean="0"/>
              <a:t>的四种典型情况 </a:t>
            </a:r>
          </a:p>
        </p:txBody>
      </p:sp>
      <p:sp>
        <p:nvSpPr>
          <p:cNvPr id="109572" name="Rectangle 3"/>
          <p:cNvSpPr>
            <a:spLocks noGrp="1" noChangeArrowheads="1"/>
          </p:cNvSpPr>
          <p:nvPr>
            <p:ph idx="1"/>
          </p:nvPr>
        </p:nvSpPr>
        <p:spPr/>
        <p:txBody>
          <a:bodyPr/>
          <a:lstStyle/>
          <a:p>
            <a:pPr algn="just" eaLnBrk="1" hangingPunct="1"/>
            <a:r>
              <a:rPr lang="en-US" altLang="zh-CN" b="1" dirty="0" smtClean="0"/>
              <a:t>(1)</a:t>
            </a:r>
            <a:r>
              <a:rPr lang="zh-CN" altLang="en-US" b="1" dirty="0" smtClean="0"/>
              <a:t>发送方是主机，要把 </a:t>
            </a:r>
            <a:r>
              <a:rPr lang="en-US" altLang="zh-CN" b="1" dirty="0" smtClean="0"/>
              <a:t>IP </a:t>
            </a:r>
            <a:r>
              <a:rPr lang="zh-CN" altLang="en-US" b="1" dirty="0" smtClean="0"/>
              <a:t>数据报发送到同一个网络上的另一台主机。这时主机用 </a:t>
            </a:r>
            <a:r>
              <a:rPr lang="en-US" altLang="zh-CN" b="1" dirty="0" smtClean="0"/>
              <a:t>ARP </a:t>
            </a:r>
            <a:r>
              <a:rPr lang="zh-CN" altLang="en-US" b="1" dirty="0" smtClean="0"/>
              <a:t>找到</a:t>
            </a:r>
            <a:r>
              <a:rPr lang="zh-CN" altLang="en-US" b="1" dirty="0" smtClean="0">
                <a:solidFill>
                  <a:srgbClr val="FF0000"/>
                </a:solidFill>
              </a:rPr>
              <a:t>目的主机</a:t>
            </a:r>
            <a:r>
              <a:rPr lang="zh-CN" altLang="en-US" b="1" dirty="0" smtClean="0"/>
              <a:t>的 </a:t>
            </a:r>
            <a:r>
              <a:rPr lang="en-US" altLang="zh-CN" b="1" dirty="0" smtClean="0"/>
              <a:t>MAC </a:t>
            </a:r>
            <a:r>
              <a:rPr lang="zh-CN" altLang="en-US" b="1" dirty="0" smtClean="0"/>
              <a:t>地址。 </a:t>
            </a:r>
          </a:p>
          <a:p>
            <a:pPr algn="just" eaLnBrk="1" hangingPunct="1"/>
            <a:r>
              <a:rPr lang="en-US" altLang="zh-CN" b="1" dirty="0" smtClean="0"/>
              <a:t>(2)</a:t>
            </a:r>
            <a:r>
              <a:rPr lang="zh-CN" altLang="en-US" b="1" dirty="0" smtClean="0"/>
              <a:t>发送方是主机，要把 </a:t>
            </a:r>
            <a:r>
              <a:rPr lang="en-US" altLang="zh-CN" b="1" dirty="0" smtClean="0"/>
              <a:t>IP </a:t>
            </a:r>
            <a:r>
              <a:rPr lang="zh-CN" altLang="en-US" b="1" dirty="0" smtClean="0"/>
              <a:t>数据报发送到另一个网络上的一台主机。这时主机用 </a:t>
            </a:r>
            <a:r>
              <a:rPr lang="en-US" altLang="zh-CN" b="1" dirty="0" smtClean="0"/>
              <a:t>ARP </a:t>
            </a:r>
            <a:r>
              <a:rPr lang="zh-CN" altLang="en-US" b="1" dirty="0" smtClean="0"/>
              <a:t>找到</a:t>
            </a:r>
            <a:r>
              <a:rPr lang="zh-CN" altLang="en-US" b="1" dirty="0" smtClean="0">
                <a:solidFill>
                  <a:srgbClr val="FF0000"/>
                </a:solidFill>
              </a:rPr>
              <a:t>本网络上的一个路由器</a:t>
            </a:r>
            <a:r>
              <a:rPr lang="zh-CN" altLang="en-US" b="1" dirty="0" smtClean="0"/>
              <a:t>的 </a:t>
            </a:r>
            <a:r>
              <a:rPr lang="en-US" altLang="zh-CN" b="1" dirty="0" smtClean="0"/>
              <a:t>MAC </a:t>
            </a:r>
            <a:r>
              <a:rPr lang="zh-CN" altLang="en-US" b="1" dirty="0" smtClean="0"/>
              <a:t>地址。</a:t>
            </a:r>
          </a:p>
        </p:txBody>
      </p:sp>
    </p:spTree>
    <p:extLst>
      <p:ext uri="{BB962C8B-B14F-4D97-AF65-F5344CB8AC3E}">
        <p14:creationId xmlns:p14="http://schemas.microsoft.com/office/powerpoint/2010/main" val="1856987863"/>
      </p:ext>
    </p:extLst>
  </p:cSld>
  <p:clrMapOvr>
    <a:masterClrMapping/>
  </p:clrMapOvr>
  <p:transition spd="slow"/>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Rectangle 2"/>
          <p:cNvSpPr>
            <a:spLocks noGrp="1" noChangeArrowheads="1"/>
          </p:cNvSpPr>
          <p:nvPr>
            <p:ph type="title"/>
          </p:nvPr>
        </p:nvSpPr>
        <p:spPr/>
        <p:txBody>
          <a:bodyPr anchor="ctr"/>
          <a:lstStyle/>
          <a:p>
            <a:pPr eaLnBrk="1" hangingPunct="1"/>
            <a:r>
              <a:rPr lang="zh-CN" altLang="en-US" dirty="0" smtClean="0"/>
              <a:t>使用 </a:t>
            </a:r>
            <a:r>
              <a:rPr lang="en-US" altLang="zh-CN" dirty="0" smtClean="0"/>
              <a:t>ARP </a:t>
            </a:r>
            <a:r>
              <a:rPr lang="zh-CN" altLang="en-US" dirty="0" smtClean="0"/>
              <a:t>的四种典型情况 </a:t>
            </a:r>
          </a:p>
        </p:txBody>
      </p:sp>
      <p:sp>
        <p:nvSpPr>
          <p:cNvPr id="109572" name="Rectangle 3"/>
          <p:cNvSpPr>
            <a:spLocks noGrp="1" noChangeArrowheads="1"/>
          </p:cNvSpPr>
          <p:nvPr>
            <p:ph idx="1"/>
          </p:nvPr>
        </p:nvSpPr>
        <p:spPr/>
        <p:txBody>
          <a:bodyPr/>
          <a:lstStyle/>
          <a:p>
            <a:pPr algn="just" eaLnBrk="1" hangingPunct="1"/>
            <a:r>
              <a:rPr lang="en-US" altLang="zh-CN" b="1" dirty="0" smtClean="0"/>
              <a:t>(3)</a:t>
            </a:r>
            <a:r>
              <a:rPr lang="zh-CN" altLang="en-US" b="1" dirty="0" smtClean="0"/>
              <a:t>发送方是路由器，要把 </a:t>
            </a:r>
            <a:r>
              <a:rPr lang="en-US" altLang="zh-CN" b="1" dirty="0" smtClean="0"/>
              <a:t>IP </a:t>
            </a:r>
            <a:r>
              <a:rPr lang="zh-CN" altLang="en-US" b="1" dirty="0" smtClean="0"/>
              <a:t>数据报转发到同一个网络上的一台主机。这时路由器用 </a:t>
            </a:r>
            <a:r>
              <a:rPr lang="en-US" altLang="zh-CN" b="1" dirty="0" smtClean="0"/>
              <a:t>ARP </a:t>
            </a:r>
            <a:r>
              <a:rPr lang="zh-CN" altLang="en-US" b="1" dirty="0" smtClean="0"/>
              <a:t>找到</a:t>
            </a:r>
            <a:r>
              <a:rPr lang="zh-CN" altLang="en-US" b="1" dirty="0" smtClean="0">
                <a:solidFill>
                  <a:srgbClr val="FF0000"/>
                </a:solidFill>
              </a:rPr>
              <a:t>目的主机</a:t>
            </a:r>
            <a:r>
              <a:rPr lang="zh-CN" altLang="en-US" b="1" dirty="0" smtClean="0"/>
              <a:t>的 </a:t>
            </a:r>
            <a:r>
              <a:rPr lang="en-US" altLang="zh-CN" b="1" dirty="0" smtClean="0"/>
              <a:t>MAC </a:t>
            </a:r>
            <a:r>
              <a:rPr lang="zh-CN" altLang="en-US" b="1" dirty="0" smtClean="0"/>
              <a:t>地址。 </a:t>
            </a:r>
          </a:p>
          <a:p>
            <a:pPr algn="just" eaLnBrk="1" hangingPunct="1"/>
            <a:r>
              <a:rPr lang="en-US" altLang="zh-CN" b="1" dirty="0" smtClean="0"/>
              <a:t>(4)</a:t>
            </a:r>
            <a:r>
              <a:rPr lang="zh-CN" altLang="en-US" b="1" dirty="0" smtClean="0"/>
              <a:t>发送方是路由器，要把 </a:t>
            </a:r>
            <a:r>
              <a:rPr lang="en-US" altLang="zh-CN" b="1" dirty="0" smtClean="0"/>
              <a:t>IP </a:t>
            </a:r>
            <a:r>
              <a:rPr lang="zh-CN" altLang="en-US" b="1" dirty="0" smtClean="0"/>
              <a:t>数据报转发到非直连网络上的一台主机。这时</a:t>
            </a:r>
            <a:r>
              <a:rPr lang="zh-CN" altLang="en-US" b="1" dirty="0"/>
              <a:t>路由器</a:t>
            </a:r>
            <a:r>
              <a:rPr lang="zh-CN" altLang="en-US" b="1" dirty="0" smtClean="0"/>
              <a:t>用 </a:t>
            </a:r>
            <a:r>
              <a:rPr lang="en-US" altLang="zh-CN" b="1" dirty="0" smtClean="0"/>
              <a:t>ARP </a:t>
            </a:r>
            <a:r>
              <a:rPr lang="zh-CN" altLang="en-US" b="1" dirty="0" smtClean="0"/>
              <a:t>找到直连网络上的</a:t>
            </a:r>
            <a:r>
              <a:rPr lang="zh-CN" altLang="en-US" b="1" dirty="0" smtClean="0">
                <a:solidFill>
                  <a:srgbClr val="FF0000"/>
                </a:solidFill>
              </a:rPr>
              <a:t>另一个路由器</a:t>
            </a:r>
            <a:r>
              <a:rPr lang="zh-CN" altLang="en-US" b="1" dirty="0" smtClean="0"/>
              <a:t>的 </a:t>
            </a:r>
            <a:r>
              <a:rPr lang="en-US" altLang="zh-CN" b="1" dirty="0" smtClean="0"/>
              <a:t>MAC </a:t>
            </a:r>
            <a:r>
              <a:rPr lang="zh-CN" altLang="en-US" b="1" dirty="0" smtClean="0"/>
              <a:t>地址。</a:t>
            </a:r>
          </a:p>
        </p:txBody>
      </p:sp>
    </p:spTree>
    <p:extLst>
      <p:ext uri="{BB962C8B-B14F-4D97-AF65-F5344CB8AC3E}">
        <p14:creationId xmlns:p14="http://schemas.microsoft.com/office/powerpoint/2010/main" val="3508883066"/>
      </p:ext>
    </p:extLst>
  </p:cSld>
  <p:clrMapOvr>
    <a:masterClrMapping/>
  </p:clrMapOvr>
  <p:transition spd="slow"/>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ChangeArrowheads="1"/>
          </p:cNvSpPr>
          <p:nvPr>
            <p:ph type="title"/>
          </p:nvPr>
        </p:nvSpPr>
        <p:spPr/>
        <p:txBody>
          <a:bodyPr anchor="ctr"/>
          <a:lstStyle/>
          <a:p>
            <a:pPr eaLnBrk="1" hangingPunct="1"/>
            <a:r>
              <a:rPr lang="zh-CN" altLang="en-US" dirty="0" smtClean="0"/>
              <a:t>为什么不直接使用 </a:t>
            </a:r>
            <a:r>
              <a:rPr lang="en-US" altLang="zh-CN" dirty="0" smtClean="0"/>
              <a:t>MAC </a:t>
            </a:r>
            <a:r>
              <a:rPr lang="zh-CN" altLang="en-US" dirty="0" smtClean="0"/>
              <a:t>地址进行通信？ </a:t>
            </a:r>
          </a:p>
        </p:txBody>
      </p:sp>
      <p:sp>
        <p:nvSpPr>
          <p:cNvPr id="376835" name="Rectangle 3"/>
          <p:cNvSpPr>
            <a:spLocks noGrp="1" noChangeArrowheads="1"/>
          </p:cNvSpPr>
          <p:nvPr>
            <p:ph idx="1"/>
          </p:nvPr>
        </p:nvSpPr>
        <p:spPr>
          <a:xfrm>
            <a:off x="442913" y="1277458"/>
            <a:ext cx="10801350" cy="4895850"/>
          </a:xfrm>
        </p:spPr>
        <p:txBody>
          <a:bodyPr/>
          <a:lstStyle/>
          <a:p>
            <a:pPr eaLnBrk="1" hangingPunct="1"/>
            <a:r>
              <a:rPr lang="en-US" altLang="zh-CN" b="1" dirty="0" smtClean="0"/>
              <a:t>MAC </a:t>
            </a:r>
            <a:r>
              <a:rPr lang="zh-CN" altLang="en-US" b="1" dirty="0" smtClean="0"/>
              <a:t>地址固化在网络适配器中，随主机的移动而移动，这不利于形成稳定的路由；</a:t>
            </a:r>
            <a:r>
              <a:rPr lang="zh-CN" altLang="en-US" b="1" dirty="0"/>
              <a:t>甚至当移动主机</a:t>
            </a:r>
            <a:r>
              <a:rPr lang="zh-CN" altLang="en-US" b="1" dirty="0" smtClean="0"/>
              <a:t>的数量过多、移动过于频繁时，路由根本无法形成。</a:t>
            </a:r>
          </a:p>
          <a:p>
            <a:pPr eaLnBrk="1" hangingPunct="1"/>
            <a:r>
              <a:rPr lang="zh-CN" altLang="en-US" b="1" dirty="0" smtClean="0"/>
              <a:t>而 </a:t>
            </a:r>
            <a:r>
              <a:rPr lang="en-US" altLang="zh-CN" b="1" dirty="0" smtClean="0"/>
              <a:t>IP </a:t>
            </a:r>
            <a:r>
              <a:rPr lang="zh-CN" altLang="en-US" b="1" dirty="0" smtClean="0"/>
              <a:t>地址一旦分配，其在互联网中的相对位置基本不会改变，互联网中的路由信息可在相当大的范围内和相当长的时间内保持不变。而稳定的路由对于互联网通信是必不可少的。</a:t>
            </a:r>
          </a:p>
        </p:txBody>
      </p:sp>
    </p:spTree>
    <p:extLst>
      <p:ext uri="{BB962C8B-B14F-4D97-AF65-F5344CB8AC3E}">
        <p14:creationId xmlns:p14="http://schemas.microsoft.com/office/powerpoint/2010/main" val="2841261331"/>
      </p:ext>
    </p:extLst>
  </p:cSld>
  <p:clrMapOvr>
    <a:masterClrMapping/>
  </p:clrMapOvr>
  <p:transition spd="slow"/>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标题 1"/>
          <p:cNvSpPr>
            <a:spLocks noGrp="1" noChangeArrowheads="1"/>
          </p:cNvSpPr>
          <p:nvPr>
            <p:ph type="title"/>
          </p:nvPr>
        </p:nvSpPr>
        <p:spPr/>
        <p:txBody>
          <a:bodyPr/>
          <a:lstStyle/>
          <a:p>
            <a:r>
              <a:rPr lang="zh-CN" altLang="en-US" smtClean="0"/>
              <a:t>动手实验</a:t>
            </a:r>
          </a:p>
        </p:txBody>
      </p:sp>
      <p:sp>
        <p:nvSpPr>
          <p:cNvPr id="113667" name="内容占位符 2"/>
          <p:cNvSpPr>
            <a:spLocks noGrp="1" noChangeArrowheads="1"/>
          </p:cNvSpPr>
          <p:nvPr>
            <p:ph idx="1"/>
          </p:nvPr>
        </p:nvSpPr>
        <p:spPr>
          <a:xfrm>
            <a:off x="442913" y="1268760"/>
            <a:ext cx="11304587" cy="4895850"/>
          </a:xfrm>
        </p:spPr>
        <p:txBody>
          <a:bodyPr/>
          <a:lstStyle/>
          <a:p>
            <a:r>
              <a:rPr lang="zh-CN" altLang="en-US" b="1" dirty="0" smtClean="0"/>
              <a:t>实验</a:t>
            </a:r>
            <a:r>
              <a:rPr lang="en-US" altLang="zh-CN" b="1" dirty="0" smtClean="0"/>
              <a:t>4-1</a:t>
            </a:r>
            <a:r>
              <a:rPr lang="zh-CN" altLang="en-US" b="1" dirty="0" smtClean="0"/>
              <a:t>：</a:t>
            </a:r>
            <a:r>
              <a:rPr lang="en-US" altLang="zh-CN" b="1" dirty="0" smtClean="0"/>
              <a:t>ARP </a:t>
            </a:r>
            <a:r>
              <a:rPr lang="zh-CN" altLang="en-US" b="1" dirty="0" smtClean="0"/>
              <a:t>命令</a:t>
            </a:r>
          </a:p>
        </p:txBody>
      </p:sp>
    </p:spTree>
    <p:extLst>
      <p:ext uri="{BB962C8B-B14F-4D97-AF65-F5344CB8AC3E}">
        <p14:creationId xmlns:p14="http://schemas.microsoft.com/office/powerpoint/2010/main" val="953041039"/>
      </p:ext>
    </p:extLst>
  </p:cSld>
  <p:clrMapOvr>
    <a:masterClrMapping/>
  </p:clrMapOvr>
  <p:transition spd="slow"/>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a:xfrm>
            <a:off x="609600" y="271281"/>
            <a:ext cx="10972800" cy="817562"/>
          </a:xfrm>
        </p:spPr>
        <p:txBody>
          <a:bodyPr anchor="t"/>
          <a:lstStyle/>
          <a:p>
            <a:pPr eaLnBrk="1" hangingPunct="1"/>
            <a:r>
              <a:rPr lang="en-US" altLang="zh-CN" dirty="0" smtClean="0"/>
              <a:t>4.2.5 IP </a:t>
            </a:r>
            <a:r>
              <a:rPr lang="zh-CN" altLang="en-US" dirty="0" smtClean="0"/>
              <a:t>数据报的格式</a:t>
            </a:r>
          </a:p>
        </p:txBody>
      </p:sp>
      <p:sp>
        <p:nvSpPr>
          <p:cNvPr id="116739" name="Rectangle 3"/>
          <p:cNvSpPr>
            <a:spLocks noGrp="1" noChangeArrowheads="1"/>
          </p:cNvSpPr>
          <p:nvPr>
            <p:ph idx="1"/>
          </p:nvPr>
        </p:nvSpPr>
        <p:spPr>
          <a:xfrm>
            <a:off x="442913" y="1277458"/>
            <a:ext cx="10801350" cy="4895850"/>
          </a:xfrm>
        </p:spPr>
        <p:txBody>
          <a:bodyPr/>
          <a:lstStyle/>
          <a:p>
            <a:pPr eaLnBrk="1" hangingPunct="1"/>
            <a:r>
              <a:rPr lang="zh-CN" altLang="en-US" b="1" dirty="0" smtClean="0"/>
              <a:t>一个 </a:t>
            </a:r>
            <a:r>
              <a:rPr lang="en-US" altLang="zh-CN" b="1" dirty="0" smtClean="0"/>
              <a:t>IP </a:t>
            </a:r>
            <a:r>
              <a:rPr lang="zh-CN" altLang="en-US" b="1" dirty="0" smtClean="0"/>
              <a:t>数据报由</a:t>
            </a:r>
            <a:r>
              <a:rPr lang="zh-CN" altLang="en-US" b="1" dirty="0" smtClean="0">
                <a:solidFill>
                  <a:srgbClr val="FF0000"/>
                </a:solidFill>
              </a:rPr>
              <a:t>首部</a:t>
            </a:r>
            <a:r>
              <a:rPr lang="zh-CN" altLang="en-US" b="1" dirty="0" smtClean="0"/>
              <a:t>和</a:t>
            </a:r>
            <a:r>
              <a:rPr lang="zh-CN" altLang="en-US" b="1" dirty="0" smtClean="0">
                <a:solidFill>
                  <a:srgbClr val="FF0000"/>
                </a:solidFill>
              </a:rPr>
              <a:t>数据</a:t>
            </a:r>
            <a:r>
              <a:rPr lang="zh-CN" altLang="en-US" b="1" dirty="0" smtClean="0"/>
              <a:t>两部分组成。</a:t>
            </a:r>
          </a:p>
          <a:p>
            <a:pPr lvl="1" eaLnBrk="1" hangingPunct="1"/>
            <a:r>
              <a:rPr lang="zh-CN" altLang="en-US" b="1" dirty="0" smtClean="0"/>
              <a:t>首部又分为两部分，前一部分长度</a:t>
            </a:r>
            <a:r>
              <a:rPr lang="zh-CN" altLang="en-US" b="1" dirty="0">
                <a:solidFill>
                  <a:srgbClr val="FF0000"/>
                </a:solidFill>
              </a:rPr>
              <a:t>固定</a:t>
            </a:r>
            <a:r>
              <a:rPr lang="zh-CN" altLang="en-US" b="1" dirty="0"/>
              <a:t>，</a:t>
            </a:r>
            <a:r>
              <a:rPr lang="zh-CN" altLang="en-US" b="1" dirty="0" smtClean="0"/>
              <a:t>共 </a:t>
            </a:r>
            <a:r>
              <a:rPr lang="en-US" altLang="zh-CN" b="1" dirty="0" smtClean="0">
                <a:solidFill>
                  <a:srgbClr val="FF0000"/>
                </a:solidFill>
              </a:rPr>
              <a:t>20 </a:t>
            </a:r>
            <a:r>
              <a:rPr lang="zh-CN" altLang="en-US" b="1" dirty="0" smtClean="0">
                <a:solidFill>
                  <a:srgbClr val="FF0000"/>
                </a:solidFill>
              </a:rPr>
              <a:t>字节</a:t>
            </a:r>
            <a:r>
              <a:rPr lang="zh-CN" altLang="en-US" b="1" dirty="0" smtClean="0"/>
              <a:t>，是所有 </a:t>
            </a:r>
            <a:r>
              <a:rPr lang="en-US" altLang="zh-CN" b="1" dirty="0" smtClean="0"/>
              <a:t>IP </a:t>
            </a:r>
            <a:r>
              <a:rPr lang="zh-CN" altLang="en-US" b="1" dirty="0" smtClean="0"/>
              <a:t>数据报必须具有的。</a:t>
            </a:r>
          </a:p>
          <a:p>
            <a:pPr lvl="1" eaLnBrk="1" hangingPunct="1"/>
            <a:r>
              <a:rPr lang="zh-CN" altLang="en-US" b="1" dirty="0" smtClean="0"/>
              <a:t>在首部的固定部分的后面是一些</a:t>
            </a:r>
            <a:r>
              <a:rPr lang="zh-CN" altLang="en-US" b="1" dirty="0" smtClean="0">
                <a:solidFill>
                  <a:srgbClr val="FF0000"/>
                </a:solidFill>
              </a:rPr>
              <a:t>可选字段</a:t>
            </a:r>
            <a:r>
              <a:rPr lang="zh-CN" altLang="en-US" b="1" dirty="0" smtClean="0"/>
              <a:t>，其长度是</a:t>
            </a:r>
            <a:r>
              <a:rPr lang="zh-CN" altLang="en-US" b="1" dirty="0" smtClean="0">
                <a:solidFill>
                  <a:srgbClr val="FF0000"/>
                </a:solidFill>
              </a:rPr>
              <a:t>可变</a:t>
            </a:r>
            <a:r>
              <a:rPr lang="zh-CN" altLang="en-US" b="1" dirty="0" smtClean="0"/>
              <a:t>的。</a:t>
            </a:r>
          </a:p>
        </p:txBody>
      </p:sp>
      <p:sp>
        <p:nvSpPr>
          <p:cNvPr id="116740" name="Line 6"/>
          <p:cNvSpPr>
            <a:spLocks noChangeShapeType="1"/>
          </p:cNvSpPr>
          <p:nvPr/>
        </p:nvSpPr>
        <p:spPr bwMode="auto">
          <a:xfrm>
            <a:off x="3390900" y="5199063"/>
            <a:ext cx="5419725"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116741" name="Rectangle 90"/>
          <p:cNvSpPr>
            <a:spLocks noChangeArrowheads="1"/>
          </p:cNvSpPr>
          <p:nvPr/>
        </p:nvSpPr>
        <p:spPr bwMode="auto">
          <a:xfrm>
            <a:off x="3360738" y="4508500"/>
            <a:ext cx="1439862" cy="449263"/>
          </a:xfrm>
          <a:prstGeom prst="rect">
            <a:avLst/>
          </a:prstGeom>
          <a:solidFill>
            <a:srgbClr val="CCECFF"/>
          </a:solidFill>
          <a:ln w="127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16742" name="Rectangle 80"/>
          <p:cNvSpPr>
            <a:spLocks noChangeArrowheads="1"/>
          </p:cNvSpPr>
          <p:nvPr/>
        </p:nvSpPr>
        <p:spPr bwMode="auto">
          <a:xfrm>
            <a:off x="4800600" y="4508500"/>
            <a:ext cx="3983038" cy="449263"/>
          </a:xfrm>
          <a:prstGeom prst="rect">
            <a:avLst/>
          </a:prstGeom>
          <a:solidFill>
            <a:srgbClr val="FFFF99"/>
          </a:solidFill>
          <a:ln w="127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16743" name="Rectangle 82"/>
          <p:cNvSpPr>
            <a:spLocks noChangeArrowheads="1"/>
          </p:cNvSpPr>
          <p:nvPr/>
        </p:nvSpPr>
        <p:spPr bwMode="auto">
          <a:xfrm>
            <a:off x="5370513" y="4525963"/>
            <a:ext cx="309562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zh-CN" altLang="en-US" sz="2000" b="1">
                <a:solidFill>
                  <a:srgbClr val="333399"/>
                </a:solidFill>
                <a:ea typeface="黑体" pitchFamily="2" charset="-122"/>
              </a:rPr>
              <a:t>数       据       部       分</a:t>
            </a:r>
          </a:p>
        </p:txBody>
      </p:sp>
      <p:sp>
        <p:nvSpPr>
          <p:cNvPr id="116744" name="Rectangle 83"/>
          <p:cNvSpPr>
            <a:spLocks noChangeArrowheads="1"/>
          </p:cNvSpPr>
          <p:nvPr/>
        </p:nvSpPr>
        <p:spPr bwMode="auto">
          <a:xfrm>
            <a:off x="3576638" y="4525963"/>
            <a:ext cx="906462"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首   部</a:t>
            </a:r>
          </a:p>
        </p:txBody>
      </p:sp>
      <p:sp>
        <p:nvSpPr>
          <p:cNvPr id="116745" name="Rectangle 85"/>
          <p:cNvSpPr>
            <a:spLocks noChangeArrowheads="1"/>
          </p:cNvSpPr>
          <p:nvPr/>
        </p:nvSpPr>
        <p:spPr bwMode="auto">
          <a:xfrm>
            <a:off x="5372100" y="4994275"/>
            <a:ext cx="1264963" cy="397545"/>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IP </a:t>
            </a:r>
            <a:r>
              <a:rPr kumimoji="1" lang="zh-CN" altLang="en-US" sz="2000" b="1">
                <a:solidFill>
                  <a:srgbClr val="333399"/>
                </a:solidFill>
                <a:ea typeface="黑体" pitchFamily="2" charset="-122"/>
              </a:rPr>
              <a:t>数据报</a:t>
            </a:r>
          </a:p>
        </p:txBody>
      </p:sp>
      <p:grpSp>
        <p:nvGrpSpPr>
          <p:cNvPr id="116746" name="Group 100"/>
          <p:cNvGrpSpPr>
            <a:grpSpLocks/>
          </p:cNvGrpSpPr>
          <p:nvPr/>
        </p:nvGrpSpPr>
        <p:grpSpPr bwMode="auto">
          <a:xfrm>
            <a:off x="2738438" y="5029200"/>
            <a:ext cx="1208087" cy="855663"/>
            <a:chOff x="1037" y="3475"/>
            <a:chExt cx="761" cy="539"/>
          </a:xfrm>
        </p:grpSpPr>
        <p:sp>
          <p:nvSpPr>
            <p:cNvPr id="116747" name="Line 98"/>
            <p:cNvSpPr>
              <a:spLocks noChangeShapeType="1"/>
            </p:cNvSpPr>
            <p:nvPr/>
          </p:nvSpPr>
          <p:spPr bwMode="auto">
            <a:xfrm flipV="1">
              <a:off x="1428" y="3475"/>
              <a:ext cx="0" cy="317"/>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116748" name="Rectangle 99"/>
            <p:cNvSpPr>
              <a:spLocks noChangeArrowheads="1"/>
            </p:cNvSpPr>
            <p:nvPr/>
          </p:nvSpPr>
          <p:spPr bwMode="auto">
            <a:xfrm>
              <a:off x="1037" y="3764"/>
              <a:ext cx="76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4D4D4D"/>
                  </a:solidFill>
                  <a:latin typeface="Times New Roman" pitchFamily="18" charset="0"/>
                  <a:ea typeface="黑体" pitchFamily="2" charset="-122"/>
                </a:rPr>
                <a:t>发送在前</a:t>
              </a:r>
            </a:p>
          </p:txBody>
        </p:sp>
      </p:grpSp>
    </p:spTree>
    <p:extLst>
      <p:ext uri="{BB962C8B-B14F-4D97-AF65-F5344CB8AC3E}">
        <p14:creationId xmlns:p14="http://schemas.microsoft.com/office/powerpoint/2010/main" val="1758761906"/>
      </p:ext>
    </p:extLst>
  </p:cSld>
  <p:clrMapOvr>
    <a:masterClrMapping/>
  </p:clrMapOvr>
  <p:transition spd="slow"/>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45"/>
          <p:cNvSpPr>
            <a:spLocks noChangeArrowheads="1"/>
          </p:cNvSpPr>
          <p:nvPr/>
        </p:nvSpPr>
        <p:spPr bwMode="auto">
          <a:xfrm>
            <a:off x="1884363" y="2132013"/>
            <a:ext cx="439737"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lnSpc>
                <a:spcPct val="90000"/>
              </a:lnSpc>
            </a:pPr>
            <a:r>
              <a:rPr kumimoji="1" lang="zh-CN" altLang="en-US" sz="2000" b="1">
                <a:solidFill>
                  <a:srgbClr val="333399"/>
                </a:solidFill>
                <a:ea typeface="黑体" pitchFamily="2" charset="-122"/>
              </a:rPr>
              <a:t>固</a:t>
            </a:r>
          </a:p>
          <a:p>
            <a:pPr defTabSz="762000">
              <a:lnSpc>
                <a:spcPct val="90000"/>
              </a:lnSpc>
            </a:pPr>
            <a:r>
              <a:rPr kumimoji="1" lang="zh-CN" altLang="en-US" sz="2000" b="1">
                <a:solidFill>
                  <a:srgbClr val="333399"/>
                </a:solidFill>
                <a:ea typeface="黑体" pitchFamily="2" charset="-122"/>
              </a:rPr>
              <a:t>定</a:t>
            </a:r>
          </a:p>
          <a:p>
            <a:pPr defTabSz="762000">
              <a:lnSpc>
                <a:spcPct val="90000"/>
              </a:lnSpc>
            </a:pPr>
            <a:r>
              <a:rPr kumimoji="1" lang="zh-CN" altLang="en-US" sz="2000" b="1">
                <a:solidFill>
                  <a:srgbClr val="333399"/>
                </a:solidFill>
                <a:ea typeface="黑体" pitchFamily="2" charset="-122"/>
              </a:rPr>
              <a:t>部</a:t>
            </a:r>
          </a:p>
          <a:p>
            <a:pPr defTabSz="762000">
              <a:lnSpc>
                <a:spcPct val="90000"/>
              </a:lnSpc>
            </a:pPr>
            <a:r>
              <a:rPr kumimoji="1" lang="zh-CN" altLang="en-US" sz="2000" b="1">
                <a:solidFill>
                  <a:srgbClr val="333399"/>
                </a:solidFill>
                <a:ea typeface="黑体" pitchFamily="2" charset="-122"/>
              </a:rPr>
              <a:t>分</a:t>
            </a:r>
          </a:p>
        </p:txBody>
      </p:sp>
      <p:sp>
        <p:nvSpPr>
          <p:cNvPr id="117763" name="Rectangle 54"/>
          <p:cNvSpPr>
            <a:spLocks noChangeArrowheads="1"/>
          </p:cNvSpPr>
          <p:nvPr/>
        </p:nvSpPr>
        <p:spPr bwMode="auto">
          <a:xfrm>
            <a:off x="1741488" y="3787775"/>
            <a:ext cx="6953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可变</a:t>
            </a:r>
          </a:p>
          <a:p>
            <a:pPr defTabSz="762000"/>
            <a:r>
              <a:rPr kumimoji="1" lang="zh-CN" altLang="en-US" sz="2000" b="1" dirty="0">
                <a:solidFill>
                  <a:srgbClr val="333399"/>
                </a:solidFill>
                <a:ea typeface="黑体" pitchFamily="2" charset="-122"/>
              </a:rPr>
              <a:t>部分</a:t>
            </a:r>
          </a:p>
        </p:txBody>
      </p:sp>
      <p:sp>
        <p:nvSpPr>
          <p:cNvPr id="117764" name="Line 6"/>
          <p:cNvSpPr>
            <a:spLocks noChangeShapeType="1"/>
          </p:cNvSpPr>
          <p:nvPr/>
        </p:nvSpPr>
        <p:spPr bwMode="auto">
          <a:xfrm>
            <a:off x="3571875" y="6045200"/>
            <a:ext cx="5419725"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117765" name="Rectangle 8"/>
          <p:cNvSpPr>
            <a:spLocks noChangeArrowheads="1"/>
          </p:cNvSpPr>
          <p:nvPr/>
        </p:nvSpPr>
        <p:spPr bwMode="auto">
          <a:xfrm>
            <a:off x="4367213" y="1730375"/>
            <a:ext cx="1966912" cy="434975"/>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766" name="Rectangle 90"/>
          <p:cNvSpPr>
            <a:spLocks noChangeArrowheads="1"/>
          </p:cNvSpPr>
          <p:nvPr/>
        </p:nvSpPr>
        <p:spPr bwMode="auto">
          <a:xfrm>
            <a:off x="3541713" y="5354638"/>
            <a:ext cx="1439862" cy="449262"/>
          </a:xfrm>
          <a:prstGeom prst="rect">
            <a:avLst/>
          </a:prstGeom>
          <a:solidFill>
            <a:srgbClr val="CCECFF"/>
          </a:solidFill>
          <a:ln w="127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17767" name="Rectangle 10"/>
          <p:cNvSpPr>
            <a:spLocks noChangeArrowheads="1"/>
          </p:cNvSpPr>
          <p:nvPr/>
        </p:nvSpPr>
        <p:spPr bwMode="auto">
          <a:xfrm>
            <a:off x="2409825" y="1720850"/>
            <a:ext cx="7864475" cy="2643188"/>
          </a:xfrm>
          <a:prstGeom prst="rect">
            <a:avLst/>
          </a:prstGeom>
          <a:solidFill>
            <a:srgbClr val="CCECFF"/>
          </a:solidFill>
          <a:ln w="254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17768" name="Rectangle 11"/>
          <p:cNvSpPr>
            <a:spLocks noChangeArrowheads="1"/>
          </p:cNvSpPr>
          <p:nvPr/>
        </p:nvSpPr>
        <p:spPr bwMode="auto">
          <a:xfrm>
            <a:off x="2424113" y="4375150"/>
            <a:ext cx="7832725" cy="681038"/>
          </a:xfrm>
          <a:prstGeom prst="rect">
            <a:avLst/>
          </a:prstGeom>
          <a:solidFill>
            <a:srgbClr val="FFFF99"/>
          </a:solidFill>
          <a:ln w="12700">
            <a:solidFill>
              <a:srgbClr val="333399"/>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17769" name="Line 12"/>
          <p:cNvSpPr>
            <a:spLocks noChangeShapeType="1"/>
          </p:cNvSpPr>
          <p:nvPr/>
        </p:nvSpPr>
        <p:spPr bwMode="auto">
          <a:xfrm>
            <a:off x="2405063" y="2171700"/>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0" name="Line 13"/>
          <p:cNvSpPr>
            <a:spLocks noChangeShapeType="1"/>
          </p:cNvSpPr>
          <p:nvPr/>
        </p:nvSpPr>
        <p:spPr bwMode="auto">
          <a:xfrm>
            <a:off x="2405063" y="261461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1" name="Line 14"/>
          <p:cNvSpPr>
            <a:spLocks noChangeShapeType="1"/>
          </p:cNvSpPr>
          <p:nvPr/>
        </p:nvSpPr>
        <p:spPr bwMode="auto">
          <a:xfrm>
            <a:off x="2405063" y="305911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2" name="Line 15"/>
          <p:cNvSpPr>
            <a:spLocks noChangeShapeType="1"/>
          </p:cNvSpPr>
          <p:nvPr/>
        </p:nvSpPr>
        <p:spPr bwMode="auto">
          <a:xfrm>
            <a:off x="2405063" y="349726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3" name="Line 16"/>
          <p:cNvSpPr>
            <a:spLocks noChangeShapeType="1"/>
          </p:cNvSpPr>
          <p:nvPr/>
        </p:nvSpPr>
        <p:spPr bwMode="auto">
          <a:xfrm>
            <a:off x="2405063" y="394176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4" name="Line 17"/>
          <p:cNvSpPr>
            <a:spLocks noChangeShapeType="1"/>
          </p:cNvSpPr>
          <p:nvPr/>
        </p:nvSpPr>
        <p:spPr bwMode="auto">
          <a:xfrm>
            <a:off x="3373438" y="1728788"/>
            <a:ext cx="0" cy="4429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5" name="Line 18"/>
          <p:cNvSpPr>
            <a:spLocks noChangeShapeType="1"/>
          </p:cNvSpPr>
          <p:nvPr/>
        </p:nvSpPr>
        <p:spPr bwMode="auto">
          <a:xfrm>
            <a:off x="4357688" y="1728788"/>
            <a:ext cx="0" cy="4429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6" name="Line 19"/>
          <p:cNvSpPr>
            <a:spLocks noChangeShapeType="1"/>
          </p:cNvSpPr>
          <p:nvPr/>
        </p:nvSpPr>
        <p:spPr bwMode="auto">
          <a:xfrm>
            <a:off x="4357688" y="2624138"/>
            <a:ext cx="0" cy="431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7" name="Line 20"/>
          <p:cNvSpPr>
            <a:spLocks noChangeShapeType="1"/>
          </p:cNvSpPr>
          <p:nvPr/>
        </p:nvSpPr>
        <p:spPr bwMode="auto">
          <a:xfrm>
            <a:off x="6330950" y="1728788"/>
            <a:ext cx="0" cy="1327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8" name="Line 21"/>
          <p:cNvSpPr>
            <a:spLocks noChangeShapeType="1"/>
          </p:cNvSpPr>
          <p:nvPr/>
        </p:nvSpPr>
        <p:spPr bwMode="auto">
          <a:xfrm flipV="1">
            <a:off x="8302625" y="3937000"/>
            <a:ext cx="0" cy="4413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9" name="Line 22"/>
          <p:cNvSpPr>
            <a:spLocks noChangeShapeType="1"/>
          </p:cNvSpPr>
          <p:nvPr/>
        </p:nvSpPr>
        <p:spPr bwMode="auto">
          <a:xfrm>
            <a:off x="7132638" y="2181225"/>
            <a:ext cx="0" cy="4333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80" name="Rectangle 23"/>
          <p:cNvSpPr>
            <a:spLocks noChangeArrowheads="1"/>
          </p:cNvSpPr>
          <p:nvPr/>
        </p:nvSpPr>
        <p:spPr bwMode="auto">
          <a:xfrm>
            <a:off x="2352675" y="1341438"/>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0</a:t>
            </a:r>
          </a:p>
        </p:txBody>
      </p:sp>
      <p:sp>
        <p:nvSpPr>
          <p:cNvPr id="117781" name="Rectangle 24"/>
          <p:cNvSpPr>
            <a:spLocks noChangeArrowheads="1"/>
          </p:cNvSpPr>
          <p:nvPr/>
        </p:nvSpPr>
        <p:spPr bwMode="auto">
          <a:xfrm>
            <a:off x="3287713" y="1341438"/>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4</a:t>
            </a:r>
          </a:p>
        </p:txBody>
      </p:sp>
      <p:sp>
        <p:nvSpPr>
          <p:cNvPr id="117782" name="Rectangle 25"/>
          <p:cNvSpPr>
            <a:spLocks noChangeArrowheads="1"/>
          </p:cNvSpPr>
          <p:nvPr/>
        </p:nvSpPr>
        <p:spPr bwMode="auto">
          <a:xfrm>
            <a:off x="4283075" y="1341438"/>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8</a:t>
            </a:r>
          </a:p>
        </p:txBody>
      </p:sp>
      <p:sp>
        <p:nvSpPr>
          <p:cNvPr id="117783" name="Rectangle 26"/>
          <p:cNvSpPr>
            <a:spLocks noChangeArrowheads="1"/>
          </p:cNvSpPr>
          <p:nvPr/>
        </p:nvSpPr>
        <p:spPr bwMode="auto">
          <a:xfrm>
            <a:off x="6234113"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16</a:t>
            </a:r>
          </a:p>
        </p:txBody>
      </p:sp>
      <p:sp>
        <p:nvSpPr>
          <p:cNvPr id="117784" name="Rectangle 27"/>
          <p:cNvSpPr>
            <a:spLocks noChangeArrowheads="1"/>
          </p:cNvSpPr>
          <p:nvPr/>
        </p:nvSpPr>
        <p:spPr bwMode="auto">
          <a:xfrm>
            <a:off x="7031038"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19</a:t>
            </a:r>
          </a:p>
        </p:txBody>
      </p:sp>
      <p:sp>
        <p:nvSpPr>
          <p:cNvPr id="117785" name="Rectangle 28"/>
          <p:cNvSpPr>
            <a:spLocks noChangeArrowheads="1"/>
          </p:cNvSpPr>
          <p:nvPr/>
        </p:nvSpPr>
        <p:spPr bwMode="auto">
          <a:xfrm>
            <a:off x="8205788"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24</a:t>
            </a:r>
          </a:p>
        </p:txBody>
      </p:sp>
      <p:sp>
        <p:nvSpPr>
          <p:cNvPr id="117786" name="Rectangle 29"/>
          <p:cNvSpPr>
            <a:spLocks noChangeArrowheads="1"/>
          </p:cNvSpPr>
          <p:nvPr/>
        </p:nvSpPr>
        <p:spPr bwMode="auto">
          <a:xfrm>
            <a:off x="9918700" y="1341438"/>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31</a:t>
            </a:r>
          </a:p>
        </p:txBody>
      </p:sp>
      <p:sp>
        <p:nvSpPr>
          <p:cNvPr id="117787" name="Rectangle 30"/>
          <p:cNvSpPr>
            <a:spLocks noChangeArrowheads="1"/>
          </p:cNvSpPr>
          <p:nvPr/>
        </p:nvSpPr>
        <p:spPr bwMode="auto">
          <a:xfrm>
            <a:off x="2501900" y="1755775"/>
            <a:ext cx="7667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版 本</a:t>
            </a:r>
          </a:p>
        </p:txBody>
      </p:sp>
      <p:sp>
        <p:nvSpPr>
          <p:cNvPr id="117788" name="Rectangle 31"/>
          <p:cNvSpPr>
            <a:spLocks noChangeArrowheads="1"/>
          </p:cNvSpPr>
          <p:nvPr/>
        </p:nvSpPr>
        <p:spPr bwMode="auto">
          <a:xfrm>
            <a:off x="6389688" y="2232025"/>
            <a:ext cx="695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标志</a:t>
            </a:r>
          </a:p>
        </p:txBody>
      </p:sp>
      <p:sp>
        <p:nvSpPr>
          <p:cNvPr id="117789" name="Rectangle 32"/>
          <p:cNvSpPr>
            <a:spLocks noChangeArrowheads="1"/>
          </p:cNvSpPr>
          <p:nvPr/>
        </p:nvSpPr>
        <p:spPr bwMode="auto">
          <a:xfrm>
            <a:off x="2698750" y="2636838"/>
            <a:ext cx="1420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生 存 时 间</a:t>
            </a:r>
          </a:p>
        </p:txBody>
      </p:sp>
      <p:sp>
        <p:nvSpPr>
          <p:cNvPr id="117790" name="Rectangle 33"/>
          <p:cNvSpPr>
            <a:spLocks noChangeArrowheads="1"/>
          </p:cNvSpPr>
          <p:nvPr/>
        </p:nvSpPr>
        <p:spPr bwMode="auto">
          <a:xfrm>
            <a:off x="4829175" y="2636838"/>
            <a:ext cx="98103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协    议</a:t>
            </a:r>
          </a:p>
        </p:txBody>
      </p:sp>
      <p:sp>
        <p:nvSpPr>
          <p:cNvPr id="117791" name="Rectangle 34"/>
          <p:cNvSpPr>
            <a:spLocks noChangeArrowheads="1"/>
          </p:cNvSpPr>
          <p:nvPr/>
        </p:nvSpPr>
        <p:spPr bwMode="auto">
          <a:xfrm>
            <a:off x="3843338" y="2232025"/>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标    识</a:t>
            </a:r>
          </a:p>
        </p:txBody>
      </p:sp>
      <p:sp>
        <p:nvSpPr>
          <p:cNvPr id="117792" name="Rectangle 35"/>
          <p:cNvSpPr>
            <a:spLocks noChangeArrowheads="1"/>
          </p:cNvSpPr>
          <p:nvPr/>
        </p:nvSpPr>
        <p:spPr bwMode="auto">
          <a:xfrm>
            <a:off x="4654550" y="1755775"/>
            <a:ext cx="1420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区 分 服 务</a:t>
            </a:r>
          </a:p>
        </p:txBody>
      </p:sp>
      <p:sp>
        <p:nvSpPr>
          <p:cNvPr id="117793" name="Rectangle 36"/>
          <p:cNvSpPr>
            <a:spLocks noChangeArrowheads="1"/>
          </p:cNvSpPr>
          <p:nvPr/>
        </p:nvSpPr>
        <p:spPr bwMode="auto">
          <a:xfrm>
            <a:off x="7780338" y="175577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总   长   度</a:t>
            </a:r>
          </a:p>
        </p:txBody>
      </p:sp>
      <p:sp>
        <p:nvSpPr>
          <p:cNvPr id="117794" name="Rectangle 37"/>
          <p:cNvSpPr>
            <a:spLocks noChangeArrowheads="1"/>
          </p:cNvSpPr>
          <p:nvPr/>
        </p:nvSpPr>
        <p:spPr bwMode="auto">
          <a:xfrm>
            <a:off x="8051800" y="223202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片   偏   移</a:t>
            </a:r>
          </a:p>
        </p:txBody>
      </p:sp>
      <p:sp>
        <p:nvSpPr>
          <p:cNvPr id="117795" name="Rectangle 38"/>
          <p:cNvSpPr>
            <a:spLocks noChangeArrowheads="1"/>
          </p:cNvSpPr>
          <p:nvPr/>
        </p:nvSpPr>
        <p:spPr bwMode="auto">
          <a:xfrm>
            <a:off x="8775700" y="3965575"/>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填    充</a:t>
            </a:r>
          </a:p>
        </p:txBody>
      </p:sp>
      <p:sp>
        <p:nvSpPr>
          <p:cNvPr id="117796" name="Rectangle 39"/>
          <p:cNvSpPr>
            <a:spLocks noChangeArrowheads="1"/>
          </p:cNvSpPr>
          <p:nvPr/>
        </p:nvSpPr>
        <p:spPr bwMode="auto">
          <a:xfrm>
            <a:off x="7199313" y="2636838"/>
            <a:ext cx="2311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首   部   检   验   和</a:t>
            </a:r>
          </a:p>
        </p:txBody>
      </p:sp>
      <p:sp>
        <p:nvSpPr>
          <p:cNvPr id="117797" name="Rectangle 40"/>
          <p:cNvSpPr>
            <a:spLocks noChangeArrowheads="1"/>
          </p:cNvSpPr>
          <p:nvPr/>
        </p:nvSpPr>
        <p:spPr bwMode="auto">
          <a:xfrm>
            <a:off x="5689600" y="309562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源   地   址</a:t>
            </a:r>
          </a:p>
        </p:txBody>
      </p:sp>
      <p:sp>
        <p:nvSpPr>
          <p:cNvPr id="117798" name="Rectangle 41"/>
          <p:cNvSpPr>
            <a:spLocks noChangeArrowheads="1"/>
          </p:cNvSpPr>
          <p:nvPr/>
        </p:nvSpPr>
        <p:spPr bwMode="auto">
          <a:xfrm>
            <a:off x="5434013" y="3536950"/>
            <a:ext cx="18430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目   的   地   址</a:t>
            </a:r>
          </a:p>
        </p:txBody>
      </p:sp>
      <p:sp>
        <p:nvSpPr>
          <p:cNvPr id="117799" name="Rectangle 42"/>
          <p:cNvSpPr>
            <a:spLocks noChangeArrowheads="1"/>
          </p:cNvSpPr>
          <p:nvPr/>
        </p:nvSpPr>
        <p:spPr bwMode="auto">
          <a:xfrm>
            <a:off x="3502025" y="3965575"/>
            <a:ext cx="41576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可   选   字   段  （长   度   可   变）</a:t>
            </a:r>
          </a:p>
        </p:txBody>
      </p:sp>
      <p:sp>
        <p:nvSpPr>
          <p:cNvPr id="117800" name="Rectangle 43"/>
          <p:cNvSpPr>
            <a:spLocks noChangeArrowheads="1"/>
          </p:cNvSpPr>
          <p:nvPr/>
        </p:nvSpPr>
        <p:spPr bwMode="auto">
          <a:xfrm>
            <a:off x="1881188" y="1327150"/>
            <a:ext cx="4397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位</a:t>
            </a:r>
          </a:p>
        </p:txBody>
      </p:sp>
      <p:sp>
        <p:nvSpPr>
          <p:cNvPr id="117801" name="Rectangle 44"/>
          <p:cNvSpPr>
            <a:spLocks noChangeArrowheads="1"/>
          </p:cNvSpPr>
          <p:nvPr/>
        </p:nvSpPr>
        <p:spPr bwMode="auto">
          <a:xfrm>
            <a:off x="3265967" y="1736725"/>
            <a:ext cx="12080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首部长度</a:t>
            </a:r>
          </a:p>
        </p:txBody>
      </p:sp>
      <p:grpSp>
        <p:nvGrpSpPr>
          <p:cNvPr id="117802" name="Group 46"/>
          <p:cNvGrpSpPr>
            <a:grpSpLocks/>
          </p:cNvGrpSpPr>
          <p:nvPr/>
        </p:nvGrpSpPr>
        <p:grpSpPr bwMode="auto">
          <a:xfrm>
            <a:off x="2343150" y="4106863"/>
            <a:ext cx="131763" cy="69850"/>
            <a:chOff x="833" y="3024"/>
            <a:chExt cx="78" cy="51"/>
          </a:xfrm>
        </p:grpSpPr>
        <p:sp>
          <p:nvSpPr>
            <p:cNvPr id="117823" name="Rectangle 47"/>
            <p:cNvSpPr>
              <a:spLocks noChangeArrowheads="1"/>
            </p:cNvSpPr>
            <p:nvPr/>
          </p:nvSpPr>
          <p:spPr bwMode="auto">
            <a:xfrm>
              <a:off x="833" y="3024"/>
              <a:ext cx="78" cy="5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824" name="Line 48"/>
            <p:cNvSpPr>
              <a:spLocks noChangeShapeType="1"/>
            </p:cNvSpPr>
            <p:nvPr/>
          </p:nvSpPr>
          <p:spPr bwMode="auto">
            <a:xfrm>
              <a:off x="839" y="3030"/>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825" name="Line 49"/>
            <p:cNvSpPr>
              <a:spLocks noChangeShapeType="1"/>
            </p:cNvSpPr>
            <p:nvPr/>
          </p:nvSpPr>
          <p:spPr bwMode="auto">
            <a:xfrm>
              <a:off x="839" y="3075"/>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grpSp>
        <p:nvGrpSpPr>
          <p:cNvPr id="117803" name="Group 50"/>
          <p:cNvGrpSpPr>
            <a:grpSpLocks/>
          </p:cNvGrpSpPr>
          <p:nvPr/>
        </p:nvGrpSpPr>
        <p:grpSpPr bwMode="auto">
          <a:xfrm>
            <a:off x="10210800" y="4116388"/>
            <a:ext cx="131763" cy="66675"/>
            <a:chOff x="5432" y="3030"/>
            <a:chExt cx="78" cy="51"/>
          </a:xfrm>
        </p:grpSpPr>
        <p:sp>
          <p:nvSpPr>
            <p:cNvPr id="117820" name="Rectangle 51"/>
            <p:cNvSpPr>
              <a:spLocks noChangeArrowheads="1"/>
            </p:cNvSpPr>
            <p:nvPr/>
          </p:nvSpPr>
          <p:spPr bwMode="auto">
            <a:xfrm>
              <a:off x="5432" y="3030"/>
              <a:ext cx="78" cy="5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821" name="Line 52"/>
            <p:cNvSpPr>
              <a:spLocks noChangeShapeType="1"/>
            </p:cNvSpPr>
            <p:nvPr/>
          </p:nvSpPr>
          <p:spPr bwMode="auto">
            <a:xfrm>
              <a:off x="5438" y="3036"/>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822" name="Line 53"/>
            <p:cNvSpPr>
              <a:spLocks noChangeShapeType="1"/>
            </p:cNvSpPr>
            <p:nvPr/>
          </p:nvSpPr>
          <p:spPr bwMode="auto">
            <a:xfrm>
              <a:off x="5438" y="3081"/>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sp>
        <p:nvSpPr>
          <p:cNvPr id="117804" name="Rectangle 75"/>
          <p:cNvSpPr>
            <a:spLocks noChangeArrowheads="1"/>
          </p:cNvSpPr>
          <p:nvPr/>
        </p:nvSpPr>
        <p:spPr bwMode="auto">
          <a:xfrm>
            <a:off x="5084763" y="4508500"/>
            <a:ext cx="29083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zh-CN" altLang="en-US" sz="2000" b="1">
                <a:solidFill>
                  <a:srgbClr val="333399"/>
                </a:solidFill>
                <a:ea typeface="黑体" pitchFamily="2" charset="-122"/>
              </a:rPr>
              <a:t>数       据       部       分</a:t>
            </a:r>
          </a:p>
        </p:txBody>
      </p:sp>
      <p:sp>
        <p:nvSpPr>
          <p:cNvPr id="117805" name="Rectangle 80"/>
          <p:cNvSpPr>
            <a:spLocks noChangeArrowheads="1"/>
          </p:cNvSpPr>
          <p:nvPr/>
        </p:nvSpPr>
        <p:spPr bwMode="auto">
          <a:xfrm>
            <a:off x="4981575" y="5354638"/>
            <a:ext cx="3983038" cy="449262"/>
          </a:xfrm>
          <a:prstGeom prst="rect">
            <a:avLst/>
          </a:prstGeom>
          <a:solidFill>
            <a:srgbClr val="FFFF99"/>
          </a:solidFill>
          <a:ln w="127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17806" name="Rectangle 82"/>
          <p:cNvSpPr>
            <a:spLocks noChangeArrowheads="1"/>
          </p:cNvSpPr>
          <p:nvPr/>
        </p:nvSpPr>
        <p:spPr bwMode="auto">
          <a:xfrm>
            <a:off x="5551488" y="5372100"/>
            <a:ext cx="309562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zh-CN" altLang="en-US" sz="2000" b="1">
                <a:solidFill>
                  <a:srgbClr val="333399"/>
                </a:solidFill>
                <a:ea typeface="黑体" pitchFamily="2" charset="-122"/>
              </a:rPr>
              <a:t>数       据       部       分</a:t>
            </a:r>
          </a:p>
        </p:txBody>
      </p:sp>
      <p:sp>
        <p:nvSpPr>
          <p:cNvPr id="117807" name="Rectangle 83"/>
          <p:cNvSpPr>
            <a:spLocks noChangeArrowheads="1"/>
          </p:cNvSpPr>
          <p:nvPr/>
        </p:nvSpPr>
        <p:spPr bwMode="auto">
          <a:xfrm>
            <a:off x="3757613" y="5372100"/>
            <a:ext cx="908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首   部</a:t>
            </a:r>
          </a:p>
        </p:txBody>
      </p:sp>
      <p:sp>
        <p:nvSpPr>
          <p:cNvPr id="117808" name="Rectangle 85"/>
          <p:cNvSpPr>
            <a:spLocks noChangeArrowheads="1"/>
          </p:cNvSpPr>
          <p:nvPr/>
        </p:nvSpPr>
        <p:spPr bwMode="auto">
          <a:xfrm>
            <a:off x="5553075" y="5840413"/>
            <a:ext cx="1264963" cy="397545"/>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IP </a:t>
            </a:r>
            <a:r>
              <a:rPr kumimoji="1" lang="zh-CN" altLang="en-US" sz="2000" b="1">
                <a:solidFill>
                  <a:srgbClr val="333399"/>
                </a:solidFill>
                <a:ea typeface="黑体" pitchFamily="2" charset="-122"/>
              </a:rPr>
              <a:t>数据报</a:t>
            </a:r>
          </a:p>
        </p:txBody>
      </p:sp>
      <p:grpSp>
        <p:nvGrpSpPr>
          <p:cNvPr id="4" name="Group 94"/>
          <p:cNvGrpSpPr>
            <a:grpSpLocks/>
          </p:cNvGrpSpPr>
          <p:nvPr/>
        </p:nvGrpSpPr>
        <p:grpSpPr bwMode="auto">
          <a:xfrm>
            <a:off x="1449388" y="1700213"/>
            <a:ext cx="439737" cy="2663825"/>
            <a:chOff x="111" y="845"/>
            <a:chExt cx="277" cy="1678"/>
          </a:xfrm>
        </p:grpSpPr>
        <p:sp>
          <p:nvSpPr>
            <p:cNvPr id="117818" name="Line 89"/>
            <p:cNvSpPr>
              <a:spLocks noChangeShapeType="1"/>
            </p:cNvSpPr>
            <p:nvPr/>
          </p:nvSpPr>
          <p:spPr bwMode="auto">
            <a:xfrm>
              <a:off x="249" y="845"/>
              <a:ext cx="0" cy="1678"/>
            </a:xfrm>
            <a:prstGeom prst="line">
              <a:avLst/>
            </a:prstGeom>
            <a:noFill/>
            <a:ln w="28575">
              <a:solidFill>
                <a:schemeClr val="tx2"/>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117819" name="Rectangle 78"/>
            <p:cNvSpPr>
              <a:spLocks noChangeArrowheads="1"/>
            </p:cNvSpPr>
            <p:nvPr/>
          </p:nvSpPr>
          <p:spPr bwMode="auto">
            <a:xfrm>
              <a:off x="111" y="1389"/>
              <a:ext cx="277" cy="444"/>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首</a:t>
              </a:r>
            </a:p>
            <a:p>
              <a:pPr defTabSz="762000"/>
              <a:r>
                <a:rPr kumimoji="1" lang="zh-CN" altLang="en-US" sz="2000" b="1" dirty="0">
                  <a:solidFill>
                    <a:srgbClr val="333399"/>
                  </a:solidFill>
                  <a:ea typeface="黑体" pitchFamily="2" charset="-122"/>
                </a:rPr>
                <a:t>部</a:t>
              </a:r>
            </a:p>
          </p:txBody>
        </p:sp>
      </p:grpSp>
      <p:grpSp>
        <p:nvGrpSpPr>
          <p:cNvPr id="5" name="Group 93"/>
          <p:cNvGrpSpPr>
            <a:grpSpLocks/>
          </p:cNvGrpSpPr>
          <p:nvPr/>
        </p:nvGrpSpPr>
        <p:grpSpPr bwMode="auto">
          <a:xfrm>
            <a:off x="2389188" y="1700213"/>
            <a:ext cx="7896225" cy="4102100"/>
            <a:chOff x="703" y="845"/>
            <a:chExt cx="4974" cy="2584"/>
          </a:xfrm>
        </p:grpSpPr>
        <p:sp>
          <p:nvSpPr>
            <p:cNvPr id="117816" name="Rectangle 91"/>
            <p:cNvSpPr>
              <a:spLocks noChangeArrowheads="1"/>
            </p:cNvSpPr>
            <p:nvPr/>
          </p:nvSpPr>
          <p:spPr bwMode="auto">
            <a:xfrm>
              <a:off x="703" y="845"/>
              <a:ext cx="4974" cy="1678"/>
            </a:xfrm>
            <a:prstGeom prst="rect">
              <a:avLst/>
            </a:prstGeom>
            <a:noFill/>
            <a:ln w="571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117817" name="Rectangle 92"/>
            <p:cNvSpPr>
              <a:spLocks noChangeArrowheads="1"/>
            </p:cNvSpPr>
            <p:nvPr/>
          </p:nvSpPr>
          <p:spPr bwMode="auto">
            <a:xfrm>
              <a:off x="1426" y="3145"/>
              <a:ext cx="915" cy="284"/>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grpSp>
      <p:sp>
        <p:nvSpPr>
          <p:cNvPr id="117811" name="AutoShape 97"/>
          <p:cNvSpPr>
            <a:spLocks/>
          </p:cNvSpPr>
          <p:nvPr/>
        </p:nvSpPr>
        <p:spPr bwMode="auto">
          <a:xfrm>
            <a:off x="2222500" y="1771650"/>
            <a:ext cx="166688" cy="2160588"/>
          </a:xfrm>
          <a:prstGeom prst="leftBrace">
            <a:avLst>
              <a:gd name="adj1" fmla="val 108016"/>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grpSp>
        <p:nvGrpSpPr>
          <p:cNvPr id="117812" name="Group 100"/>
          <p:cNvGrpSpPr>
            <a:grpSpLocks/>
          </p:cNvGrpSpPr>
          <p:nvPr/>
        </p:nvGrpSpPr>
        <p:grpSpPr bwMode="auto">
          <a:xfrm>
            <a:off x="2919413" y="5875338"/>
            <a:ext cx="1208087" cy="855662"/>
            <a:chOff x="1037" y="3475"/>
            <a:chExt cx="761" cy="539"/>
          </a:xfrm>
        </p:grpSpPr>
        <p:sp>
          <p:nvSpPr>
            <p:cNvPr id="117814" name="Line 98"/>
            <p:cNvSpPr>
              <a:spLocks noChangeShapeType="1"/>
            </p:cNvSpPr>
            <p:nvPr/>
          </p:nvSpPr>
          <p:spPr bwMode="auto">
            <a:xfrm flipV="1">
              <a:off x="1428" y="3475"/>
              <a:ext cx="0" cy="317"/>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117815" name="Rectangle 99"/>
            <p:cNvSpPr>
              <a:spLocks noChangeArrowheads="1"/>
            </p:cNvSpPr>
            <p:nvPr/>
          </p:nvSpPr>
          <p:spPr bwMode="auto">
            <a:xfrm>
              <a:off x="1037" y="3764"/>
              <a:ext cx="76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4D4D4D"/>
                  </a:solidFill>
                  <a:latin typeface="Times New Roman" pitchFamily="18" charset="0"/>
                  <a:ea typeface="黑体" pitchFamily="2" charset="-122"/>
                </a:rPr>
                <a:t>发送在前</a:t>
              </a:r>
            </a:p>
          </p:txBody>
        </p:sp>
      </p:grpSp>
      <p:sp>
        <p:nvSpPr>
          <p:cNvPr id="66" name="Rectangle 2">
            <a:extLst>
              <a:ext uri="{FF2B5EF4-FFF2-40B4-BE49-F238E27FC236}"/>
            </a:extLst>
          </p:cNvPr>
          <p:cNvSpPr txBox="1">
            <a:spLocks noChangeArrowheads="1"/>
          </p:cNvSpPr>
          <p:nvPr/>
        </p:nvSpPr>
        <p:spPr>
          <a:xfrm>
            <a:off x="609600" y="274638"/>
            <a:ext cx="10972800" cy="817562"/>
          </a:xfrm>
          <a:prstGeom prst="rect">
            <a:avLst/>
          </a:prstGeom>
        </p:spPr>
        <p:txBody>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pPr eaLnBrk="1" hangingPunct="1">
              <a:defRPr/>
            </a:pPr>
            <a:r>
              <a:rPr lang="en-US" altLang="zh-CN" dirty="0"/>
              <a:t>4.2.5 IP </a:t>
            </a:r>
            <a:r>
              <a:rPr lang="zh-CN" altLang="en-US" dirty="0"/>
              <a:t>数据报的格式</a:t>
            </a:r>
            <a:endParaRPr lang="zh-CN" altLang="en-US" kern="0" dirty="0"/>
          </a:p>
        </p:txBody>
      </p:sp>
    </p:spTree>
    <p:extLst>
      <p:ext uri="{BB962C8B-B14F-4D97-AF65-F5344CB8AC3E}">
        <p14:creationId xmlns:p14="http://schemas.microsoft.com/office/powerpoint/2010/main" val="2841384526"/>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2000" fill="hold" nodeType="afterEffect">
                                  <p:stCondLst>
                                    <p:cond delay="500"/>
                                  </p:stCondLst>
                                  <p:childTnLst>
                                    <p:anim calcmode="discrete" valueType="str">
                                      <p:cBhvr>
                                        <p:cTn id="9" dur="1000" fill="hold"/>
                                        <p:tgtEl>
                                          <p:spTgt spid="5"/>
                                        </p:tgtEl>
                                        <p:attrNameLst>
                                          <p:attrName>style.visibility</p:attrName>
                                        </p:attrNameLst>
                                      </p:cBhvr>
                                      <p:tavLst>
                                        <p:tav tm="0">
                                          <p:val>
                                            <p:strVal val="hidden"/>
                                          </p:val>
                                        </p:tav>
                                        <p:tav tm="50000">
                                          <p:val>
                                            <p:strVal val="visible"/>
                                          </p:val>
                                        </p:tav>
                                      </p:tavLst>
                                    </p:anim>
                                  </p:childTnLst>
                                </p:cTn>
                              </p:par>
                              <p:par>
                                <p:cTn id="10" presetID="35" presetClass="emph" presetSubtype="0" repeatCount="2000" fill="hold" nodeType="withEffect">
                                  <p:stCondLst>
                                    <p:cond delay="500"/>
                                  </p:stCondLst>
                                  <p:childTnLst>
                                    <p:anim calcmode="discrete" valueType="str">
                                      <p:cBhvr>
                                        <p:cTn id="11"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45"/>
          <p:cNvSpPr>
            <a:spLocks noChangeArrowheads="1"/>
          </p:cNvSpPr>
          <p:nvPr/>
        </p:nvSpPr>
        <p:spPr bwMode="auto">
          <a:xfrm>
            <a:off x="1884363" y="2132013"/>
            <a:ext cx="439737"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lnSpc>
                <a:spcPct val="90000"/>
              </a:lnSpc>
            </a:pPr>
            <a:r>
              <a:rPr kumimoji="1" lang="zh-CN" altLang="en-US" sz="2000" b="1">
                <a:solidFill>
                  <a:srgbClr val="333399"/>
                </a:solidFill>
                <a:ea typeface="黑体" pitchFamily="2" charset="-122"/>
              </a:rPr>
              <a:t>固</a:t>
            </a:r>
          </a:p>
          <a:p>
            <a:pPr defTabSz="762000">
              <a:lnSpc>
                <a:spcPct val="90000"/>
              </a:lnSpc>
            </a:pPr>
            <a:r>
              <a:rPr kumimoji="1" lang="zh-CN" altLang="en-US" sz="2000" b="1">
                <a:solidFill>
                  <a:srgbClr val="333399"/>
                </a:solidFill>
                <a:ea typeface="黑体" pitchFamily="2" charset="-122"/>
              </a:rPr>
              <a:t>定</a:t>
            </a:r>
          </a:p>
          <a:p>
            <a:pPr defTabSz="762000">
              <a:lnSpc>
                <a:spcPct val="90000"/>
              </a:lnSpc>
            </a:pPr>
            <a:r>
              <a:rPr kumimoji="1" lang="zh-CN" altLang="en-US" sz="2000" b="1">
                <a:solidFill>
                  <a:srgbClr val="333399"/>
                </a:solidFill>
                <a:ea typeface="黑体" pitchFamily="2" charset="-122"/>
              </a:rPr>
              <a:t>部</a:t>
            </a:r>
          </a:p>
          <a:p>
            <a:pPr defTabSz="762000">
              <a:lnSpc>
                <a:spcPct val="90000"/>
              </a:lnSpc>
            </a:pPr>
            <a:r>
              <a:rPr kumimoji="1" lang="zh-CN" altLang="en-US" sz="2000" b="1">
                <a:solidFill>
                  <a:srgbClr val="333399"/>
                </a:solidFill>
                <a:ea typeface="黑体" pitchFamily="2" charset="-122"/>
              </a:rPr>
              <a:t>分</a:t>
            </a:r>
          </a:p>
        </p:txBody>
      </p:sp>
      <p:sp>
        <p:nvSpPr>
          <p:cNvPr id="117763" name="Rectangle 54"/>
          <p:cNvSpPr>
            <a:spLocks noChangeArrowheads="1"/>
          </p:cNvSpPr>
          <p:nvPr/>
        </p:nvSpPr>
        <p:spPr bwMode="auto">
          <a:xfrm>
            <a:off x="1741488" y="3787775"/>
            <a:ext cx="6953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可变</a:t>
            </a:r>
          </a:p>
          <a:p>
            <a:pPr defTabSz="762000"/>
            <a:r>
              <a:rPr kumimoji="1" lang="zh-CN" altLang="en-US" sz="2000" b="1" dirty="0">
                <a:solidFill>
                  <a:srgbClr val="333399"/>
                </a:solidFill>
                <a:ea typeface="黑体" pitchFamily="2" charset="-122"/>
              </a:rPr>
              <a:t>部分</a:t>
            </a:r>
          </a:p>
        </p:txBody>
      </p:sp>
      <p:sp>
        <p:nvSpPr>
          <p:cNvPr id="117764" name="Line 6"/>
          <p:cNvSpPr>
            <a:spLocks noChangeShapeType="1"/>
          </p:cNvSpPr>
          <p:nvPr/>
        </p:nvSpPr>
        <p:spPr bwMode="auto">
          <a:xfrm>
            <a:off x="3571875" y="6045200"/>
            <a:ext cx="5419725"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117765" name="Rectangle 8"/>
          <p:cNvSpPr>
            <a:spLocks noChangeArrowheads="1"/>
          </p:cNvSpPr>
          <p:nvPr/>
        </p:nvSpPr>
        <p:spPr bwMode="auto">
          <a:xfrm>
            <a:off x="4367213" y="1730375"/>
            <a:ext cx="1966912" cy="434975"/>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766" name="Rectangle 90"/>
          <p:cNvSpPr>
            <a:spLocks noChangeArrowheads="1"/>
          </p:cNvSpPr>
          <p:nvPr/>
        </p:nvSpPr>
        <p:spPr bwMode="auto">
          <a:xfrm>
            <a:off x="3541713" y="5354638"/>
            <a:ext cx="1439862" cy="449262"/>
          </a:xfrm>
          <a:prstGeom prst="rect">
            <a:avLst/>
          </a:prstGeom>
          <a:solidFill>
            <a:srgbClr val="CCECFF"/>
          </a:solidFill>
          <a:ln w="127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17767" name="Rectangle 10"/>
          <p:cNvSpPr>
            <a:spLocks noChangeArrowheads="1"/>
          </p:cNvSpPr>
          <p:nvPr/>
        </p:nvSpPr>
        <p:spPr bwMode="auto">
          <a:xfrm>
            <a:off x="2409825" y="1720850"/>
            <a:ext cx="7864475" cy="2643188"/>
          </a:xfrm>
          <a:prstGeom prst="rect">
            <a:avLst/>
          </a:prstGeom>
          <a:solidFill>
            <a:srgbClr val="CCECFF"/>
          </a:solidFill>
          <a:ln w="254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17768" name="Rectangle 11"/>
          <p:cNvSpPr>
            <a:spLocks noChangeArrowheads="1"/>
          </p:cNvSpPr>
          <p:nvPr/>
        </p:nvSpPr>
        <p:spPr bwMode="auto">
          <a:xfrm>
            <a:off x="2424113" y="4375150"/>
            <a:ext cx="7832725" cy="681038"/>
          </a:xfrm>
          <a:prstGeom prst="rect">
            <a:avLst/>
          </a:prstGeom>
          <a:solidFill>
            <a:srgbClr val="FFFF99"/>
          </a:solidFill>
          <a:ln w="12700">
            <a:solidFill>
              <a:srgbClr val="333399"/>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17769" name="Line 12"/>
          <p:cNvSpPr>
            <a:spLocks noChangeShapeType="1"/>
          </p:cNvSpPr>
          <p:nvPr/>
        </p:nvSpPr>
        <p:spPr bwMode="auto">
          <a:xfrm>
            <a:off x="2405063" y="2171700"/>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0" name="Line 13"/>
          <p:cNvSpPr>
            <a:spLocks noChangeShapeType="1"/>
          </p:cNvSpPr>
          <p:nvPr/>
        </p:nvSpPr>
        <p:spPr bwMode="auto">
          <a:xfrm>
            <a:off x="2405063" y="261461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1" name="Line 14"/>
          <p:cNvSpPr>
            <a:spLocks noChangeShapeType="1"/>
          </p:cNvSpPr>
          <p:nvPr/>
        </p:nvSpPr>
        <p:spPr bwMode="auto">
          <a:xfrm>
            <a:off x="2405063" y="305911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2" name="Line 15"/>
          <p:cNvSpPr>
            <a:spLocks noChangeShapeType="1"/>
          </p:cNvSpPr>
          <p:nvPr/>
        </p:nvSpPr>
        <p:spPr bwMode="auto">
          <a:xfrm>
            <a:off x="2405063" y="349726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3" name="Line 16"/>
          <p:cNvSpPr>
            <a:spLocks noChangeShapeType="1"/>
          </p:cNvSpPr>
          <p:nvPr/>
        </p:nvSpPr>
        <p:spPr bwMode="auto">
          <a:xfrm>
            <a:off x="2405063" y="394176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4" name="Line 17"/>
          <p:cNvSpPr>
            <a:spLocks noChangeShapeType="1"/>
          </p:cNvSpPr>
          <p:nvPr/>
        </p:nvSpPr>
        <p:spPr bwMode="auto">
          <a:xfrm>
            <a:off x="3373438" y="1728788"/>
            <a:ext cx="0" cy="4429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5" name="Line 18"/>
          <p:cNvSpPr>
            <a:spLocks noChangeShapeType="1"/>
          </p:cNvSpPr>
          <p:nvPr/>
        </p:nvSpPr>
        <p:spPr bwMode="auto">
          <a:xfrm>
            <a:off x="4357688" y="1728788"/>
            <a:ext cx="0" cy="4429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6" name="Line 19"/>
          <p:cNvSpPr>
            <a:spLocks noChangeShapeType="1"/>
          </p:cNvSpPr>
          <p:nvPr/>
        </p:nvSpPr>
        <p:spPr bwMode="auto">
          <a:xfrm>
            <a:off x="4357688" y="2624138"/>
            <a:ext cx="0" cy="431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7" name="Line 20"/>
          <p:cNvSpPr>
            <a:spLocks noChangeShapeType="1"/>
          </p:cNvSpPr>
          <p:nvPr/>
        </p:nvSpPr>
        <p:spPr bwMode="auto">
          <a:xfrm>
            <a:off x="6330950" y="1728788"/>
            <a:ext cx="0" cy="1327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8" name="Line 21"/>
          <p:cNvSpPr>
            <a:spLocks noChangeShapeType="1"/>
          </p:cNvSpPr>
          <p:nvPr/>
        </p:nvSpPr>
        <p:spPr bwMode="auto">
          <a:xfrm flipV="1">
            <a:off x="8302625" y="3937000"/>
            <a:ext cx="0" cy="4413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9" name="Line 22"/>
          <p:cNvSpPr>
            <a:spLocks noChangeShapeType="1"/>
          </p:cNvSpPr>
          <p:nvPr/>
        </p:nvSpPr>
        <p:spPr bwMode="auto">
          <a:xfrm>
            <a:off x="7132638" y="2181225"/>
            <a:ext cx="0" cy="4333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80" name="Rectangle 23"/>
          <p:cNvSpPr>
            <a:spLocks noChangeArrowheads="1"/>
          </p:cNvSpPr>
          <p:nvPr/>
        </p:nvSpPr>
        <p:spPr bwMode="auto">
          <a:xfrm>
            <a:off x="2352675" y="1341438"/>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0</a:t>
            </a:r>
          </a:p>
        </p:txBody>
      </p:sp>
      <p:sp>
        <p:nvSpPr>
          <p:cNvPr id="117781" name="Rectangle 24"/>
          <p:cNvSpPr>
            <a:spLocks noChangeArrowheads="1"/>
          </p:cNvSpPr>
          <p:nvPr/>
        </p:nvSpPr>
        <p:spPr bwMode="auto">
          <a:xfrm>
            <a:off x="3287713" y="1341438"/>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4</a:t>
            </a:r>
          </a:p>
        </p:txBody>
      </p:sp>
      <p:sp>
        <p:nvSpPr>
          <p:cNvPr id="117782" name="Rectangle 25"/>
          <p:cNvSpPr>
            <a:spLocks noChangeArrowheads="1"/>
          </p:cNvSpPr>
          <p:nvPr/>
        </p:nvSpPr>
        <p:spPr bwMode="auto">
          <a:xfrm>
            <a:off x="4283075" y="1341438"/>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8</a:t>
            </a:r>
          </a:p>
        </p:txBody>
      </p:sp>
      <p:sp>
        <p:nvSpPr>
          <p:cNvPr id="117783" name="Rectangle 26"/>
          <p:cNvSpPr>
            <a:spLocks noChangeArrowheads="1"/>
          </p:cNvSpPr>
          <p:nvPr/>
        </p:nvSpPr>
        <p:spPr bwMode="auto">
          <a:xfrm>
            <a:off x="6234113"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16</a:t>
            </a:r>
          </a:p>
        </p:txBody>
      </p:sp>
      <p:sp>
        <p:nvSpPr>
          <p:cNvPr id="117784" name="Rectangle 27"/>
          <p:cNvSpPr>
            <a:spLocks noChangeArrowheads="1"/>
          </p:cNvSpPr>
          <p:nvPr/>
        </p:nvSpPr>
        <p:spPr bwMode="auto">
          <a:xfrm>
            <a:off x="7031038"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19</a:t>
            </a:r>
          </a:p>
        </p:txBody>
      </p:sp>
      <p:sp>
        <p:nvSpPr>
          <p:cNvPr id="117785" name="Rectangle 28"/>
          <p:cNvSpPr>
            <a:spLocks noChangeArrowheads="1"/>
          </p:cNvSpPr>
          <p:nvPr/>
        </p:nvSpPr>
        <p:spPr bwMode="auto">
          <a:xfrm>
            <a:off x="8205788"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24</a:t>
            </a:r>
          </a:p>
        </p:txBody>
      </p:sp>
      <p:sp>
        <p:nvSpPr>
          <p:cNvPr id="117786" name="Rectangle 29"/>
          <p:cNvSpPr>
            <a:spLocks noChangeArrowheads="1"/>
          </p:cNvSpPr>
          <p:nvPr/>
        </p:nvSpPr>
        <p:spPr bwMode="auto">
          <a:xfrm>
            <a:off x="9918700" y="1341438"/>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31</a:t>
            </a:r>
          </a:p>
        </p:txBody>
      </p:sp>
      <p:sp>
        <p:nvSpPr>
          <p:cNvPr id="117787" name="Rectangle 30"/>
          <p:cNvSpPr>
            <a:spLocks noChangeArrowheads="1"/>
          </p:cNvSpPr>
          <p:nvPr/>
        </p:nvSpPr>
        <p:spPr bwMode="auto">
          <a:xfrm>
            <a:off x="2501900" y="1755775"/>
            <a:ext cx="7667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版 本</a:t>
            </a:r>
          </a:p>
        </p:txBody>
      </p:sp>
      <p:sp>
        <p:nvSpPr>
          <p:cNvPr id="117788" name="Rectangle 31"/>
          <p:cNvSpPr>
            <a:spLocks noChangeArrowheads="1"/>
          </p:cNvSpPr>
          <p:nvPr/>
        </p:nvSpPr>
        <p:spPr bwMode="auto">
          <a:xfrm>
            <a:off x="6389688" y="2232025"/>
            <a:ext cx="695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标志</a:t>
            </a:r>
          </a:p>
        </p:txBody>
      </p:sp>
      <p:sp>
        <p:nvSpPr>
          <p:cNvPr id="117789" name="Rectangle 32"/>
          <p:cNvSpPr>
            <a:spLocks noChangeArrowheads="1"/>
          </p:cNvSpPr>
          <p:nvPr/>
        </p:nvSpPr>
        <p:spPr bwMode="auto">
          <a:xfrm>
            <a:off x="2698750" y="2636838"/>
            <a:ext cx="1420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生 存 时 间</a:t>
            </a:r>
          </a:p>
        </p:txBody>
      </p:sp>
      <p:sp>
        <p:nvSpPr>
          <p:cNvPr id="117790" name="Rectangle 33"/>
          <p:cNvSpPr>
            <a:spLocks noChangeArrowheads="1"/>
          </p:cNvSpPr>
          <p:nvPr/>
        </p:nvSpPr>
        <p:spPr bwMode="auto">
          <a:xfrm>
            <a:off x="4829175" y="2636838"/>
            <a:ext cx="98103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协    议</a:t>
            </a:r>
          </a:p>
        </p:txBody>
      </p:sp>
      <p:sp>
        <p:nvSpPr>
          <p:cNvPr id="117791" name="Rectangle 34"/>
          <p:cNvSpPr>
            <a:spLocks noChangeArrowheads="1"/>
          </p:cNvSpPr>
          <p:nvPr/>
        </p:nvSpPr>
        <p:spPr bwMode="auto">
          <a:xfrm>
            <a:off x="3843338" y="2232025"/>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标    识</a:t>
            </a:r>
          </a:p>
        </p:txBody>
      </p:sp>
      <p:sp>
        <p:nvSpPr>
          <p:cNvPr id="117792" name="Rectangle 35"/>
          <p:cNvSpPr>
            <a:spLocks noChangeArrowheads="1"/>
          </p:cNvSpPr>
          <p:nvPr/>
        </p:nvSpPr>
        <p:spPr bwMode="auto">
          <a:xfrm>
            <a:off x="4654550" y="1755775"/>
            <a:ext cx="1420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区 分 服 务</a:t>
            </a:r>
          </a:p>
        </p:txBody>
      </p:sp>
      <p:sp>
        <p:nvSpPr>
          <p:cNvPr id="117793" name="Rectangle 36"/>
          <p:cNvSpPr>
            <a:spLocks noChangeArrowheads="1"/>
          </p:cNvSpPr>
          <p:nvPr/>
        </p:nvSpPr>
        <p:spPr bwMode="auto">
          <a:xfrm>
            <a:off x="7780338" y="175577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总   长   度</a:t>
            </a:r>
          </a:p>
        </p:txBody>
      </p:sp>
      <p:sp>
        <p:nvSpPr>
          <p:cNvPr id="117794" name="Rectangle 37"/>
          <p:cNvSpPr>
            <a:spLocks noChangeArrowheads="1"/>
          </p:cNvSpPr>
          <p:nvPr/>
        </p:nvSpPr>
        <p:spPr bwMode="auto">
          <a:xfrm>
            <a:off x="8051800" y="223202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片   偏   移</a:t>
            </a:r>
          </a:p>
        </p:txBody>
      </p:sp>
      <p:sp>
        <p:nvSpPr>
          <p:cNvPr id="117795" name="Rectangle 38"/>
          <p:cNvSpPr>
            <a:spLocks noChangeArrowheads="1"/>
          </p:cNvSpPr>
          <p:nvPr/>
        </p:nvSpPr>
        <p:spPr bwMode="auto">
          <a:xfrm>
            <a:off x="8775700" y="3965575"/>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填    充</a:t>
            </a:r>
          </a:p>
        </p:txBody>
      </p:sp>
      <p:sp>
        <p:nvSpPr>
          <p:cNvPr id="117796" name="Rectangle 39"/>
          <p:cNvSpPr>
            <a:spLocks noChangeArrowheads="1"/>
          </p:cNvSpPr>
          <p:nvPr/>
        </p:nvSpPr>
        <p:spPr bwMode="auto">
          <a:xfrm>
            <a:off x="7199313" y="2636838"/>
            <a:ext cx="2311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首   部   检   验   和</a:t>
            </a:r>
          </a:p>
        </p:txBody>
      </p:sp>
      <p:sp>
        <p:nvSpPr>
          <p:cNvPr id="117797" name="Rectangle 40"/>
          <p:cNvSpPr>
            <a:spLocks noChangeArrowheads="1"/>
          </p:cNvSpPr>
          <p:nvPr/>
        </p:nvSpPr>
        <p:spPr bwMode="auto">
          <a:xfrm>
            <a:off x="5689600" y="309562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源   地   址</a:t>
            </a:r>
          </a:p>
        </p:txBody>
      </p:sp>
      <p:sp>
        <p:nvSpPr>
          <p:cNvPr id="117798" name="Rectangle 41"/>
          <p:cNvSpPr>
            <a:spLocks noChangeArrowheads="1"/>
          </p:cNvSpPr>
          <p:nvPr/>
        </p:nvSpPr>
        <p:spPr bwMode="auto">
          <a:xfrm>
            <a:off x="5434013" y="3536950"/>
            <a:ext cx="18430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目   的   地   址</a:t>
            </a:r>
          </a:p>
        </p:txBody>
      </p:sp>
      <p:sp>
        <p:nvSpPr>
          <p:cNvPr id="117799" name="Rectangle 42"/>
          <p:cNvSpPr>
            <a:spLocks noChangeArrowheads="1"/>
          </p:cNvSpPr>
          <p:nvPr/>
        </p:nvSpPr>
        <p:spPr bwMode="auto">
          <a:xfrm>
            <a:off x="3502025" y="3965575"/>
            <a:ext cx="41576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可   选   字   段  （长   度   可   变）</a:t>
            </a:r>
          </a:p>
        </p:txBody>
      </p:sp>
      <p:sp>
        <p:nvSpPr>
          <p:cNvPr id="117800" name="Rectangle 43"/>
          <p:cNvSpPr>
            <a:spLocks noChangeArrowheads="1"/>
          </p:cNvSpPr>
          <p:nvPr/>
        </p:nvSpPr>
        <p:spPr bwMode="auto">
          <a:xfrm>
            <a:off x="1881188" y="1327150"/>
            <a:ext cx="4397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位</a:t>
            </a:r>
          </a:p>
        </p:txBody>
      </p:sp>
      <p:sp>
        <p:nvSpPr>
          <p:cNvPr id="117801" name="Rectangle 44"/>
          <p:cNvSpPr>
            <a:spLocks noChangeArrowheads="1"/>
          </p:cNvSpPr>
          <p:nvPr/>
        </p:nvSpPr>
        <p:spPr bwMode="auto">
          <a:xfrm>
            <a:off x="3265967" y="1736725"/>
            <a:ext cx="12080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首部长度</a:t>
            </a:r>
          </a:p>
        </p:txBody>
      </p:sp>
      <p:grpSp>
        <p:nvGrpSpPr>
          <p:cNvPr id="117802" name="Group 46"/>
          <p:cNvGrpSpPr>
            <a:grpSpLocks/>
          </p:cNvGrpSpPr>
          <p:nvPr/>
        </p:nvGrpSpPr>
        <p:grpSpPr bwMode="auto">
          <a:xfrm>
            <a:off x="2343150" y="4106863"/>
            <a:ext cx="131763" cy="69850"/>
            <a:chOff x="833" y="3024"/>
            <a:chExt cx="78" cy="51"/>
          </a:xfrm>
        </p:grpSpPr>
        <p:sp>
          <p:nvSpPr>
            <p:cNvPr id="117823" name="Rectangle 47"/>
            <p:cNvSpPr>
              <a:spLocks noChangeArrowheads="1"/>
            </p:cNvSpPr>
            <p:nvPr/>
          </p:nvSpPr>
          <p:spPr bwMode="auto">
            <a:xfrm>
              <a:off x="833" y="3024"/>
              <a:ext cx="78" cy="5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824" name="Line 48"/>
            <p:cNvSpPr>
              <a:spLocks noChangeShapeType="1"/>
            </p:cNvSpPr>
            <p:nvPr/>
          </p:nvSpPr>
          <p:spPr bwMode="auto">
            <a:xfrm>
              <a:off x="839" y="3030"/>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825" name="Line 49"/>
            <p:cNvSpPr>
              <a:spLocks noChangeShapeType="1"/>
            </p:cNvSpPr>
            <p:nvPr/>
          </p:nvSpPr>
          <p:spPr bwMode="auto">
            <a:xfrm>
              <a:off x="839" y="3075"/>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grpSp>
        <p:nvGrpSpPr>
          <p:cNvPr id="117803" name="Group 50"/>
          <p:cNvGrpSpPr>
            <a:grpSpLocks/>
          </p:cNvGrpSpPr>
          <p:nvPr/>
        </p:nvGrpSpPr>
        <p:grpSpPr bwMode="auto">
          <a:xfrm>
            <a:off x="10210800" y="4116388"/>
            <a:ext cx="131763" cy="66675"/>
            <a:chOff x="5432" y="3030"/>
            <a:chExt cx="78" cy="51"/>
          </a:xfrm>
        </p:grpSpPr>
        <p:sp>
          <p:nvSpPr>
            <p:cNvPr id="117820" name="Rectangle 51"/>
            <p:cNvSpPr>
              <a:spLocks noChangeArrowheads="1"/>
            </p:cNvSpPr>
            <p:nvPr/>
          </p:nvSpPr>
          <p:spPr bwMode="auto">
            <a:xfrm>
              <a:off x="5432" y="3030"/>
              <a:ext cx="78" cy="5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821" name="Line 52"/>
            <p:cNvSpPr>
              <a:spLocks noChangeShapeType="1"/>
            </p:cNvSpPr>
            <p:nvPr/>
          </p:nvSpPr>
          <p:spPr bwMode="auto">
            <a:xfrm>
              <a:off x="5438" y="3036"/>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822" name="Line 53"/>
            <p:cNvSpPr>
              <a:spLocks noChangeShapeType="1"/>
            </p:cNvSpPr>
            <p:nvPr/>
          </p:nvSpPr>
          <p:spPr bwMode="auto">
            <a:xfrm>
              <a:off x="5438" y="3081"/>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sp>
        <p:nvSpPr>
          <p:cNvPr id="117804" name="Rectangle 75"/>
          <p:cNvSpPr>
            <a:spLocks noChangeArrowheads="1"/>
          </p:cNvSpPr>
          <p:nvPr/>
        </p:nvSpPr>
        <p:spPr bwMode="auto">
          <a:xfrm>
            <a:off x="5084763" y="4508500"/>
            <a:ext cx="29083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zh-CN" altLang="en-US" sz="2000" b="1">
                <a:solidFill>
                  <a:srgbClr val="333399"/>
                </a:solidFill>
                <a:ea typeface="黑体" pitchFamily="2" charset="-122"/>
              </a:rPr>
              <a:t>数       据       部       分</a:t>
            </a:r>
          </a:p>
        </p:txBody>
      </p:sp>
      <p:sp>
        <p:nvSpPr>
          <p:cNvPr id="117805" name="Rectangle 80"/>
          <p:cNvSpPr>
            <a:spLocks noChangeArrowheads="1"/>
          </p:cNvSpPr>
          <p:nvPr/>
        </p:nvSpPr>
        <p:spPr bwMode="auto">
          <a:xfrm>
            <a:off x="4981575" y="5354638"/>
            <a:ext cx="3983038" cy="449262"/>
          </a:xfrm>
          <a:prstGeom prst="rect">
            <a:avLst/>
          </a:prstGeom>
          <a:solidFill>
            <a:srgbClr val="FFFF99"/>
          </a:solidFill>
          <a:ln w="127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17806" name="Rectangle 82"/>
          <p:cNvSpPr>
            <a:spLocks noChangeArrowheads="1"/>
          </p:cNvSpPr>
          <p:nvPr/>
        </p:nvSpPr>
        <p:spPr bwMode="auto">
          <a:xfrm>
            <a:off x="5551488" y="5372100"/>
            <a:ext cx="309562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zh-CN" altLang="en-US" sz="2000" b="1">
                <a:solidFill>
                  <a:srgbClr val="333399"/>
                </a:solidFill>
                <a:ea typeface="黑体" pitchFamily="2" charset="-122"/>
              </a:rPr>
              <a:t>数       据       部       分</a:t>
            </a:r>
          </a:p>
        </p:txBody>
      </p:sp>
      <p:sp>
        <p:nvSpPr>
          <p:cNvPr id="117807" name="Rectangle 83"/>
          <p:cNvSpPr>
            <a:spLocks noChangeArrowheads="1"/>
          </p:cNvSpPr>
          <p:nvPr/>
        </p:nvSpPr>
        <p:spPr bwMode="auto">
          <a:xfrm>
            <a:off x="3757613" y="5372100"/>
            <a:ext cx="908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首   部</a:t>
            </a:r>
          </a:p>
        </p:txBody>
      </p:sp>
      <p:sp>
        <p:nvSpPr>
          <p:cNvPr id="117808" name="Rectangle 85"/>
          <p:cNvSpPr>
            <a:spLocks noChangeArrowheads="1"/>
          </p:cNvSpPr>
          <p:nvPr/>
        </p:nvSpPr>
        <p:spPr bwMode="auto">
          <a:xfrm>
            <a:off x="5553075" y="5840413"/>
            <a:ext cx="1264963" cy="397545"/>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IP </a:t>
            </a:r>
            <a:r>
              <a:rPr kumimoji="1" lang="zh-CN" altLang="en-US" sz="2000" b="1">
                <a:solidFill>
                  <a:srgbClr val="333399"/>
                </a:solidFill>
                <a:ea typeface="黑体" pitchFamily="2" charset="-122"/>
              </a:rPr>
              <a:t>数据报</a:t>
            </a:r>
          </a:p>
        </p:txBody>
      </p:sp>
      <p:grpSp>
        <p:nvGrpSpPr>
          <p:cNvPr id="4" name="Group 94"/>
          <p:cNvGrpSpPr>
            <a:grpSpLocks/>
          </p:cNvGrpSpPr>
          <p:nvPr/>
        </p:nvGrpSpPr>
        <p:grpSpPr bwMode="auto">
          <a:xfrm>
            <a:off x="1449388" y="1700213"/>
            <a:ext cx="439737" cy="2663825"/>
            <a:chOff x="111" y="845"/>
            <a:chExt cx="277" cy="1678"/>
          </a:xfrm>
        </p:grpSpPr>
        <p:sp>
          <p:nvSpPr>
            <p:cNvPr id="117818" name="Line 89"/>
            <p:cNvSpPr>
              <a:spLocks noChangeShapeType="1"/>
            </p:cNvSpPr>
            <p:nvPr/>
          </p:nvSpPr>
          <p:spPr bwMode="auto">
            <a:xfrm>
              <a:off x="249" y="845"/>
              <a:ext cx="0" cy="1678"/>
            </a:xfrm>
            <a:prstGeom prst="line">
              <a:avLst/>
            </a:prstGeom>
            <a:noFill/>
            <a:ln w="28575">
              <a:solidFill>
                <a:schemeClr val="tx2"/>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117819" name="Rectangle 78"/>
            <p:cNvSpPr>
              <a:spLocks noChangeArrowheads="1"/>
            </p:cNvSpPr>
            <p:nvPr/>
          </p:nvSpPr>
          <p:spPr bwMode="auto">
            <a:xfrm>
              <a:off x="111" y="1389"/>
              <a:ext cx="277" cy="444"/>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首</a:t>
              </a:r>
            </a:p>
            <a:p>
              <a:pPr defTabSz="762000"/>
              <a:r>
                <a:rPr kumimoji="1" lang="zh-CN" altLang="en-US" sz="2000" b="1" dirty="0">
                  <a:solidFill>
                    <a:srgbClr val="333399"/>
                  </a:solidFill>
                  <a:ea typeface="黑体" pitchFamily="2" charset="-122"/>
                </a:rPr>
                <a:t>部</a:t>
              </a:r>
            </a:p>
          </p:txBody>
        </p:sp>
      </p:grpSp>
      <p:sp>
        <p:nvSpPr>
          <p:cNvPr id="117811" name="AutoShape 97"/>
          <p:cNvSpPr>
            <a:spLocks/>
          </p:cNvSpPr>
          <p:nvPr/>
        </p:nvSpPr>
        <p:spPr bwMode="auto">
          <a:xfrm>
            <a:off x="2222500" y="1771650"/>
            <a:ext cx="166688" cy="2160588"/>
          </a:xfrm>
          <a:prstGeom prst="leftBrace">
            <a:avLst>
              <a:gd name="adj1" fmla="val 108016"/>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grpSp>
        <p:nvGrpSpPr>
          <p:cNvPr id="117812" name="Group 100"/>
          <p:cNvGrpSpPr>
            <a:grpSpLocks/>
          </p:cNvGrpSpPr>
          <p:nvPr/>
        </p:nvGrpSpPr>
        <p:grpSpPr bwMode="auto">
          <a:xfrm>
            <a:off x="2919413" y="5875338"/>
            <a:ext cx="1208087" cy="855662"/>
            <a:chOff x="1037" y="3475"/>
            <a:chExt cx="761" cy="539"/>
          </a:xfrm>
        </p:grpSpPr>
        <p:sp>
          <p:nvSpPr>
            <p:cNvPr id="117814" name="Line 98"/>
            <p:cNvSpPr>
              <a:spLocks noChangeShapeType="1"/>
            </p:cNvSpPr>
            <p:nvPr/>
          </p:nvSpPr>
          <p:spPr bwMode="auto">
            <a:xfrm flipV="1">
              <a:off x="1428" y="3475"/>
              <a:ext cx="0" cy="317"/>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117815" name="Rectangle 99"/>
            <p:cNvSpPr>
              <a:spLocks noChangeArrowheads="1"/>
            </p:cNvSpPr>
            <p:nvPr/>
          </p:nvSpPr>
          <p:spPr bwMode="auto">
            <a:xfrm>
              <a:off x="1037" y="3764"/>
              <a:ext cx="76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4D4D4D"/>
                  </a:solidFill>
                  <a:latin typeface="Times New Roman" pitchFamily="18" charset="0"/>
                  <a:ea typeface="黑体" pitchFamily="2" charset="-122"/>
                </a:rPr>
                <a:t>发送在前</a:t>
              </a:r>
            </a:p>
          </p:txBody>
        </p:sp>
      </p:grpSp>
      <p:sp>
        <p:nvSpPr>
          <p:cNvPr id="66" name="Rectangle 2">
            <a:extLst>
              <a:ext uri="{FF2B5EF4-FFF2-40B4-BE49-F238E27FC236}"/>
            </a:extLst>
          </p:cNvPr>
          <p:cNvSpPr txBox="1">
            <a:spLocks noChangeArrowheads="1"/>
          </p:cNvSpPr>
          <p:nvPr/>
        </p:nvSpPr>
        <p:spPr>
          <a:xfrm>
            <a:off x="609600" y="274638"/>
            <a:ext cx="10972800" cy="817562"/>
          </a:xfrm>
          <a:prstGeom prst="rect">
            <a:avLst/>
          </a:prstGeom>
        </p:spPr>
        <p:txBody>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pPr eaLnBrk="1" hangingPunct="1">
              <a:defRPr/>
            </a:pPr>
            <a:r>
              <a:rPr lang="en-US" altLang="zh-CN" dirty="0"/>
              <a:t>4.2.5 IP </a:t>
            </a:r>
            <a:r>
              <a:rPr lang="zh-CN" altLang="en-US" dirty="0"/>
              <a:t>数据报的格式</a:t>
            </a:r>
            <a:endParaRPr lang="zh-CN" altLang="en-US" kern="0" dirty="0"/>
          </a:p>
        </p:txBody>
      </p:sp>
      <p:sp>
        <p:nvSpPr>
          <p:cNvPr id="68" name="Rectangle 82"/>
          <p:cNvSpPr>
            <a:spLocks noChangeArrowheads="1"/>
          </p:cNvSpPr>
          <p:nvPr/>
        </p:nvSpPr>
        <p:spPr bwMode="auto">
          <a:xfrm>
            <a:off x="2386812" y="1700213"/>
            <a:ext cx="7896225" cy="2232025"/>
          </a:xfrm>
          <a:prstGeom prst="rect">
            <a:avLst/>
          </a:prstGeom>
          <a:noFill/>
          <a:ln w="571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Tree>
    <p:extLst>
      <p:ext uri="{BB962C8B-B14F-4D97-AF65-F5344CB8AC3E}">
        <p14:creationId xmlns:p14="http://schemas.microsoft.com/office/powerpoint/2010/main" val="25327737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1" nodeType="withEffect">
                                  <p:stCondLst>
                                    <p:cond delay="0"/>
                                  </p:stCondLst>
                                  <p:childTnLst>
                                    <p:set>
                                      <p:cBhvr>
                                        <p:cTn id="6" dur="1" fill="hold">
                                          <p:stCondLst>
                                            <p:cond delay="0"/>
                                          </p:stCondLst>
                                        </p:cTn>
                                        <p:tgtEl>
                                          <p:spTgt spid="68"/>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2000" fill="hold" grpId="0" nodeType="afterEffect">
                                  <p:stCondLst>
                                    <p:cond delay="500"/>
                                  </p:stCondLst>
                                  <p:childTnLst>
                                    <p:anim calcmode="discrete" valueType="str">
                                      <p:cBhvr>
                                        <p:cTn id="9" dur="1000" fill="hold"/>
                                        <p:tgtEl>
                                          <p:spTgt spid="68"/>
                                        </p:tgtEl>
                                        <p:attrNameLst>
                                          <p:attrName>style.visibility</p:attrName>
                                        </p:attrNameLst>
                                      </p:cBhvr>
                                      <p:tavLst>
                                        <p:tav tm="0">
                                          <p:val>
                                            <p:strVal val="hidden"/>
                                          </p:val>
                                        </p:tav>
                                        <p:tav tm="50000">
                                          <p:val>
                                            <p:strVal val="visible"/>
                                          </p:val>
                                        </p:tav>
                                      </p:tavLst>
                                    </p:anim>
                                  </p:childTnLst>
                                </p:cTn>
                              </p:par>
                              <p:par>
                                <p:cTn id="10" presetID="35" presetClass="emph" presetSubtype="0" repeatCount="2000" fill="hold" grpId="0" nodeType="withEffect">
                                  <p:stCondLst>
                                    <p:cond delay="500"/>
                                  </p:stCondLst>
                                  <p:childTnLst>
                                    <p:anim calcmode="discrete" valueType="str">
                                      <p:cBhvr>
                                        <p:cTn id="11" dur="1000" fill="hold"/>
                                        <p:tgtEl>
                                          <p:spTgt spid="117811"/>
                                        </p:tgtEl>
                                        <p:attrNameLst>
                                          <p:attrName>style.visibility</p:attrName>
                                        </p:attrNameLst>
                                      </p:cBhvr>
                                      <p:tavLst>
                                        <p:tav tm="0">
                                          <p:val>
                                            <p:strVal val="hidden"/>
                                          </p:val>
                                        </p:tav>
                                        <p:tav tm="50000">
                                          <p:val>
                                            <p:strVal val="visible"/>
                                          </p:val>
                                        </p:tav>
                                      </p:tavLst>
                                    </p:anim>
                                  </p:childTnLst>
                                </p:cTn>
                              </p:par>
                              <p:par>
                                <p:cTn id="12" presetID="35" presetClass="emph" presetSubtype="0" repeatCount="2000" fill="hold" grpId="0" nodeType="withEffect">
                                  <p:stCondLst>
                                    <p:cond delay="500"/>
                                  </p:stCondLst>
                                  <p:childTnLst>
                                    <p:anim calcmode="discrete" valueType="str">
                                      <p:cBhvr>
                                        <p:cTn id="13" dur="1000" fill="hold"/>
                                        <p:tgtEl>
                                          <p:spTgt spid="11776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2" grpId="0"/>
      <p:bldP spid="117811" grpId="0" animBg="1"/>
      <p:bldP spid="68" grpId="0" animBg="1"/>
      <p:bldP spid="68" grpId="1"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45"/>
          <p:cNvSpPr>
            <a:spLocks noChangeArrowheads="1"/>
          </p:cNvSpPr>
          <p:nvPr/>
        </p:nvSpPr>
        <p:spPr bwMode="auto">
          <a:xfrm>
            <a:off x="1884363" y="2132013"/>
            <a:ext cx="439737"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lnSpc>
                <a:spcPct val="90000"/>
              </a:lnSpc>
            </a:pPr>
            <a:r>
              <a:rPr kumimoji="1" lang="zh-CN" altLang="en-US" sz="2000" b="1">
                <a:solidFill>
                  <a:srgbClr val="333399"/>
                </a:solidFill>
                <a:ea typeface="黑体" pitchFamily="2" charset="-122"/>
              </a:rPr>
              <a:t>固</a:t>
            </a:r>
          </a:p>
          <a:p>
            <a:pPr defTabSz="762000">
              <a:lnSpc>
                <a:spcPct val="90000"/>
              </a:lnSpc>
            </a:pPr>
            <a:r>
              <a:rPr kumimoji="1" lang="zh-CN" altLang="en-US" sz="2000" b="1">
                <a:solidFill>
                  <a:srgbClr val="333399"/>
                </a:solidFill>
                <a:ea typeface="黑体" pitchFamily="2" charset="-122"/>
              </a:rPr>
              <a:t>定</a:t>
            </a:r>
          </a:p>
          <a:p>
            <a:pPr defTabSz="762000">
              <a:lnSpc>
                <a:spcPct val="90000"/>
              </a:lnSpc>
            </a:pPr>
            <a:r>
              <a:rPr kumimoji="1" lang="zh-CN" altLang="en-US" sz="2000" b="1">
                <a:solidFill>
                  <a:srgbClr val="333399"/>
                </a:solidFill>
                <a:ea typeface="黑体" pitchFamily="2" charset="-122"/>
              </a:rPr>
              <a:t>部</a:t>
            </a:r>
          </a:p>
          <a:p>
            <a:pPr defTabSz="762000">
              <a:lnSpc>
                <a:spcPct val="90000"/>
              </a:lnSpc>
            </a:pPr>
            <a:r>
              <a:rPr kumimoji="1" lang="zh-CN" altLang="en-US" sz="2000" b="1">
                <a:solidFill>
                  <a:srgbClr val="333399"/>
                </a:solidFill>
                <a:ea typeface="黑体" pitchFamily="2" charset="-122"/>
              </a:rPr>
              <a:t>分</a:t>
            </a:r>
          </a:p>
        </p:txBody>
      </p:sp>
      <p:sp>
        <p:nvSpPr>
          <p:cNvPr id="117763" name="Rectangle 54"/>
          <p:cNvSpPr>
            <a:spLocks noChangeArrowheads="1"/>
          </p:cNvSpPr>
          <p:nvPr/>
        </p:nvSpPr>
        <p:spPr bwMode="auto">
          <a:xfrm>
            <a:off x="1741488" y="3787775"/>
            <a:ext cx="6953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可变</a:t>
            </a:r>
          </a:p>
          <a:p>
            <a:pPr defTabSz="762000"/>
            <a:r>
              <a:rPr kumimoji="1" lang="zh-CN" altLang="en-US" sz="2000" b="1" dirty="0">
                <a:solidFill>
                  <a:srgbClr val="333399"/>
                </a:solidFill>
                <a:ea typeface="黑体" pitchFamily="2" charset="-122"/>
              </a:rPr>
              <a:t>部分</a:t>
            </a:r>
          </a:p>
        </p:txBody>
      </p:sp>
      <p:sp>
        <p:nvSpPr>
          <p:cNvPr id="117764" name="Line 6"/>
          <p:cNvSpPr>
            <a:spLocks noChangeShapeType="1"/>
          </p:cNvSpPr>
          <p:nvPr/>
        </p:nvSpPr>
        <p:spPr bwMode="auto">
          <a:xfrm>
            <a:off x="3571875" y="6045200"/>
            <a:ext cx="5419725" cy="0"/>
          </a:xfrm>
          <a:prstGeom prst="line">
            <a:avLst/>
          </a:prstGeom>
          <a:noFill/>
          <a:ln w="1270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117765" name="Rectangle 8"/>
          <p:cNvSpPr>
            <a:spLocks noChangeArrowheads="1"/>
          </p:cNvSpPr>
          <p:nvPr/>
        </p:nvSpPr>
        <p:spPr bwMode="auto">
          <a:xfrm>
            <a:off x="4367213" y="1730375"/>
            <a:ext cx="1966912" cy="434975"/>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766" name="Rectangle 90"/>
          <p:cNvSpPr>
            <a:spLocks noChangeArrowheads="1"/>
          </p:cNvSpPr>
          <p:nvPr/>
        </p:nvSpPr>
        <p:spPr bwMode="auto">
          <a:xfrm>
            <a:off x="3541713" y="5354638"/>
            <a:ext cx="1439862" cy="449262"/>
          </a:xfrm>
          <a:prstGeom prst="rect">
            <a:avLst/>
          </a:prstGeom>
          <a:solidFill>
            <a:srgbClr val="CCECFF"/>
          </a:solidFill>
          <a:ln w="127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17767" name="Rectangle 10"/>
          <p:cNvSpPr>
            <a:spLocks noChangeArrowheads="1"/>
          </p:cNvSpPr>
          <p:nvPr/>
        </p:nvSpPr>
        <p:spPr bwMode="auto">
          <a:xfrm>
            <a:off x="2409825" y="1720850"/>
            <a:ext cx="7864475" cy="2643188"/>
          </a:xfrm>
          <a:prstGeom prst="rect">
            <a:avLst/>
          </a:prstGeom>
          <a:solidFill>
            <a:srgbClr val="CCECFF"/>
          </a:solidFill>
          <a:ln w="254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17768" name="Rectangle 11"/>
          <p:cNvSpPr>
            <a:spLocks noChangeArrowheads="1"/>
          </p:cNvSpPr>
          <p:nvPr/>
        </p:nvSpPr>
        <p:spPr bwMode="auto">
          <a:xfrm>
            <a:off x="2424113" y="4375150"/>
            <a:ext cx="7832725" cy="681038"/>
          </a:xfrm>
          <a:prstGeom prst="rect">
            <a:avLst/>
          </a:prstGeom>
          <a:solidFill>
            <a:srgbClr val="FFFF99"/>
          </a:solidFill>
          <a:ln w="12700">
            <a:solidFill>
              <a:srgbClr val="333399"/>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17769" name="Line 12"/>
          <p:cNvSpPr>
            <a:spLocks noChangeShapeType="1"/>
          </p:cNvSpPr>
          <p:nvPr/>
        </p:nvSpPr>
        <p:spPr bwMode="auto">
          <a:xfrm>
            <a:off x="2405063" y="2171700"/>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0" name="Line 13"/>
          <p:cNvSpPr>
            <a:spLocks noChangeShapeType="1"/>
          </p:cNvSpPr>
          <p:nvPr/>
        </p:nvSpPr>
        <p:spPr bwMode="auto">
          <a:xfrm>
            <a:off x="2405063" y="261461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1" name="Line 14"/>
          <p:cNvSpPr>
            <a:spLocks noChangeShapeType="1"/>
          </p:cNvSpPr>
          <p:nvPr/>
        </p:nvSpPr>
        <p:spPr bwMode="auto">
          <a:xfrm>
            <a:off x="2405063" y="305911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2" name="Line 15"/>
          <p:cNvSpPr>
            <a:spLocks noChangeShapeType="1"/>
          </p:cNvSpPr>
          <p:nvPr/>
        </p:nvSpPr>
        <p:spPr bwMode="auto">
          <a:xfrm>
            <a:off x="2405063" y="349726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3" name="Line 16"/>
          <p:cNvSpPr>
            <a:spLocks noChangeShapeType="1"/>
          </p:cNvSpPr>
          <p:nvPr/>
        </p:nvSpPr>
        <p:spPr bwMode="auto">
          <a:xfrm>
            <a:off x="2405063" y="394176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4" name="Line 17"/>
          <p:cNvSpPr>
            <a:spLocks noChangeShapeType="1"/>
          </p:cNvSpPr>
          <p:nvPr/>
        </p:nvSpPr>
        <p:spPr bwMode="auto">
          <a:xfrm>
            <a:off x="3373438" y="1728788"/>
            <a:ext cx="0" cy="4429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5" name="Line 18"/>
          <p:cNvSpPr>
            <a:spLocks noChangeShapeType="1"/>
          </p:cNvSpPr>
          <p:nvPr/>
        </p:nvSpPr>
        <p:spPr bwMode="auto">
          <a:xfrm>
            <a:off x="4357688" y="1728788"/>
            <a:ext cx="0" cy="4429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6" name="Line 19"/>
          <p:cNvSpPr>
            <a:spLocks noChangeShapeType="1"/>
          </p:cNvSpPr>
          <p:nvPr/>
        </p:nvSpPr>
        <p:spPr bwMode="auto">
          <a:xfrm>
            <a:off x="4357688" y="2624138"/>
            <a:ext cx="0" cy="431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7" name="Line 20"/>
          <p:cNvSpPr>
            <a:spLocks noChangeShapeType="1"/>
          </p:cNvSpPr>
          <p:nvPr/>
        </p:nvSpPr>
        <p:spPr bwMode="auto">
          <a:xfrm>
            <a:off x="6330950" y="1728788"/>
            <a:ext cx="0" cy="1327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8" name="Line 21"/>
          <p:cNvSpPr>
            <a:spLocks noChangeShapeType="1"/>
          </p:cNvSpPr>
          <p:nvPr/>
        </p:nvSpPr>
        <p:spPr bwMode="auto">
          <a:xfrm flipV="1">
            <a:off x="8302625" y="3937000"/>
            <a:ext cx="0" cy="4413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9" name="Line 22"/>
          <p:cNvSpPr>
            <a:spLocks noChangeShapeType="1"/>
          </p:cNvSpPr>
          <p:nvPr/>
        </p:nvSpPr>
        <p:spPr bwMode="auto">
          <a:xfrm>
            <a:off x="7132638" y="2181225"/>
            <a:ext cx="0" cy="4333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80" name="Rectangle 23"/>
          <p:cNvSpPr>
            <a:spLocks noChangeArrowheads="1"/>
          </p:cNvSpPr>
          <p:nvPr/>
        </p:nvSpPr>
        <p:spPr bwMode="auto">
          <a:xfrm>
            <a:off x="2352675" y="1341438"/>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0</a:t>
            </a:r>
          </a:p>
        </p:txBody>
      </p:sp>
      <p:sp>
        <p:nvSpPr>
          <p:cNvPr id="117781" name="Rectangle 24"/>
          <p:cNvSpPr>
            <a:spLocks noChangeArrowheads="1"/>
          </p:cNvSpPr>
          <p:nvPr/>
        </p:nvSpPr>
        <p:spPr bwMode="auto">
          <a:xfrm>
            <a:off x="3287713" y="1341438"/>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4</a:t>
            </a:r>
          </a:p>
        </p:txBody>
      </p:sp>
      <p:sp>
        <p:nvSpPr>
          <p:cNvPr id="117782" name="Rectangle 25"/>
          <p:cNvSpPr>
            <a:spLocks noChangeArrowheads="1"/>
          </p:cNvSpPr>
          <p:nvPr/>
        </p:nvSpPr>
        <p:spPr bwMode="auto">
          <a:xfrm>
            <a:off x="4283075" y="1341438"/>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8</a:t>
            </a:r>
          </a:p>
        </p:txBody>
      </p:sp>
      <p:sp>
        <p:nvSpPr>
          <p:cNvPr id="117783" name="Rectangle 26"/>
          <p:cNvSpPr>
            <a:spLocks noChangeArrowheads="1"/>
          </p:cNvSpPr>
          <p:nvPr/>
        </p:nvSpPr>
        <p:spPr bwMode="auto">
          <a:xfrm>
            <a:off x="6234113"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16</a:t>
            </a:r>
          </a:p>
        </p:txBody>
      </p:sp>
      <p:sp>
        <p:nvSpPr>
          <p:cNvPr id="117784" name="Rectangle 27"/>
          <p:cNvSpPr>
            <a:spLocks noChangeArrowheads="1"/>
          </p:cNvSpPr>
          <p:nvPr/>
        </p:nvSpPr>
        <p:spPr bwMode="auto">
          <a:xfrm>
            <a:off x="7031038"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19</a:t>
            </a:r>
          </a:p>
        </p:txBody>
      </p:sp>
      <p:sp>
        <p:nvSpPr>
          <p:cNvPr id="117785" name="Rectangle 28"/>
          <p:cNvSpPr>
            <a:spLocks noChangeArrowheads="1"/>
          </p:cNvSpPr>
          <p:nvPr/>
        </p:nvSpPr>
        <p:spPr bwMode="auto">
          <a:xfrm>
            <a:off x="8205788"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24</a:t>
            </a:r>
          </a:p>
        </p:txBody>
      </p:sp>
      <p:sp>
        <p:nvSpPr>
          <p:cNvPr id="117786" name="Rectangle 29"/>
          <p:cNvSpPr>
            <a:spLocks noChangeArrowheads="1"/>
          </p:cNvSpPr>
          <p:nvPr/>
        </p:nvSpPr>
        <p:spPr bwMode="auto">
          <a:xfrm>
            <a:off x="9918700" y="1341438"/>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31</a:t>
            </a:r>
          </a:p>
        </p:txBody>
      </p:sp>
      <p:sp>
        <p:nvSpPr>
          <p:cNvPr id="117787" name="Rectangle 30"/>
          <p:cNvSpPr>
            <a:spLocks noChangeArrowheads="1"/>
          </p:cNvSpPr>
          <p:nvPr/>
        </p:nvSpPr>
        <p:spPr bwMode="auto">
          <a:xfrm>
            <a:off x="2501900" y="1755775"/>
            <a:ext cx="7667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版 本</a:t>
            </a:r>
          </a:p>
        </p:txBody>
      </p:sp>
      <p:sp>
        <p:nvSpPr>
          <p:cNvPr id="117788" name="Rectangle 31"/>
          <p:cNvSpPr>
            <a:spLocks noChangeArrowheads="1"/>
          </p:cNvSpPr>
          <p:nvPr/>
        </p:nvSpPr>
        <p:spPr bwMode="auto">
          <a:xfrm>
            <a:off x="6389688" y="2232025"/>
            <a:ext cx="695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标志</a:t>
            </a:r>
          </a:p>
        </p:txBody>
      </p:sp>
      <p:sp>
        <p:nvSpPr>
          <p:cNvPr id="117789" name="Rectangle 32"/>
          <p:cNvSpPr>
            <a:spLocks noChangeArrowheads="1"/>
          </p:cNvSpPr>
          <p:nvPr/>
        </p:nvSpPr>
        <p:spPr bwMode="auto">
          <a:xfrm>
            <a:off x="2698750" y="2636838"/>
            <a:ext cx="1420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生 存 时 间</a:t>
            </a:r>
          </a:p>
        </p:txBody>
      </p:sp>
      <p:sp>
        <p:nvSpPr>
          <p:cNvPr id="117790" name="Rectangle 33"/>
          <p:cNvSpPr>
            <a:spLocks noChangeArrowheads="1"/>
          </p:cNvSpPr>
          <p:nvPr/>
        </p:nvSpPr>
        <p:spPr bwMode="auto">
          <a:xfrm>
            <a:off x="4829175" y="2636838"/>
            <a:ext cx="98103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协    议</a:t>
            </a:r>
          </a:p>
        </p:txBody>
      </p:sp>
      <p:sp>
        <p:nvSpPr>
          <p:cNvPr id="117791" name="Rectangle 34"/>
          <p:cNvSpPr>
            <a:spLocks noChangeArrowheads="1"/>
          </p:cNvSpPr>
          <p:nvPr/>
        </p:nvSpPr>
        <p:spPr bwMode="auto">
          <a:xfrm>
            <a:off x="3843338" y="2232025"/>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标    识</a:t>
            </a:r>
          </a:p>
        </p:txBody>
      </p:sp>
      <p:sp>
        <p:nvSpPr>
          <p:cNvPr id="117792" name="Rectangle 35"/>
          <p:cNvSpPr>
            <a:spLocks noChangeArrowheads="1"/>
          </p:cNvSpPr>
          <p:nvPr/>
        </p:nvSpPr>
        <p:spPr bwMode="auto">
          <a:xfrm>
            <a:off x="4654550" y="1755775"/>
            <a:ext cx="1420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区 分 服 务</a:t>
            </a:r>
          </a:p>
        </p:txBody>
      </p:sp>
      <p:sp>
        <p:nvSpPr>
          <p:cNvPr id="117793" name="Rectangle 36"/>
          <p:cNvSpPr>
            <a:spLocks noChangeArrowheads="1"/>
          </p:cNvSpPr>
          <p:nvPr/>
        </p:nvSpPr>
        <p:spPr bwMode="auto">
          <a:xfrm>
            <a:off x="7780338" y="175577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总   长   度</a:t>
            </a:r>
          </a:p>
        </p:txBody>
      </p:sp>
      <p:sp>
        <p:nvSpPr>
          <p:cNvPr id="117794" name="Rectangle 37"/>
          <p:cNvSpPr>
            <a:spLocks noChangeArrowheads="1"/>
          </p:cNvSpPr>
          <p:nvPr/>
        </p:nvSpPr>
        <p:spPr bwMode="auto">
          <a:xfrm>
            <a:off x="8051800" y="223202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片   偏   移</a:t>
            </a:r>
          </a:p>
        </p:txBody>
      </p:sp>
      <p:sp>
        <p:nvSpPr>
          <p:cNvPr id="117795" name="Rectangle 38"/>
          <p:cNvSpPr>
            <a:spLocks noChangeArrowheads="1"/>
          </p:cNvSpPr>
          <p:nvPr/>
        </p:nvSpPr>
        <p:spPr bwMode="auto">
          <a:xfrm>
            <a:off x="8775700" y="3965575"/>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填    充</a:t>
            </a:r>
          </a:p>
        </p:txBody>
      </p:sp>
      <p:sp>
        <p:nvSpPr>
          <p:cNvPr id="117796" name="Rectangle 39"/>
          <p:cNvSpPr>
            <a:spLocks noChangeArrowheads="1"/>
          </p:cNvSpPr>
          <p:nvPr/>
        </p:nvSpPr>
        <p:spPr bwMode="auto">
          <a:xfrm>
            <a:off x="7199313" y="2636838"/>
            <a:ext cx="2311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首   部   检   验   和</a:t>
            </a:r>
          </a:p>
        </p:txBody>
      </p:sp>
      <p:sp>
        <p:nvSpPr>
          <p:cNvPr id="117797" name="Rectangle 40"/>
          <p:cNvSpPr>
            <a:spLocks noChangeArrowheads="1"/>
          </p:cNvSpPr>
          <p:nvPr/>
        </p:nvSpPr>
        <p:spPr bwMode="auto">
          <a:xfrm>
            <a:off x="5689600" y="309562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源   地   址</a:t>
            </a:r>
          </a:p>
        </p:txBody>
      </p:sp>
      <p:sp>
        <p:nvSpPr>
          <p:cNvPr id="117798" name="Rectangle 41"/>
          <p:cNvSpPr>
            <a:spLocks noChangeArrowheads="1"/>
          </p:cNvSpPr>
          <p:nvPr/>
        </p:nvSpPr>
        <p:spPr bwMode="auto">
          <a:xfrm>
            <a:off x="5434013" y="3536950"/>
            <a:ext cx="18430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目   的   地   址</a:t>
            </a:r>
          </a:p>
        </p:txBody>
      </p:sp>
      <p:sp>
        <p:nvSpPr>
          <p:cNvPr id="117799" name="Rectangle 42"/>
          <p:cNvSpPr>
            <a:spLocks noChangeArrowheads="1"/>
          </p:cNvSpPr>
          <p:nvPr/>
        </p:nvSpPr>
        <p:spPr bwMode="auto">
          <a:xfrm>
            <a:off x="3502025" y="3965575"/>
            <a:ext cx="41576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可   选   字   段  （长   度   可   变）</a:t>
            </a:r>
          </a:p>
        </p:txBody>
      </p:sp>
      <p:sp>
        <p:nvSpPr>
          <p:cNvPr id="117800" name="Rectangle 43"/>
          <p:cNvSpPr>
            <a:spLocks noChangeArrowheads="1"/>
          </p:cNvSpPr>
          <p:nvPr/>
        </p:nvSpPr>
        <p:spPr bwMode="auto">
          <a:xfrm>
            <a:off x="1881188" y="1327150"/>
            <a:ext cx="4397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位</a:t>
            </a:r>
          </a:p>
        </p:txBody>
      </p:sp>
      <p:sp>
        <p:nvSpPr>
          <p:cNvPr id="117801" name="Rectangle 44"/>
          <p:cNvSpPr>
            <a:spLocks noChangeArrowheads="1"/>
          </p:cNvSpPr>
          <p:nvPr/>
        </p:nvSpPr>
        <p:spPr bwMode="auto">
          <a:xfrm>
            <a:off x="3265967" y="1736725"/>
            <a:ext cx="12080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首部长度</a:t>
            </a:r>
          </a:p>
        </p:txBody>
      </p:sp>
      <p:grpSp>
        <p:nvGrpSpPr>
          <p:cNvPr id="117802" name="Group 46"/>
          <p:cNvGrpSpPr>
            <a:grpSpLocks/>
          </p:cNvGrpSpPr>
          <p:nvPr/>
        </p:nvGrpSpPr>
        <p:grpSpPr bwMode="auto">
          <a:xfrm>
            <a:off x="2343150" y="4106863"/>
            <a:ext cx="131763" cy="69850"/>
            <a:chOff x="833" y="3024"/>
            <a:chExt cx="78" cy="51"/>
          </a:xfrm>
        </p:grpSpPr>
        <p:sp>
          <p:nvSpPr>
            <p:cNvPr id="117823" name="Rectangle 47"/>
            <p:cNvSpPr>
              <a:spLocks noChangeArrowheads="1"/>
            </p:cNvSpPr>
            <p:nvPr/>
          </p:nvSpPr>
          <p:spPr bwMode="auto">
            <a:xfrm>
              <a:off x="833" y="3024"/>
              <a:ext cx="78" cy="5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824" name="Line 48"/>
            <p:cNvSpPr>
              <a:spLocks noChangeShapeType="1"/>
            </p:cNvSpPr>
            <p:nvPr/>
          </p:nvSpPr>
          <p:spPr bwMode="auto">
            <a:xfrm>
              <a:off x="839" y="3030"/>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825" name="Line 49"/>
            <p:cNvSpPr>
              <a:spLocks noChangeShapeType="1"/>
            </p:cNvSpPr>
            <p:nvPr/>
          </p:nvSpPr>
          <p:spPr bwMode="auto">
            <a:xfrm>
              <a:off x="839" y="3075"/>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grpSp>
        <p:nvGrpSpPr>
          <p:cNvPr id="117803" name="Group 50"/>
          <p:cNvGrpSpPr>
            <a:grpSpLocks/>
          </p:cNvGrpSpPr>
          <p:nvPr/>
        </p:nvGrpSpPr>
        <p:grpSpPr bwMode="auto">
          <a:xfrm>
            <a:off x="10210800" y="4116388"/>
            <a:ext cx="131763" cy="66675"/>
            <a:chOff x="5432" y="3030"/>
            <a:chExt cx="78" cy="51"/>
          </a:xfrm>
        </p:grpSpPr>
        <p:sp>
          <p:nvSpPr>
            <p:cNvPr id="117820" name="Rectangle 51"/>
            <p:cNvSpPr>
              <a:spLocks noChangeArrowheads="1"/>
            </p:cNvSpPr>
            <p:nvPr/>
          </p:nvSpPr>
          <p:spPr bwMode="auto">
            <a:xfrm>
              <a:off x="5432" y="3030"/>
              <a:ext cx="78" cy="5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821" name="Line 52"/>
            <p:cNvSpPr>
              <a:spLocks noChangeShapeType="1"/>
            </p:cNvSpPr>
            <p:nvPr/>
          </p:nvSpPr>
          <p:spPr bwMode="auto">
            <a:xfrm>
              <a:off x="5438" y="3036"/>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822" name="Line 53"/>
            <p:cNvSpPr>
              <a:spLocks noChangeShapeType="1"/>
            </p:cNvSpPr>
            <p:nvPr/>
          </p:nvSpPr>
          <p:spPr bwMode="auto">
            <a:xfrm>
              <a:off x="5438" y="3081"/>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sp>
        <p:nvSpPr>
          <p:cNvPr id="117804" name="Rectangle 75"/>
          <p:cNvSpPr>
            <a:spLocks noChangeArrowheads="1"/>
          </p:cNvSpPr>
          <p:nvPr/>
        </p:nvSpPr>
        <p:spPr bwMode="auto">
          <a:xfrm>
            <a:off x="5084763" y="4508500"/>
            <a:ext cx="29083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zh-CN" altLang="en-US" sz="2000" b="1">
                <a:solidFill>
                  <a:srgbClr val="333399"/>
                </a:solidFill>
                <a:ea typeface="黑体" pitchFamily="2" charset="-122"/>
              </a:rPr>
              <a:t>数       据       部       分</a:t>
            </a:r>
          </a:p>
        </p:txBody>
      </p:sp>
      <p:sp>
        <p:nvSpPr>
          <p:cNvPr id="117805" name="Rectangle 80"/>
          <p:cNvSpPr>
            <a:spLocks noChangeArrowheads="1"/>
          </p:cNvSpPr>
          <p:nvPr/>
        </p:nvSpPr>
        <p:spPr bwMode="auto">
          <a:xfrm>
            <a:off x="4981575" y="5354638"/>
            <a:ext cx="3983038" cy="449262"/>
          </a:xfrm>
          <a:prstGeom prst="rect">
            <a:avLst/>
          </a:prstGeom>
          <a:solidFill>
            <a:srgbClr val="FFFF99"/>
          </a:solidFill>
          <a:ln w="127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17806" name="Rectangle 82"/>
          <p:cNvSpPr>
            <a:spLocks noChangeArrowheads="1"/>
          </p:cNvSpPr>
          <p:nvPr/>
        </p:nvSpPr>
        <p:spPr bwMode="auto">
          <a:xfrm>
            <a:off x="5551488" y="5372100"/>
            <a:ext cx="309562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zh-CN" altLang="en-US" sz="2000" b="1">
                <a:solidFill>
                  <a:srgbClr val="333399"/>
                </a:solidFill>
                <a:ea typeface="黑体" pitchFamily="2" charset="-122"/>
              </a:rPr>
              <a:t>数       据       部       分</a:t>
            </a:r>
          </a:p>
        </p:txBody>
      </p:sp>
      <p:sp>
        <p:nvSpPr>
          <p:cNvPr id="117807" name="Rectangle 83"/>
          <p:cNvSpPr>
            <a:spLocks noChangeArrowheads="1"/>
          </p:cNvSpPr>
          <p:nvPr/>
        </p:nvSpPr>
        <p:spPr bwMode="auto">
          <a:xfrm>
            <a:off x="3757613" y="5372100"/>
            <a:ext cx="908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首   部</a:t>
            </a:r>
          </a:p>
        </p:txBody>
      </p:sp>
      <p:sp>
        <p:nvSpPr>
          <p:cNvPr id="117808" name="Rectangle 85"/>
          <p:cNvSpPr>
            <a:spLocks noChangeArrowheads="1"/>
          </p:cNvSpPr>
          <p:nvPr/>
        </p:nvSpPr>
        <p:spPr bwMode="auto">
          <a:xfrm>
            <a:off x="5553075" y="5840413"/>
            <a:ext cx="1264963" cy="397545"/>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IP </a:t>
            </a:r>
            <a:r>
              <a:rPr kumimoji="1" lang="zh-CN" altLang="en-US" sz="2000" b="1">
                <a:solidFill>
                  <a:srgbClr val="333399"/>
                </a:solidFill>
                <a:ea typeface="黑体" pitchFamily="2" charset="-122"/>
              </a:rPr>
              <a:t>数据报</a:t>
            </a:r>
          </a:p>
        </p:txBody>
      </p:sp>
      <p:grpSp>
        <p:nvGrpSpPr>
          <p:cNvPr id="4" name="Group 94"/>
          <p:cNvGrpSpPr>
            <a:grpSpLocks/>
          </p:cNvGrpSpPr>
          <p:nvPr/>
        </p:nvGrpSpPr>
        <p:grpSpPr bwMode="auto">
          <a:xfrm>
            <a:off x="1449388" y="1700213"/>
            <a:ext cx="439737" cy="2663825"/>
            <a:chOff x="111" y="845"/>
            <a:chExt cx="277" cy="1678"/>
          </a:xfrm>
        </p:grpSpPr>
        <p:sp>
          <p:nvSpPr>
            <p:cNvPr id="117818" name="Line 89"/>
            <p:cNvSpPr>
              <a:spLocks noChangeShapeType="1"/>
            </p:cNvSpPr>
            <p:nvPr/>
          </p:nvSpPr>
          <p:spPr bwMode="auto">
            <a:xfrm>
              <a:off x="249" y="845"/>
              <a:ext cx="0" cy="1678"/>
            </a:xfrm>
            <a:prstGeom prst="line">
              <a:avLst/>
            </a:prstGeom>
            <a:noFill/>
            <a:ln w="28575">
              <a:solidFill>
                <a:schemeClr val="tx2"/>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117819" name="Rectangle 78"/>
            <p:cNvSpPr>
              <a:spLocks noChangeArrowheads="1"/>
            </p:cNvSpPr>
            <p:nvPr/>
          </p:nvSpPr>
          <p:spPr bwMode="auto">
            <a:xfrm>
              <a:off x="111" y="1389"/>
              <a:ext cx="277" cy="444"/>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首</a:t>
              </a:r>
            </a:p>
            <a:p>
              <a:pPr defTabSz="762000"/>
              <a:r>
                <a:rPr kumimoji="1" lang="zh-CN" altLang="en-US" sz="2000" b="1" dirty="0">
                  <a:solidFill>
                    <a:srgbClr val="333399"/>
                  </a:solidFill>
                  <a:ea typeface="黑体" pitchFamily="2" charset="-122"/>
                </a:rPr>
                <a:t>部</a:t>
              </a:r>
            </a:p>
          </p:txBody>
        </p:sp>
      </p:grpSp>
      <p:sp>
        <p:nvSpPr>
          <p:cNvPr id="117811" name="AutoShape 97"/>
          <p:cNvSpPr>
            <a:spLocks/>
          </p:cNvSpPr>
          <p:nvPr/>
        </p:nvSpPr>
        <p:spPr bwMode="auto">
          <a:xfrm>
            <a:off x="2222500" y="1771650"/>
            <a:ext cx="166688" cy="2160588"/>
          </a:xfrm>
          <a:prstGeom prst="leftBrace">
            <a:avLst>
              <a:gd name="adj1" fmla="val 108016"/>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grpSp>
        <p:nvGrpSpPr>
          <p:cNvPr id="117812" name="Group 100"/>
          <p:cNvGrpSpPr>
            <a:grpSpLocks/>
          </p:cNvGrpSpPr>
          <p:nvPr/>
        </p:nvGrpSpPr>
        <p:grpSpPr bwMode="auto">
          <a:xfrm>
            <a:off x="2919413" y="5875338"/>
            <a:ext cx="1208087" cy="855662"/>
            <a:chOff x="1037" y="3475"/>
            <a:chExt cx="761" cy="539"/>
          </a:xfrm>
        </p:grpSpPr>
        <p:sp>
          <p:nvSpPr>
            <p:cNvPr id="117814" name="Line 98"/>
            <p:cNvSpPr>
              <a:spLocks noChangeShapeType="1"/>
            </p:cNvSpPr>
            <p:nvPr/>
          </p:nvSpPr>
          <p:spPr bwMode="auto">
            <a:xfrm flipV="1">
              <a:off x="1428" y="3475"/>
              <a:ext cx="0" cy="317"/>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117815" name="Rectangle 99"/>
            <p:cNvSpPr>
              <a:spLocks noChangeArrowheads="1"/>
            </p:cNvSpPr>
            <p:nvPr/>
          </p:nvSpPr>
          <p:spPr bwMode="auto">
            <a:xfrm>
              <a:off x="1037" y="3764"/>
              <a:ext cx="76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4D4D4D"/>
                  </a:solidFill>
                  <a:latin typeface="Times New Roman" pitchFamily="18" charset="0"/>
                  <a:ea typeface="黑体" pitchFamily="2" charset="-122"/>
                </a:rPr>
                <a:t>发送在前</a:t>
              </a:r>
            </a:p>
          </p:txBody>
        </p:sp>
      </p:grpSp>
      <p:sp>
        <p:nvSpPr>
          <p:cNvPr id="66" name="Rectangle 2">
            <a:extLst>
              <a:ext uri="{FF2B5EF4-FFF2-40B4-BE49-F238E27FC236}"/>
            </a:extLst>
          </p:cNvPr>
          <p:cNvSpPr txBox="1">
            <a:spLocks noChangeArrowheads="1"/>
          </p:cNvSpPr>
          <p:nvPr/>
        </p:nvSpPr>
        <p:spPr>
          <a:xfrm>
            <a:off x="609600" y="274638"/>
            <a:ext cx="10972800" cy="817562"/>
          </a:xfrm>
          <a:prstGeom prst="rect">
            <a:avLst/>
          </a:prstGeom>
        </p:spPr>
        <p:txBody>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pPr eaLnBrk="1" hangingPunct="1">
              <a:defRPr/>
            </a:pPr>
            <a:r>
              <a:rPr lang="en-US" altLang="zh-CN" dirty="0"/>
              <a:t>4.2.5 IP </a:t>
            </a:r>
            <a:r>
              <a:rPr lang="zh-CN" altLang="en-US" dirty="0"/>
              <a:t>数据报的格式</a:t>
            </a:r>
            <a:endParaRPr lang="zh-CN" altLang="en-US" kern="0" dirty="0"/>
          </a:p>
        </p:txBody>
      </p:sp>
      <p:sp>
        <p:nvSpPr>
          <p:cNvPr id="64" name="Rectangle 82"/>
          <p:cNvSpPr>
            <a:spLocks noChangeArrowheads="1"/>
          </p:cNvSpPr>
          <p:nvPr/>
        </p:nvSpPr>
        <p:spPr bwMode="auto">
          <a:xfrm>
            <a:off x="2391756" y="3908426"/>
            <a:ext cx="7896225" cy="455613"/>
          </a:xfrm>
          <a:prstGeom prst="rect">
            <a:avLst/>
          </a:prstGeom>
          <a:noFill/>
          <a:ln w="571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Tree>
    <p:extLst>
      <p:ext uri="{BB962C8B-B14F-4D97-AF65-F5344CB8AC3E}">
        <p14:creationId xmlns:p14="http://schemas.microsoft.com/office/powerpoint/2010/main" val="100858396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4"/>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2000" fill="hold" grpId="1" nodeType="afterEffect">
                                  <p:stCondLst>
                                    <p:cond delay="500"/>
                                  </p:stCondLst>
                                  <p:childTnLst>
                                    <p:anim calcmode="discrete" valueType="str">
                                      <p:cBhvr>
                                        <p:cTn id="9" dur="1000" fill="hold"/>
                                        <p:tgtEl>
                                          <p:spTgt spid="64"/>
                                        </p:tgtEl>
                                        <p:attrNameLst>
                                          <p:attrName>style.visibility</p:attrName>
                                        </p:attrNameLst>
                                      </p:cBhvr>
                                      <p:tavLst>
                                        <p:tav tm="0">
                                          <p:val>
                                            <p:strVal val="hidden"/>
                                          </p:val>
                                        </p:tav>
                                        <p:tav tm="50000">
                                          <p:val>
                                            <p:strVal val="visible"/>
                                          </p:val>
                                        </p:tav>
                                      </p:tavLst>
                                    </p:anim>
                                  </p:childTnLst>
                                </p:cTn>
                              </p:par>
                              <p:par>
                                <p:cTn id="10" presetID="35" presetClass="emph" presetSubtype="0" repeatCount="2000" fill="hold" grpId="0" nodeType="withEffect">
                                  <p:stCondLst>
                                    <p:cond delay="500"/>
                                  </p:stCondLst>
                                  <p:childTnLst>
                                    <p:anim calcmode="discrete" valueType="str">
                                      <p:cBhvr>
                                        <p:cTn id="11" dur="1000" fill="hold"/>
                                        <p:tgtEl>
                                          <p:spTgt spid="11776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3" grpId="0"/>
      <p:bldP spid="64" grpId="0" animBg="1"/>
      <p:bldP spid="64" grpId="1"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45"/>
          <p:cNvSpPr>
            <a:spLocks noChangeArrowheads="1"/>
          </p:cNvSpPr>
          <p:nvPr/>
        </p:nvSpPr>
        <p:spPr bwMode="auto">
          <a:xfrm>
            <a:off x="1884363" y="2132013"/>
            <a:ext cx="439737"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lnSpc>
                <a:spcPct val="90000"/>
              </a:lnSpc>
            </a:pPr>
            <a:r>
              <a:rPr kumimoji="1" lang="zh-CN" altLang="en-US" sz="2000" b="1">
                <a:solidFill>
                  <a:srgbClr val="333399"/>
                </a:solidFill>
                <a:ea typeface="黑体" pitchFamily="2" charset="-122"/>
              </a:rPr>
              <a:t>固</a:t>
            </a:r>
          </a:p>
          <a:p>
            <a:pPr defTabSz="762000">
              <a:lnSpc>
                <a:spcPct val="90000"/>
              </a:lnSpc>
            </a:pPr>
            <a:r>
              <a:rPr kumimoji="1" lang="zh-CN" altLang="en-US" sz="2000" b="1">
                <a:solidFill>
                  <a:srgbClr val="333399"/>
                </a:solidFill>
                <a:ea typeface="黑体" pitchFamily="2" charset="-122"/>
              </a:rPr>
              <a:t>定</a:t>
            </a:r>
          </a:p>
          <a:p>
            <a:pPr defTabSz="762000">
              <a:lnSpc>
                <a:spcPct val="90000"/>
              </a:lnSpc>
            </a:pPr>
            <a:r>
              <a:rPr kumimoji="1" lang="zh-CN" altLang="en-US" sz="2000" b="1">
                <a:solidFill>
                  <a:srgbClr val="333399"/>
                </a:solidFill>
                <a:ea typeface="黑体" pitchFamily="2" charset="-122"/>
              </a:rPr>
              <a:t>部</a:t>
            </a:r>
          </a:p>
          <a:p>
            <a:pPr defTabSz="762000">
              <a:lnSpc>
                <a:spcPct val="90000"/>
              </a:lnSpc>
            </a:pPr>
            <a:r>
              <a:rPr kumimoji="1" lang="zh-CN" altLang="en-US" sz="2000" b="1">
                <a:solidFill>
                  <a:srgbClr val="333399"/>
                </a:solidFill>
                <a:ea typeface="黑体" pitchFamily="2" charset="-122"/>
              </a:rPr>
              <a:t>分</a:t>
            </a:r>
          </a:p>
        </p:txBody>
      </p:sp>
      <p:sp>
        <p:nvSpPr>
          <p:cNvPr id="117763" name="Rectangle 54"/>
          <p:cNvSpPr>
            <a:spLocks noChangeArrowheads="1"/>
          </p:cNvSpPr>
          <p:nvPr/>
        </p:nvSpPr>
        <p:spPr bwMode="auto">
          <a:xfrm>
            <a:off x="1741488" y="3787775"/>
            <a:ext cx="6953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可变</a:t>
            </a:r>
          </a:p>
          <a:p>
            <a:pPr defTabSz="762000"/>
            <a:r>
              <a:rPr kumimoji="1" lang="zh-CN" altLang="en-US" sz="2000" b="1" dirty="0">
                <a:solidFill>
                  <a:srgbClr val="333399"/>
                </a:solidFill>
                <a:ea typeface="黑体" pitchFamily="2" charset="-122"/>
              </a:rPr>
              <a:t>部分</a:t>
            </a:r>
          </a:p>
        </p:txBody>
      </p:sp>
      <p:sp>
        <p:nvSpPr>
          <p:cNvPr id="117765" name="Rectangle 8"/>
          <p:cNvSpPr>
            <a:spLocks noChangeArrowheads="1"/>
          </p:cNvSpPr>
          <p:nvPr/>
        </p:nvSpPr>
        <p:spPr bwMode="auto">
          <a:xfrm>
            <a:off x="4367213" y="1730375"/>
            <a:ext cx="1966912" cy="434975"/>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767" name="Rectangle 10"/>
          <p:cNvSpPr>
            <a:spLocks noChangeArrowheads="1"/>
          </p:cNvSpPr>
          <p:nvPr/>
        </p:nvSpPr>
        <p:spPr bwMode="auto">
          <a:xfrm>
            <a:off x="2409825" y="1720850"/>
            <a:ext cx="7864475" cy="2643188"/>
          </a:xfrm>
          <a:prstGeom prst="rect">
            <a:avLst/>
          </a:prstGeom>
          <a:solidFill>
            <a:srgbClr val="CCECFF"/>
          </a:solidFill>
          <a:ln w="254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17768" name="Rectangle 11"/>
          <p:cNvSpPr>
            <a:spLocks noChangeArrowheads="1"/>
          </p:cNvSpPr>
          <p:nvPr/>
        </p:nvSpPr>
        <p:spPr bwMode="auto">
          <a:xfrm>
            <a:off x="2424113" y="4375150"/>
            <a:ext cx="7832725" cy="681038"/>
          </a:xfrm>
          <a:prstGeom prst="rect">
            <a:avLst/>
          </a:prstGeom>
          <a:solidFill>
            <a:srgbClr val="FFFF99"/>
          </a:solidFill>
          <a:ln w="12700">
            <a:solidFill>
              <a:srgbClr val="333399"/>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17769" name="Line 12"/>
          <p:cNvSpPr>
            <a:spLocks noChangeShapeType="1"/>
          </p:cNvSpPr>
          <p:nvPr/>
        </p:nvSpPr>
        <p:spPr bwMode="auto">
          <a:xfrm>
            <a:off x="2405063" y="2171700"/>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0" name="Line 13"/>
          <p:cNvSpPr>
            <a:spLocks noChangeShapeType="1"/>
          </p:cNvSpPr>
          <p:nvPr/>
        </p:nvSpPr>
        <p:spPr bwMode="auto">
          <a:xfrm>
            <a:off x="2405063" y="261461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1" name="Line 14"/>
          <p:cNvSpPr>
            <a:spLocks noChangeShapeType="1"/>
          </p:cNvSpPr>
          <p:nvPr/>
        </p:nvSpPr>
        <p:spPr bwMode="auto">
          <a:xfrm>
            <a:off x="2405063" y="305911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2" name="Line 15"/>
          <p:cNvSpPr>
            <a:spLocks noChangeShapeType="1"/>
          </p:cNvSpPr>
          <p:nvPr/>
        </p:nvSpPr>
        <p:spPr bwMode="auto">
          <a:xfrm>
            <a:off x="2405063" y="349726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3" name="Line 16"/>
          <p:cNvSpPr>
            <a:spLocks noChangeShapeType="1"/>
          </p:cNvSpPr>
          <p:nvPr/>
        </p:nvSpPr>
        <p:spPr bwMode="auto">
          <a:xfrm>
            <a:off x="2405063" y="394176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4" name="Line 17"/>
          <p:cNvSpPr>
            <a:spLocks noChangeShapeType="1"/>
          </p:cNvSpPr>
          <p:nvPr/>
        </p:nvSpPr>
        <p:spPr bwMode="auto">
          <a:xfrm>
            <a:off x="3373438" y="1728788"/>
            <a:ext cx="0" cy="4429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5" name="Line 18"/>
          <p:cNvSpPr>
            <a:spLocks noChangeShapeType="1"/>
          </p:cNvSpPr>
          <p:nvPr/>
        </p:nvSpPr>
        <p:spPr bwMode="auto">
          <a:xfrm>
            <a:off x="4357688" y="1728788"/>
            <a:ext cx="0" cy="4429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6" name="Line 19"/>
          <p:cNvSpPr>
            <a:spLocks noChangeShapeType="1"/>
          </p:cNvSpPr>
          <p:nvPr/>
        </p:nvSpPr>
        <p:spPr bwMode="auto">
          <a:xfrm>
            <a:off x="4357688" y="2624138"/>
            <a:ext cx="0" cy="431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7" name="Line 20"/>
          <p:cNvSpPr>
            <a:spLocks noChangeShapeType="1"/>
          </p:cNvSpPr>
          <p:nvPr/>
        </p:nvSpPr>
        <p:spPr bwMode="auto">
          <a:xfrm>
            <a:off x="6330950" y="1728788"/>
            <a:ext cx="0" cy="1327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8" name="Line 21"/>
          <p:cNvSpPr>
            <a:spLocks noChangeShapeType="1"/>
          </p:cNvSpPr>
          <p:nvPr/>
        </p:nvSpPr>
        <p:spPr bwMode="auto">
          <a:xfrm flipV="1">
            <a:off x="8302625" y="3937000"/>
            <a:ext cx="0" cy="4413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9" name="Line 22"/>
          <p:cNvSpPr>
            <a:spLocks noChangeShapeType="1"/>
          </p:cNvSpPr>
          <p:nvPr/>
        </p:nvSpPr>
        <p:spPr bwMode="auto">
          <a:xfrm>
            <a:off x="7132638" y="2181225"/>
            <a:ext cx="0" cy="4333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80" name="Rectangle 23"/>
          <p:cNvSpPr>
            <a:spLocks noChangeArrowheads="1"/>
          </p:cNvSpPr>
          <p:nvPr/>
        </p:nvSpPr>
        <p:spPr bwMode="auto">
          <a:xfrm>
            <a:off x="2352675" y="1341438"/>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0</a:t>
            </a:r>
          </a:p>
        </p:txBody>
      </p:sp>
      <p:sp>
        <p:nvSpPr>
          <p:cNvPr id="117781" name="Rectangle 24"/>
          <p:cNvSpPr>
            <a:spLocks noChangeArrowheads="1"/>
          </p:cNvSpPr>
          <p:nvPr/>
        </p:nvSpPr>
        <p:spPr bwMode="auto">
          <a:xfrm>
            <a:off x="3287713" y="1341438"/>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4</a:t>
            </a:r>
          </a:p>
        </p:txBody>
      </p:sp>
      <p:sp>
        <p:nvSpPr>
          <p:cNvPr id="117782" name="Rectangle 25"/>
          <p:cNvSpPr>
            <a:spLocks noChangeArrowheads="1"/>
          </p:cNvSpPr>
          <p:nvPr/>
        </p:nvSpPr>
        <p:spPr bwMode="auto">
          <a:xfrm>
            <a:off x="4283075" y="1341438"/>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8</a:t>
            </a:r>
          </a:p>
        </p:txBody>
      </p:sp>
      <p:sp>
        <p:nvSpPr>
          <p:cNvPr id="117783" name="Rectangle 26"/>
          <p:cNvSpPr>
            <a:spLocks noChangeArrowheads="1"/>
          </p:cNvSpPr>
          <p:nvPr/>
        </p:nvSpPr>
        <p:spPr bwMode="auto">
          <a:xfrm>
            <a:off x="6234113"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16</a:t>
            </a:r>
          </a:p>
        </p:txBody>
      </p:sp>
      <p:sp>
        <p:nvSpPr>
          <p:cNvPr id="117784" name="Rectangle 27"/>
          <p:cNvSpPr>
            <a:spLocks noChangeArrowheads="1"/>
          </p:cNvSpPr>
          <p:nvPr/>
        </p:nvSpPr>
        <p:spPr bwMode="auto">
          <a:xfrm>
            <a:off x="7031038"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19</a:t>
            </a:r>
          </a:p>
        </p:txBody>
      </p:sp>
      <p:sp>
        <p:nvSpPr>
          <p:cNvPr id="117785" name="Rectangle 28"/>
          <p:cNvSpPr>
            <a:spLocks noChangeArrowheads="1"/>
          </p:cNvSpPr>
          <p:nvPr/>
        </p:nvSpPr>
        <p:spPr bwMode="auto">
          <a:xfrm>
            <a:off x="8205788"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24</a:t>
            </a:r>
          </a:p>
        </p:txBody>
      </p:sp>
      <p:sp>
        <p:nvSpPr>
          <p:cNvPr id="117786" name="Rectangle 29"/>
          <p:cNvSpPr>
            <a:spLocks noChangeArrowheads="1"/>
          </p:cNvSpPr>
          <p:nvPr/>
        </p:nvSpPr>
        <p:spPr bwMode="auto">
          <a:xfrm>
            <a:off x="9918700" y="1341438"/>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31</a:t>
            </a:r>
          </a:p>
        </p:txBody>
      </p:sp>
      <p:sp>
        <p:nvSpPr>
          <p:cNvPr id="117787" name="Rectangle 30"/>
          <p:cNvSpPr>
            <a:spLocks noChangeArrowheads="1"/>
          </p:cNvSpPr>
          <p:nvPr/>
        </p:nvSpPr>
        <p:spPr bwMode="auto">
          <a:xfrm>
            <a:off x="2501900" y="1755775"/>
            <a:ext cx="7667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版 本</a:t>
            </a:r>
          </a:p>
        </p:txBody>
      </p:sp>
      <p:sp>
        <p:nvSpPr>
          <p:cNvPr id="117788" name="Rectangle 31"/>
          <p:cNvSpPr>
            <a:spLocks noChangeArrowheads="1"/>
          </p:cNvSpPr>
          <p:nvPr/>
        </p:nvSpPr>
        <p:spPr bwMode="auto">
          <a:xfrm>
            <a:off x="6389688" y="2232025"/>
            <a:ext cx="695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标志</a:t>
            </a:r>
          </a:p>
        </p:txBody>
      </p:sp>
      <p:sp>
        <p:nvSpPr>
          <p:cNvPr id="117789" name="Rectangle 32"/>
          <p:cNvSpPr>
            <a:spLocks noChangeArrowheads="1"/>
          </p:cNvSpPr>
          <p:nvPr/>
        </p:nvSpPr>
        <p:spPr bwMode="auto">
          <a:xfrm>
            <a:off x="2698750" y="2636838"/>
            <a:ext cx="1420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生 存 时 间</a:t>
            </a:r>
          </a:p>
        </p:txBody>
      </p:sp>
      <p:sp>
        <p:nvSpPr>
          <p:cNvPr id="117790" name="Rectangle 33"/>
          <p:cNvSpPr>
            <a:spLocks noChangeArrowheads="1"/>
          </p:cNvSpPr>
          <p:nvPr/>
        </p:nvSpPr>
        <p:spPr bwMode="auto">
          <a:xfrm>
            <a:off x="4829175" y="2636838"/>
            <a:ext cx="98103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协    议</a:t>
            </a:r>
          </a:p>
        </p:txBody>
      </p:sp>
      <p:sp>
        <p:nvSpPr>
          <p:cNvPr id="117791" name="Rectangle 34"/>
          <p:cNvSpPr>
            <a:spLocks noChangeArrowheads="1"/>
          </p:cNvSpPr>
          <p:nvPr/>
        </p:nvSpPr>
        <p:spPr bwMode="auto">
          <a:xfrm>
            <a:off x="3843338" y="2232025"/>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标    识</a:t>
            </a:r>
          </a:p>
        </p:txBody>
      </p:sp>
      <p:sp>
        <p:nvSpPr>
          <p:cNvPr id="117792" name="Rectangle 35"/>
          <p:cNvSpPr>
            <a:spLocks noChangeArrowheads="1"/>
          </p:cNvSpPr>
          <p:nvPr/>
        </p:nvSpPr>
        <p:spPr bwMode="auto">
          <a:xfrm>
            <a:off x="4654550" y="1755775"/>
            <a:ext cx="1420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区 分 服 务</a:t>
            </a:r>
          </a:p>
        </p:txBody>
      </p:sp>
      <p:sp>
        <p:nvSpPr>
          <p:cNvPr id="117793" name="Rectangle 36"/>
          <p:cNvSpPr>
            <a:spLocks noChangeArrowheads="1"/>
          </p:cNvSpPr>
          <p:nvPr/>
        </p:nvSpPr>
        <p:spPr bwMode="auto">
          <a:xfrm>
            <a:off x="7780338" y="175577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总   长   度</a:t>
            </a:r>
          </a:p>
        </p:txBody>
      </p:sp>
      <p:sp>
        <p:nvSpPr>
          <p:cNvPr id="117794" name="Rectangle 37"/>
          <p:cNvSpPr>
            <a:spLocks noChangeArrowheads="1"/>
          </p:cNvSpPr>
          <p:nvPr/>
        </p:nvSpPr>
        <p:spPr bwMode="auto">
          <a:xfrm>
            <a:off x="8051800" y="223202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片   偏   移</a:t>
            </a:r>
          </a:p>
        </p:txBody>
      </p:sp>
      <p:sp>
        <p:nvSpPr>
          <p:cNvPr id="117795" name="Rectangle 38"/>
          <p:cNvSpPr>
            <a:spLocks noChangeArrowheads="1"/>
          </p:cNvSpPr>
          <p:nvPr/>
        </p:nvSpPr>
        <p:spPr bwMode="auto">
          <a:xfrm>
            <a:off x="8775700" y="3965575"/>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填    充</a:t>
            </a:r>
          </a:p>
        </p:txBody>
      </p:sp>
      <p:sp>
        <p:nvSpPr>
          <p:cNvPr id="117796" name="Rectangle 39"/>
          <p:cNvSpPr>
            <a:spLocks noChangeArrowheads="1"/>
          </p:cNvSpPr>
          <p:nvPr/>
        </p:nvSpPr>
        <p:spPr bwMode="auto">
          <a:xfrm>
            <a:off x="7199313" y="2636838"/>
            <a:ext cx="2311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首   部   检   验   和</a:t>
            </a:r>
          </a:p>
        </p:txBody>
      </p:sp>
      <p:sp>
        <p:nvSpPr>
          <p:cNvPr id="117797" name="Rectangle 40"/>
          <p:cNvSpPr>
            <a:spLocks noChangeArrowheads="1"/>
          </p:cNvSpPr>
          <p:nvPr/>
        </p:nvSpPr>
        <p:spPr bwMode="auto">
          <a:xfrm>
            <a:off x="5689600" y="309562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源   地   址</a:t>
            </a:r>
          </a:p>
        </p:txBody>
      </p:sp>
      <p:sp>
        <p:nvSpPr>
          <p:cNvPr id="117798" name="Rectangle 41"/>
          <p:cNvSpPr>
            <a:spLocks noChangeArrowheads="1"/>
          </p:cNvSpPr>
          <p:nvPr/>
        </p:nvSpPr>
        <p:spPr bwMode="auto">
          <a:xfrm>
            <a:off x="5434013" y="3536950"/>
            <a:ext cx="18430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目   的   地   址</a:t>
            </a:r>
          </a:p>
        </p:txBody>
      </p:sp>
      <p:sp>
        <p:nvSpPr>
          <p:cNvPr id="117799" name="Rectangle 42"/>
          <p:cNvSpPr>
            <a:spLocks noChangeArrowheads="1"/>
          </p:cNvSpPr>
          <p:nvPr/>
        </p:nvSpPr>
        <p:spPr bwMode="auto">
          <a:xfrm>
            <a:off x="3502025" y="3965575"/>
            <a:ext cx="41576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可   选   字   段  （长   度   可   变）</a:t>
            </a:r>
          </a:p>
        </p:txBody>
      </p:sp>
      <p:sp>
        <p:nvSpPr>
          <p:cNvPr id="117800" name="Rectangle 43"/>
          <p:cNvSpPr>
            <a:spLocks noChangeArrowheads="1"/>
          </p:cNvSpPr>
          <p:nvPr/>
        </p:nvSpPr>
        <p:spPr bwMode="auto">
          <a:xfrm>
            <a:off x="1881188" y="1327150"/>
            <a:ext cx="4397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位</a:t>
            </a:r>
          </a:p>
        </p:txBody>
      </p:sp>
      <p:sp>
        <p:nvSpPr>
          <p:cNvPr id="117801" name="Rectangle 44"/>
          <p:cNvSpPr>
            <a:spLocks noChangeArrowheads="1"/>
          </p:cNvSpPr>
          <p:nvPr/>
        </p:nvSpPr>
        <p:spPr bwMode="auto">
          <a:xfrm>
            <a:off x="3265967" y="1736725"/>
            <a:ext cx="12080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首部长度</a:t>
            </a:r>
          </a:p>
        </p:txBody>
      </p:sp>
      <p:grpSp>
        <p:nvGrpSpPr>
          <p:cNvPr id="117802" name="Group 46"/>
          <p:cNvGrpSpPr>
            <a:grpSpLocks/>
          </p:cNvGrpSpPr>
          <p:nvPr/>
        </p:nvGrpSpPr>
        <p:grpSpPr bwMode="auto">
          <a:xfrm>
            <a:off x="2343150" y="4106863"/>
            <a:ext cx="131763" cy="69850"/>
            <a:chOff x="833" y="3024"/>
            <a:chExt cx="78" cy="51"/>
          </a:xfrm>
        </p:grpSpPr>
        <p:sp>
          <p:nvSpPr>
            <p:cNvPr id="117823" name="Rectangle 47"/>
            <p:cNvSpPr>
              <a:spLocks noChangeArrowheads="1"/>
            </p:cNvSpPr>
            <p:nvPr/>
          </p:nvSpPr>
          <p:spPr bwMode="auto">
            <a:xfrm>
              <a:off x="833" y="3024"/>
              <a:ext cx="78" cy="5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824" name="Line 48"/>
            <p:cNvSpPr>
              <a:spLocks noChangeShapeType="1"/>
            </p:cNvSpPr>
            <p:nvPr/>
          </p:nvSpPr>
          <p:spPr bwMode="auto">
            <a:xfrm>
              <a:off x="839" y="3030"/>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825" name="Line 49"/>
            <p:cNvSpPr>
              <a:spLocks noChangeShapeType="1"/>
            </p:cNvSpPr>
            <p:nvPr/>
          </p:nvSpPr>
          <p:spPr bwMode="auto">
            <a:xfrm>
              <a:off x="839" y="3075"/>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grpSp>
        <p:nvGrpSpPr>
          <p:cNvPr id="117803" name="Group 50"/>
          <p:cNvGrpSpPr>
            <a:grpSpLocks/>
          </p:cNvGrpSpPr>
          <p:nvPr/>
        </p:nvGrpSpPr>
        <p:grpSpPr bwMode="auto">
          <a:xfrm>
            <a:off x="10210800" y="4116388"/>
            <a:ext cx="131763" cy="66675"/>
            <a:chOff x="5432" y="3030"/>
            <a:chExt cx="78" cy="51"/>
          </a:xfrm>
        </p:grpSpPr>
        <p:sp>
          <p:nvSpPr>
            <p:cNvPr id="117820" name="Rectangle 51"/>
            <p:cNvSpPr>
              <a:spLocks noChangeArrowheads="1"/>
            </p:cNvSpPr>
            <p:nvPr/>
          </p:nvSpPr>
          <p:spPr bwMode="auto">
            <a:xfrm>
              <a:off x="5432" y="3030"/>
              <a:ext cx="78" cy="5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821" name="Line 52"/>
            <p:cNvSpPr>
              <a:spLocks noChangeShapeType="1"/>
            </p:cNvSpPr>
            <p:nvPr/>
          </p:nvSpPr>
          <p:spPr bwMode="auto">
            <a:xfrm>
              <a:off x="5438" y="3036"/>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822" name="Line 53"/>
            <p:cNvSpPr>
              <a:spLocks noChangeShapeType="1"/>
            </p:cNvSpPr>
            <p:nvPr/>
          </p:nvSpPr>
          <p:spPr bwMode="auto">
            <a:xfrm>
              <a:off x="5438" y="3081"/>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sp>
        <p:nvSpPr>
          <p:cNvPr id="117804" name="Rectangle 75"/>
          <p:cNvSpPr>
            <a:spLocks noChangeArrowheads="1"/>
          </p:cNvSpPr>
          <p:nvPr/>
        </p:nvSpPr>
        <p:spPr bwMode="auto">
          <a:xfrm>
            <a:off x="5084763" y="4508500"/>
            <a:ext cx="29083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zh-CN" altLang="en-US" sz="2000" b="1">
                <a:solidFill>
                  <a:srgbClr val="333399"/>
                </a:solidFill>
                <a:ea typeface="黑体" pitchFamily="2" charset="-122"/>
              </a:rPr>
              <a:t>数       据       部       分</a:t>
            </a:r>
          </a:p>
        </p:txBody>
      </p:sp>
      <p:grpSp>
        <p:nvGrpSpPr>
          <p:cNvPr id="4" name="Group 94"/>
          <p:cNvGrpSpPr>
            <a:grpSpLocks/>
          </p:cNvGrpSpPr>
          <p:nvPr/>
        </p:nvGrpSpPr>
        <p:grpSpPr bwMode="auto">
          <a:xfrm>
            <a:off x="1449388" y="1700213"/>
            <a:ext cx="439737" cy="2663825"/>
            <a:chOff x="111" y="845"/>
            <a:chExt cx="277" cy="1678"/>
          </a:xfrm>
        </p:grpSpPr>
        <p:sp>
          <p:nvSpPr>
            <p:cNvPr id="117818" name="Line 89"/>
            <p:cNvSpPr>
              <a:spLocks noChangeShapeType="1"/>
            </p:cNvSpPr>
            <p:nvPr/>
          </p:nvSpPr>
          <p:spPr bwMode="auto">
            <a:xfrm>
              <a:off x="249" y="845"/>
              <a:ext cx="0" cy="1678"/>
            </a:xfrm>
            <a:prstGeom prst="line">
              <a:avLst/>
            </a:prstGeom>
            <a:noFill/>
            <a:ln w="28575">
              <a:solidFill>
                <a:schemeClr val="tx2"/>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117819" name="Rectangle 78"/>
            <p:cNvSpPr>
              <a:spLocks noChangeArrowheads="1"/>
            </p:cNvSpPr>
            <p:nvPr/>
          </p:nvSpPr>
          <p:spPr bwMode="auto">
            <a:xfrm>
              <a:off x="111" y="1389"/>
              <a:ext cx="277" cy="444"/>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首</a:t>
              </a:r>
            </a:p>
            <a:p>
              <a:pPr defTabSz="762000"/>
              <a:r>
                <a:rPr kumimoji="1" lang="zh-CN" altLang="en-US" sz="2000" b="1" dirty="0">
                  <a:solidFill>
                    <a:srgbClr val="333399"/>
                  </a:solidFill>
                  <a:ea typeface="黑体" pitchFamily="2" charset="-122"/>
                </a:rPr>
                <a:t>部</a:t>
              </a:r>
            </a:p>
          </p:txBody>
        </p:sp>
      </p:grpSp>
      <p:sp>
        <p:nvSpPr>
          <p:cNvPr id="117811" name="AutoShape 97"/>
          <p:cNvSpPr>
            <a:spLocks/>
          </p:cNvSpPr>
          <p:nvPr/>
        </p:nvSpPr>
        <p:spPr bwMode="auto">
          <a:xfrm>
            <a:off x="2222500" y="1771650"/>
            <a:ext cx="166688" cy="2160588"/>
          </a:xfrm>
          <a:prstGeom prst="leftBrace">
            <a:avLst>
              <a:gd name="adj1" fmla="val 108016"/>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66" name="Rectangle 2">
            <a:extLst>
              <a:ext uri="{FF2B5EF4-FFF2-40B4-BE49-F238E27FC236}"/>
            </a:extLst>
          </p:cNvPr>
          <p:cNvSpPr txBox="1">
            <a:spLocks noChangeArrowheads="1"/>
          </p:cNvSpPr>
          <p:nvPr/>
        </p:nvSpPr>
        <p:spPr>
          <a:xfrm>
            <a:off x="609600" y="274638"/>
            <a:ext cx="10972800" cy="817562"/>
          </a:xfrm>
          <a:prstGeom prst="rect">
            <a:avLst/>
          </a:prstGeom>
        </p:spPr>
        <p:txBody>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pPr eaLnBrk="1" hangingPunct="1">
              <a:defRPr/>
            </a:pPr>
            <a:r>
              <a:rPr lang="en-US" altLang="zh-CN" kern="0" dirty="0"/>
              <a:t>IP </a:t>
            </a:r>
            <a:r>
              <a:rPr lang="zh-CN" altLang="en-US" kern="0" dirty="0"/>
              <a:t>数据报首部的固定部分中的各字段 </a:t>
            </a:r>
          </a:p>
        </p:txBody>
      </p:sp>
      <p:sp>
        <p:nvSpPr>
          <p:cNvPr id="65" name="Rectangle 89"/>
          <p:cNvSpPr>
            <a:spLocks noChangeArrowheads="1"/>
          </p:cNvSpPr>
          <p:nvPr/>
        </p:nvSpPr>
        <p:spPr bwMode="auto">
          <a:xfrm>
            <a:off x="2434658" y="1701194"/>
            <a:ext cx="938780" cy="503237"/>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67" name="Text Box 85"/>
          <p:cNvSpPr txBox="1">
            <a:spLocks noChangeArrowheads="1"/>
          </p:cNvSpPr>
          <p:nvPr/>
        </p:nvSpPr>
        <p:spPr bwMode="auto">
          <a:xfrm>
            <a:off x="2641837" y="5239833"/>
            <a:ext cx="7558934"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zh-CN" altLang="en-US" sz="2800" b="1" dirty="0">
                <a:latin typeface="Arial" charset="0"/>
                <a:ea typeface="黑体" pitchFamily="2" charset="-122"/>
              </a:rPr>
              <a:t>版本</a:t>
            </a:r>
            <a:r>
              <a:rPr lang="en-US" altLang="zh-CN" sz="2800" b="1" dirty="0">
                <a:latin typeface="Arial" charset="0"/>
                <a:ea typeface="黑体" pitchFamily="2" charset="-122"/>
              </a:rPr>
              <a:t>——</a:t>
            </a:r>
            <a:r>
              <a:rPr lang="zh-CN" altLang="en-US" sz="2800" b="1" dirty="0">
                <a:latin typeface="Arial" charset="0"/>
                <a:ea typeface="黑体" pitchFamily="2" charset="-122"/>
              </a:rPr>
              <a:t>占 </a:t>
            </a:r>
            <a:r>
              <a:rPr lang="en-US" altLang="zh-CN" sz="2800" b="1" dirty="0">
                <a:latin typeface="Arial" charset="0"/>
                <a:ea typeface="黑体" pitchFamily="2" charset="-122"/>
              </a:rPr>
              <a:t>4 </a:t>
            </a:r>
            <a:r>
              <a:rPr lang="zh-CN" altLang="en-US" sz="2800" b="1" dirty="0">
                <a:latin typeface="Arial" charset="0"/>
                <a:ea typeface="黑体" pitchFamily="2" charset="-122"/>
              </a:rPr>
              <a:t>位，指 </a:t>
            </a:r>
            <a:r>
              <a:rPr lang="en-US" altLang="zh-CN" sz="2800" b="1" dirty="0">
                <a:latin typeface="Arial" charset="0"/>
                <a:ea typeface="黑体" pitchFamily="2" charset="-122"/>
              </a:rPr>
              <a:t>IP </a:t>
            </a:r>
            <a:r>
              <a:rPr lang="zh-CN" altLang="en-US" sz="2800" b="1" dirty="0">
                <a:latin typeface="Arial" charset="0"/>
                <a:ea typeface="黑体" pitchFamily="2" charset="-122"/>
              </a:rPr>
              <a:t>协议的</a:t>
            </a:r>
            <a:r>
              <a:rPr lang="zh-CN" altLang="en-US" sz="2800" b="1" dirty="0" smtClean="0">
                <a:latin typeface="Arial" charset="0"/>
                <a:ea typeface="黑体" pitchFamily="2" charset="-122"/>
              </a:rPr>
              <a:t>版本。</a:t>
            </a:r>
            <a:endParaRPr lang="zh-CN" altLang="en-US" sz="2800" b="1" dirty="0">
              <a:latin typeface="Arial" charset="0"/>
              <a:ea typeface="黑体" pitchFamily="2" charset="-122"/>
            </a:endParaRPr>
          </a:p>
          <a:p>
            <a:pPr eaLnBrk="1" hangingPunct="1"/>
            <a:r>
              <a:rPr lang="zh-CN" altLang="en-US" sz="2800" b="1" dirty="0" smtClean="0">
                <a:latin typeface="Arial" charset="0"/>
                <a:ea typeface="黑体" pitchFamily="2" charset="-122"/>
              </a:rPr>
              <a:t>目前广泛使用的 </a:t>
            </a:r>
            <a:r>
              <a:rPr lang="en-US" altLang="zh-CN" sz="2800" b="1" dirty="0">
                <a:latin typeface="Arial" charset="0"/>
                <a:ea typeface="黑体" pitchFamily="2" charset="-122"/>
              </a:rPr>
              <a:t>IP </a:t>
            </a:r>
            <a:r>
              <a:rPr lang="zh-CN" altLang="en-US" sz="2800" b="1" dirty="0">
                <a:latin typeface="Arial" charset="0"/>
                <a:ea typeface="黑体" pitchFamily="2" charset="-122"/>
              </a:rPr>
              <a:t>协议版本号为 </a:t>
            </a:r>
            <a:r>
              <a:rPr lang="en-US" altLang="zh-CN" sz="2800" b="1" dirty="0">
                <a:latin typeface="Arial" charset="0"/>
                <a:ea typeface="黑体" pitchFamily="2" charset="-122"/>
              </a:rPr>
              <a:t>4 (</a:t>
            </a:r>
            <a:r>
              <a:rPr lang="zh-CN" altLang="en-US" sz="2800" b="1" dirty="0">
                <a:latin typeface="Arial" charset="0"/>
                <a:ea typeface="黑体" pitchFamily="2" charset="-122"/>
              </a:rPr>
              <a:t>即 </a:t>
            </a:r>
            <a:r>
              <a:rPr lang="en-US" altLang="zh-CN" sz="2800" b="1" dirty="0">
                <a:latin typeface="Arial" charset="0"/>
                <a:ea typeface="黑体" pitchFamily="2" charset="-122"/>
              </a:rPr>
              <a:t>IPv4</a:t>
            </a:r>
            <a:r>
              <a:rPr lang="en-US" altLang="zh-CN" sz="2800" b="1" dirty="0" smtClean="0">
                <a:latin typeface="Arial" charset="0"/>
                <a:ea typeface="黑体" pitchFamily="2" charset="-122"/>
              </a:rPr>
              <a:t>)</a:t>
            </a:r>
            <a:r>
              <a:rPr lang="zh-CN" altLang="en-US" sz="2800" b="1" dirty="0" smtClean="0">
                <a:latin typeface="Arial" charset="0"/>
                <a:ea typeface="黑体" pitchFamily="2" charset="-122"/>
              </a:rPr>
              <a:t>。</a:t>
            </a:r>
            <a:endParaRPr lang="en-US" altLang="zh-CN" sz="2800" b="1" dirty="0">
              <a:latin typeface="Arial" charset="0"/>
              <a:ea typeface="黑体" pitchFamily="2" charset="-122"/>
            </a:endParaRPr>
          </a:p>
        </p:txBody>
      </p:sp>
    </p:spTree>
    <p:extLst>
      <p:ext uri="{BB962C8B-B14F-4D97-AF65-F5344CB8AC3E}">
        <p14:creationId xmlns:p14="http://schemas.microsoft.com/office/powerpoint/2010/main" val="353773588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5"/>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2000" fill="hold" grpId="1" nodeType="afterEffect">
                                  <p:stCondLst>
                                    <p:cond delay="500"/>
                                  </p:stCondLst>
                                  <p:childTnLst>
                                    <p:anim calcmode="discrete" valueType="str">
                                      <p:cBhvr>
                                        <p:cTn id="9" dur="1000" fill="hold"/>
                                        <p:tgtEl>
                                          <p:spTgt spid="6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65" grpId="1"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45"/>
          <p:cNvSpPr>
            <a:spLocks noChangeArrowheads="1"/>
          </p:cNvSpPr>
          <p:nvPr/>
        </p:nvSpPr>
        <p:spPr bwMode="auto">
          <a:xfrm>
            <a:off x="1884363" y="2132013"/>
            <a:ext cx="439737"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lnSpc>
                <a:spcPct val="90000"/>
              </a:lnSpc>
            </a:pPr>
            <a:r>
              <a:rPr kumimoji="1" lang="zh-CN" altLang="en-US" sz="2000" b="1">
                <a:solidFill>
                  <a:srgbClr val="333399"/>
                </a:solidFill>
                <a:ea typeface="黑体" pitchFamily="2" charset="-122"/>
              </a:rPr>
              <a:t>固</a:t>
            </a:r>
          </a:p>
          <a:p>
            <a:pPr defTabSz="762000">
              <a:lnSpc>
                <a:spcPct val="90000"/>
              </a:lnSpc>
            </a:pPr>
            <a:r>
              <a:rPr kumimoji="1" lang="zh-CN" altLang="en-US" sz="2000" b="1">
                <a:solidFill>
                  <a:srgbClr val="333399"/>
                </a:solidFill>
                <a:ea typeface="黑体" pitchFamily="2" charset="-122"/>
              </a:rPr>
              <a:t>定</a:t>
            </a:r>
          </a:p>
          <a:p>
            <a:pPr defTabSz="762000">
              <a:lnSpc>
                <a:spcPct val="90000"/>
              </a:lnSpc>
            </a:pPr>
            <a:r>
              <a:rPr kumimoji="1" lang="zh-CN" altLang="en-US" sz="2000" b="1">
                <a:solidFill>
                  <a:srgbClr val="333399"/>
                </a:solidFill>
                <a:ea typeface="黑体" pitchFamily="2" charset="-122"/>
              </a:rPr>
              <a:t>部</a:t>
            </a:r>
          </a:p>
          <a:p>
            <a:pPr defTabSz="762000">
              <a:lnSpc>
                <a:spcPct val="90000"/>
              </a:lnSpc>
            </a:pPr>
            <a:r>
              <a:rPr kumimoji="1" lang="zh-CN" altLang="en-US" sz="2000" b="1">
                <a:solidFill>
                  <a:srgbClr val="333399"/>
                </a:solidFill>
                <a:ea typeface="黑体" pitchFamily="2" charset="-122"/>
              </a:rPr>
              <a:t>分</a:t>
            </a:r>
          </a:p>
        </p:txBody>
      </p:sp>
      <p:sp>
        <p:nvSpPr>
          <p:cNvPr id="117763" name="Rectangle 54"/>
          <p:cNvSpPr>
            <a:spLocks noChangeArrowheads="1"/>
          </p:cNvSpPr>
          <p:nvPr/>
        </p:nvSpPr>
        <p:spPr bwMode="auto">
          <a:xfrm>
            <a:off x="1741488" y="3787775"/>
            <a:ext cx="6953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可变</a:t>
            </a:r>
          </a:p>
          <a:p>
            <a:pPr defTabSz="762000"/>
            <a:r>
              <a:rPr kumimoji="1" lang="zh-CN" altLang="en-US" sz="2000" b="1" dirty="0">
                <a:solidFill>
                  <a:srgbClr val="333399"/>
                </a:solidFill>
                <a:ea typeface="黑体" pitchFamily="2" charset="-122"/>
              </a:rPr>
              <a:t>部分</a:t>
            </a:r>
          </a:p>
        </p:txBody>
      </p:sp>
      <p:sp>
        <p:nvSpPr>
          <p:cNvPr id="117765" name="Rectangle 8"/>
          <p:cNvSpPr>
            <a:spLocks noChangeArrowheads="1"/>
          </p:cNvSpPr>
          <p:nvPr/>
        </p:nvSpPr>
        <p:spPr bwMode="auto">
          <a:xfrm>
            <a:off x="4367213" y="1730375"/>
            <a:ext cx="1966912" cy="434975"/>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767" name="Rectangle 10"/>
          <p:cNvSpPr>
            <a:spLocks noChangeArrowheads="1"/>
          </p:cNvSpPr>
          <p:nvPr/>
        </p:nvSpPr>
        <p:spPr bwMode="auto">
          <a:xfrm>
            <a:off x="2409825" y="1720850"/>
            <a:ext cx="7864475" cy="2643188"/>
          </a:xfrm>
          <a:prstGeom prst="rect">
            <a:avLst/>
          </a:prstGeom>
          <a:solidFill>
            <a:srgbClr val="CCECFF"/>
          </a:solidFill>
          <a:ln w="254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17768" name="Rectangle 11"/>
          <p:cNvSpPr>
            <a:spLocks noChangeArrowheads="1"/>
          </p:cNvSpPr>
          <p:nvPr/>
        </p:nvSpPr>
        <p:spPr bwMode="auto">
          <a:xfrm>
            <a:off x="2424113" y="4375150"/>
            <a:ext cx="7832725" cy="681038"/>
          </a:xfrm>
          <a:prstGeom prst="rect">
            <a:avLst/>
          </a:prstGeom>
          <a:solidFill>
            <a:srgbClr val="FFFF99"/>
          </a:solidFill>
          <a:ln w="12700">
            <a:solidFill>
              <a:srgbClr val="333399"/>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17769" name="Line 12"/>
          <p:cNvSpPr>
            <a:spLocks noChangeShapeType="1"/>
          </p:cNvSpPr>
          <p:nvPr/>
        </p:nvSpPr>
        <p:spPr bwMode="auto">
          <a:xfrm>
            <a:off x="2405063" y="2171700"/>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0" name="Line 13"/>
          <p:cNvSpPr>
            <a:spLocks noChangeShapeType="1"/>
          </p:cNvSpPr>
          <p:nvPr/>
        </p:nvSpPr>
        <p:spPr bwMode="auto">
          <a:xfrm>
            <a:off x="2405063" y="261461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1" name="Line 14"/>
          <p:cNvSpPr>
            <a:spLocks noChangeShapeType="1"/>
          </p:cNvSpPr>
          <p:nvPr/>
        </p:nvSpPr>
        <p:spPr bwMode="auto">
          <a:xfrm>
            <a:off x="2405063" y="305911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2" name="Line 15"/>
          <p:cNvSpPr>
            <a:spLocks noChangeShapeType="1"/>
          </p:cNvSpPr>
          <p:nvPr/>
        </p:nvSpPr>
        <p:spPr bwMode="auto">
          <a:xfrm>
            <a:off x="2405063" y="349726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3" name="Line 16"/>
          <p:cNvSpPr>
            <a:spLocks noChangeShapeType="1"/>
          </p:cNvSpPr>
          <p:nvPr/>
        </p:nvSpPr>
        <p:spPr bwMode="auto">
          <a:xfrm>
            <a:off x="2405063" y="394176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4" name="Line 17"/>
          <p:cNvSpPr>
            <a:spLocks noChangeShapeType="1"/>
          </p:cNvSpPr>
          <p:nvPr/>
        </p:nvSpPr>
        <p:spPr bwMode="auto">
          <a:xfrm>
            <a:off x="3373438" y="1728788"/>
            <a:ext cx="0" cy="4429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5" name="Line 18"/>
          <p:cNvSpPr>
            <a:spLocks noChangeShapeType="1"/>
          </p:cNvSpPr>
          <p:nvPr/>
        </p:nvSpPr>
        <p:spPr bwMode="auto">
          <a:xfrm>
            <a:off x="4357688" y="1728788"/>
            <a:ext cx="0" cy="4429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6" name="Line 19"/>
          <p:cNvSpPr>
            <a:spLocks noChangeShapeType="1"/>
          </p:cNvSpPr>
          <p:nvPr/>
        </p:nvSpPr>
        <p:spPr bwMode="auto">
          <a:xfrm>
            <a:off x="4357688" y="2624138"/>
            <a:ext cx="0" cy="431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7" name="Line 20"/>
          <p:cNvSpPr>
            <a:spLocks noChangeShapeType="1"/>
          </p:cNvSpPr>
          <p:nvPr/>
        </p:nvSpPr>
        <p:spPr bwMode="auto">
          <a:xfrm>
            <a:off x="6330950" y="1728788"/>
            <a:ext cx="0" cy="1327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8" name="Line 21"/>
          <p:cNvSpPr>
            <a:spLocks noChangeShapeType="1"/>
          </p:cNvSpPr>
          <p:nvPr/>
        </p:nvSpPr>
        <p:spPr bwMode="auto">
          <a:xfrm flipV="1">
            <a:off x="8302625" y="3937000"/>
            <a:ext cx="0" cy="4413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9" name="Line 22"/>
          <p:cNvSpPr>
            <a:spLocks noChangeShapeType="1"/>
          </p:cNvSpPr>
          <p:nvPr/>
        </p:nvSpPr>
        <p:spPr bwMode="auto">
          <a:xfrm>
            <a:off x="7132638" y="2181225"/>
            <a:ext cx="0" cy="4333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80" name="Rectangle 23"/>
          <p:cNvSpPr>
            <a:spLocks noChangeArrowheads="1"/>
          </p:cNvSpPr>
          <p:nvPr/>
        </p:nvSpPr>
        <p:spPr bwMode="auto">
          <a:xfrm>
            <a:off x="2352675" y="1341438"/>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0</a:t>
            </a:r>
          </a:p>
        </p:txBody>
      </p:sp>
      <p:sp>
        <p:nvSpPr>
          <p:cNvPr id="117781" name="Rectangle 24"/>
          <p:cNvSpPr>
            <a:spLocks noChangeArrowheads="1"/>
          </p:cNvSpPr>
          <p:nvPr/>
        </p:nvSpPr>
        <p:spPr bwMode="auto">
          <a:xfrm>
            <a:off x="3287713" y="1341438"/>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4</a:t>
            </a:r>
          </a:p>
        </p:txBody>
      </p:sp>
      <p:sp>
        <p:nvSpPr>
          <p:cNvPr id="117782" name="Rectangle 25"/>
          <p:cNvSpPr>
            <a:spLocks noChangeArrowheads="1"/>
          </p:cNvSpPr>
          <p:nvPr/>
        </p:nvSpPr>
        <p:spPr bwMode="auto">
          <a:xfrm>
            <a:off x="4283075" y="1341438"/>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8</a:t>
            </a:r>
          </a:p>
        </p:txBody>
      </p:sp>
      <p:sp>
        <p:nvSpPr>
          <p:cNvPr id="117783" name="Rectangle 26"/>
          <p:cNvSpPr>
            <a:spLocks noChangeArrowheads="1"/>
          </p:cNvSpPr>
          <p:nvPr/>
        </p:nvSpPr>
        <p:spPr bwMode="auto">
          <a:xfrm>
            <a:off x="6234113"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16</a:t>
            </a:r>
          </a:p>
        </p:txBody>
      </p:sp>
      <p:sp>
        <p:nvSpPr>
          <p:cNvPr id="117784" name="Rectangle 27"/>
          <p:cNvSpPr>
            <a:spLocks noChangeArrowheads="1"/>
          </p:cNvSpPr>
          <p:nvPr/>
        </p:nvSpPr>
        <p:spPr bwMode="auto">
          <a:xfrm>
            <a:off x="7031038"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19</a:t>
            </a:r>
          </a:p>
        </p:txBody>
      </p:sp>
      <p:sp>
        <p:nvSpPr>
          <p:cNvPr id="117785" name="Rectangle 28"/>
          <p:cNvSpPr>
            <a:spLocks noChangeArrowheads="1"/>
          </p:cNvSpPr>
          <p:nvPr/>
        </p:nvSpPr>
        <p:spPr bwMode="auto">
          <a:xfrm>
            <a:off x="8205788"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24</a:t>
            </a:r>
          </a:p>
        </p:txBody>
      </p:sp>
      <p:sp>
        <p:nvSpPr>
          <p:cNvPr id="117786" name="Rectangle 29"/>
          <p:cNvSpPr>
            <a:spLocks noChangeArrowheads="1"/>
          </p:cNvSpPr>
          <p:nvPr/>
        </p:nvSpPr>
        <p:spPr bwMode="auto">
          <a:xfrm>
            <a:off x="9918700" y="1341438"/>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31</a:t>
            </a:r>
          </a:p>
        </p:txBody>
      </p:sp>
      <p:sp>
        <p:nvSpPr>
          <p:cNvPr id="117787" name="Rectangle 30"/>
          <p:cNvSpPr>
            <a:spLocks noChangeArrowheads="1"/>
          </p:cNvSpPr>
          <p:nvPr/>
        </p:nvSpPr>
        <p:spPr bwMode="auto">
          <a:xfrm>
            <a:off x="2501900" y="1755775"/>
            <a:ext cx="7667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版 本</a:t>
            </a:r>
          </a:p>
        </p:txBody>
      </p:sp>
      <p:sp>
        <p:nvSpPr>
          <p:cNvPr id="117788" name="Rectangle 31"/>
          <p:cNvSpPr>
            <a:spLocks noChangeArrowheads="1"/>
          </p:cNvSpPr>
          <p:nvPr/>
        </p:nvSpPr>
        <p:spPr bwMode="auto">
          <a:xfrm>
            <a:off x="6389688" y="2232025"/>
            <a:ext cx="695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标志</a:t>
            </a:r>
          </a:p>
        </p:txBody>
      </p:sp>
      <p:sp>
        <p:nvSpPr>
          <p:cNvPr id="117789" name="Rectangle 32"/>
          <p:cNvSpPr>
            <a:spLocks noChangeArrowheads="1"/>
          </p:cNvSpPr>
          <p:nvPr/>
        </p:nvSpPr>
        <p:spPr bwMode="auto">
          <a:xfrm>
            <a:off x="2698750" y="2636838"/>
            <a:ext cx="1420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生 存 时 间</a:t>
            </a:r>
          </a:p>
        </p:txBody>
      </p:sp>
      <p:sp>
        <p:nvSpPr>
          <p:cNvPr id="117790" name="Rectangle 33"/>
          <p:cNvSpPr>
            <a:spLocks noChangeArrowheads="1"/>
          </p:cNvSpPr>
          <p:nvPr/>
        </p:nvSpPr>
        <p:spPr bwMode="auto">
          <a:xfrm>
            <a:off x="4829175" y="2636838"/>
            <a:ext cx="98103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协    议</a:t>
            </a:r>
          </a:p>
        </p:txBody>
      </p:sp>
      <p:sp>
        <p:nvSpPr>
          <p:cNvPr id="117791" name="Rectangle 34"/>
          <p:cNvSpPr>
            <a:spLocks noChangeArrowheads="1"/>
          </p:cNvSpPr>
          <p:nvPr/>
        </p:nvSpPr>
        <p:spPr bwMode="auto">
          <a:xfrm>
            <a:off x="3843338" y="2232025"/>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标    识</a:t>
            </a:r>
          </a:p>
        </p:txBody>
      </p:sp>
      <p:sp>
        <p:nvSpPr>
          <p:cNvPr id="117792" name="Rectangle 35"/>
          <p:cNvSpPr>
            <a:spLocks noChangeArrowheads="1"/>
          </p:cNvSpPr>
          <p:nvPr/>
        </p:nvSpPr>
        <p:spPr bwMode="auto">
          <a:xfrm>
            <a:off x="4654550" y="1755775"/>
            <a:ext cx="1420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区 分 服 务</a:t>
            </a:r>
          </a:p>
        </p:txBody>
      </p:sp>
      <p:sp>
        <p:nvSpPr>
          <p:cNvPr id="117793" name="Rectangle 36"/>
          <p:cNvSpPr>
            <a:spLocks noChangeArrowheads="1"/>
          </p:cNvSpPr>
          <p:nvPr/>
        </p:nvSpPr>
        <p:spPr bwMode="auto">
          <a:xfrm>
            <a:off x="7780338" y="175577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总   长   度</a:t>
            </a:r>
          </a:p>
        </p:txBody>
      </p:sp>
      <p:sp>
        <p:nvSpPr>
          <p:cNvPr id="117794" name="Rectangle 37"/>
          <p:cNvSpPr>
            <a:spLocks noChangeArrowheads="1"/>
          </p:cNvSpPr>
          <p:nvPr/>
        </p:nvSpPr>
        <p:spPr bwMode="auto">
          <a:xfrm>
            <a:off x="8051800" y="223202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片   偏   移</a:t>
            </a:r>
          </a:p>
        </p:txBody>
      </p:sp>
      <p:sp>
        <p:nvSpPr>
          <p:cNvPr id="117795" name="Rectangle 38"/>
          <p:cNvSpPr>
            <a:spLocks noChangeArrowheads="1"/>
          </p:cNvSpPr>
          <p:nvPr/>
        </p:nvSpPr>
        <p:spPr bwMode="auto">
          <a:xfrm>
            <a:off x="8775700" y="3965575"/>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填    充</a:t>
            </a:r>
          </a:p>
        </p:txBody>
      </p:sp>
      <p:sp>
        <p:nvSpPr>
          <p:cNvPr id="117796" name="Rectangle 39"/>
          <p:cNvSpPr>
            <a:spLocks noChangeArrowheads="1"/>
          </p:cNvSpPr>
          <p:nvPr/>
        </p:nvSpPr>
        <p:spPr bwMode="auto">
          <a:xfrm>
            <a:off x="7199313" y="2636838"/>
            <a:ext cx="2311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首   部   检   验   和</a:t>
            </a:r>
          </a:p>
        </p:txBody>
      </p:sp>
      <p:sp>
        <p:nvSpPr>
          <p:cNvPr id="117797" name="Rectangle 40"/>
          <p:cNvSpPr>
            <a:spLocks noChangeArrowheads="1"/>
          </p:cNvSpPr>
          <p:nvPr/>
        </p:nvSpPr>
        <p:spPr bwMode="auto">
          <a:xfrm>
            <a:off x="5689600" y="309562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源   地   址</a:t>
            </a:r>
          </a:p>
        </p:txBody>
      </p:sp>
      <p:sp>
        <p:nvSpPr>
          <p:cNvPr id="117798" name="Rectangle 41"/>
          <p:cNvSpPr>
            <a:spLocks noChangeArrowheads="1"/>
          </p:cNvSpPr>
          <p:nvPr/>
        </p:nvSpPr>
        <p:spPr bwMode="auto">
          <a:xfrm>
            <a:off x="5434013" y="3536950"/>
            <a:ext cx="18430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目   的   地   址</a:t>
            </a:r>
          </a:p>
        </p:txBody>
      </p:sp>
      <p:sp>
        <p:nvSpPr>
          <p:cNvPr id="117799" name="Rectangle 42"/>
          <p:cNvSpPr>
            <a:spLocks noChangeArrowheads="1"/>
          </p:cNvSpPr>
          <p:nvPr/>
        </p:nvSpPr>
        <p:spPr bwMode="auto">
          <a:xfrm>
            <a:off x="3502025" y="3965575"/>
            <a:ext cx="41576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可   选   字   段  （长   度   可   变）</a:t>
            </a:r>
          </a:p>
        </p:txBody>
      </p:sp>
      <p:sp>
        <p:nvSpPr>
          <p:cNvPr id="117800" name="Rectangle 43"/>
          <p:cNvSpPr>
            <a:spLocks noChangeArrowheads="1"/>
          </p:cNvSpPr>
          <p:nvPr/>
        </p:nvSpPr>
        <p:spPr bwMode="auto">
          <a:xfrm>
            <a:off x="1881188" y="1327150"/>
            <a:ext cx="4397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位</a:t>
            </a:r>
          </a:p>
        </p:txBody>
      </p:sp>
      <p:sp>
        <p:nvSpPr>
          <p:cNvPr id="117801" name="Rectangle 44"/>
          <p:cNvSpPr>
            <a:spLocks noChangeArrowheads="1"/>
          </p:cNvSpPr>
          <p:nvPr/>
        </p:nvSpPr>
        <p:spPr bwMode="auto">
          <a:xfrm>
            <a:off x="3265967" y="1736725"/>
            <a:ext cx="12080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首部长度</a:t>
            </a:r>
          </a:p>
        </p:txBody>
      </p:sp>
      <p:grpSp>
        <p:nvGrpSpPr>
          <p:cNvPr id="117802" name="Group 46"/>
          <p:cNvGrpSpPr>
            <a:grpSpLocks/>
          </p:cNvGrpSpPr>
          <p:nvPr/>
        </p:nvGrpSpPr>
        <p:grpSpPr bwMode="auto">
          <a:xfrm>
            <a:off x="2343150" y="4106863"/>
            <a:ext cx="131763" cy="69850"/>
            <a:chOff x="833" y="3024"/>
            <a:chExt cx="78" cy="51"/>
          </a:xfrm>
        </p:grpSpPr>
        <p:sp>
          <p:nvSpPr>
            <p:cNvPr id="117823" name="Rectangle 47"/>
            <p:cNvSpPr>
              <a:spLocks noChangeArrowheads="1"/>
            </p:cNvSpPr>
            <p:nvPr/>
          </p:nvSpPr>
          <p:spPr bwMode="auto">
            <a:xfrm>
              <a:off x="833" y="3024"/>
              <a:ext cx="78" cy="5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824" name="Line 48"/>
            <p:cNvSpPr>
              <a:spLocks noChangeShapeType="1"/>
            </p:cNvSpPr>
            <p:nvPr/>
          </p:nvSpPr>
          <p:spPr bwMode="auto">
            <a:xfrm>
              <a:off x="839" y="3030"/>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825" name="Line 49"/>
            <p:cNvSpPr>
              <a:spLocks noChangeShapeType="1"/>
            </p:cNvSpPr>
            <p:nvPr/>
          </p:nvSpPr>
          <p:spPr bwMode="auto">
            <a:xfrm>
              <a:off x="839" y="3075"/>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grpSp>
        <p:nvGrpSpPr>
          <p:cNvPr id="117803" name="Group 50"/>
          <p:cNvGrpSpPr>
            <a:grpSpLocks/>
          </p:cNvGrpSpPr>
          <p:nvPr/>
        </p:nvGrpSpPr>
        <p:grpSpPr bwMode="auto">
          <a:xfrm>
            <a:off x="10210800" y="4116388"/>
            <a:ext cx="131763" cy="66675"/>
            <a:chOff x="5432" y="3030"/>
            <a:chExt cx="78" cy="51"/>
          </a:xfrm>
        </p:grpSpPr>
        <p:sp>
          <p:nvSpPr>
            <p:cNvPr id="117820" name="Rectangle 51"/>
            <p:cNvSpPr>
              <a:spLocks noChangeArrowheads="1"/>
            </p:cNvSpPr>
            <p:nvPr/>
          </p:nvSpPr>
          <p:spPr bwMode="auto">
            <a:xfrm>
              <a:off x="5432" y="3030"/>
              <a:ext cx="78" cy="5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821" name="Line 52"/>
            <p:cNvSpPr>
              <a:spLocks noChangeShapeType="1"/>
            </p:cNvSpPr>
            <p:nvPr/>
          </p:nvSpPr>
          <p:spPr bwMode="auto">
            <a:xfrm>
              <a:off x="5438" y="3036"/>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822" name="Line 53"/>
            <p:cNvSpPr>
              <a:spLocks noChangeShapeType="1"/>
            </p:cNvSpPr>
            <p:nvPr/>
          </p:nvSpPr>
          <p:spPr bwMode="auto">
            <a:xfrm>
              <a:off x="5438" y="3081"/>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sp>
        <p:nvSpPr>
          <p:cNvPr id="117804" name="Rectangle 75"/>
          <p:cNvSpPr>
            <a:spLocks noChangeArrowheads="1"/>
          </p:cNvSpPr>
          <p:nvPr/>
        </p:nvSpPr>
        <p:spPr bwMode="auto">
          <a:xfrm>
            <a:off x="5084763" y="4508500"/>
            <a:ext cx="29083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zh-CN" altLang="en-US" sz="2000" b="1">
                <a:solidFill>
                  <a:srgbClr val="333399"/>
                </a:solidFill>
                <a:ea typeface="黑体" pitchFamily="2" charset="-122"/>
              </a:rPr>
              <a:t>数       据       部       分</a:t>
            </a:r>
          </a:p>
        </p:txBody>
      </p:sp>
      <p:grpSp>
        <p:nvGrpSpPr>
          <p:cNvPr id="4" name="Group 94"/>
          <p:cNvGrpSpPr>
            <a:grpSpLocks/>
          </p:cNvGrpSpPr>
          <p:nvPr/>
        </p:nvGrpSpPr>
        <p:grpSpPr bwMode="auto">
          <a:xfrm>
            <a:off x="1449388" y="1700213"/>
            <a:ext cx="439737" cy="2663825"/>
            <a:chOff x="111" y="845"/>
            <a:chExt cx="277" cy="1678"/>
          </a:xfrm>
        </p:grpSpPr>
        <p:sp>
          <p:nvSpPr>
            <p:cNvPr id="117818" name="Line 89"/>
            <p:cNvSpPr>
              <a:spLocks noChangeShapeType="1"/>
            </p:cNvSpPr>
            <p:nvPr/>
          </p:nvSpPr>
          <p:spPr bwMode="auto">
            <a:xfrm>
              <a:off x="249" y="845"/>
              <a:ext cx="0" cy="1678"/>
            </a:xfrm>
            <a:prstGeom prst="line">
              <a:avLst/>
            </a:prstGeom>
            <a:noFill/>
            <a:ln w="28575">
              <a:solidFill>
                <a:schemeClr val="tx2"/>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117819" name="Rectangle 78"/>
            <p:cNvSpPr>
              <a:spLocks noChangeArrowheads="1"/>
            </p:cNvSpPr>
            <p:nvPr/>
          </p:nvSpPr>
          <p:spPr bwMode="auto">
            <a:xfrm>
              <a:off x="111" y="1389"/>
              <a:ext cx="277" cy="444"/>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首</a:t>
              </a:r>
            </a:p>
            <a:p>
              <a:pPr defTabSz="762000"/>
              <a:r>
                <a:rPr kumimoji="1" lang="zh-CN" altLang="en-US" sz="2000" b="1" dirty="0">
                  <a:solidFill>
                    <a:srgbClr val="333399"/>
                  </a:solidFill>
                  <a:ea typeface="黑体" pitchFamily="2" charset="-122"/>
                </a:rPr>
                <a:t>部</a:t>
              </a:r>
            </a:p>
          </p:txBody>
        </p:sp>
      </p:grpSp>
      <p:sp>
        <p:nvSpPr>
          <p:cNvPr id="117811" name="AutoShape 97"/>
          <p:cNvSpPr>
            <a:spLocks/>
          </p:cNvSpPr>
          <p:nvPr/>
        </p:nvSpPr>
        <p:spPr bwMode="auto">
          <a:xfrm>
            <a:off x="2222500" y="1771650"/>
            <a:ext cx="166688" cy="2160588"/>
          </a:xfrm>
          <a:prstGeom prst="leftBrace">
            <a:avLst>
              <a:gd name="adj1" fmla="val 108016"/>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66" name="Rectangle 2">
            <a:extLst>
              <a:ext uri="{FF2B5EF4-FFF2-40B4-BE49-F238E27FC236}"/>
            </a:extLst>
          </p:cNvPr>
          <p:cNvSpPr txBox="1">
            <a:spLocks noChangeArrowheads="1"/>
          </p:cNvSpPr>
          <p:nvPr/>
        </p:nvSpPr>
        <p:spPr>
          <a:xfrm>
            <a:off x="609600" y="274638"/>
            <a:ext cx="10972800" cy="817562"/>
          </a:xfrm>
          <a:prstGeom prst="rect">
            <a:avLst/>
          </a:prstGeom>
        </p:spPr>
        <p:txBody>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pPr eaLnBrk="1" hangingPunct="1">
              <a:defRPr/>
            </a:pPr>
            <a:r>
              <a:rPr lang="en-US" altLang="zh-CN" kern="0" dirty="0"/>
              <a:t>IP </a:t>
            </a:r>
            <a:r>
              <a:rPr lang="zh-CN" altLang="en-US" kern="0" dirty="0"/>
              <a:t>数据报首部的固定部分中的各字段 </a:t>
            </a:r>
          </a:p>
        </p:txBody>
      </p:sp>
      <p:sp>
        <p:nvSpPr>
          <p:cNvPr id="65" name="Rectangle 89"/>
          <p:cNvSpPr>
            <a:spLocks noChangeArrowheads="1"/>
          </p:cNvSpPr>
          <p:nvPr/>
        </p:nvSpPr>
        <p:spPr bwMode="auto">
          <a:xfrm>
            <a:off x="3357019" y="1701194"/>
            <a:ext cx="1010193" cy="503237"/>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67" name="Text Box 85"/>
          <p:cNvSpPr txBox="1">
            <a:spLocks noChangeArrowheads="1"/>
          </p:cNvSpPr>
          <p:nvPr/>
        </p:nvSpPr>
        <p:spPr bwMode="auto">
          <a:xfrm>
            <a:off x="2423592" y="5229200"/>
            <a:ext cx="8005718"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zh-CN" altLang="en-US" sz="2800" b="1" dirty="0">
                <a:latin typeface="Arial" charset="0"/>
                <a:ea typeface="黑体" pitchFamily="2" charset="-122"/>
              </a:rPr>
              <a:t>首部长度</a:t>
            </a:r>
            <a:r>
              <a:rPr lang="en-US" altLang="zh-CN" sz="2800" b="1" dirty="0">
                <a:latin typeface="Arial" charset="0"/>
                <a:ea typeface="黑体" pitchFamily="2" charset="-122"/>
              </a:rPr>
              <a:t>——</a:t>
            </a:r>
            <a:r>
              <a:rPr lang="zh-CN" altLang="en-US" sz="2800" b="1" dirty="0">
                <a:latin typeface="Arial" charset="0"/>
                <a:ea typeface="黑体" pitchFamily="2" charset="-122"/>
              </a:rPr>
              <a:t>占 </a:t>
            </a:r>
            <a:r>
              <a:rPr lang="en-US" altLang="zh-CN" sz="2800" b="1" dirty="0">
                <a:latin typeface="Arial" charset="0"/>
                <a:ea typeface="黑体" pitchFamily="2" charset="-122"/>
              </a:rPr>
              <a:t>4 </a:t>
            </a:r>
            <a:r>
              <a:rPr lang="zh-CN" altLang="en-US" sz="2800" b="1" dirty="0">
                <a:latin typeface="Arial" charset="0"/>
                <a:ea typeface="黑体" pitchFamily="2" charset="-122"/>
              </a:rPr>
              <a:t>位，可表示的最大</a:t>
            </a:r>
            <a:r>
              <a:rPr lang="zh-CN" altLang="en-US" sz="2800" b="1" dirty="0" smtClean="0">
                <a:latin typeface="Arial" charset="0"/>
                <a:ea typeface="黑体" pitchFamily="2" charset="-122"/>
              </a:rPr>
              <a:t>数值是 </a:t>
            </a:r>
            <a:r>
              <a:rPr lang="en-US" altLang="zh-CN" sz="2800" b="1" dirty="0">
                <a:latin typeface="Arial" charset="0"/>
                <a:ea typeface="黑体" pitchFamily="2" charset="-122"/>
              </a:rPr>
              <a:t>15 </a:t>
            </a:r>
            <a:r>
              <a:rPr lang="zh-CN" altLang="en-US" sz="2800" b="1" dirty="0" smtClean="0">
                <a:latin typeface="Arial" charset="0"/>
                <a:ea typeface="黑体" pitchFamily="2" charset="-122"/>
              </a:rPr>
              <a:t>个</a:t>
            </a:r>
            <a:endParaRPr lang="en-US" altLang="zh-CN" sz="2800" b="1" dirty="0" smtClean="0">
              <a:latin typeface="Arial" charset="0"/>
              <a:ea typeface="黑体" pitchFamily="2" charset="-122"/>
            </a:endParaRPr>
          </a:p>
          <a:p>
            <a:pPr eaLnBrk="1" hangingPunct="1"/>
            <a:r>
              <a:rPr lang="zh-CN" altLang="en-US" sz="2800" b="1" dirty="0" smtClean="0">
                <a:latin typeface="Arial" charset="0"/>
                <a:ea typeface="黑体" pitchFamily="2" charset="-122"/>
              </a:rPr>
              <a:t>单位</a:t>
            </a:r>
            <a:r>
              <a:rPr lang="en-US" altLang="zh-CN" sz="2800" b="1" dirty="0">
                <a:latin typeface="Arial" charset="0"/>
                <a:ea typeface="黑体" pitchFamily="2" charset="-122"/>
              </a:rPr>
              <a:t>(</a:t>
            </a:r>
            <a:r>
              <a:rPr lang="zh-CN" altLang="en-US" sz="2800" b="1" dirty="0">
                <a:latin typeface="Arial" charset="0"/>
                <a:ea typeface="黑体" pitchFamily="2" charset="-122"/>
              </a:rPr>
              <a:t>一个单位为 </a:t>
            </a:r>
            <a:r>
              <a:rPr lang="en-US" altLang="zh-CN" sz="2800" b="1" dirty="0">
                <a:latin typeface="Arial" charset="0"/>
                <a:ea typeface="黑体" pitchFamily="2" charset="-122"/>
              </a:rPr>
              <a:t>4 </a:t>
            </a:r>
            <a:r>
              <a:rPr lang="zh-CN" altLang="en-US" sz="2800" b="1" dirty="0">
                <a:latin typeface="Arial" charset="0"/>
                <a:ea typeface="黑体" pitchFamily="2" charset="-122"/>
              </a:rPr>
              <a:t>字节</a:t>
            </a:r>
            <a:r>
              <a:rPr lang="en-US" altLang="zh-CN" sz="2800" b="1" dirty="0" smtClean="0">
                <a:latin typeface="Arial" charset="0"/>
                <a:ea typeface="黑体" pitchFamily="2" charset="-122"/>
              </a:rPr>
              <a:t>)</a:t>
            </a:r>
            <a:r>
              <a:rPr lang="zh-CN" altLang="en-US" sz="2800" b="1" dirty="0" smtClean="0">
                <a:latin typeface="Arial" charset="0"/>
                <a:ea typeface="黑体" pitchFamily="2" charset="-122"/>
              </a:rPr>
              <a:t>，因此 </a:t>
            </a:r>
            <a:r>
              <a:rPr lang="en-US" altLang="zh-CN" sz="2800" b="1" dirty="0">
                <a:latin typeface="Arial" charset="0"/>
                <a:ea typeface="黑体" pitchFamily="2" charset="-122"/>
              </a:rPr>
              <a:t>IP </a:t>
            </a:r>
            <a:r>
              <a:rPr lang="zh-CN" altLang="en-US" sz="2800" b="1" dirty="0">
                <a:latin typeface="Arial" charset="0"/>
                <a:ea typeface="黑体" pitchFamily="2" charset="-122"/>
              </a:rPr>
              <a:t>数据报的</a:t>
            </a:r>
            <a:r>
              <a:rPr lang="zh-CN" altLang="en-US" sz="2800" b="1" dirty="0" smtClean="0">
                <a:latin typeface="Arial" charset="0"/>
                <a:ea typeface="黑体" pitchFamily="2" charset="-122"/>
              </a:rPr>
              <a:t>首部</a:t>
            </a:r>
            <a:endParaRPr lang="en-US" altLang="zh-CN" sz="2800" b="1" dirty="0" smtClean="0">
              <a:latin typeface="Arial" charset="0"/>
              <a:ea typeface="黑体" pitchFamily="2" charset="-122"/>
            </a:endParaRPr>
          </a:p>
          <a:p>
            <a:pPr eaLnBrk="1" hangingPunct="1"/>
            <a:r>
              <a:rPr lang="zh-CN" altLang="en-US" sz="2800" b="1" dirty="0" smtClean="0">
                <a:latin typeface="Arial" charset="0"/>
                <a:ea typeface="黑体" pitchFamily="2" charset="-122"/>
              </a:rPr>
              <a:t>长度</a:t>
            </a:r>
            <a:r>
              <a:rPr lang="zh-CN" altLang="en-US" sz="2800" b="1" dirty="0">
                <a:latin typeface="Arial" charset="0"/>
                <a:ea typeface="黑体" pitchFamily="2" charset="-122"/>
              </a:rPr>
              <a:t>的</a:t>
            </a:r>
            <a:r>
              <a:rPr lang="zh-CN" altLang="en-US" sz="2800" b="1" dirty="0" smtClean="0">
                <a:solidFill>
                  <a:srgbClr val="FF0000"/>
                </a:solidFill>
                <a:latin typeface="Arial" charset="0"/>
                <a:ea typeface="黑体" pitchFamily="2" charset="-122"/>
              </a:rPr>
              <a:t>最大</a:t>
            </a:r>
            <a:r>
              <a:rPr lang="zh-CN" altLang="en-US" sz="2800" b="1" dirty="0">
                <a:solidFill>
                  <a:srgbClr val="FF0000"/>
                </a:solidFill>
                <a:latin typeface="Arial" charset="0"/>
                <a:ea typeface="黑体" pitchFamily="2" charset="-122"/>
              </a:rPr>
              <a:t>值是 </a:t>
            </a:r>
            <a:r>
              <a:rPr lang="en-US" altLang="zh-CN" sz="2800" b="1" dirty="0">
                <a:solidFill>
                  <a:srgbClr val="FF0000"/>
                </a:solidFill>
                <a:latin typeface="Arial" charset="0"/>
                <a:ea typeface="黑体" pitchFamily="2" charset="-122"/>
              </a:rPr>
              <a:t>60 </a:t>
            </a:r>
            <a:r>
              <a:rPr lang="zh-CN" altLang="en-US" sz="2800" b="1" dirty="0">
                <a:solidFill>
                  <a:srgbClr val="FF0000"/>
                </a:solidFill>
                <a:latin typeface="Arial" charset="0"/>
                <a:ea typeface="黑体" pitchFamily="2" charset="-122"/>
              </a:rPr>
              <a:t>字节</a:t>
            </a:r>
            <a:r>
              <a:rPr lang="zh-CN" altLang="en-US" sz="2800" b="1" dirty="0">
                <a:latin typeface="Arial" charset="0"/>
                <a:ea typeface="黑体" pitchFamily="2" charset="-122"/>
              </a:rPr>
              <a:t>。</a:t>
            </a:r>
          </a:p>
        </p:txBody>
      </p:sp>
    </p:spTree>
    <p:extLst>
      <p:ext uri="{BB962C8B-B14F-4D97-AF65-F5344CB8AC3E}">
        <p14:creationId xmlns:p14="http://schemas.microsoft.com/office/powerpoint/2010/main" val="243774861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5"/>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2000" fill="hold" grpId="1" nodeType="afterEffect">
                                  <p:stCondLst>
                                    <p:cond delay="500"/>
                                  </p:stCondLst>
                                  <p:childTnLst>
                                    <p:anim calcmode="discrete" valueType="str">
                                      <p:cBhvr>
                                        <p:cTn id="9" dur="1000" fill="hold"/>
                                        <p:tgtEl>
                                          <p:spTgt spid="6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65" grpId="1"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45"/>
          <p:cNvSpPr>
            <a:spLocks noChangeArrowheads="1"/>
          </p:cNvSpPr>
          <p:nvPr/>
        </p:nvSpPr>
        <p:spPr bwMode="auto">
          <a:xfrm>
            <a:off x="1884363" y="2132013"/>
            <a:ext cx="439737"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lnSpc>
                <a:spcPct val="90000"/>
              </a:lnSpc>
            </a:pPr>
            <a:r>
              <a:rPr kumimoji="1" lang="zh-CN" altLang="en-US" sz="2000" b="1">
                <a:solidFill>
                  <a:srgbClr val="333399"/>
                </a:solidFill>
                <a:ea typeface="黑体" pitchFamily="2" charset="-122"/>
              </a:rPr>
              <a:t>固</a:t>
            </a:r>
          </a:p>
          <a:p>
            <a:pPr defTabSz="762000">
              <a:lnSpc>
                <a:spcPct val="90000"/>
              </a:lnSpc>
            </a:pPr>
            <a:r>
              <a:rPr kumimoji="1" lang="zh-CN" altLang="en-US" sz="2000" b="1">
                <a:solidFill>
                  <a:srgbClr val="333399"/>
                </a:solidFill>
                <a:ea typeface="黑体" pitchFamily="2" charset="-122"/>
              </a:rPr>
              <a:t>定</a:t>
            </a:r>
          </a:p>
          <a:p>
            <a:pPr defTabSz="762000">
              <a:lnSpc>
                <a:spcPct val="90000"/>
              </a:lnSpc>
            </a:pPr>
            <a:r>
              <a:rPr kumimoji="1" lang="zh-CN" altLang="en-US" sz="2000" b="1">
                <a:solidFill>
                  <a:srgbClr val="333399"/>
                </a:solidFill>
                <a:ea typeface="黑体" pitchFamily="2" charset="-122"/>
              </a:rPr>
              <a:t>部</a:t>
            </a:r>
          </a:p>
          <a:p>
            <a:pPr defTabSz="762000">
              <a:lnSpc>
                <a:spcPct val="90000"/>
              </a:lnSpc>
            </a:pPr>
            <a:r>
              <a:rPr kumimoji="1" lang="zh-CN" altLang="en-US" sz="2000" b="1">
                <a:solidFill>
                  <a:srgbClr val="333399"/>
                </a:solidFill>
                <a:ea typeface="黑体" pitchFamily="2" charset="-122"/>
              </a:rPr>
              <a:t>分</a:t>
            </a:r>
          </a:p>
        </p:txBody>
      </p:sp>
      <p:sp>
        <p:nvSpPr>
          <p:cNvPr id="117763" name="Rectangle 54"/>
          <p:cNvSpPr>
            <a:spLocks noChangeArrowheads="1"/>
          </p:cNvSpPr>
          <p:nvPr/>
        </p:nvSpPr>
        <p:spPr bwMode="auto">
          <a:xfrm>
            <a:off x="1741488" y="3787775"/>
            <a:ext cx="6953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可变</a:t>
            </a:r>
          </a:p>
          <a:p>
            <a:pPr defTabSz="762000"/>
            <a:r>
              <a:rPr kumimoji="1" lang="zh-CN" altLang="en-US" sz="2000" b="1" dirty="0">
                <a:solidFill>
                  <a:srgbClr val="333399"/>
                </a:solidFill>
                <a:ea typeface="黑体" pitchFamily="2" charset="-122"/>
              </a:rPr>
              <a:t>部分</a:t>
            </a:r>
          </a:p>
        </p:txBody>
      </p:sp>
      <p:sp>
        <p:nvSpPr>
          <p:cNvPr id="117765" name="Rectangle 8"/>
          <p:cNvSpPr>
            <a:spLocks noChangeArrowheads="1"/>
          </p:cNvSpPr>
          <p:nvPr/>
        </p:nvSpPr>
        <p:spPr bwMode="auto">
          <a:xfrm>
            <a:off x="4367213" y="1730375"/>
            <a:ext cx="1966912" cy="434975"/>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767" name="Rectangle 10"/>
          <p:cNvSpPr>
            <a:spLocks noChangeArrowheads="1"/>
          </p:cNvSpPr>
          <p:nvPr/>
        </p:nvSpPr>
        <p:spPr bwMode="auto">
          <a:xfrm>
            <a:off x="2409825" y="1720850"/>
            <a:ext cx="7864475" cy="2643188"/>
          </a:xfrm>
          <a:prstGeom prst="rect">
            <a:avLst/>
          </a:prstGeom>
          <a:solidFill>
            <a:srgbClr val="CCECFF"/>
          </a:solidFill>
          <a:ln w="254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17768" name="Rectangle 11"/>
          <p:cNvSpPr>
            <a:spLocks noChangeArrowheads="1"/>
          </p:cNvSpPr>
          <p:nvPr/>
        </p:nvSpPr>
        <p:spPr bwMode="auto">
          <a:xfrm>
            <a:off x="2424113" y="4375150"/>
            <a:ext cx="7832725" cy="681038"/>
          </a:xfrm>
          <a:prstGeom prst="rect">
            <a:avLst/>
          </a:prstGeom>
          <a:solidFill>
            <a:srgbClr val="FFFF99"/>
          </a:solidFill>
          <a:ln w="12700">
            <a:solidFill>
              <a:srgbClr val="333399"/>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17769" name="Line 12"/>
          <p:cNvSpPr>
            <a:spLocks noChangeShapeType="1"/>
          </p:cNvSpPr>
          <p:nvPr/>
        </p:nvSpPr>
        <p:spPr bwMode="auto">
          <a:xfrm>
            <a:off x="2405063" y="2171700"/>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0" name="Line 13"/>
          <p:cNvSpPr>
            <a:spLocks noChangeShapeType="1"/>
          </p:cNvSpPr>
          <p:nvPr/>
        </p:nvSpPr>
        <p:spPr bwMode="auto">
          <a:xfrm>
            <a:off x="2405063" y="261461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1" name="Line 14"/>
          <p:cNvSpPr>
            <a:spLocks noChangeShapeType="1"/>
          </p:cNvSpPr>
          <p:nvPr/>
        </p:nvSpPr>
        <p:spPr bwMode="auto">
          <a:xfrm>
            <a:off x="2405063" y="305911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2" name="Line 15"/>
          <p:cNvSpPr>
            <a:spLocks noChangeShapeType="1"/>
          </p:cNvSpPr>
          <p:nvPr/>
        </p:nvSpPr>
        <p:spPr bwMode="auto">
          <a:xfrm>
            <a:off x="2405063" y="349726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3" name="Line 16"/>
          <p:cNvSpPr>
            <a:spLocks noChangeShapeType="1"/>
          </p:cNvSpPr>
          <p:nvPr/>
        </p:nvSpPr>
        <p:spPr bwMode="auto">
          <a:xfrm>
            <a:off x="2405063" y="394176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4" name="Line 17"/>
          <p:cNvSpPr>
            <a:spLocks noChangeShapeType="1"/>
          </p:cNvSpPr>
          <p:nvPr/>
        </p:nvSpPr>
        <p:spPr bwMode="auto">
          <a:xfrm>
            <a:off x="3373438" y="1728788"/>
            <a:ext cx="0" cy="4429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5" name="Line 18"/>
          <p:cNvSpPr>
            <a:spLocks noChangeShapeType="1"/>
          </p:cNvSpPr>
          <p:nvPr/>
        </p:nvSpPr>
        <p:spPr bwMode="auto">
          <a:xfrm>
            <a:off x="4357688" y="1728788"/>
            <a:ext cx="0" cy="4429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6" name="Line 19"/>
          <p:cNvSpPr>
            <a:spLocks noChangeShapeType="1"/>
          </p:cNvSpPr>
          <p:nvPr/>
        </p:nvSpPr>
        <p:spPr bwMode="auto">
          <a:xfrm>
            <a:off x="4357688" y="2624138"/>
            <a:ext cx="0" cy="431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7" name="Line 20"/>
          <p:cNvSpPr>
            <a:spLocks noChangeShapeType="1"/>
          </p:cNvSpPr>
          <p:nvPr/>
        </p:nvSpPr>
        <p:spPr bwMode="auto">
          <a:xfrm>
            <a:off x="6330950" y="1728788"/>
            <a:ext cx="0" cy="1327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8" name="Line 21"/>
          <p:cNvSpPr>
            <a:spLocks noChangeShapeType="1"/>
          </p:cNvSpPr>
          <p:nvPr/>
        </p:nvSpPr>
        <p:spPr bwMode="auto">
          <a:xfrm flipV="1">
            <a:off x="8302625" y="3937000"/>
            <a:ext cx="0" cy="4413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9" name="Line 22"/>
          <p:cNvSpPr>
            <a:spLocks noChangeShapeType="1"/>
          </p:cNvSpPr>
          <p:nvPr/>
        </p:nvSpPr>
        <p:spPr bwMode="auto">
          <a:xfrm>
            <a:off x="7132638" y="2181225"/>
            <a:ext cx="0" cy="4333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80" name="Rectangle 23"/>
          <p:cNvSpPr>
            <a:spLocks noChangeArrowheads="1"/>
          </p:cNvSpPr>
          <p:nvPr/>
        </p:nvSpPr>
        <p:spPr bwMode="auto">
          <a:xfrm>
            <a:off x="2352675" y="1341438"/>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0</a:t>
            </a:r>
          </a:p>
        </p:txBody>
      </p:sp>
      <p:sp>
        <p:nvSpPr>
          <p:cNvPr id="117781" name="Rectangle 24"/>
          <p:cNvSpPr>
            <a:spLocks noChangeArrowheads="1"/>
          </p:cNvSpPr>
          <p:nvPr/>
        </p:nvSpPr>
        <p:spPr bwMode="auto">
          <a:xfrm>
            <a:off x="3287713" y="1341438"/>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4</a:t>
            </a:r>
          </a:p>
        </p:txBody>
      </p:sp>
      <p:sp>
        <p:nvSpPr>
          <p:cNvPr id="117782" name="Rectangle 25"/>
          <p:cNvSpPr>
            <a:spLocks noChangeArrowheads="1"/>
          </p:cNvSpPr>
          <p:nvPr/>
        </p:nvSpPr>
        <p:spPr bwMode="auto">
          <a:xfrm>
            <a:off x="4283075" y="1341438"/>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8</a:t>
            </a:r>
          </a:p>
        </p:txBody>
      </p:sp>
      <p:sp>
        <p:nvSpPr>
          <p:cNvPr id="117783" name="Rectangle 26"/>
          <p:cNvSpPr>
            <a:spLocks noChangeArrowheads="1"/>
          </p:cNvSpPr>
          <p:nvPr/>
        </p:nvSpPr>
        <p:spPr bwMode="auto">
          <a:xfrm>
            <a:off x="6234113"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16</a:t>
            </a:r>
          </a:p>
        </p:txBody>
      </p:sp>
      <p:sp>
        <p:nvSpPr>
          <p:cNvPr id="117784" name="Rectangle 27"/>
          <p:cNvSpPr>
            <a:spLocks noChangeArrowheads="1"/>
          </p:cNvSpPr>
          <p:nvPr/>
        </p:nvSpPr>
        <p:spPr bwMode="auto">
          <a:xfrm>
            <a:off x="7031038"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19</a:t>
            </a:r>
          </a:p>
        </p:txBody>
      </p:sp>
      <p:sp>
        <p:nvSpPr>
          <p:cNvPr id="117785" name="Rectangle 28"/>
          <p:cNvSpPr>
            <a:spLocks noChangeArrowheads="1"/>
          </p:cNvSpPr>
          <p:nvPr/>
        </p:nvSpPr>
        <p:spPr bwMode="auto">
          <a:xfrm>
            <a:off x="8205788"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24</a:t>
            </a:r>
          </a:p>
        </p:txBody>
      </p:sp>
      <p:sp>
        <p:nvSpPr>
          <p:cNvPr id="117786" name="Rectangle 29"/>
          <p:cNvSpPr>
            <a:spLocks noChangeArrowheads="1"/>
          </p:cNvSpPr>
          <p:nvPr/>
        </p:nvSpPr>
        <p:spPr bwMode="auto">
          <a:xfrm>
            <a:off x="9918700" y="1341438"/>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31</a:t>
            </a:r>
          </a:p>
        </p:txBody>
      </p:sp>
      <p:sp>
        <p:nvSpPr>
          <p:cNvPr id="117787" name="Rectangle 30"/>
          <p:cNvSpPr>
            <a:spLocks noChangeArrowheads="1"/>
          </p:cNvSpPr>
          <p:nvPr/>
        </p:nvSpPr>
        <p:spPr bwMode="auto">
          <a:xfrm>
            <a:off x="2501900" y="1755775"/>
            <a:ext cx="7667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版 本</a:t>
            </a:r>
          </a:p>
        </p:txBody>
      </p:sp>
      <p:sp>
        <p:nvSpPr>
          <p:cNvPr id="117788" name="Rectangle 31"/>
          <p:cNvSpPr>
            <a:spLocks noChangeArrowheads="1"/>
          </p:cNvSpPr>
          <p:nvPr/>
        </p:nvSpPr>
        <p:spPr bwMode="auto">
          <a:xfrm>
            <a:off x="6389688" y="2232025"/>
            <a:ext cx="695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标志</a:t>
            </a:r>
          </a:p>
        </p:txBody>
      </p:sp>
      <p:sp>
        <p:nvSpPr>
          <p:cNvPr id="117789" name="Rectangle 32"/>
          <p:cNvSpPr>
            <a:spLocks noChangeArrowheads="1"/>
          </p:cNvSpPr>
          <p:nvPr/>
        </p:nvSpPr>
        <p:spPr bwMode="auto">
          <a:xfrm>
            <a:off x="2698750" y="2636838"/>
            <a:ext cx="1420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生 存 时 间</a:t>
            </a:r>
          </a:p>
        </p:txBody>
      </p:sp>
      <p:sp>
        <p:nvSpPr>
          <p:cNvPr id="117790" name="Rectangle 33"/>
          <p:cNvSpPr>
            <a:spLocks noChangeArrowheads="1"/>
          </p:cNvSpPr>
          <p:nvPr/>
        </p:nvSpPr>
        <p:spPr bwMode="auto">
          <a:xfrm>
            <a:off x="4829175" y="2636838"/>
            <a:ext cx="98103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协    议</a:t>
            </a:r>
          </a:p>
        </p:txBody>
      </p:sp>
      <p:sp>
        <p:nvSpPr>
          <p:cNvPr id="117791" name="Rectangle 34"/>
          <p:cNvSpPr>
            <a:spLocks noChangeArrowheads="1"/>
          </p:cNvSpPr>
          <p:nvPr/>
        </p:nvSpPr>
        <p:spPr bwMode="auto">
          <a:xfrm>
            <a:off x="3843338" y="2232025"/>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标    识</a:t>
            </a:r>
          </a:p>
        </p:txBody>
      </p:sp>
      <p:sp>
        <p:nvSpPr>
          <p:cNvPr id="117792" name="Rectangle 35"/>
          <p:cNvSpPr>
            <a:spLocks noChangeArrowheads="1"/>
          </p:cNvSpPr>
          <p:nvPr/>
        </p:nvSpPr>
        <p:spPr bwMode="auto">
          <a:xfrm>
            <a:off x="4654550" y="1755775"/>
            <a:ext cx="1420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区 分 服 务</a:t>
            </a:r>
          </a:p>
        </p:txBody>
      </p:sp>
      <p:sp>
        <p:nvSpPr>
          <p:cNvPr id="117793" name="Rectangle 36"/>
          <p:cNvSpPr>
            <a:spLocks noChangeArrowheads="1"/>
          </p:cNvSpPr>
          <p:nvPr/>
        </p:nvSpPr>
        <p:spPr bwMode="auto">
          <a:xfrm>
            <a:off x="7780338" y="175577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总   长   度</a:t>
            </a:r>
          </a:p>
        </p:txBody>
      </p:sp>
      <p:sp>
        <p:nvSpPr>
          <p:cNvPr id="117794" name="Rectangle 37"/>
          <p:cNvSpPr>
            <a:spLocks noChangeArrowheads="1"/>
          </p:cNvSpPr>
          <p:nvPr/>
        </p:nvSpPr>
        <p:spPr bwMode="auto">
          <a:xfrm>
            <a:off x="8051800" y="223202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片   偏   移</a:t>
            </a:r>
          </a:p>
        </p:txBody>
      </p:sp>
      <p:sp>
        <p:nvSpPr>
          <p:cNvPr id="117795" name="Rectangle 38"/>
          <p:cNvSpPr>
            <a:spLocks noChangeArrowheads="1"/>
          </p:cNvSpPr>
          <p:nvPr/>
        </p:nvSpPr>
        <p:spPr bwMode="auto">
          <a:xfrm>
            <a:off x="8775700" y="3965575"/>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填    充</a:t>
            </a:r>
          </a:p>
        </p:txBody>
      </p:sp>
      <p:sp>
        <p:nvSpPr>
          <p:cNvPr id="117796" name="Rectangle 39"/>
          <p:cNvSpPr>
            <a:spLocks noChangeArrowheads="1"/>
          </p:cNvSpPr>
          <p:nvPr/>
        </p:nvSpPr>
        <p:spPr bwMode="auto">
          <a:xfrm>
            <a:off x="7199313" y="2636838"/>
            <a:ext cx="2311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首   部   检   验   和</a:t>
            </a:r>
          </a:p>
        </p:txBody>
      </p:sp>
      <p:sp>
        <p:nvSpPr>
          <p:cNvPr id="117797" name="Rectangle 40"/>
          <p:cNvSpPr>
            <a:spLocks noChangeArrowheads="1"/>
          </p:cNvSpPr>
          <p:nvPr/>
        </p:nvSpPr>
        <p:spPr bwMode="auto">
          <a:xfrm>
            <a:off x="5689600" y="309562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源   地   址</a:t>
            </a:r>
          </a:p>
        </p:txBody>
      </p:sp>
      <p:sp>
        <p:nvSpPr>
          <p:cNvPr id="117798" name="Rectangle 41"/>
          <p:cNvSpPr>
            <a:spLocks noChangeArrowheads="1"/>
          </p:cNvSpPr>
          <p:nvPr/>
        </p:nvSpPr>
        <p:spPr bwMode="auto">
          <a:xfrm>
            <a:off x="5434013" y="3536950"/>
            <a:ext cx="18430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目   的   地   址</a:t>
            </a:r>
          </a:p>
        </p:txBody>
      </p:sp>
      <p:sp>
        <p:nvSpPr>
          <p:cNvPr id="117799" name="Rectangle 42"/>
          <p:cNvSpPr>
            <a:spLocks noChangeArrowheads="1"/>
          </p:cNvSpPr>
          <p:nvPr/>
        </p:nvSpPr>
        <p:spPr bwMode="auto">
          <a:xfrm>
            <a:off x="3502025" y="3965575"/>
            <a:ext cx="41576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可   选   字   段  （长   度   可   变）</a:t>
            </a:r>
          </a:p>
        </p:txBody>
      </p:sp>
      <p:sp>
        <p:nvSpPr>
          <p:cNvPr id="117800" name="Rectangle 43"/>
          <p:cNvSpPr>
            <a:spLocks noChangeArrowheads="1"/>
          </p:cNvSpPr>
          <p:nvPr/>
        </p:nvSpPr>
        <p:spPr bwMode="auto">
          <a:xfrm>
            <a:off x="1881188" y="1327150"/>
            <a:ext cx="4397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位</a:t>
            </a:r>
          </a:p>
        </p:txBody>
      </p:sp>
      <p:sp>
        <p:nvSpPr>
          <p:cNvPr id="117801" name="Rectangle 44"/>
          <p:cNvSpPr>
            <a:spLocks noChangeArrowheads="1"/>
          </p:cNvSpPr>
          <p:nvPr/>
        </p:nvSpPr>
        <p:spPr bwMode="auto">
          <a:xfrm>
            <a:off x="3265967" y="1736725"/>
            <a:ext cx="12080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首部长度</a:t>
            </a:r>
          </a:p>
        </p:txBody>
      </p:sp>
      <p:grpSp>
        <p:nvGrpSpPr>
          <p:cNvPr id="117802" name="Group 46"/>
          <p:cNvGrpSpPr>
            <a:grpSpLocks/>
          </p:cNvGrpSpPr>
          <p:nvPr/>
        </p:nvGrpSpPr>
        <p:grpSpPr bwMode="auto">
          <a:xfrm>
            <a:off x="2343150" y="4106863"/>
            <a:ext cx="131763" cy="69850"/>
            <a:chOff x="833" y="3024"/>
            <a:chExt cx="78" cy="51"/>
          </a:xfrm>
        </p:grpSpPr>
        <p:sp>
          <p:nvSpPr>
            <p:cNvPr id="117823" name="Rectangle 47"/>
            <p:cNvSpPr>
              <a:spLocks noChangeArrowheads="1"/>
            </p:cNvSpPr>
            <p:nvPr/>
          </p:nvSpPr>
          <p:spPr bwMode="auto">
            <a:xfrm>
              <a:off x="833" y="3024"/>
              <a:ext cx="78" cy="5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824" name="Line 48"/>
            <p:cNvSpPr>
              <a:spLocks noChangeShapeType="1"/>
            </p:cNvSpPr>
            <p:nvPr/>
          </p:nvSpPr>
          <p:spPr bwMode="auto">
            <a:xfrm>
              <a:off x="839" y="3030"/>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825" name="Line 49"/>
            <p:cNvSpPr>
              <a:spLocks noChangeShapeType="1"/>
            </p:cNvSpPr>
            <p:nvPr/>
          </p:nvSpPr>
          <p:spPr bwMode="auto">
            <a:xfrm>
              <a:off x="839" y="3075"/>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grpSp>
        <p:nvGrpSpPr>
          <p:cNvPr id="117803" name="Group 50"/>
          <p:cNvGrpSpPr>
            <a:grpSpLocks/>
          </p:cNvGrpSpPr>
          <p:nvPr/>
        </p:nvGrpSpPr>
        <p:grpSpPr bwMode="auto">
          <a:xfrm>
            <a:off x="10210800" y="4116388"/>
            <a:ext cx="131763" cy="66675"/>
            <a:chOff x="5432" y="3030"/>
            <a:chExt cx="78" cy="51"/>
          </a:xfrm>
        </p:grpSpPr>
        <p:sp>
          <p:nvSpPr>
            <p:cNvPr id="117820" name="Rectangle 51"/>
            <p:cNvSpPr>
              <a:spLocks noChangeArrowheads="1"/>
            </p:cNvSpPr>
            <p:nvPr/>
          </p:nvSpPr>
          <p:spPr bwMode="auto">
            <a:xfrm>
              <a:off x="5432" y="3030"/>
              <a:ext cx="78" cy="5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821" name="Line 52"/>
            <p:cNvSpPr>
              <a:spLocks noChangeShapeType="1"/>
            </p:cNvSpPr>
            <p:nvPr/>
          </p:nvSpPr>
          <p:spPr bwMode="auto">
            <a:xfrm>
              <a:off x="5438" y="3036"/>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822" name="Line 53"/>
            <p:cNvSpPr>
              <a:spLocks noChangeShapeType="1"/>
            </p:cNvSpPr>
            <p:nvPr/>
          </p:nvSpPr>
          <p:spPr bwMode="auto">
            <a:xfrm>
              <a:off x="5438" y="3081"/>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sp>
        <p:nvSpPr>
          <p:cNvPr id="117804" name="Rectangle 75"/>
          <p:cNvSpPr>
            <a:spLocks noChangeArrowheads="1"/>
          </p:cNvSpPr>
          <p:nvPr/>
        </p:nvSpPr>
        <p:spPr bwMode="auto">
          <a:xfrm>
            <a:off x="5084763" y="4508500"/>
            <a:ext cx="29083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zh-CN" altLang="en-US" sz="2000" b="1">
                <a:solidFill>
                  <a:srgbClr val="333399"/>
                </a:solidFill>
                <a:ea typeface="黑体" pitchFamily="2" charset="-122"/>
              </a:rPr>
              <a:t>数       据       部       分</a:t>
            </a:r>
          </a:p>
        </p:txBody>
      </p:sp>
      <p:grpSp>
        <p:nvGrpSpPr>
          <p:cNvPr id="4" name="Group 94"/>
          <p:cNvGrpSpPr>
            <a:grpSpLocks/>
          </p:cNvGrpSpPr>
          <p:nvPr/>
        </p:nvGrpSpPr>
        <p:grpSpPr bwMode="auto">
          <a:xfrm>
            <a:off x="1449388" y="1700213"/>
            <a:ext cx="439737" cy="2663825"/>
            <a:chOff x="111" y="845"/>
            <a:chExt cx="277" cy="1678"/>
          </a:xfrm>
        </p:grpSpPr>
        <p:sp>
          <p:nvSpPr>
            <p:cNvPr id="117818" name="Line 89"/>
            <p:cNvSpPr>
              <a:spLocks noChangeShapeType="1"/>
            </p:cNvSpPr>
            <p:nvPr/>
          </p:nvSpPr>
          <p:spPr bwMode="auto">
            <a:xfrm>
              <a:off x="249" y="845"/>
              <a:ext cx="0" cy="1678"/>
            </a:xfrm>
            <a:prstGeom prst="line">
              <a:avLst/>
            </a:prstGeom>
            <a:noFill/>
            <a:ln w="28575">
              <a:solidFill>
                <a:schemeClr val="tx2"/>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117819" name="Rectangle 78"/>
            <p:cNvSpPr>
              <a:spLocks noChangeArrowheads="1"/>
            </p:cNvSpPr>
            <p:nvPr/>
          </p:nvSpPr>
          <p:spPr bwMode="auto">
            <a:xfrm>
              <a:off x="111" y="1389"/>
              <a:ext cx="277" cy="444"/>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首</a:t>
              </a:r>
            </a:p>
            <a:p>
              <a:pPr defTabSz="762000"/>
              <a:r>
                <a:rPr kumimoji="1" lang="zh-CN" altLang="en-US" sz="2000" b="1" dirty="0">
                  <a:solidFill>
                    <a:srgbClr val="333399"/>
                  </a:solidFill>
                  <a:ea typeface="黑体" pitchFamily="2" charset="-122"/>
                </a:rPr>
                <a:t>部</a:t>
              </a:r>
            </a:p>
          </p:txBody>
        </p:sp>
      </p:grpSp>
      <p:sp>
        <p:nvSpPr>
          <p:cNvPr id="117811" name="AutoShape 97"/>
          <p:cNvSpPr>
            <a:spLocks/>
          </p:cNvSpPr>
          <p:nvPr/>
        </p:nvSpPr>
        <p:spPr bwMode="auto">
          <a:xfrm>
            <a:off x="2222500" y="1771650"/>
            <a:ext cx="166688" cy="2160588"/>
          </a:xfrm>
          <a:prstGeom prst="leftBrace">
            <a:avLst>
              <a:gd name="adj1" fmla="val 108016"/>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66" name="Rectangle 2">
            <a:extLst>
              <a:ext uri="{FF2B5EF4-FFF2-40B4-BE49-F238E27FC236}"/>
            </a:extLst>
          </p:cNvPr>
          <p:cNvSpPr txBox="1">
            <a:spLocks noChangeArrowheads="1"/>
          </p:cNvSpPr>
          <p:nvPr/>
        </p:nvSpPr>
        <p:spPr>
          <a:xfrm>
            <a:off x="609600" y="274638"/>
            <a:ext cx="10972800" cy="817562"/>
          </a:xfrm>
          <a:prstGeom prst="rect">
            <a:avLst/>
          </a:prstGeom>
        </p:spPr>
        <p:txBody>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pPr eaLnBrk="1" hangingPunct="1">
              <a:defRPr/>
            </a:pPr>
            <a:r>
              <a:rPr lang="en-US" altLang="zh-CN" kern="0" dirty="0"/>
              <a:t>IP </a:t>
            </a:r>
            <a:r>
              <a:rPr lang="zh-CN" altLang="en-US" kern="0" dirty="0"/>
              <a:t>数据报首部的固定部分中的各字段 </a:t>
            </a:r>
          </a:p>
        </p:txBody>
      </p:sp>
      <p:sp>
        <p:nvSpPr>
          <p:cNvPr id="65" name="Rectangle 89"/>
          <p:cNvSpPr>
            <a:spLocks noChangeArrowheads="1"/>
          </p:cNvSpPr>
          <p:nvPr/>
        </p:nvSpPr>
        <p:spPr bwMode="auto">
          <a:xfrm>
            <a:off x="4367808" y="1701194"/>
            <a:ext cx="1963142" cy="503237"/>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67" name="Text Box 85"/>
          <p:cNvSpPr txBox="1">
            <a:spLocks noChangeArrowheads="1"/>
          </p:cNvSpPr>
          <p:nvPr/>
        </p:nvSpPr>
        <p:spPr bwMode="auto">
          <a:xfrm>
            <a:off x="2423592" y="5229200"/>
            <a:ext cx="7765267"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zh-CN" altLang="en-US" sz="2800" b="1" dirty="0">
                <a:latin typeface="Arial" charset="0"/>
                <a:ea typeface="黑体" pitchFamily="2" charset="-122"/>
              </a:rPr>
              <a:t>区分服务</a:t>
            </a:r>
            <a:r>
              <a:rPr lang="en-US" altLang="zh-CN" sz="2800" b="1" dirty="0">
                <a:latin typeface="Arial" charset="0"/>
                <a:ea typeface="黑体" pitchFamily="2" charset="-122"/>
              </a:rPr>
              <a:t>——</a:t>
            </a:r>
            <a:r>
              <a:rPr lang="zh-CN" altLang="en-US" sz="2800" b="1" dirty="0">
                <a:latin typeface="Arial" charset="0"/>
                <a:ea typeface="黑体" pitchFamily="2" charset="-122"/>
              </a:rPr>
              <a:t>占 </a:t>
            </a:r>
            <a:r>
              <a:rPr lang="en-US" altLang="zh-CN" sz="2800" b="1" dirty="0">
                <a:latin typeface="Arial" charset="0"/>
                <a:ea typeface="黑体" pitchFamily="2" charset="-122"/>
              </a:rPr>
              <a:t>8 </a:t>
            </a:r>
            <a:r>
              <a:rPr lang="zh-CN" altLang="en-US" sz="2800" b="1" dirty="0">
                <a:latin typeface="Arial" charset="0"/>
                <a:ea typeface="黑体" pitchFamily="2" charset="-122"/>
              </a:rPr>
              <a:t>位，用来获得更好的服务</a:t>
            </a:r>
            <a:r>
              <a:rPr lang="zh-CN" altLang="en-US" sz="2800" b="1" dirty="0" smtClean="0">
                <a:latin typeface="Arial" charset="0"/>
                <a:ea typeface="黑体" pitchFamily="2" charset="-122"/>
              </a:rPr>
              <a:t>。只</a:t>
            </a:r>
            <a:endParaRPr lang="en-US" altLang="zh-CN" sz="2800" b="1" dirty="0" smtClean="0">
              <a:latin typeface="Arial" charset="0"/>
              <a:ea typeface="黑体" pitchFamily="2" charset="-122"/>
            </a:endParaRPr>
          </a:p>
          <a:p>
            <a:pPr eaLnBrk="1" hangingPunct="1"/>
            <a:r>
              <a:rPr lang="zh-CN" altLang="en-US" sz="2800" b="1" dirty="0" smtClean="0">
                <a:latin typeface="Arial" charset="0"/>
                <a:ea typeface="黑体" pitchFamily="2" charset="-122"/>
              </a:rPr>
              <a:t>有</a:t>
            </a:r>
            <a:r>
              <a:rPr lang="zh-CN" altLang="en-US" sz="2800" b="1" dirty="0">
                <a:latin typeface="Arial" charset="0"/>
                <a:ea typeface="黑体" pitchFamily="2" charset="-122"/>
              </a:rPr>
              <a:t>在使用区分</a:t>
            </a:r>
            <a:r>
              <a:rPr lang="zh-CN" altLang="en-US" sz="2800" b="1" dirty="0" smtClean="0">
                <a:latin typeface="Arial" charset="0"/>
                <a:ea typeface="黑体" pitchFamily="2" charset="-122"/>
              </a:rPr>
              <a:t>服务时</a:t>
            </a:r>
            <a:r>
              <a:rPr lang="zh-CN" altLang="en-US" sz="2800" b="1" dirty="0">
                <a:latin typeface="Arial" charset="0"/>
                <a:ea typeface="黑体" pitchFamily="2" charset="-122"/>
              </a:rPr>
              <a:t>，这个字段才起作用。在</a:t>
            </a:r>
            <a:r>
              <a:rPr lang="zh-CN" altLang="en-US" sz="2800" b="1" dirty="0" smtClean="0">
                <a:latin typeface="Arial" charset="0"/>
                <a:ea typeface="黑体" pitchFamily="2" charset="-122"/>
              </a:rPr>
              <a:t>一</a:t>
            </a:r>
            <a:endParaRPr lang="en-US" altLang="zh-CN" sz="2800" b="1" dirty="0" smtClean="0">
              <a:latin typeface="Arial" charset="0"/>
              <a:ea typeface="黑体" pitchFamily="2" charset="-122"/>
            </a:endParaRPr>
          </a:p>
          <a:p>
            <a:pPr eaLnBrk="1" hangingPunct="1"/>
            <a:r>
              <a:rPr lang="zh-CN" altLang="en-US" sz="2800" b="1" dirty="0" smtClean="0">
                <a:latin typeface="Arial" charset="0"/>
                <a:ea typeface="黑体" pitchFamily="2" charset="-122"/>
              </a:rPr>
              <a:t>般</a:t>
            </a:r>
            <a:r>
              <a:rPr lang="zh-CN" altLang="en-US" sz="2800" b="1" dirty="0">
                <a:latin typeface="Arial" charset="0"/>
                <a:ea typeface="黑体" pitchFamily="2" charset="-122"/>
              </a:rPr>
              <a:t>的情况下都不使用这个字段。 </a:t>
            </a:r>
          </a:p>
        </p:txBody>
      </p:sp>
    </p:spTree>
    <p:extLst>
      <p:ext uri="{BB962C8B-B14F-4D97-AF65-F5344CB8AC3E}">
        <p14:creationId xmlns:p14="http://schemas.microsoft.com/office/powerpoint/2010/main" val="64951232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5"/>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2000" fill="hold" grpId="1" nodeType="afterEffect">
                                  <p:stCondLst>
                                    <p:cond delay="500"/>
                                  </p:stCondLst>
                                  <p:childTnLst>
                                    <p:anim calcmode="discrete" valueType="str">
                                      <p:cBhvr>
                                        <p:cTn id="9" dur="1000" fill="hold"/>
                                        <p:tgtEl>
                                          <p:spTgt spid="6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65" grpId="1"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45"/>
          <p:cNvSpPr>
            <a:spLocks noChangeArrowheads="1"/>
          </p:cNvSpPr>
          <p:nvPr/>
        </p:nvSpPr>
        <p:spPr bwMode="auto">
          <a:xfrm>
            <a:off x="1884363" y="2132013"/>
            <a:ext cx="439737"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lnSpc>
                <a:spcPct val="90000"/>
              </a:lnSpc>
            </a:pPr>
            <a:r>
              <a:rPr kumimoji="1" lang="zh-CN" altLang="en-US" sz="2000" b="1">
                <a:solidFill>
                  <a:srgbClr val="333399"/>
                </a:solidFill>
                <a:ea typeface="黑体" pitchFamily="2" charset="-122"/>
              </a:rPr>
              <a:t>固</a:t>
            </a:r>
          </a:p>
          <a:p>
            <a:pPr defTabSz="762000">
              <a:lnSpc>
                <a:spcPct val="90000"/>
              </a:lnSpc>
            </a:pPr>
            <a:r>
              <a:rPr kumimoji="1" lang="zh-CN" altLang="en-US" sz="2000" b="1">
                <a:solidFill>
                  <a:srgbClr val="333399"/>
                </a:solidFill>
                <a:ea typeface="黑体" pitchFamily="2" charset="-122"/>
              </a:rPr>
              <a:t>定</a:t>
            </a:r>
          </a:p>
          <a:p>
            <a:pPr defTabSz="762000">
              <a:lnSpc>
                <a:spcPct val="90000"/>
              </a:lnSpc>
            </a:pPr>
            <a:r>
              <a:rPr kumimoji="1" lang="zh-CN" altLang="en-US" sz="2000" b="1">
                <a:solidFill>
                  <a:srgbClr val="333399"/>
                </a:solidFill>
                <a:ea typeface="黑体" pitchFamily="2" charset="-122"/>
              </a:rPr>
              <a:t>部</a:t>
            </a:r>
          </a:p>
          <a:p>
            <a:pPr defTabSz="762000">
              <a:lnSpc>
                <a:spcPct val="90000"/>
              </a:lnSpc>
            </a:pPr>
            <a:r>
              <a:rPr kumimoji="1" lang="zh-CN" altLang="en-US" sz="2000" b="1">
                <a:solidFill>
                  <a:srgbClr val="333399"/>
                </a:solidFill>
                <a:ea typeface="黑体" pitchFamily="2" charset="-122"/>
              </a:rPr>
              <a:t>分</a:t>
            </a:r>
          </a:p>
        </p:txBody>
      </p:sp>
      <p:sp>
        <p:nvSpPr>
          <p:cNvPr id="117763" name="Rectangle 54"/>
          <p:cNvSpPr>
            <a:spLocks noChangeArrowheads="1"/>
          </p:cNvSpPr>
          <p:nvPr/>
        </p:nvSpPr>
        <p:spPr bwMode="auto">
          <a:xfrm>
            <a:off x="1741488" y="3787775"/>
            <a:ext cx="6953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可变</a:t>
            </a:r>
          </a:p>
          <a:p>
            <a:pPr defTabSz="762000"/>
            <a:r>
              <a:rPr kumimoji="1" lang="zh-CN" altLang="en-US" sz="2000" b="1" dirty="0">
                <a:solidFill>
                  <a:srgbClr val="333399"/>
                </a:solidFill>
                <a:ea typeface="黑体" pitchFamily="2" charset="-122"/>
              </a:rPr>
              <a:t>部分</a:t>
            </a:r>
          </a:p>
        </p:txBody>
      </p:sp>
      <p:sp>
        <p:nvSpPr>
          <p:cNvPr id="117765" name="Rectangle 8"/>
          <p:cNvSpPr>
            <a:spLocks noChangeArrowheads="1"/>
          </p:cNvSpPr>
          <p:nvPr/>
        </p:nvSpPr>
        <p:spPr bwMode="auto">
          <a:xfrm>
            <a:off x="4367213" y="1730375"/>
            <a:ext cx="1966912" cy="434975"/>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767" name="Rectangle 10"/>
          <p:cNvSpPr>
            <a:spLocks noChangeArrowheads="1"/>
          </p:cNvSpPr>
          <p:nvPr/>
        </p:nvSpPr>
        <p:spPr bwMode="auto">
          <a:xfrm>
            <a:off x="2409825" y="1720850"/>
            <a:ext cx="7864475" cy="2643188"/>
          </a:xfrm>
          <a:prstGeom prst="rect">
            <a:avLst/>
          </a:prstGeom>
          <a:solidFill>
            <a:srgbClr val="CCECFF"/>
          </a:solidFill>
          <a:ln w="254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17768" name="Rectangle 11"/>
          <p:cNvSpPr>
            <a:spLocks noChangeArrowheads="1"/>
          </p:cNvSpPr>
          <p:nvPr/>
        </p:nvSpPr>
        <p:spPr bwMode="auto">
          <a:xfrm>
            <a:off x="2424113" y="4375150"/>
            <a:ext cx="7832725" cy="681038"/>
          </a:xfrm>
          <a:prstGeom prst="rect">
            <a:avLst/>
          </a:prstGeom>
          <a:solidFill>
            <a:srgbClr val="FFFF99"/>
          </a:solidFill>
          <a:ln w="12700">
            <a:solidFill>
              <a:srgbClr val="333399"/>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17769" name="Line 12"/>
          <p:cNvSpPr>
            <a:spLocks noChangeShapeType="1"/>
          </p:cNvSpPr>
          <p:nvPr/>
        </p:nvSpPr>
        <p:spPr bwMode="auto">
          <a:xfrm>
            <a:off x="2405063" y="2171700"/>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0" name="Line 13"/>
          <p:cNvSpPr>
            <a:spLocks noChangeShapeType="1"/>
          </p:cNvSpPr>
          <p:nvPr/>
        </p:nvSpPr>
        <p:spPr bwMode="auto">
          <a:xfrm>
            <a:off x="2405063" y="261461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1" name="Line 14"/>
          <p:cNvSpPr>
            <a:spLocks noChangeShapeType="1"/>
          </p:cNvSpPr>
          <p:nvPr/>
        </p:nvSpPr>
        <p:spPr bwMode="auto">
          <a:xfrm>
            <a:off x="2405063" y="305911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2" name="Line 15"/>
          <p:cNvSpPr>
            <a:spLocks noChangeShapeType="1"/>
          </p:cNvSpPr>
          <p:nvPr/>
        </p:nvSpPr>
        <p:spPr bwMode="auto">
          <a:xfrm>
            <a:off x="2405063" y="349726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3" name="Line 16"/>
          <p:cNvSpPr>
            <a:spLocks noChangeShapeType="1"/>
          </p:cNvSpPr>
          <p:nvPr/>
        </p:nvSpPr>
        <p:spPr bwMode="auto">
          <a:xfrm>
            <a:off x="2405063" y="394176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4" name="Line 17"/>
          <p:cNvSpPr>
            <a:spLocks noChangeShapeType="1"/>
          </p:cNvSpPr>
          <p:nvPr/>
        </p:nvSpPr>
        <p:spPr bwMode="auto">
          <a:xfrm>
            <a:off x="3373438" y="1728788"/>
            <a:ext cx="0" cy="4429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5" name="Line 18"/>
          <p:cNvSpPr>
            <a:spLocks noChangeShapeType="1"/>
          </p:cNvSpPr>
          <p:nvPr/>
        </p:nvSpPr>
        <p:spPr bwMode="auto">
          <a:xfrm>
            <a:off x="4357688" y="1728788"/>
            <a:ext cx="0" cy="4429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6" name="Line 19"/>
          <p:cNvSpPr>
            <a:spLocks noChangeShapeType="1"/>
          </p:cNvSpPr>
          <p:nvPr/>
        </p:nvSpPr>
        <p:spPr bwMode="auto">
          <a:xfrm>
            <a:off x="4357688" y="2624138"/>
            <a:ext cx="0" cy="431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7" name="Line 20"/>
          <p:cNvSpPr>
            <a:spLocks noChangeShapeType="1"/>
          </p:cNvSpPr>
          <p:nvPr/>
        </p:nvSpPr>
        <p:spPr bwMode="auto">
          <a:xfrm>
            <a:off x="6330950" y="1728788"/>
            <a:ext cx="0" cy="1327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8" name="Line 21"/>
          <p:cNvSpPr>
            <a:spLocks noChangeShapeType="1"/>
          </p:cNvSpPr>
          <p:nvPr/>
        </p:nvSpPr>
        <p:spPr bwMode="auto">
          <a:xfrm flipV="1">
            <a:off x="8302625" y="3937000"/>
            <a:ext cx="0" cy="4413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9" name="Line 22"/>
          <p:cNvSpPr>
            <a:spLocks noChangeShapeType="1"/>
          </p:cNvSpPr>
          <p:nvPr/>
        </p:nvSpPr>
        <p:spPr bwMode="auto">
          <a:xfrm>
            <a:off x="7132638" y="2181225"/>
            <a:ext cx="0" cy="4333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80" name="Rectangle 23"/>
          <p:cNvSpPr>
            <a:spLocks noChangeArrowheads="1"/>
          </p:cNvSpPr>
          <p:nvPr/>
        </p:nvSpPr>
        <p:spPr bwMode="auto">
          <a:xfrm>
            <a:off x="2352675" y="1341438"/>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0</a:t>
            </a:r>
          </a:p>
        </p:txBody>
      </p:sp>
      <p:sp>
        <p:nvSpPr>
          <p:cNvPr id="117781" name="Rectangle 24"/>
          <p:cNvSpPr>
            <a:spLocks noChangeArrowheads="1"/>
          </p:cNvSpPr>
          <p:nvPr/>
        </p:nvSpPr>
        <p:spPr bwMode="auto">
          <a:xfrm>
            <a:off x="3287713" y="1341438"/>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4</a:t>
            </a:r>
          </a:p>
        </p:txBody>
      </p:sp>
      <p:sp>
        <p:nvSpPr>
          <p:cNvPr id="117782" name="Rectangle 25"/>
          <p:cNvSpPr>
            <a:spLocks noChangeArrowheads="1"/>
          </p:cNvSpPr>
          <p:nvPr/>
        </p:nvSpPr>
        <p:spPr bwMode="auto">
          <a:xfrm>
            <a:off x="4283075" y="1341438"/>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8</a:t>
            </a:r>
          </a:p>
        </p:txBody>
      </p:sp>
      <p:sp>
        <p:nvSpPr>
          <p:cNvPr id="117783" name="Rectangle 26"/>
          <p:cNvSpPr>
            <a:spLocks noChangeArrowheads="1"/>
          </p:cNvSpPr>
          <p:nvPr/>
        </p:nvSpPr>
        <p:spPr bwMode="auto">
          <a:xfrm>
            <a:off x="6234113"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16</a:t>
            </a:r>
          </a:p>
        </p:txBody>
      </p:sp>
      <p:sp>
        <p:nvSpPr>
          <p:cNvPr id="117784" name="Rectangle 27"/>
          <p:cNvSpPr>
            <a:spLocks noChangeArrowheads="1"/>
          </p:cNvSpPr>
          <p:nvPr/>
        </p:nvSpPr>
        <p:spPr bwMode="auto">
          <a:xfrm>
            <a:off x="7031038"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19</a:t>
            </a:r>
          </a:p>
        </p:txBody>
      </p:sp>
      <p:sp>
        <p:nvSpPr>
          <p:cNvPr id="117785" name="Rectangle 28"/>
          <p:cNvSpPr>
            <a:spLocks noChangeArrowheads="1"/>
          </p:cNvSpPr>
          <p:nvPr/>
        </p:nvSpPr>
        <p:spPr bwMode="auto">
          <a:xfrm>
            <a:off x="8205788"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24</a:t>
            </a:r>
          </a:p>
        </p:txBody>
      </p:sp>
      <p:sp>
        <p:nvSpPr>
          <p:cNvPr id="117786" name="Rectangle 29"/>
          <p:cNvSpPr>
            <a:spLocks noChangeArrowheads="1"/>
          </p:cNvSpPr>
          <p:nvPr/>
        </p:nvSpPr>
        <p:spPr bwMode="auto">
          <a:xfrm>
            <a:off x="9918700" y="1341438"/>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31</a:t>
            </a:r>
          </a:p>
        </p:txBody>
      </p:sp>
      <p:sp>
        <p:nvSpPr>
          <p:cNvPr id="117787" name="Rectangle 30"/>
          <p:cNvSpPr>
            <a:spLocks noChangeArrowheads="1"/>
          </p:cNvSpPr>
          <p:nvPr/>
        </p:nvSpPr>
        <p:spPr bwMode="auto">
          <a:xfrm>
            <a:off x="2501900" y="1755775"/>
            <a:ext cx="7667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版 本</a:t>
            </a:r>
          </a:p>
        </p:txBody>
      </p:sp>
      <p:sp>
        <p:nvSpPr>
          <p:cNvPr id="117788" name="Rectangle 31"/>
          <p:cNvSpPr>
            <a:spLocks noChangeArrowheads="1"/>
          </p:cNvSpPr>
          <p:nvPr/>
        </p:nvSpPr>
        <p:spPr bwMode="auto">
          <a:xfrm>
            <a:off x="6389688" y="2232025"/>
            <a:ext cx="695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标志</a:t>
            </a:r>
          </a:p>
        </p:txBody>
      </p:sp>
      <p:sp>
        <p:nvSpPr>
          <p:cNvPr id="117789" name="Rectangle 32"/>
          <p:cNvSpPr>
            <a:spLocks noChangeArrowheads="1"/>
          </p:cNvSpPr>
          <p:nvPr/>
        </p:nvSpPr>
        <p:spPr bwMode="auto">
          <a:xfrm>
            <a:off x="2698750" y="2636838"/>
            <a:ext cx="1420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生 存 时 间</a:t>
            </a:r>
          </a:p>
        </p:txBody>
      </p:sp>
      <p:sp>
        <p:nvSpPr>
          <p:cNvPr id="117790" name="Rectangle 33"/>
          <p:cNvSpPr>
            <a:spLocks noChangeArrowheads="1"/>
          </p:cNvSpPr>
          <p:nvPr/>
        </p:nvSpPr>
        <p:spPr bwMode="auto">
          <a:xfrm>
            <a:off x="4829175" y="2636838"/>
            <a:ext cx="98103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协    议</a:t>
            </a:r>
          </a:p>
        </p:txBody>
      </p:sp>
      <p:sp>
        <p:nvSpPr>
          <p:cNvPr id="117791" name="Rectangle 34"/>
          <p:cNvSpPr>
            <a:spLocks noChangeArrowheads="1"/>
          </p:cNvSpPr>
          <p:nvPr/>
        </p:nvSpPr>
        <p:spPr bwMode="auto">
          <a:xfrm>
            <a:off x="3843338" y="2232025"/>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标    识</a:t>
            </a:r>
          </a:p>
        </p:txBody>
      </p:sp>
      <p:sp>
        <p:nvSpPr>
          <p:cNvPr id="117792" name="Rectangle 35"/>
          <p:cNvSpPr>
            <a:spLocks noChangeArrowheads="1"/>
          </p:cNvSpPr>
          <p:nvPr/>
        </p:nvSpPr>
        <p:spPr bwMode="auto">
          <a:xfrm>
            <a:off x="4654550" y="1755775"/>
            <a:ext cx="1420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区 分 服 务</a:t>
            </a:r>
          </a:p>
        </p:txBody>
      </p:sp>
      <p:sp>
        <p:nvSpPr>
          <p:cNvPr id="117793" name="Rectangle 36"/>
          <p:cNvSpPr>
            <a:spLocks noChangeArrowheads="1"/>
          </p:cNvSpPr>
          <p:nvPr/>
        </p:nvSpPr>
        <p:spPr bwMode="auto">
          <a:xfrm>
            <a:off x="7780338" y="175577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总   长   度</a:t>
            </a:r>
          </a:p>
        </p:txBody>
      </p:sp>
      <p:sp>
        <p:nvSpPr>
          <p:cNvPr id="117794" name="Rectangle 37"/>
          <p:cNvSpPr>
            <a:spLocks noChangeArrowheads="1"/>
          </p:cNvSpPr>
          <p:nvPr/>
        </p:nvSpPr>
        <p:spPr bwMode="auto">
          <a:xfrm>
            <a:off x="8051800" y="223202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片   偏   移</a:t>
            </a:r>
          </a:p>
        </p:txBody>
      </p:sp>
      <p:sp>
        <p:nvSpPr>
          <p:cNvPr id="117795" name="Rectangle 38"/>
          <p:cNvSpPr>
            <a:spLocks noChangeArrowheads="1"/>
          </p:cNvSpPr>
          <p:nvPr/>
        </p:nvSpPr>
        <p:spPr bwMode="auto">
          <a:xfrm>
            <a:off x="8775700" y="3965575"/>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填    充</a:t>
            </a:r>
          </a:p>
        </p:txBody>
      </p:sp>
      <p:sp>
        <p:nvSpPr>
          <p:cNvPr id="117796" name="Rectangle 39"/>
          <p:cNvSpPr>
            <a:spLocks noChangeArrowheads="1"/>
          </p:cNvSpPr>
          <p:nvPr/>
        </p:nvSpPr>
        <p:spPr bwMode="auto">
          <a:xfrm>
            <a:off x="7199313" y="2636838"/>
            <a:ext cx="2311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首   部   检   验   和</a:t>
            </a:r>
          </a:p>
        </p:txBody>
      </p:sp>
      <p:sp>
        <p:nvSpPr>
          <p:cNvPr id="117797" name="Rectangle 40"/>
          <p:cNvSpPr>
            <a:spLocks noChangeArrowheads="1"/>
          </p:cNvSpPr>
          <p:nvPr/>
        </p:nvSpPr>
        <p:spPr bwMode="auto">
          <a:xfrm>
            <a:off x="5689600" y="309562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源   地   址</a:t>
            </a:r>
          </a:p>
        </p:txBody>
      </p:sp>
      <p:sp>
        <p:nvSpPr>
          <p:cNvPr id="117798" name="Rectangle 41"/>
          <p:cNvSpPr>
            <a:spLocks noChangeArrowheads="1"/>
          </p:cNvSpPr>
          <p:nvPr/>
        </p:nvSpPr>
        <p:spPr bwMode="auto">
          <a:xfrm>
            <a:off x="5434013" y="3536950"/>
            <a:ext cx="18430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目   的   地   址</a:t>
            </a:r>
          </a:p>
        </p:txBody>
      </p:sp>
      <p:sp>
        <p:nvSpPr>
          <p:cNvPr id="117799" name="Rectangle 42"/>
          <p:cNvSpPr>
            <a:spLocks noChangeArrowheads="1"/>
          </p:cNvSpPr>
          <p:nvPr/>
        </p:nvSpPr>
        <p:spPr bwMode="auto">
          <a:xfrm>
            <a:off x="3502025" y="3965575"/>
            <a:ext cx="41576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可   选   字   段  （长   度   可   变）</a:t>
            </a:r>
          </a:p>
        </p:txBody>
      </p:sp>
      <p:sp>
        <p:nvSpPr>
          <p:cNvPr id="117800" name="Rectangle 43"/>
          <p:cNvSpPr>
            <a:spLocks noChangeArrowheads="1"/>
          </p:cNvSpPr>
          <p:nvPr/>
        </p:nvSpPr>
        <p:spPr bwMode="auto">
          <a:xfrm>
            <a:off x="1881188" y="1327150"/>
            <a:ext cx="4397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位</a:t>
            </a:r>
          </a:p>
        </p:txBody>
      </p:sp>
      <p:sp>
        <p:nvSpPr>
          <p:cNvPr id="117801" name="Rectangle 44"/>
          <p:cNvSpPr>
            <a:spLocks noChangeArrowheads="1"/>
          </p:cNvSpPr>
          <p:nvPr/>
        </p:nvSpPr>
        <p:spPr bwMode="auto">
          <a:xfrm>
            <a:off x="3265967" y="1736725"/>
            <a:ext cx="12080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首部长度</a:t>
            </a:r>
          </a:p>
        </p:txBody>
      </p:sp>
      <p:grpSp>
        <p:nvGrpSpPr>
          <p:cNvPr id="117802" name="Group 46"/>
          <p:cNvGrpSpPr>
            <a:grpSpLocks/>
          </p:cNvGrpSpPr>
          <p:nvPr/>
        </p:nvGrpSpPr>
        <p:grpSpPr bwMode="auto">
          <a:xfrm>
            <a:off x="2343150" y="4106863"/>
            <a:ext cx="131763" cy="69850"/>
            <a:chOff x="833" y="3024"/>
            <a:chExt cx="78" cy="51"/>
          </a:xfrm>
        </p:grpSpPr>
        <p:sp>
          <p:nvSpPr>
            <p:cNvPr id="117823" name="Rectangle 47"/>
            <p:cNvSpPr>
              <a:spLocks noChangeArrowheads="1"/>
            </p:cNvSpPr>
            <p:nvPr/>
          </p:nvSpPr>
          <p:spPr bwMode="auto">
            <a:xfrm>
              <a:off x="833" y="3024"/>
              <a:ext cx="78" cy="5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824" name="Line 48"/>
            <p:cNvSpPr>
              <a:spLocks noChangeShapeType="1"/>
            </p:cNvSpPr>
            <p:nvPr/>
          </p:nvSpPr>
          <p:spPr bwMode="auto">
            <a:xfrm>
              <a:off x="839" y="3030"/>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825" name="Line 49"/>
            <p:cNvSpPr>
              <a:spLocks noChangeShapeType="1"/>
            </p:cNvSpPr>
            <p:nvPr/>
          </p:nvSpPr>
          <p:spPr bwMode="auto">
            <a:xfrm>
              <a:off x="839" y="3075"/>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grpSp>
        <p:nvGrpSpPr>
          <p:cNvPr id="117803" name="Group 50"/>
          <p:cNvGrpSpPr>
            <a:grpSpLocks/>
          </p:cNvGrpSpPr>
          <p:nvPr/>
        </p:nvGrpSpPr>
        <p:grpSpPr bwMode="auto">
          <a:xfrm>
            <a:off x="10210800" y="4116388"/>
            <a:ext cx="131763" cy="66675"/>
            <a:chOff x="5432" y="3030"/>
            <a:chExt cx="78" cy="51"/>
          </a:xfrm>
        </p:grpSpPr>
        <p:sp>
          <p:nvSpPr>
            <p:cNvPr id="117820" name="Rectangle 51"/>
            <p:cNvSpPr>
              <a:spLocks noChangeArrowheads="1"/>
            </p:cNvSpPr>
            <p:nvPr/>
          </p:nvSpPr>
          <p:spPr bwMode="auto">
            <a:xfrm>
              <a:off x="5432" y="3030"/>
              <a:ext cx="78" cy="5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821" name="Line 52"/>
            <p:cNvSpPr>
              <a:spLocks noChangeShapeType="1"/>
            </p:cNvSpPr>
            <p:nvPr/>
          </p:nvSpPr>
          <p:spPr bwMode="auto">
            <a:xfrm>
              <a:off x="5438" y="3036"/>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822" name="Line 53"/>
            <p:cNvSpPr>
              <a:spLocks noChangeShapeType="1"/>
            </p:cNvSpPr>
            <p:nvPr/>
          </p:nvSpPr>
          <p:spPr bwMode="auto">
            <a:xfrm>
              <a:off x="5438" y="3081"/>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sp>
        <p:nvSpPr>
          <p:cNvPr id="117804" name="Rectangle 75"/>
          <p:cNvSpPr>
            <a:spLocks noChangeArrowheads="1"/>
          </p:cNvSpPr>
          <p:nvPr/>
        </p:nvSpPr>
        <p:spPr bwMode="auto">
          <a:xfrm>
            <a:off x="5084763" y="4508500"/>
            <a:ext cx="29083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zh-CN" altLang="en-US" sz="2000" b="1">
                <a:solidFill>
                  <a:srgbClr val="333399"/>
                </a:solidFill>
                <a:ea typeface="黑体" pitchFamily="2" charset="-122"/>
              </a:rPr>
              <a:t>数       据       部       分</a:t>
            </a:r>
          </a:p>
        </p:txBody>
      </p:sp>
      <p:grpSp>
        <p:nvGrpSpPr>
          <p:cNvPr id="4" name="Group 94"/>
          <p:cNvGrpSpPr>
            <a:grpSpLocks/>
          </p:cNvGrpSpPr>
          <p:nvPr/>
        </p:nvGrpSpPr>
        <p:grpSpPr bwMode="auto">
          <a:xfrm>
            <a:off x="1449388" y="1700213"/>
            <a:ext cx="439737" cy="2663825"/>
            <a:chOff x="111" y="845"/>
            <a:chExt cx="277" cy="1678"/>
          </a:xfrm>
        </p:grpSpPr>
        <p:sp>
          <p:nvSpPr>
            <p:cNvPr id="117818" name="Line 89"/>
            <p:cNvSpPr>
              <a:spLocks noChangeShapeType="1"/>
            </p:cNvSpPr>
            <p:nvPr/>
          </p:nvSpPr>
          <p:spPr bwMode="auto">
            <a:xfrm>
              <a:off x="249" y="845"/>
              <a:ext cx="0" cy="1678"/>
            </a:xfrm>
            <a:prstGeom prst="line">
              <a:avLst/>
            </a:prstGeom>
            <a:noFill/>
            <a:ln w="28575">
              <a:solidFill>
                <a:schemeClr val="tx2"/>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117819" name="Rectangle 78"/>
            <p:cNvSpPr>
              <a:spLocks noChangeArrowheads="1"/>
            </p:cNvSpPr>
            <p:nvPr/>
          </p:nvSpPr>
          <p:spPr bwMode="auto">
            <a:xfrm>
              <a:off x="111" y="1389"/>
              <a:ext cx="277" cy="444"/>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首</a:t>
              </a:r>
            </a:p>
            <a:p>
              <a:pPr defTabSz="762000"/>
              <a:r>
                <a:rPr kumimoji="1" lang="zh-CN" altLang="en-US" sz="2000" b="1" dirty="0">
                  <a:solidFill>
                    <a:srgbClr val="333399"/>
                  </a:solidFill>
                  <a:ea typeface="黑体" pitchFamily="2" charset="-122"/>
                </a:rPr>
                <a:t>部</a:t>
              </a:r>
            </a:p>
          </p:txBody>
        </p:sp>
      </p:grpSp>
      <p:sp>
        <p:nvSpPr>
          <p:cNvPr id="117811" name="AutoShape 97"/>
          <p:cNvSpPr>
            <a:spLocks/>
          </p:cNvSpPr>
          <p:nvPr/>
        </p:nvSpPr>
        <p:spPr bwMode="auto">
          <a:xfrm>
            <a:off x="2222500" y="1771650"/>
            <a:ext cx="166688" cy="2160588"/>
          </a:xfrm>
          <a:prstGeom prst="leftBrace">
            <a:avLst>
              <a:gd name="adj1" fmla="val 108016"/>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66" name="Rectangle 2">
            <a:extLst>
              <a:ext uri="{FF2B5EF4-FFF2-40B4-BE49-F238E27FC236}"/>
            </a:extLst>
          </p:cNvPr>
          <p:cNvSpPr txBox="1">
            <a:spLocks noChangeArrowheads="1"/>
          </p:cNvSpPr>
          <p:nvPr/>
        </p:nvSpPr>
        <p:spPr>
          <a:xfrm>
            <a:off x="609600" y="274638"/>
            <a:ext cx="10972800" cy="817562"/>
          </a:xfrm>
          <a:prstGeom prst="rect">
            <a:avLst/>
          </a:prstGeom>
        </p:spPr>
        <p:txBody>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pPr eaLnBrk="1" hangingPunct="1">
              <a:defRPr/>
            </a:pPr>
            <a:r>
              <a:rPr lang="en-US" altLang="zh-CN" kern="0" dirty="0"/>
              <a:t>IP </a:t>
            </a:r>
            <a:r>
              <a:rPr lang="zh-CN" altLang="en-US" kern="0" dirty="0"/>
              <a:t>数据报首部的固定部分中的各字段 </a:t>
            </a:r>
          </a:p>
        </p:txBody>
      </p:sp>
      <p:sp>
        <p:nvSpPr>
          <p:cNvPr id="65" name="Rectangle 89"/>
          <p:cNvSpPr>
            <a:spLocks noChangeArrowheads="1"/>
          </p:cNvSpPr>
          <p:nvPr/>
        </p:nvSpPr>
        <p:spPr bwMode="auto">
          <a:xfrm>
            <a:off x="6333206" y="1701194"/>
            <a:ext cx="3923631" cy="503237"/>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67" name="Text Box 85"/>
          <p:cNvSpPr txBox="1">
            <a:spLocks noChangeArrowheads="1"/>
          </p:cNvSpPr>
          <p:nvPr/>
        </p:nvSpPr>
        <p:spPr bwMode="auto">
          <a:xfrm>
            <a:off x="2423592" y="5229200"/>
            <a:ext cx="9680855"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zh-CN" altLang="en-US" sz="2800" b="1" dirty="0">
                <a:latin typeface="Arial" charset="0"/>
                <a:ea typeface="黑体" pitchFamily="2" charset="-122"/>
              </a:rPr>
              <a:t>总长度</a:t>
            </a:r>
            <a:r>
              <a:rPr lang="en-US" altLang="zh-CN" sz="2800" b="1" dirty="0">
                <a:latin typeface="Arial" charset="0"/>
                <a:ea typeface="黑体" pitchFamily="2" charset="-122"/>
              </a:rPr>
              <a:t>——</a:t>
            </a:r>
            <a:r>
              <a:rPr lang="zh-CN" altLang="en-US" sz="2800" b="1" dirty="0">
                <a:latin typeface="Arial" charset="0"/>
                <a:ea typeface="黑体" pitchFamily="2" charset="-122"/>
              </a:rPr>
              <a:t>占 </a:t>
            </a:r>
            <a:r>
              <a:rPr lang="en-US" altLang="zh-CN" sz="2800" b="1" dirty="0">
                <a:latin typeface="Arial" charset="0"/>
                <a:ea typeface="黑体" pitchFamily="2" charset="-122"/>
              </a:rPr>
              <a:t>16 </a:t>
            </a:r>
            <a:r>
              <a:rPr lang="zh-CN" altLang="en-US" sz="2800" b="1" dirty="0">
                <a:latin typeface="Arial" charset="0"/>
                <a:ea typeface="黑体" pitchFamily="2" charset="-122"/>
              </a:rPr>
              <a:t>位，指首部和数据之和的长度，</a:t>
            </a:r>
          </a:p>
          <a:p>
            <a:pPr eaLnBrk="1" hangingPunct="1"/>
            <a:r>
              <a:rPr lang="zh-CN" altLang="en-US" sz="2800" b="1" dirty="0">
                <a:latin typeface="Arial" charset="0"/>
                <a:ea typeface="黑体" pitchFamily="2" charset="-122"/>
              </a:rPr>
              <a:t>单位为字节，因此数据报的最大长度为 </a:t>
            </a:r>
            <a:r>
              <a:rPr lang="en-US" altLang="zh-CN" sz="2800" b="1" dirty="0">
                <a:latin typeface="Arial" charset="0"/>
                <a:ea typeface="黑体" pitchFamily="2" charset="-122"/>
              </a:rPr>
              <a:t>65535 </a:t>
            </a:r>
            <a:r>
              <a:rPr lang="zh-CN" altLang="en-US" sz="2800" b="1" dirty="0">
                <a:latin typeface="Arial" charset="0"/>
                <a:ea typeface="黑体" pitchFamily="2" charset="-122"/>
              </a:rPr>
              <a:t>字节。</a:t>
            </a:r>
          </a:p>
          <a:p>
            <a:pPr eaLnBrk="1" hangingPunct="1"/>
            <a:r>
              <a:rPr lang="zh-CN" altLang="en-US" sz="2800" b="1" dirty="0">
                <a:latin typeface="Arial" charset="0"/>
                <a:ea typeface="黑体" pitchFamily="2" charset="-122"/>
              </a:rPr>
              <a:t>若数据报总长度超过数据链路层的 </a:t>
            </a:r>
            <a:r>
              <a:rPr lang="en-US" altLang="zh-CN" sz="2800" b="1" dirty="0">
                <a:latin typeface="Arial" charset="0"/>
                <a:ea typeface="黑体" pitchFamily="2" charset="-122"/>
              </a:rPr>
              <a:t>MTU</a:t>
            </a:r>
            <a:r>
              <a:rPr lang="zh-CN" altLang="en-US" sz="2800" b="1" dirty="0">
                <a:latin typeface="Arial" charset="0"/>
                <a:ea typeface="黑体" pitchFamily="2" charset="-122"/>
              </a:rPr>
              <a:t>，就必须进行分片</a:t>
            </a:r>
            <a:r>
              <a:rPr lang="zh-CN" altLang="en-US" sz="2800" b="1" dirty="0" smtClean="0">
                <a:latin typeface="Arial" charset="0"/>
                <a:ea typeface="黑体" pitchFamily="2" charset="-122"/>
              </a:rPr>
              <a:t>。</a:t>
            </a:r>
            <a:endParaRPr lang="en-US" altLang="zh-CN" sz="2800" b="1" dirty="0">
              <a:latin typeface="Arial" charset="0"/>
              <a:ea typeface="黑体" pitchFamily="2" charset="-122"/>
            </a:endParaRPr>
          </a:p>
        </p:txBody>
      </p:sp>
    </p:spTree>
    <p:extLst>
      <p:ext uri="{BB962C8B-B14F-4D97-AF65-F5344CB8AC3E}">
        <p14:creationId xmlns:p14="http://schemas.microsoft.com/office/powerpoint/2010/main" val="75585374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5"/>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2000" fill="hold" grpId="1" nodeType="afterEffect">
                                  <p:stCondLst>
                                    <p:cond delay="500"/>
                                  </p:stCondLst>
                                  <p:childTnLst>
                                    <p:anim calcmode="discrete" valueType="str">
                                      <p:cBhvr>
                                        <p:cTn id="9" dur="1000" fill="hold"/>
                                        <p:tgtEl>
                                          <p:spTgt spid="6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65" grpId="1"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45"/>
          <p:cNvSpPr>
            <a:spLocks noChangeArrowheads="1"/>
          </p:cNvSpPr>
          <p:nvPr/>
        </p:nvSpPr>
        <p:spPr bwMode="auto">
          <a:xfrm>
            <a:off x="1884363" y="2132013"/>
            <a:ext cx="439737"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lnSpc>
                <a:spcPct val="90000"/>
              </a:lnSpc>
            </a:pPr>
            <a:r>
              <a:rPr kumimoji="1" lang="zh-CN" altLang="en-US" sz="2000" b="1">
                <a:solidFill>
                  <a:srgbClr val="333399"/>
                </a:solidFill>
                <a:ea typeface="黑体" pitchFamily="2" charset="-122"/>
              </a:rPr>
              <a:t>固</a:t>
            </a:r>
          </a:p>
          <a:p>
            <a:pPr defTabSz="762000">
              <a:lnSpc>
                <a:spcPct val="90000"/>
              </a:lnSpc>
            </a:pPr>
            <a:r>
              <a:rPr kumimoji="1" lang="zh-CN" altLang="en-US" sz="2000" b="1">
                <a:solidFill>
                  <a:srgbClr val="333399"/>
                </a:solidFill>
                <a:ea typeface="黑体" pitchFamily="2" charset="-122"/>
              </a:rPr>
              <a:t>定</a:t>
            </a:r>
          </a:p>
          <a:p>
            <a:pPr defTabSz="762000">
              <a:lnSpc>
                <a:spcPct val="90000"/>
              </a:lnSpc>
            </a:pPr>
            <a:r>
              <a:rPr kumimoji="1" lang="zh-CN" altLang="en-US" sz="2000" b="1">
                <a:solidFill>
                  <a:srgbClr val="333399"/>
                </a:solidFill>
                <a:ea typeface="黑体" pitchFamily="2" charset="-122"/>
              </a:rPr>
              <a:t>部</a:t>
            </a:r>
          </a:p>
          <a:p>
            <a:pPr defTabSz="762000">
              <a:lnSpc>
                <a:spcPct val="90000"/>
              </a:lnSpc>
            </a:pPr>
            <a:r>
              <a:rPr kumimoji="1" lang="zh-CN" altLang="en-US" sz="2000" b="1">
                <a:solidFill>
                  <a:srgbClr val="333399"/>
                </a:solidFill>
                <a:ea typeface="黑体" pitchFamily="2" charset="-122"/>
              </a:rPr>
              <a:t>分</a:t>
            </a:r>
          </a:p>
        </p:txBody>
      </p:sp>
      <p:sp>
        <p:nvSpPr>
          <p:cNvPr id="117763" name="Rectangle 54"/>
          <p:cNvSpPr>
            <a:spLocks noChangeArrowheads="1"/>
          </p:cNvSpPr>
          <p:nvPr/>
        </p:nvSpPr>
        <p:spPr bwMode="auto">
          <a:xfrm>
            <a:off x="1741488" y="3787775"/>
            <a:ext cx="6953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可变</a:t>
            </a:r>
          </a:p>
          <a:p>
            <a:pPr defTabSz="762000"/>
            <a:r>
              <a:rPr kumimoji="1" lang="zh-CN" altLang="en-US" sz="2000" b="1" dirty="0">
                <a:solidFill>
                  <a:srgbClr val="333399"/>
                </a:solidFill>
                <a:ea typeface="黑体" pitchFamily="2" charset="-122"/>
              </a:rPr>
              <a:t>部分</a:t>
            </a:r>
          </a:p>
        </p:txBody>
      </p:sp>
      <p:sp>
        <p:nvSpPr>
          <p:cNvPr id="117765" name="Rectangle 8"/>
          <p:cNvSpPr>
            <a:spLocks noChangeArrowheads="1"/>
          </p:cNvSpPr>
          <p:nvPr/>
        </p:nvSpPr>
        <p:spPr bwMode="auto">
          <a:xfrm>
            <a:off x="4367213" y="1730375"/>
            <a:ext cx="1966912" cy="434975"/>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767" name="Rectangle 10"/>
          <p:cNvSpPr>
            <a:spLocks noChangeArrowheads="1"/>
          </p:cNvSpPr>
          <p:nvPr/>
        </p:nvSpPr>
        <p:spPr bwMode="auto">
          <a:xfrm>
            <a:off x="2409825" y="1720850"/>
            <a:ext cx="7864475" cy="2643188"/>
          </a:xfrm>
          <a:prstGeom prst="rect">
            <a:avLst/>
          </a:prstGeom>
          <a:solidFill>
            <a:srgbClr val="CCECFF"/>
          </a:solidFill>
          <a:ln w="254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17768" name="Rectangle 11"/>
          <p:cNvSpPr>
            <a:spLocks noChangeArrowheads="1"/>
          </p:cNvSpPr>
          <p:nvPr/>
        </p:nvSpPr>
        <p:spPr bwMode="auto">
          <a:xfrm>
            <a:off x="2424113" y="4375150"/>
            <a:ext cx="7832725" cy="681038"/>
          </a:xfrm>
          <a:prstGeom prst="rect">
            <a:avLst/>
          </a:prstGeom>
          <a:solidFill>
            <a:srgbClr val="FFFF99"/>
          </a:solidFill>
          <a:ln w="12700">
            <a:solidFill>
              <a:srgbClr val="333399"/>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17769" name="Line 12"/>
          <p:cNvSpPr>
            <a:spLocks noChangeShapeType="1"/>
          </p:cNvSpPr>
          <p:nvPr/>
        </p:nvSpPr>
        <p:spPr bwMode="auto">
          <a:xfrm>
            <a:off x="2405063" y="2171700"/>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0" name="Line 13"/>
          <p:cNvSpPr>
            <a:spLocks noChangeShapeType="1"/>
          </p:cNvSpPr>
          <p:nvPr/>
        </p:nvSpPr>
        <p:spPr bwMode="auto">
          <a:xfrm>
            <a:off x="2405063" y="261461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1" name="Line 14"/>
          <p:cNvSpPr>
            <a:spLocks noChangeShapeType="1"/>
          </p:cNvSpPr>
          <p:nvPr/>
        </p:nvSpPr>
        <p:spPr bwMode="auto">
          <a:xfrm>
            <a:off x="2405063" y="305911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2" name="Line 15"/>
          <p:cNvSpPr>
            <a:spLocks noChangeShapeType="1"/>
          </p:cNvSpPr>
          <p:nvPr/>
        </p:nvSpPr>
        <p:spPr bwMode="auto">
          <a:xfrm>
            <a:off x="2405063" y="349726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3" name="Line 16"/>
          <p:cNvSpPr>
            <a:spLocks noChangeShapeType="1"/>
          </p:cNvSpPr>
          <p:nvPr/>
        </p:nvSpPr>
        <p:spPr bwMode="auto">
          <a:xfrm>
            <a:off x="2405063" y="394176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4" name="Line 17"/>
          <p:cNvSpPr>
            <a:spLocks noChangeShapeType="1"/>
          </p:cNvSpPr>
          <p:nvPr/>
        </p:nvSpPr>
        <p:spPr bwMode="auto">
          <a:xfrm>
            <a:off x="3373438" y="1728788"/>
            <a:ext cx="0" cy="4429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5" name="Line 18"/>
          <p:cNvSpPr>
            <a:spLocks noChangeShapeType="1"/>
          </p:cNvSpPr>
          <p:nvPr/>
        </p:nvSpPr>
        <p:spPr bwMode="auto">
          <a:xfrm>
            <a:off x="4357688" y="1728788"/>
            <a:ext cx="0" cy="4429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6" name="Line 19"/>
          <p:cNvSpPr>
            <a:spLocks noChangeShapeType="1"/>
          </p:cNvSpPr>
          <p:nvPr/>
        </p:nvSpPr>
        <p:spPr bwMode="auto">
          <a:xfrm>
            <a:off x="4357688" y="2624138"/>
            <a:ext cx="0" cy="431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7" name="Line 20"/>
          <p:cNvSpPr>
            <a:spLocks noChangeShapeType="1"/>
          </p:cNvSpPr>
          <p:nvPr/>
        </p:nvSpPr>
        <p:spPr bwMode="auto">
          <a:xfrm>
            <a:off x="6330950" y="1728788"/>
            <a:ext cx="0" cy="1327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8" name="Line 21"/>
          <p:cNvSpPr>
            <a:spLocks noChangeShapeType="1"/>
          </p:cNvSpPr>
          <p:nvPr/>
        </p:nvSpPr>
        <p:spPr bwMode="auto">
          <a:xfrm flipV="1">
            <a:off x="8302625" y="3937000"/>
            <a:ext cx="0" cy="4413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9" name="Line 22"/>
          <p:cNvSpPr>
            <a:spLocks noChangeShapeType="1"/>
          </p:cNvSpPr>
          <p:nvPr/>
        </p:nvSpPr>
        <p:spPr bwMode="auto">
          <a:xfrm>
            <a:off x="7132638" y="2181225"/>
            <a:ext cx="0" cy="4333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80" name="Rectangle 23"/>
          <p:cNvSpPr>
            <a:spLocks noChangeArrowheads="1"/>
          </p:cNvSpPr>
          <p:nvPr/>
        </p:nvSpPr>
        <p:spPr bwMode="auto">
          <a:xfrm>
            <a:off x="2352675" y="1341438"/>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0</a:t>
            </a:r>
          </a:p>
        </p:txBody>
      </p:sp>
      <p:sp>
        <p:nvSpPr>
          <p:cNvPr id="117781" name="Rectangle 24"/>
          <p:cNvSpPr>
            <a:spLocks noChangeArrowheads="1"/>
          </p:cNvSpPr>
          <p:nvPr/>
        </p:nvSpPr>
        <p:spPr bwMode="auto">
          <a:xfrm>
            <a:off x="3287713" y="1341438"/>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4</a:t>
            </a:r>
          </a:p>
        </p:txBody>
      </p:sp>
      <p:sp>
        <p:nvSpPr>
          <p:cNvPr id="117782" name="Rectangle 25"/>
          <p:cNvSpPr>
            <a:spLocks noChangeArrowheads="1"/>
          </p:cNvSpPr>
          <p:nvPr/>
        </p:nvSpPr>
        <p:spPr bwMode="auto">
          <a:xfrm>
            <a:off x="4283075" y="1341438"/>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8</a:t>
            </a:r>
          </a:p>
        </p:txBody>
      </p:sp>
      <p:sp>
        <p:nvSpPr>
          <p:cNvPr id="117783" name="Rectangle 26"/>
          <p:cNvSpPr>
            <a:spLocks noChangeArrowheads="1"/>
          </p:cNvSpPr>
          <p:nvPr/>
        </p:nvSpPr>
        <p:spPr bwMode="auto">
          <a:xfrm>
            <a:off x="6234113"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16</a:t>
            </a:r>
          </a:p>
        </p:txBody>
      </p:sp>
      <p:sp>
        <p:nvSpPr>
          <p:cNvPr id="117784" name="Rectangle 27"/>
          <p:cNvSpPr>
            <a:spLocks noChangeArrowheads="1"/>
          </p:cNvSpPr>
          <p:nvPr/>
        </p:nvSpPr>
        <p:spPr bwMode="auto">
          <a:xfrm>
            <a:off x="7031038"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19</a:t>
            </a:r>
          </a:p>
        </p:txBody>
      </p:sp>
      <p:sp>
        <p:nvSpPr>
          <p:cNvPr id="117785" name="Rectangle 28"/>
          <p:cNvSpPr>
            <a:spLocks noChangeArrowheads="1"/>
          </p:cNvSpPr>
          <p:nvPr/>
        </p:nvSpPr>
        <p:spPr bwMode="auto">
          <a:xfrm>
            <a:off x="8205788"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24</a:t>
            </a:r>
          </a:p>
        </p:txBody>
      </p:sp>
      <p:sp>
        <p:nvSpPr>
          <p:cNvPr id="117786" name="Rectangle 29"/>
          <p:cNvSpPr>
            <a:spLocks noChangeArrowheads="1"/>
          </p:cNvSpPr>
          <p:nvPr/>
        </p:nvSpPr>
        <p:spPr bwMode="auto">
          <a:xfrm>
            <a:off x="9918700" y="1341438"/>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31</a:t>
            </a:r>
          </a:p>
        </p:txBody>
      </p:sp>
      <p:sp>
        <p:nvSpPr>
          <p:cNvPr id="117787" name="Rectangle 30"/>
          <p:cNvSpPr>
            <a:spLocks noChangeArrowheads="1"/>
          </p:cNvSpPr>
          <p:nvPr/>
        </p:nvSpPr>
        <p:spPr bwMode="auto">
          <a:xfrm>
            <a:off x="2501900" y="1755775"/>
            <a:ext cx="7667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版 本</a:t>
            </a:r>
          </a:p>
        </p:txBody>
      </p:sp>
      <p:sp>
        <p:nvSpPr>
          <p:cNvPr id="117788" name="Rectangle 31"/>
          <p:cNvSpPr>
            <a:spLocks noChangeArrowheads="1"/>
          </p:cNvSpPr>
          <p:nvPr/>
        </p:nvSpPr>
        <p:spPr bwMode="auto">
          <a:xfrm>
            <a:off x="6389688" y="2232025"/>
            <a:ext cx="695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标志</a:t>
            </a:r>
          </a:p>
        </p:txBody>
      </p:sp>
      <p:sp>
        <p:nvSpPr>
          <p:cNvPr id="117789" name="Rectangle 32"/>
          <p:cNvSpPr>
            <a:spLocks noChangeArrowheads="1"/>
          </p:cNvSpPr>
          <p:nvPr/>
        </p:nvSpPr>
        <p:spPr bwMode="auto">
          <a:xfrm>
            <a:off x="2698750" y="2636838"/>
            <a:ext cx="1420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生 存 时 间</a:t>
            </a:r>
          </a:p>
        </p:txBody>
      </p:sp>
      <p:sp>
        <p:nvSpPr>
          <p:cNvPr id="117790" name="Rectangle 33"/>
          <p:cNvSpPr>
            <a:spLocks noChangeArrowheads="1"/>
          </p:cNvSpPr>
          <p:nvPr/>
        </p:nvSpPr>
        <p:spPr bwMode="auto">
          <a:xfrm>
            <a:off x="4829175" y="2636838"/>
            <a:ext cx="98103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协    议</a:t>
            </a:r>
          </a:p>
        </p:txBody>
      </p:sp>
      <p:sp>
        <p:nvSpPr>
          <p:cNvPr id="117791" name="Rectangle 34"/>
          <p:cNvSpPr>
            <a:spLocks noChangeArrowheads="1"/>
          </p:cNvSpPr>
          <p:nvPr/>
        </p:nvSpPr>
        <p:spPr bwMode="auto">
          <a:xfrm>
            <a:off x="3843338" y="2232025"/>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标    识</a:t>
            </a:r>
          </a:p>
        </p:txBody>
      </p:sp>
      <p:sp>
        <p:nvSpPr>
          <p:cNvPr id="117792" name="Rectangle 35"/>
          <p:cNvSpPr>
            <a:spLocks noChangeArrowheads="1"/>
          </p:cNvSpPr>
          <p:nvPr/>
        </p:nvSpPr>
        <p:spPr bwMode="auto">
          <a:xfrm>
            <a:off x="4654550" y="1755775"/>
            <a:ext cx="1420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区 分 服 务</a:t>
            </a:r>
          </a:p>
        </p:txBody>
      </p:sp>
      <p:sp>
        <p:nvSpPr>
          <p:cNvPr id="117793" name="Rectangle 36"/>
          <p:cNvSpPr>
            <a:spLocks noChangeArrowheads="1"/>
          </p:cNvSpPr>
          <p:nvPr/>
        </p:nvSpPr>
        <p:spPr bwMode="auto">
          <a:xfrm>
            <a:off x="7780338" y="175577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总   长   度</a:t>
            </a:r>
          </a:p>
        </p:txBody>
      </p:sp>
      <p:sp>
        <p:nvSpPr>
          <p:cNvPr id="117794" name="Rectangle 37"/>
          <p:cNvSpPr>
            <a:spLocks noChangeArrowheads="1"/>
          </p:cNvSpPr>
          <p:nvPr/>
        </p:nvSpPr>
        <p:spPr bwMode="auto">
          <a:xfrm>
            <a:off x="8051800" y="223202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片   偏   移</a:t>
            </a:r>
          </a:p>
        </p:txBody>
      </p:sp>
      <p:sp>
        <p:nvSpPr>
          <p:cNvPr id="117795" name="Rectangle 38"/>
          <p:cNvSpPr>
            <a:spLocks noChangeArrowheads="1"/>
          </p:cNvSpPr>
          <p:nvPr/>
        </p:nvSpPr>
        <p:spPr bwMode="auto">
          <a:xfrm>
            <a:off x="8775700" y="3965575"/>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填    充</a:t>
            </a:r>
          </a:p>
        </p:txBody>
      </p:sp>
      <p:sp>
        <p:nvSpPr>
          <p:cNvPr id="117796" name="Rectangle 39"/>
          <p:cNvSpPr>
            <a:spLocks noChangeArrowheads="1"/>
          </p:cNvSpPr>
          <p:nvPr/>
        </p:nvSpPr>
        <p:spPr bwMode="auto">
          <a:xfrm>
            <a:off x="7199313" y="2636838"/>
            <a:ext cx="2311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首   部   检   验   和</a:t>
            </a:r>
          </a:p>
        </p:txBody>
      </p:sp>
      <p:sp>
        <p:nvSpPr>
          <p:cNvPr id="117797" name="Rectangle 40"/>
          <p:cNvSpPr>
            <a:spLocks noChangeArrowheads="1"/>
          </p:cNvSpPr>
          <p:nvPr/>
        </p:nvSpPr>
        <p:spPr bwMode="auto">
          <a:xfrm>
            <a:off x="5689600" y="309562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源   地   址</a:t>
            </a:r>
          </a:p>
        </p:txBody>
      </p:sp>
      <p:sp>
        <p:nvSpPr>
          <p:cNvPr id="117798" name="Rectangle 41"/>
          <p:cNvSpPr>
            <a:spLocks noChangeArrowheads="1"/>
          </p:cNvSpPr>
          <p:nvPr/>
        </p:nvSpPr>
        <p:spPr bwMode="auto">
          <a:xfrm>
            <a:off x="5434013" y="3536950"/>
            <a:ext cx="18430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目   的   地   址</a:t>
            </a:r>
          </a:p>
        </p:txBody>
      </p:sp>
      <p:sp>
        <p:nvSpPr>
          <p:cNvPr id="117799" name="Rectangle 42"/>
          <p:cNvSpPr>
            <a:spLocks noChangeArrowheads="1"/>
          </p:cNvSpPr>
          <p:nvPr/>
        </p:nvSpPr>
        <p:spPr bwMode="auto">
          <a:xfrm>
            <a:off x="3502025" y="3965575"/>
            <a:ext cx="41576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可   选   字   段  （长   度   可   变）</a:t>
            </a:r>
          </a:p>
        </p:txBody>
      </p:sp>
      <p:sp>
        <p:nvSpPr>
          <p:cNvPr id="117800" name="Rectangle 43"/>
          <p:cNvSpPr>
            <a:spLocks noChangeArrowheads="1"/>
          </p:cNvSpPr>
          <p:nvPr/>
        </p:nvSpPr>
        <p:spPr bwMode="auto">
          <a:xfrm>
            <a:off x="1881188" y="1327150"/>
            <a:ext cx="4397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位</a:t>
            </a:r>
          </a:p>
        </p:txBody>
      </p:sp>
      <p:sp>
        <p:nvSpPr>
          <p:cNvPr id="117801" name="Rectangle 44"/>
          <p:cNvSpPr>
            <a:spLocks noChangeArrowheads="1"/>
          </p:cNvSpPr>
          <p:nvPr/>
        </p:nvSpPr>
        <p:spPr bwMode="auto">
          <a:xfrm>
            <a:off x="3265967" y="1736725"/>
            <a:ext cx="12080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首部长度</a:t>
            </a:r>
          </a:p>
        </p:txBody>
      </p:sp>
      <p:grpSp>
        <p:nvGrpSpPr>
          <p:cNvPr id="117802" name="Group 46"/>
          <p:cNvGrpSpPr>
            <a:grpSpLocks/>
          </p:cNvGrpSpPr>
          <p:nvPr/>
        </p:nvGrpSpPr>
        <p:grpSpPr bwMode="auto">
          <a:xfrm>
            <a:off x="2343150" y="4106863"/>
            <a:ext cx="131763" cy="69850"/>
            <a:chOff x="833" y="3024"/>
            <a:chExt cx="78" cy="51"/>
          </a:xfrm>
        </p:grpSpPr>
        <p:sp>
          <p:nvSpPr>
            <p:cNvPr id="117823" name="Rectangle 47"/>
            <p:cNvSpPr>
              <a:spLocks noChangeArrowheads="1"/>
            </p:cNvSpPr>
            <p:nvPr/>
          </p:nvSpPr>
          <p:spPr bwMode="auto">
            <a:xfrm>
              <a:off x="833" y="3024"/>
              <a:ext cx="78" cy="5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824" name="Line 48"/>
            <p:cNvSpPr>
              <a:spLocks noChangeShapeType="1"/>
            </p:cNvSpPr>
            <p:nvPr/>
          </p:nvSpPr>
          <p:spPr bwMode="auto">
            <a:xfrm>
              <a:off x="839" y="3030"/>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825" name="Line 49"/>
            <p:cNvSpPr>
              <a:spLocks noChangeShapeType="1"/>
            </p:cNvSpPr>
            <p:nvPr/>
          </p:nvSpPr>
          <p:spPr bwMode="auto">
            <a:xfrm>
              <a:off x="839" y="3075"/>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grpSp>
        <p:nvGrpSpPr>
          <p:cNvPr id="117803" name="Group 50"/>
          <p:cNvGrpSpPr>
            <a:grpSpLocks/>
          </p:cNvGrpSpPr>
          <p:nvPr/>
        </p:nvGrpSpPr>
        <p:grpSpPr bwMode="auto">
          <a:xfrm>
            <a:off x="10210800" y="4116388"/>
            <a:ext cx="131763" cy="66675"/>
            <a:chOff x="5432" y="3030"/>
            <a:chExt cx="78" cy="51"/>
          </a:xfrm>
        </p:grpSpPr>
        <p:sp>
          <p:nvSpPr>
            <p:cNvPr id="117820" name="Rectangle 51"/>
            <p:cNvSpPr>
              <a:spLocks noChangeArrowheads="1"/>
            </p:cNvSpPr>
            <p:nvPr/>
          </p:nvSpPr>
          <p:spPr bwMode="auto">
            <a:xfrm>
              <a:off x="5432" y="3030"/>
              <a:ext cx="78" cy="5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821" name="Line 52"/>
            <p:cNvSpPr>
              <a:spLocks noChangeShapeType="1"/>
            </p:cNvSpPr>
            <p:nvPr/>
          </p:nvSpPr>
          <p:spPr bwMode="auto">
            <a:xfrm>
              <a:off x="5438" y="3036"/>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822" name="Line 53"/>
            <p:cNvSpPr>
              <a:spLocks noChangeShapeType="1"/>
            </p:cNvSpPr>
            <p:nvPr/>
          </p:nvSpPr>
          <p:spPr bwMode="auto">
            <a:xfrm>
              <a:off x="5438" y="3081"/>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sp>
        <p:nvSpPr>
          <p:cNvPr id="117804" name="Rectangle 75"/>
          <p:cNvSpPr>
            <a:spLocks noChangeArrowheads="1"/>
          </p:cNvSpPr>
          <p:nvPr/>
        </p:nvSpPr>
        <p:spPr bwMode="auto">
          <a:xfrm>
            <a:off x="5084763" y="4508500"/>
            <a:ext cx="29083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zh-CN" altLang="en-US" sz="2000" b="1">
                <a:solidFill>
                  <a:srgbClr val="333399"/>
                </a:solidFill>
                <a:ea typeface="黑体" pitchFamily="2" charset="-122"/>
              </a:rPr>
              <a:t>数       据       部       分</a:t>
            </a:r>
          </a:p>
        </p:txBody>
      </p:sp>
      <p:grpSp>
        <p:nvGrpSpPr>
          <p:cNvPr id="4" name="Group 94"/>
          <p:cNvGrpSpPr>
            <a:grpSpLocks/>
          </p:cNvGrpSpPr>
          <p:nvPr/>
        </p:nvGrpSpPr>
        <p:grpSpPr bwMode="auto">
          <a:xfrm>
            <a:off x="1449388" y="1700213"/>
            <a:ext cx="439737" cy="2663825"/>
            <a:chOff x="111" y="845"/>
            <a:chExt cx="277" cy="1678"/>
          </a:xfrm>
        </p:grpSpPr>
        <p:sp>
          <p:nvSpPr>
            <p:cNvPr id="117818" name="Line 89"/>
            <p:cNvSpPr>
              <a:spLocks noChangeShapeType="1"/>
            </p:cNvSpPr>
            <p:nvPr/>
          </p:nvSpPr>
          <p:spPr bwMode="auto">
            <a:xfrm>
              <a:off x="249" y="845"/>
              <a:ext cx="0" cy="1678"/>
            </a:xfrm>
            <a:prstGeom prst="line">
              <a:avLst/>
            </a:prstGeom>
            <a:noFill/>
            <a:ln w="28575">
              <a:solidFill>
                <a:schemeClr val="tx2"/>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117819" name="Rectangle 78"/>
            <p:cNvSpPr>
              <a:spLocks noChangeArrowheads="1"/>
            </p:cNvSpPr>
            <p:nvPr/>
          </p:nvSpPr>
          <p:spPr bwMode="auto">
            <a:xfrm>
              <a:off x="111" y="1389"/>
              <a:ext cx="277" cy="444"/>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首</a:t>
              </a:r>
            </a:p>
            <a:p>
              <a:pPr defTabSz="762000"/>
              <a:r>
                <a:rPr kumimoji="1" lang="zh-CN" altLang="en-US" sz="2000" b="1" dirty="0">
                  <a:solidFill>
                    <a:srgbClr val="333399"/>
                  </a:solidFill>
                  <a:ea typeface="黑体" pitchFamily="2" charset="-122"/>
                </a:rPr>
                <a:t>部</a:t>
              </a:r>
            </a:p>
          </p:txBody>
        </p:sp>
      </p:grpSp>
      <p:sp>
        <p:nvSpPr>
          <p:cNvPr id="117811" name="AutoShape 97"/>
          <p:cNvSpPr>
            <a:spLocks/>
          </p:cNvSpPr>
          <p:nvPr/>
        </p:nvSpPr>
        <p:spPr bwMode="auto">
          <a:xfrm>
            <a:off x="2222500" y="1771650"/>
            <a:ext cx="166688" cy="2160588"/>
          </a:xfrm>
          <a:prstGeom prst="leftBrace">
            <a:avLst>
              <a:gd name="adj1" fmla="val 108016"/>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66" name="Rectangle 2">
            <a:extLst>
              <a:ext uri="{FF2B5EF4-FFF2-40B4-BE49-F238E27FC236}"/>
            </a:extLst>
          </p:cNvPr>
          <p:cNvSpPr txBox="1">
            <a:spLocks noChangeArrowheads="1"/>
          </p:cNvSpPr>
          <p:nvPr/>
        </p:nvSpPr>
        <p:spPr>
          <a:xfrm>
            <a:off x="609600" y="274638"/>
            <a:ext cx="10972800" cy="817562"/>
          </a:xfrm>
          <a:prstGeom prst="rect">
            <a:avLst/>
          </a:prstGeom>
        </p:spPr>
        <p:txBody>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pPr eaLnBrk="1" hangingPunct="1">
              <a:defRPr/>
            </a:pPr>
            <a:r>
              <a:rPr lang="en-US" altLang="zh-CN" kern="0" dirty="0"/>
              <a:t>IP </a:t>
            </a:r>
            <a:r>
              <a:rPr lang="zh-CN" altLang="en-US" kern="0" dirty="0"/>
              <a:t>数据报首部的固定部分中的各字段 </a:t>
            </a:r>
          </a:p>
        </p:txBody>
      </p:sp>
      <p:sp>
        <p:nvSpPr>
          <p:cNvPr id="65" name="Rectangle 89"/>
          <p:cNvSpPr>
            <a:spLocks noChangeArrowheads="1"/>
          </p:cNvSpPr>
          <p:nvPr/>
        </p:nvSpPr>
        <p:spPr bwMode="auto">
          <a:xfrm>
            <a:off x="2423592" y="2132856"/>
            <a:ext cx="3923631" cy="503237"/>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67" name="Text Box 85"/>
          <p:cNvSpPr txBox="1">
            <a:spLocks noChangeArrowheads="1"/>
          </p:cNvSpPr>
          <p:nvPr/>
        </p:nvSpPr>
        <p:spPr bwMode="auto">
          <a:xfrm>
            <a:off x="2423592" y="5229200"/>
            <a:ext cx="8047396"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zh-CN" altLang="en-US" sz="2800" b="1" dirty="0" smtClean="0">
                <a:latin typeface="Arial" charset="0"/>
                <a:ea typeface="黑体" pitchFamily="2" charset="-122"/>
              </a:rPr>
              <a:t>标识</a:t>
            </a:r>
            <a:r>
              <a:rPr lang="en-US" altLang="zh-CN" sz="2800" b="1" dirty="0" smtClean="0">
                <a:latin typeface="Arial" charset="0"/>
                <a:ea typeface="黑体" pitchFamily="2" charset="-122"/>
              </a:rPr>
              <a:t>(identification) ——</a:t>
            </a:r>
            <a:r>
              <a:rPr lang="zh-CN" altLang="en-US" sz="2800" b="1" dirty="0" smtClean="0">
                <a:latin typeface="Arial" charset="0"/>
                <a:ea typeface="黑体" pitchFamily="2" charset="-122"/>
              </a:rPr>
              <a:t>占 </a:t>
            </a:r>
            <a:r>
              <a:rPr lang="en-US" altLang="zh-CN" sz="2800" b="1" dirty="0" smtClean="0">
                <a:latin typeface="Arial" charset="0"/>
                <a:ea typeface="黑体" pitchFamily="2" charset="-122"/>
              </a:rPr>
              <a:t>16 </a:t>
            </a:r>
            <a:r>
              <a:rPr lang="zh-CN" altLang="en-US" sz="2800" b="1" dirty="0">
                <a:latin typeface="Arial" charset="0"/>
                <a:ea typeface="黑体" pitchFamily="2" charset="-122"/>
              </a:rPr>
              <a:t>位。它是一个</a:t>
            </a:r>
            <a:r>
              <a:rPr lang="zh-CN" altLang="en-US" sz="2800" b="1" dirty="0" smtClean="0">
                <a:latin typeface="Arial" charset="0"/>
                <a:ea typeface="黑体" pitchFamily="2" charset="-122"/>
              </a:rPr>
              <a:t>计数</a:t>
            </a:r>
            <a:endParaRPr lang="en-US" altLang="zh-CN" sz="2800" b="1" dirty="0" smtClean="0">
              <a:latin typeface="Arial" charset="0"/>
              <a:ea typeface="黑体" pitchFamily="2" charset="-122"/>
            </a:endParaRPr>
          </a:p>
          <a:p>
            <a:pPr eaLnBrk="1" hangingPunct="1"/>
            <a:r>
              <a:rPr lang="zh-CN" altLang="en-US" sz="2800" b="1" dirty="0" smtClean="0">
                <a:latin typeface="Arial" charset="0"/>
                <a:ea typeface="黑体" pitchFamily="2" charset="-122"/>
              </a:rPr>
              <a:t>器</a:t>
            </a:r>
            <a:r>
              <a:rPr lang="zh-CN" altLang="en-US" sz="2800" b="1" dirty="0">
                <a:latin typeface="Arial" charset="0"/>
                <a:ea typeface="黑体" pitchFamily="2" charset="-122"/>
              </a:rPr>
              <a:t>，用来产生 </a:t>
            </a:r>
            <a:r>
              <a:rPr lang="en-US" altLang="zh-CN" sz="2800" b="1" dirty="0">
                <a:latin typeface="Arial" charset="0"/>
                <a:ea typeface="黑体" pitchFamily="2" charset="-122"/>
              </a:rPr>
              <a:t>IP </a:t>
            </a:r>
            <a:r>
              <a:rPr lang="zh-CN" altLang="en-US" sz="2800" b="1" dirty="0">
                <a:latin typeface="Arial" charset="0"/>
                <a:ea typeface="黑体" pitchFamily="2" charset="-122"/>
              </a:rPr>
              <a:t>数据报的标识。 </a:t>
            </a:r>
          </a:p>
          <a:p>
            <a:pPr eaLnBrk="1" hangingPunct="1"/>
            <a:endParaRPr lang="en-US" altLang="zh-CN" sz="2800" b="1" dirty="0">
              <a:latin typeface="Arial" charset="0"/>
              <a:ea typeface="黑体" pitchFamily="2" charset="-122"/>
            </a:endParaRPr>
          </a:p>
        </p:txBody>
      </p:sp>
    </p:spTree>
    <p:extLst>
      <p:ext uri="{BB962C8B-B14F-4D97-AF65-F5344CB8AC3E}">
        <p14:creationId xmlns:p14="http://schemas.microsoft.com/office/powerpoint/2010/main" val="104094439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5"/>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2000" fill="hold" grpId="1" nodeType="afterEffect">
                                  <p:stCondLst>
                                    <p:cond delay="500"/>
                                  </p:stCondLst>
                                  <p:childTnLst>
                                    <p:anim calcmode="discrete" valueType="str">
                                      <p:cBhvr>
                                        <p:cTn id="9" dur="1000" fill="hold"/>
                                        <p:tgtEl>
                                          <p:spTgt spid="6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65" grpId="1"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45"/>
          <p:cNvSpPr>
            <a:spLocks noChangeArrowheads="1"/>
          </p:cNvSpPr>
          <p:nvPr/>
        </p:nvSpPr>
        <p:spPr bwMode="auto">
          <a:xfrm>
            <a:off x="1884363" y="2132013"/>
            <a:ext cx="439737"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lnSpc>
                <a:spcPct val="90000"/>
              </a:lnSpc>
            </a:pPr>
            <a:r>
              <a:rPr kumimoji="1" lang="zh-CN" altLang="en-US" sz="2000" b="1">
                <a:solidFill>
                  <a:srgbClr val="333399"/>
                </a:solidFill>
                <a:ea typeface="黑体" pitchFamily="2" charset="-122"/>
              </a:rPr>
              <a:t>固</a:t>
            </a:r>
          </a:p>
          <a:p>
            <a:pPr defTabSz="762000">
              <a:lnSpc>
                <a:spcPct val="90000"/>
              </a:lnSpc>
            </a:pPr>
            <a:r>
              <a:rPr kumimoji="1" lang="zh-CN" altLang="en-US" sz="2000" b="1">
                <a:solidFill>
                  <a:srgbClr val="333399"/>
                </a:solidFill>
                <a:ea typeface="黑体" pitchFamily="2" charset="-122"/>
              </a:rPr>
              <a:t>定</a:t>
            </a:r>
          </a:p>
          <a:p>
            <a:pPr defTabSz="762000">
              <a:lnSpc>
                <a:spcPct val="90000"/>
              </a:lnSpc>
            </a:pPr>
            <a:r>
              <a:rPr kumimoji="1" lang="zh-CN" altLang="en-US" sz="2000" b="1">
                <a:solidFill>
                  <a:srgbClr val="333399"/>
                </a:solidFill>
                <a:ea typeface="黑体" pitchFamily="2" charset="-122"/>
              </a:rPr>
              <a:t>部</a:t>
            </a:r>
          </a:p>
          <a:p>
            <a:pPr defTabSz="762000">
              <a:lnSpc>
                <a:spcPct val="90000"/>
              </a:lnSpc>
            </a:pPr>
            <a:r>
              <a:rPr kumimoji="1" lang="zh-CN" altLang="en-US" sz="2000" b="1">
                <a:solidFill>
                  <a:srgbClr val="333399"/>
                </a:solidFill>
                <a:ea typeface="黑体" pitchFamily="2" charset="-122"/>
              </a:rPr>
              <a:t>分</a:t>
            </a:r>
          </a:p>
        </p:txBody>
      </p:sp>
      <p:sp>
        <p:nvSpPr>
          <p:cNvPr id="117763" name="Rectangle 54"/>
          <p:cNvSpPr>
            <a:spLocks noChangeArrowheads="1"/>
          </p:cNvSpPr>
          <p:nvPr/>
        </p:nvSpPr>
        <p:spPr bwMode="auto">
          <a:xfrm>
            <a:off x="1741488" y="3787775"/>
            <a:ext cx="6953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可变</a:t>
            </a:r>
          </a:p>
          <a:p>
            <a:pPr defTabSz="762000"/>
            <a:r>
              <a:rPr kumimoji="1" lang="zh-CN" altLang="en-US" sz="2000" b="1" dirty="0">
                <a:solidFill>
                  <a:srgbClr val="333399"/>
                </a:solidFill>
                <a:ea typeface="黑体" pitchFamily="2" charset="-122"/>
              </a:rPr>
              <a:t>部分</a:t>
            </a:r>
          </a:p>
        </p:txBody>
      </p:sp>
      <p:sp>
        <p:nvSpPr>
          <p:cNvPr id="117765" name="Rectangle 8"/>
          <p:cNvSpPr>
            <a:spLocks noChangeArrowheads="1"/>
          </p:cNvSpPr>
          <p:nvPr/>
        </p:nvSpPr>
        <p:spPr bwMode="auto">
          <a:xfrm>
            <a:off x="4367213" y="1730375"/>
            <a:ext cx="1966912" cy="434975"/>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767" name="Rectangle 10"/>
          <p:cNvSpPr>
            <a:spLocks noChangeArrowheads="1"/>
          </p:cNvSpPr>
          <p:nvPr/>
        </p:nvSpPr>
        <p:spPr bwMode="auto">
          <a:xfrm>
            <a:off x="2409825" y="1720850"/>
            <a:ext cx="7864475" cy="2643188"/>
          </a:xfrm>
          <a:prstGeom prst="rect">
            <a:avLst/>
          </a:prstGeom>
          <a:solidFill>
            <a:srgbClr val="CCECFF"/>
          </a:solidFill>
          <a:ln w="254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17768" name="Rectangle 11"/>
          <p:cNvSpPr>
            <a:spLocks noChangeArrowheads="1"/>
          </p:cNvSpPr>
          <p:nvPr/>
        </p:nvSpPr>
        <p:spPr bwMode="auto">
          <a:xfrm>
            <a:off x="2424113" y="4375150"/>
            <a:ext cx="7832725" cy="681038"/>
          </a:xfrm>
          <a:prstGeom prst="rect">
            <a:avLst/>
          </a:prstGeom>
          <a:solidFill>
            <a:srgbClr val="FFFF99"/>
          </a:solidFill>
          <a:ln w="12700">
            <a:solidFill>
              <a:srgbClr val="333399"/>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17769" name="Line 12"/>
          <p:cNvSpPr>
            <a:spLocks noChangeShapeType="1"/>
          </p:cNvSpPr>
          <p:nvPr/>
        </p:nvSpPr>
        <p:spPr bwMode="auto">
          <a:xfrm>
            <a:off x="2405063" y="2171700"/>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0" name="Line 13"/>
          <p:cNvSpPr>
            <a:spLocks noChangeShapeType="1"/>
          </p:cNvSpPr>
          <p:nvPr/>
        </p:nvSpPr>
        <p:spPr bwMode="auto">
          <a:xfrm>
            <a:off x="2405063" y="261461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1" name="Line 14"/>
          <p:cNvSpPr>
            <a:spLocks noChangeShapeType="1"/>
          </p:cNvSpPr>
          <p:nvPr/>
        </p:nvSpPr>
        <p:spPr bwMode="auto">
          <a:xfrm>
            <a:off x="2405063" y="305911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2" name="Line 15"/>
          <p:cNvSpPr>
            <a:spLocks noChangeShapeType="1"/>
          </p:cNvSpPr>
          <p:nvPr/>
        </p:nvSpPr>
        <p:spPr bwMode="auto">
          <a:xfrm>
            <a:off x="2405063" y="349726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3" name="Line 16"/>
          <p:cNvSpPr>
            <a:spLocks noChangeShapeType="1"/>
          </p:cNvSpPr>
          <p:nvPr/>
        </p:nvSpPr>
        <p:spPr bwMode="auto">
          <a:xfrm>
            <a:off x="2405063" y="394176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4" name="Line 17"/>
          <p:cNvSpPr>
            <a:spLocks noChangeShapeType="1"/>
          </p:cNvSpPr>
          <p:nvPr/>
        </p:nvSpPr>
        <p:spPr bwMode="auto">
          <a:xfrm>
            <a:off x="3373438" y="1728788"/>
            <a:ext cx="0" cy="4429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5" name="Line 18"/>
          <p:cNvSpPr>
            <a:spLocks noChangeShapeType="1"/>
          </p:cNvSpPr>
          <p:nvPr/>
        </p:nvSpPr>
        <p:spPr bwMode="auto">
          <a:xfrm>
            <a:off x="4357688" y="1728788"/>
            <a:ext cx="0" cy="4429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6" name="Line 19"/>
          <p:cNvSpPr>
            <a:spLocks noChangeShapeType="1"/>
          </p:cNvSpPr>
          <p:nvPr/>
        </p:nvSpPr>
        <p:spPr bwMode="auto">
          <a:xfrm>
            <a:off x="4357688" y="2624138"/>
            <a:ext cx="0" cy="431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7" name="Line 20"/>
          <p:cNvSpPr>
            <a:spLocks noChangeShapeType="1"/>
          </p:cNvSpPr>
          <p:nvPr/>
        </p:nvSpPr>
        <p:spPr bwMode="auto">
          <a:xfrm>
            <a:off x="6330950" y="1728788"/>
            <a:ext cx="0" cy="1327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8" name="Line 21"/>
          <p:cNvSpPr>
            <a:spLocks noChangeShapeType="1"/>
          </p:cNvSpPr>
          <p:nvPr/>
        </p:nvSpPr>
        <p:spPr bwMode="auto">
          <a:xfrm flipV="1">
            <a:off x="8302625" y="3937000"/>
            <a:ext cx="0" cy="4413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9" name="Line 22"/>
          <p:cNvSpPr>
            <a:spLocks noChangeShapeType="1"/>
          </p:cNvSpPr>
          <p:nvPr/>
        </p:nvSpPr>
        <p:spPr bwMode="auto">
          <a:xfrm>
            <a:off x="7132638" y="2181225"/>
            <a:ext cx="0" cy="4333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80" name="Rectangle 23"/>
          <p:cNvSpPr>
            <a:spLocks noChangeArrowheads="1"/>
          </p:cNvSpPr>
          <p:nvPr/>
        </p:nvSpPr>
        <p:spPr bwMode="auto">
          <a:xfrm>
            <a:off x="2352675" y="1341438"/>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0</a:t>
            </a:r>
          </a:p>
        </p:txBody>
      </p:sp>
      <p:sp>
        <p:nvSpPr>
          <p:cNvPr id="117781" name="Rectangle 24"/>
          <p:cNvSpPr>
            <a:spLocks noChangeArrowheads="1"/>
          </p:cNvSpPr>
          <p:nvPr/>
        </p:nvSpPr>
        <p:spPr bwMode="auto">
          <a:xfrm>
            <a:off x="3287713" y="1341438"/>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4</a:t>
            </a:r>
          </a:p>
        </p:txBody>
      </p:sp>
      <p:sp>
        <p:nvSpPr>
          <p:cNvPr id="117782" name="Rectangle 25"/>
          <p:cNvSpPr>
            <a:spLocks noChangeArrowheads="1"/>
          </p:cNvSpPr>
          <p:nvPr/>
        </p:nvSpPr>
        <p:spPr bwMode="auto">
          <a:xfrm>
            <a:off x="4283075" y="1341438"/>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8</a:t>
            </a:r>
          </a:p>
        </p:txBody>
      </p:sp>
      <p:sp>
        <p:nvSpPr>
          <p:cNvPr id="117783" name="Rectangle 26"/>
          <p:cNvSpPr>
            <a:spLocks noChangeArrowheads="1"/>
          </p:cNvSpPr>
          <p:nvPr/>
        </p:nvSpPr>
        <p:spPr bwMode="auto">
          <a:xfrm>
            <a:off x="6234113"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16</a:t>
            </a:r>
          </a:p>
        </p:txBody>
      </p:sp>
      <p:sp>
        <p:nvSpPr>
          <p:cNvPr id="117784" name="Rectangle 27"/>
          <p:cNvSpPr>
            <a:spLocks noChangeArrowheads="1"/>
          </p:cNvSpPr>
          <p:nvPr/>
        </p:nvSpPr>
        <p:spPr bwMode="auto">
          <a:xfrm>
            <a:off x="7031038"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19</a:t>
            </a:r>
          </a:p>
        </p:txBody>
      </p:sp>
      <p:sp>
        <p:nvSpPr>
          <p:cNvPr id="117785" name="Rectangle 28"/>
          <p:cNvSpPr>
            <a:spLocks noChangeArrowheads="1"/>
          </p:cNvSpPr>
          <p:nvPr/>
        </p:nvSpPr>
        <p:spPr bwMode="auto">
          <a:xfrm>
            <a:off x="8205788"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24</a:t>
            </a:r>
          </a:p>
        </p:txBody>
      </p:sp>
      <p:sp>
        <p:nvSpPr>
          <p:cNvPr id="117786" name="Rectangle 29"/>
          <p:cNvSpPr>
            <a:spLocks noChangeArrowheads="1"/>
          </p:cNvSpPr>
          <p:nvPr/>
        </p:nvSpPr>
        <p:spPr bwMode="auto">
          <a:xfrm>
            <a:off x="9918700" y="1341438"/>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31</a:t>
            </a:r>
          </a:p>
        </p:txBody>
      </p:sp>
      <p:sp>
        <p:nvSpPr>
          <p:cNvPr id="117787" name="Rectangle 30"/>
          <p:cNvSpPr>
            <a:spLocks noChangeArrowheads="1"/>
          </p:cNvSpPr>
          <p:nvPr/>
        </p:nvSpPr>
        <p:spPr bwMode="auto">
          <a:xfrm>
            <a:off x="2501900" y="1755775"/>
            <a:ext cx="7667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版 本</a:t>
            </a:r>
          </a:p>
        </p:txBody>
      </p:sp>
      <p:sp>
        <p:nvSpPr>
          <p:cNvPr id="117788" name="Rectangle 31"/>
          <p:cNvSpPr>
            <a:spLocks noChangeArrowheads="1"/>
          </p:cNvSpPr>
          <p:nvPr/>
        </p:nvSpPr>
        <p:spPr bwMode="auto">
          <a:xfrm>
            <a:off x="6389688" y="2232025"/>
            <a:ext cx="695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标志</a:t>
            </a:r>
          </a:p>
        </p:txBody>
      </p:sp>
      <p:sp>
        <p:nvSpPr>
          <p:cNvPr id="117789" name="Rectangle 32"/>
          <p:cNvSpPr>
            <a:spLocks noChangeArrowheads="1"/>
          </p:cNvSpPr>
          <p:nvPr/>
        </p:nvSpPr>
        <p:spPr bwMode="auto">
          <a:xfrm>
            <a:off x="2698750" y="2636838"/>
            <a:ext cx="1420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生 存 时 间</a:t>
            </a:r>
          </a:p>
        </p:txBody>
      </p:sp>
      <p:sp>
        <p:nvSpPr>
          <p:cNvPr id="117790" name="Rectangle 33"/>
          <p:cNvSpPr>
            <a:spLocks noChangeArrowheads="1"/>
          </p:cNvSpPr>
          <p:nvPr/>
        </p:nvSpPr>
        <p:spPr bwMode="auto">
          <a:xfrm>
            <a:off x="4829175" y="2636838"/>
            <a:ext cx="98103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协    议</a:t>
            </a:r>
          </a:p>
        </p:txBody>
      </p:sp>
      <p:sp>
        <p:nvSpPr>
          <p:cNvPr id="117791" name="Rectangle 34"/>
          <p:cNvSpPr>
            <a:spLocks noChangeArrowheads="1"/>
          </p:cNvSpPr>
          <p:nvPr/>
        </p:nvSpPr>
        <p:spPr bwMode="auto">
          <a:xfrm>
            <a:off x="3843338" y="2232025"/>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标    识</a:t>
            </a:r>
          </a:p>
        </p:txBody>
      </p:sp>
      <p:sp>
        <p:nvSpPr>
          <p:cNvPr id="117792" name="Rectangle 35"/>
          <p:cNvSpPr>
            <a:spLocks noChangeArrowheads="1"/>
          </p:cNvSpPr>
          <p:nvPr/>
        </p:nvSpPr>
        <p:spPr bwMode="auto">
          <a:xfrm>
            <a:off x="4654550" y="1755775"/>
            <a:ext cx="1420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区 分 服 务</a:t>
            </a:r>
          </a:p>
        </p:txBody>
      </p:sp>
      <p:sp>
        <p:nvSpPr>
          <p:cNvPr id="117793" name="Rectangle 36"/>
          <p:cNvSpPr>
            <a:spLocks noChangeArrowheads="1"/>
          </p:cNvSpPr>
          <p:nvPr/>
        </p:nvSpPr>
        <p:spPr bwMode="auto">
          <a:xfrm>
            <a:off x="7780338" y="175577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总   长   度</a:t>
            </a:r>
          </a:p>
        </p:txBody>
      </p:sp>
      <p:sp>
        <p:nvSpPr>
          <p:cNvPr id="117794" name="Rectangle 37"/>
          <p:cNvSpPr>
            <a:spLocks noChangeArrowheads="1"/>
          </p:cNvSpPr>
          <p:nvPr/>
        </p:nvSpPr>
        <p:spPr bwMode="auto">
          <a:xfrm>
            <a:off x="8051800" y="223202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片   偏   移</a:t>
            </a:r>
          </a:p>
        </p:txBody>
      </p:sp>
      <p:sp>
        <p:nvSpPr>
          <p:cNvPr id="117795" name="Rectangle 38"/>
          <p:cNvSpPr>
            <a:spLocks noChangeArrowheads="1"/>
          </p:cNvSpPr>
          <p:nvPr/>
        </p:nvSpPr>
        <p:spPr bwMode="auto">
          <a:xfrm>
            <a:off x="8775700" y="3965575"/>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填    充</a:t>
            </a:r>
          </a:p>
        </p:txBody>
      </p:sp>
      <p:sp>
        <p:nvSpPr>
          <p:cNvPr id="117796" name="Rectangle 39"/>
          <p:cNvSpPr>
            <a:spLocks noChangeArrowheads="1"/>
          </p:cNvSpPr>
          <p:nvPr/>
        </p:nvSpPr>
        <p:spPr bwMode="auto">
          <a:xfrm>
            <a:off x="7199313" y="2636838"/>
            <a:ext cx="2311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首   部   检   验   和</a:t>
            </a:r>
          </a:p>
        </p:txBody>
      </p:sp>
      <p:sp>
        <p:nvSpPr>
          <p:cNvPr id="117797" name="Rectangle 40"/>
          <p:cNvSpPr>
            <a:spLocks noChangeArrowheads="1"/>
          </p:cNvSpPr>
          <p:nvPr/>
        </p:nvSpPr>
        <p:spPr bwMode="auto">
          <a:xfrm>
            <a:off x="5689600" y="309562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源   地   址</a:t>
            </a:r>
          </a:p>
        </p:txBody>
      </p:sp>
      <p:sp>
        <p:nvSpPr>
          <p:cNvPr id="117798" name="Rectangle 41"/>
          <p:cNvSpPr>
            <a:spLocks noChangeArrowheads="1"/>
          </p:cNvSpPr>
          <p:nvPr/>
        </p:nvSpPr>
        <p:spPr bwMode="auto">
          <a:xfrm>
            <a:off x="5434013" y="3536950"/>
            <a:ext cx="18430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目   的   地   址</a:t>
            </a:r>
          </a:p>
        </p:txBody>
      </p:sp>
      <p:sp>
        <p:nvSpPr>
          <p:cNvPr id="117799" name="Rectangle 42"/>
          <p:cNvSpPr>
            <a:spLocks noChangeArrowheads="1"/>
          </p:cNvSpPr>
          <p:nvPr/>
        </p:nvSpPr>
        <p:spPr bwMode="auto">
          <a:xfrm>
            <a:off x="3502025" y="3965575"/>
            <a:ext cx="41576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可   选   字   段  （长   度   可   变）</a:t>
            </a:r>
          </a:p>
        </p:txBody>
      </p:sp>
      <p:sp>
        <p:nvSpPr>
          <p:cNvPr id="117800" name="Rectangle 43"/>
          <p:cNvSpPr>
            <a:spLocks noChangeArrowheads="1"/>
          </p:cNvSpPr>
          <p:nvPr/>
        </p:nvSpPr>
        <p:spPr bwMode="auto">
          <a:xfrm>
            <a:off x="1881188" y="1327150"/>
            <a:ext cx="4397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位</a:t>
            </a:r>
          </a:p>
        </p:txBody>
      </p:sp>
      <p:sp>
        <p:nvSpPr>
          <p:cNvPr id="117801" name="Rectangle 44"/>
          <p:cNvSpPr>
            <a:spLocks noChangeArrowheads="1"/>
          </p:cNvSpPr>
          <p:nvPr/>
        </p:nvSpPr>
        <p:spPr bwMode="auto">
          <a:xfrm>
            <a:off x="3265967" y="1736725"/>
            <a:ext cx="12080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首部长度</a:t>
            </a:r>
          </a:p>
        </p:txBody>
      </p:sp>
      <p:grpSp>
        <p:nvGrpSpPr>
          <p:cNvPr id="117802" name="Group 46"/>
          <p:cNvGrpSpPr>
            <a:grpSpLocks/>
          </p:cNvGrpSpPr>
          <p:nvPr/>
        </p:nvGrpSpPr>
        <p:grpSpPr bwMode="auto">
          <a:xfrm>
            <a:off x="2343150" y="4106863"/>
            <a:ext cx="131763" cy="69850"/>
            <a:chOff x="833" y="3024"/>
            <a:chExt cx="78" cy="51"/>
          </a:xfrm>
        </p:grpSpPr>
        <p:sp>
          <p:nvSpPr>
            <p:cNvPr id="117823" name="Rectangle 47"/>
            <p:cNvSpPr>
              <a:spLocks noChangeArrowheads="1"/>
            </p:cNvSpPr>
            <p:nvPr/>
          </p:nvSpPr>
          <p:spPr bwMode="auto">
            <a:xfrm>
              <a:off x="833" y="3024"/>
              <a:ext cx="78" cy="5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824" name="Line 48"/>
            <p:cNvSpPr>
              <a:spLocks noChangeShapeType="1"/>
            </p:cNvSpPr>
            <p:nvPr/>
          </p:nvSpPr>
          <p:spPr bwMode="auto">
            <a:xfrm>
              <a:off x="839" y="3030"/>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825" name="Line 49"/>
            <p:cNvSpPr>
              <a:spLocks noChangeShapeType="1"/>
            </p:cNvSpPr>
            <p:nvPr/>
          </p:nvSpPr>
          <p:spPr bwMode="auto">
            <a:xfrm>
              <a:off x="839" y="3075"/>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grpSp>
        <p:nvGrpSpPr>
          <p:cNvPr id="117803" name="Group 50"/>
          <p:cNvGrpSpPr>
            <a:grpSpLocks/>
          </p:cNvGrpSpPr>
          <p:nvPr/>
        </p:nvGrpSpPr>
        <p:grpSpPr bwMode="auto">
          <a:xfrm>
            <a:off x="10210800" y="4116388"/>
            <a:ext cx="131763" cy="66675"/>
            <a:chOff x="5432" y="3030"/>
            <a:chExt cx="78" cy="51"/>
          </a:xfrm>
        </p:grpSpPr>
        <p:sp>
          <p:nvSpPr>
            <p:cNvPr id="117820" name="Rectangle 51"/>
            <p:cNvSpPr>
              <a:spLocks noChangeArrowheads="1"/>
            </p:cNvSpPr>
            <p:nvPr/>
          </p:nvSpPr>
          <p:spPr bwMode="auto">
            <a:xfrm>
              <a:off x="5432" y="3030"/>
              <a:ext cx="78" cy="5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821" name="Line 52"/>
            <p:cNvSpPr>
              <a:spLocks noChangeShapeType="1"/>
            </p:cNvSpPr>
            <p:nvPr/>
          </p:nvSpPr>
          <p:spPr bwMode="auto">
            <a:xfrm>
              <a:off x="5438" y="3036"/>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822" name="Line 53"/>
            <p:cNvSpPr>
              <a:spLocks noChangeShapeType="1"/>
            </p:cNvSpPr>
            <p:nvPr/>
          </p:nvSpPr>
          <p:spPr bwMode="auto">
            <a:xfrm>
              <a:off x="5438" y="3081"/>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sp>
        <p:nvSpPr>
          <p:cNvPr id="117804" name="Rectangle 75"/>
          <p:cNvSpPr>
            <a:spLocks noChangeArrowheads="1"/>
          </p:cNvSpPr>
          <p:nvPr/>
        </p:nvSpPr>
        <p:spPr bwMode="auto">
          <a:xfrm>
            <a:off x="5084763" y="4508500"/>
            <a:ext cx="29083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zh-CN" altLang="en-US" sz="2000" b="1">
                <a:solidFill>
                  <a:srgbClr val="333399"/>
                </a:solidFill>
                <a:ea typeface="黑体" pitchFamily="2" charset="-122"/>
              </a:rPr>
              <a:t>数       据       部       分</a:t>
            </a:r>
          </a:p>
        </p:txBody>
      </p:sp>
      <p:grpSp>
        <p:nvGrpSpPr>
          <p:cNvPr id="4" name="Group 94"/>
          <p:cNvGrpSpPr>
            <a:grpSpLocks/>
          </p:cNvGrpSpPr>
          <p:nvPr/>
        </p:nvGrpSpPr>
        <p:grpSpPr bwMode="auto">
          <a:xfrm>
            <a:off x="1449388" y="1700213"/>
            <a:ext cx="439737" cy="2663825"/>
            <a:chOff x="111" y="845"/>
            <a:chExt cx="277" cy="1678"/>
          </a:xfrm>
        </p:grpSpPr>
        <p:sp>
          <p:nvSpPr>
            <p:cNvPr id="117818" name="Line 89"/>
            <p:cNvSpPr>
              <a:spLocks noChangeShapeType="1"/>
            </p:cNvSpPr>
            <p:nvPr/>
          </p:nvSpPr>
          <p:spPr bwMode="auto">
            <a:xfrm>
              <a:off x="249" y="845"/>
              <a:ext cx="0" cy="1678"/>
            </a:xfrm>
            <a:prstGeom prst="line">
              <a:avLst/>
            </a:prstGeom>
            <a:noFill/>
            <a:ln w="28575">
              <a:solidFill>
                <a:schemeClr val="tx2"/>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117819" name="Rectangle 78"/>
            <p:cNvSpPr>
              <a:spLocks noChangeArrowheads="1"/>
            </p:cNvSpPr>
            <p:nvPr/>
          </p:nvSpPr>
          <p:spPr bwMode="auto">
            <a:xfrm>
              <a:off x="111" y="1389"/>
              <a:ext cx="277" cy="444"/>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首</a:t>
              </a:r>
            </a:p>
            <a:p>
              <a:pPr defTabSz="762000"/>
              <a:r>
                <a:rPr kumimoji="1" lang="zh-CN" altLang="en-US" sz="2000" b="1" dirty="0">
                  <a:solidFill>
                    <a:srgbClr val="333399"/>
                  </a:solidFill>
                  <a:ea typeface="黑体" pitchFamily="2" charset="-122"/>
                </a:rPr>
                <a:t>部</a:t>
              </a:r>
            </a:p>
          </p:txBody>
        </p:sp>
      </p:grpSp>
      <p:sp>
        <p:nvSpPr>
          <p:cNvPr id="117811" name="AutoShape 97"/>
          <p:cNvSpPr>
            <a:spLocks/>
          </p:cNvSpPr>
          <p:nvPr/>
        </p:nvSpPr>
        <p:spPr bwMode="auto">
          <a:xfrm>
            <a:off x="2222500" y="1771650"/>
            <a:ext cx="166688" cy="2160588"/>
          </a:xfrm>
          <a:prstGeom prst="leftBrace">
            <a:avLst>
              <a:gd name="adj1" fmla="val 108016"/>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66" name="Rectangle 2">
            <a:extLst>
              <a:ext uri="{FF2B5EF4-FFF2-40B4-BE49-F238E27FC236}"/>
            </a:extLst>
          </p:cNvPr>
          <p:cNvSpPr txBox="1">
            <a:spLocks noChangeArrowheads="1"/>
          </p:cNvSpPr>
          <p:nvPr/>
        </p:nvSpPr>
        <p:spPr>
          <a:xfrm>
            <a:off x="609600" y="274638"/>
            <a:ext cx="10972800" cy="817562"/>
          </a:xfrm>
          <a:prstGeom prst="rect">
            <a:avLst/>
          </a:prstGeom>
        </p:spPr>
        <p:txBody>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pPr eaLnBrk="1" hangingPunct="1">
              <a:defRPr/>
            </a:pPr>
            <a:r>
              <a:rPr lang="en-US" altLang="zh-CN" kern="0" dirty="0"/>
              <a:t>IP </a:t>
            </a:r>
            <a:r>
              <a:rPr lang="zh-CN" altLang="en-US" kern="0" dirty="0"/>
              <a:t>数据报首部的固定部分中的各字段 </a:t>
            </a:r>
          </a:p>
        </p:txBody>
      </p:sp>
      <p:sp>
        <p:nvSpPr>
          <p:cNvPr id="65" name="Rectangle 89"/>
          <p:cNvSpPr>
            <a:spLocks noChangeArrowheads="1"/>
          </p:cNvSpPr>
          <p:nvPr/>
        </p:nvSpPr>
        <p:spPr bwMode="auto">
          <a:xfrm>
            <a:off x="6348833" y="2132856"/>
            <a:ext cx="783805" cy="503237"/>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67" name="Text Box 85"/>
          <p:cNvSpPr txBox="1">
            <a:spLocks noChangeArrowheads="1"/>
          </p:cNvSpPr>
          <p:nvPr/>
        </p:nvSpPr>
        <p:spPr bwMode="auto">
          <a:xfrm>
            <a:off x="2423592" y="5157192"/>
            <a:ext cx="820449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zh-CN" altLang="en-US" sz="2400" b="1" dirty="0">
                <a:latin typeface="Arial" charset="0"/>
                <a:ea typeface="黑体" pitchFamily="2" charset="-122"/>
              </a:rPr>
              <a:t>标志</a:t>
            </a:r>
            <a:r>
              <a:rPr lang="en-US" altLang="zh-CN" sz="2400" b="1" dirty="0">
                <a:latin typeface="Arial" charset="0"/>
                <a:ea typeface="黑体" pitchFamily="2" charset="-122"/>
              </a:rPr>
              <a:t>(flag)——</a:t>
            </a:r>
            <a:r>
              <a:rPr lang="zh-CN" altLang="en-US" sz="2400" b="1" dirty="0">
                <a:latin typeface="Arial" charset="0"/>
                <a:ea typeface="黑体" pitchFamily="2" charset="-122"/>
              </a:rPr>
              <a:t>占 </a:t>
            </a:r>
            <a:r>
              <a:rPr lang="en-US" altLang="zh-CN" sz="2400" b="1" dirty="0">
                <a:latin typeface="Arial" charset="0"/>
                <a:ea typeface="黑体" pitchFamily="2" charset="-122"/>
              </a:rPr>
              <a:t>3 </a:t>
            </a:r>
            <a:r>
              <a:rPr lang="zh-CN" altLang="en-US" sz="2400" b="1" dirty="0">
                <a:latin typeface="Arial" charset="0"/>
                <a:ea typeface="黑体" pitchFamily="2" charset="-122"/>
              </a:rPr>
              <a:t>位，目前只有两位有意义。</a:t>
            </a:r>
            <a:r>
              <a:rPr lang="zh-CN" altLang="en-US" sz="2400" b="1" dirty="0" smtClean="0">
                <a:latin typeface="Arial" charset="0"/>
                <a:ea typeface="黑体" pitchFamily="2" charset="-122"/>
              </a:rPr>
              <a:t>标志</a:t>
            </a:r>
            <a:r>
              <a:rPr lang="zh-CN" altLang="en-US" sz="2400" b="1" dirty="0">
                <a:latin typeface="Arial" charset="0"/>
                <a:ea typeface="黑体" pitchFamily="2" charset="-122"/>
              </a:rPr>
              <a:t>字段</a:t>
            </a:r>
            <a:r>
              <a:rPr lang="zh-CN" altLang="en-US" sz="2400" b="1" dirty="0" smtClean="0">
                <a:latin typeface="Arial" charset="0"/>
                <a:ea typeface="黑体" pitchFamily="2" charset="-122"/>
              </a:rPr>
              <a:t>的</a:t>
            </a:r>
            <a:endParaRPr lang="en-US" altLang="zh-CN" sz="2400" b="1" dirty="0" smtClean="0">
              <a:latin typeface="Arial" charset="0"/>
              <a:ea typeface="黑体" pitchFamily="2" charset="-122"/>
            </a:endParaRPr>
          </a:p>
          <a:p>
            <a:pPr eaLnBrk="1" hangingPunct="1"/>
            <a:r>
              <a:rPr lang="zh-CN" altLang="en-US" sz="2400" b="1" dirty="0" smtClean="0">
                <a:latin typeface="Arial" charset="0"/>
                <a:ea typeface="黑体" pitchFamily="2" charset="-122"/>
              </a:rPr>
              <a:t>最低位</a:t>
            </a:r>
            <a:r>
              <a:rPr lang="zh-CN" altLang="en-US" sz="2400" b="1" dirty="0">
                <a:latin typeface="Arial" charset="0"/>
                <a:ea typeface="黑体" pitchFamily="2" charset="-122"/>
              </a:rPr>
              <a:t>是 </a:t>
            </a:r>
            <a:r>
              <a:rPr lang="en-US" altLang="zh-CN" sz="2400" b="1" dirty="0">
                <a:solidFill>
                  <a:srgbClr val="FF0000"/>
                </a:solidFill>
                <a:latin typeface="Arial" charset="0"/>
                <a:ea typeface="黑体" pitchFamily="2" charset="-122"/>
              </a:rPr>
              <a:t>MF</a:t>
            </a:r>
            <a:r>
              <a:rPr lang="en-US" altLang="zh-CN" sz="2400" b="1" dirty="0">
                <a:latin typeface="Arial" charset="0"/>
                <a:ea typeface="黑体" pitchFamily="2" charset="-122"/>
              </a:rPr>
              <a:t> (More Fragment)</a:t>
            </a:r>
            <a:r>
              <a:rPr lang="zh-CN" altLang="en-US" sz="2400" b="1" dirty="0">
                <a:latin typeface="Arial" charset="0"/>
                <a:ea typeface="黑体" pitchFamily="2" charset="-122"/>
              </a:rPr>
              <a:t>。</a:t>
            </a:r>
            <a:r>
              <a:rPr lang="en-US" altLang="zh-CN" sz="2400" b="1" dirty="0">
                <a:latin typeface="Arial" charset="0"/>
                <a:ea typeface="黑体" pitchFamily="2" charset="-122"/>
              </a:rPr>
              <a:t>MF </a:t>
            </a:r>
            <a:r>
              <a:rPr lang="en-US" altLang="zh-CN" sz="2400" b="1" dirty="0">
                <a:latin typeface="Arial" charset="0"/>
                <a:ea typeface="黑体" pitchFamily="2" charset="-122"/>
                <a:sym typeface="Symbol" pitchFamily="18" charset="2"/>
              </a:rPr>
              <a:t></a:t>
            </a:r>
            <a:r>
              <a:rPr lang="en-US" altLang="zh-CN" sz="2400" b="1" dirty="0">
                <a:latin typeface="Arial" charset="0"/>
                <a:ea typeface="黑体" pitchFamily="2" charset="-122"/>
              </a:rPr>
              <a:t> 1 </a:t>
            </a:r>
            <a:r>
              <a:rPr lang="zh-CN" altLang="en-US" sz="2400" b="1" dirty="0" smtClean="0">
                <a:latin typeface="Arial" charset="0"/>
                <a:ea typeface="黑体" pitchFamily="2" charset="-122"/>
              </a:rPr>
              <a:t>表示</a:t>
            </a:r>
            <a:r>
              <a:rPr lang="zh-CN" altLang="en-US" sz="2400" b="1" dirty="0">
                <a:latin typeface="Arial" charset="0"/>
                <a:ea typeface="黑体" pitchFamily="2" charset="-122"/>
              </a:rPr>
              <a:t>后面</a:t>
            </a:r>
            <a:r>
              <a:rPr lang="zh-CN" altLang="en-US" sz="2400" b="1" dirty="0" smtClean="0">
                <a:latin typeface="Arial" charset="0"/>
                <a:ea typeface="黑体" pitchFamily="2" charset="-122"/>
              </a:rPr>
              <a:t>“还有</a:t>
            </a:r>
            <a:endParaRPr lang="en-US" altLang="zh-CN" sz="2400" b="1" dirty="0" smtClean="0">
              <a:latin typeface="Arial" charset="0"/>
              <a:ea typeface="黑体" pitchFamily="2" charset="-122"/>
            </a:endParaRPr>
          </a:p>
          <a:p>
            <a:pPr eaLnBrk="1" hangingPunct="1"/>
            <a:r>
              <a:rPr lang="zh-CN" altLang="en-US" sz="2400" b="1" dirty="0" smtClean="0">
                <a:latin typeface="Arial" charset="0"/>
                <a:ea typeface="黑体" pitchFamily="2" charset="-122"/>
              </a:rPr>
              <a:t>分片”</a:t>
            </a:r>
            <a:r>
              <a:rPr lang="zh-CN" altLang="en-US" sz="2400" b="1" dirty="0">
                <a:latin typeface="Arial" charset="0"/>
                <a:ea typeface="黑体" pitchFamily="2" charset="-122"/>
              </a:rPr>
              <a:t>；</a:t>
            </a:r>
            <a:r>
              <a:rPr lang="en-US" altLang="zh-CN" sz="2400" b="1" dirty="0">
                <a:latin typeface="Arial" charset="0"/>
                <a:ea typeface="黑体" pitchFamily="2" charset="-122"/>
              </a:rPr>
              <a:t>MF </a:t>
            </a:r>
            <a:r>
              <a:rPr lang="en-US" altLang="zh-CN" sz="2400" b="1" dirty="0">
                <a:latin typeface="Arial" charset="0"/>
                <a:ea typeface="黑体" pitchFamily="2" charset="-122"/>
                <a:sym typeface="Symbol" pitchFamily="18" charset="2"/>
              </a:rPr>
              <a:t></a:t>
            </a:r>
            <a:r>
              <a:rPr lang="en-US" altLang="zh-CN" sz="2400" b="1" dirty="0">
                <a:latin typeface="Arial" charset="0"/>
                <a:ea typeface="黑体" pitchFamily="2" charset="-122"/>
              </a:rPr>
              <a:t> 0 </a:t>
            </a:r>
            <a:r>
              <a:rPr lang="zh-CN" altLang="en-US" sz="2400" b="1" dirty="0">
                <a:latin typeface="Arial" charset="0"/>
                <a:ea typeface="黑体" pitchFamily="2" charset="-122"/>
              </a:rPr>
              <a:t>表示最后一个</a:t>
            </a:r>
            <a:r>
              <a:rPr lang="zh-CN" altLang="en-US" sz="2400" b="1" dirty="0" smtClean="0">
                <a:latin typeface="Arial" charset="0"/>
                <a:ea typeface="黑体" pitchFamily="2" charset="-122"/>
              </a:rPr>
              <a:t>分片</a:t>
            </a:r>
            <a:r>
              <a:rPr lang="zh-CN" altLang="en-US" sz="2400" b="1" dirty="0">
                <a:latin typeface="Arial" charset="0"/>
                <a:ea typeface="黑体" pitchFamily="2" charset="-122"/>
              </a:rPr>
              <a:t>。标志字段中间的一</a:t>
            </a:r>
            <a:r>
              <a:rPr lang="zh-CN" altLang="en-US" sz="2400" b="1" dirty="0" smtClean="0">
                <a:latin typeface="Arial" charset="0"/>
                <a:ea typeface="黑体" pitchFamily="2" charset="-122"/>
              </a:rPr>
              <a:t>位</a:t>
            </a:r>
            <a:endParaRPr lang="en-US" altLang="zh-CN" sz="2400" b="1" dirty="0" smtClean="0">
              <a:latin typeface="Arial" charset="0"/>
              <a:ea typeface="黑体" pitchFamily="2" charset="-122"/>
            </a:endParaRPr>
          </a:p>
          <a:p>
            <a:pPr eaLnBrk="1" hangingPunct="1"/>
            <a:r>
              <a:rPr lang="zh-CN" altLang="en-US" sz="2400" b="1" dirty="0" smtClean="0">
                <a:latin typeface="Arial" charset="0"/>
                <a:ea typeface="黑体" pitchFamily="2" charset="-122"/>
              </a:rPr>
              <a:t>是 </a:t>
            </a:r>
            <a:r>
              <a:rPr lang="en-US" altLang="zh-CN" sz="2400" b="1" dirty="0">
                <a:solidFill>
                  <a:srgbClr val="FF0000"/>
                </a:solidFill>
                <a:latin typeface="Arial" charset="0"/>
                <a:ea typeface="黑体" pitchFamily="2" charset="-122"/>
              </a:rPr>
              <a:t>DF</a:t>
            </a:r>
            <a:r>
              <a:rPr lang="en-US" altLang="zh-CN" sz="2400" b="1" dirty="0">
                <a:latin typeface="Arial" charset="0"/>
                <a:ea typeface="黑体" pitchFamily="2" charset="-122"/>
              </a:rPr>
              <a:t> (Don</a:t>
            </a:r>
            <a:r>
              <a:rPr lang="en-US" altLang="zh-CN" sz="2400" b="1" dirty="0">
                <a:latin typeface="Arial" charset="0"/>
                <a:ea typeface="黑体" pitchFamily="2" charset="-122"/>
                <a:cs typeface="Arial" charset="0"/>
              </a:rPr>
              <a:t>'</a:t>
            </a:r>
            <a:r>
              <a:rPr lang="en-US" altLang="zh-CN" sz="2400" b="1" dirty="0">
                <a:latin typeface="Arial" charset="0"/>
                <a:ea typeface="黑体" pitchFamily="2" charset="-122"/>
              </a:rPr>
              <a:t>t Fragment) </a:t>
            </a:r>
            <a:r>
              <a:rPr lang="zh-CN" altLang="en-US" sz="2400" b="1" dirty="0">
                <a:latin typeface="Arial" charset="0"/>
                <a:ea typeface="黑体" pitchFamily="2" charset="-122"/>
              </a:rPr>
              <a:t>。只有当 </a:t>
            </a:r>
            <a:r>
              <a:rPr lang="en-US" altLang="zh-CN" sz="2400" b="1" dirty="0">
                <a:latin typeface="Arial" charset="0"/>
                <a:ea typeface="黑体" pitchFamily="2" charset="-122"/>
              </a:rPr>
              <a:t>DF </a:t>
            </a:r>
            <a:r>
              <a:rPr lang="en-US" altLang="zh-CN" sz="2400" b="1" dirty="0">
                <a:latin typeface="Arial" charset="0"/>
                <a:ea typeface="黑体" pitchFamily="2" charset="-122"/>
                <a:sym typeface="Symbol" pitchFamily="18" charset="2"/>
              </a:rPr>
              <a:t></a:t>
            </a:r>
            <a:r>
              <a:rPr lang="en-US" altLang="zh-CN" sz="2400" b="1" dirty="0">
                <a:latin typeface="Arial" charset="0"/>
                <a:ea typeface="黑体" pitchFamily="2" charset="-122"/>
              </a:rPr>
              <a:t> 0 </a:t>
            </a:r>
            <a:r>
              <a:rPr lang="zh-CN" altLang="en-US" sz="2400" b="1" dirty="0">
                <a:latin typeface="Arial" charset="0"/>
                <a:ea typeface="黑体" pitchFamily="2" charset="-122"/>
              </a:rPr>
              <a:t>时才允许分片。 </a:t>
            </a:r>
          </a:p>
        </p:txBody>
      </p:sp>
    </p:spTree>
    <p:extLst>
      <p:ext uri="{BB962C8B-B14F-4D97-AF65-F5344CB8AC3E}">
        <p14:creationId xmlns:p14="http://schemas.microsoft.com/office/powerpoint/2010/main" val="141233414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5"/>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2000" fill="hold" grpId="1" nodeType="afterEffect">
                                  <p:stCondLst>
                                    <p:cond delay="500"/>
                                  </p:stCondLst>
                                  <p:childTnLst>
                                    <p:anim calcmode="discrete" valueType="str">
                                      <p:cBhvr>
                                        <p:cTn id="9" dur="1000" fill="hold"/>
                                        <p:tgtEl>
                                          <p:spTgt spid="6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65" grpId="1"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45"/>
          <p:cNvSpPr>
            <a:spLocks noChangeArrowheads="1"/>
          </p:cNvSpPr>
          <p:nvPr/>
        </p:nvSpPr>
        <p:spPr bwMode="auto">
          <a:xfrm>
            <a:off x="1884363" y="2132013"/>
            <a:ext cx="439737"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lnSpc>
                <a:spcPct val="90000"/>
              </a:lnSpc>
            </a:pPr>
            <a:r>
              <a:rPr kumimoji="1" lang="zh-CN" altLang="en-US" sz="2000" b="1">
                <a:solidFill>
                  <a:srgbClr val="333399"/>
                </a:solidFill>
                <a:ea typeface="黑体" pitchFamily="2" charset="-122"/>
              </a:rPr>
              <a:t>固</a:t>
            </a:r>
          </a:p>
          <a:p>
            <a:pPr defTabSz="762000">
              <a:lnSpc>
                <a:spcPct val="90000"/>
              </a:lnSpc>
            </a:pPr>
            <a:r>
              <a:rPr kumimoji="1" lang="zh-CN" altLang="en-US" sz="2000" b="1">
                <a:solidFill>
                  <a:srgbClr val="333399"/>
                </a:solidFill>
                <a:ea typeface="黑体" pitchFamily="2" charset="-122"/>
              </a:rPr>
              <a:t>定</a:t>
            </a:r>
          </a:p>
          <a:p>
            <a:pPr defTabSz="762000">
              <a:lnSpc>
                <a:spcPct val="90000"/>
              </a:lnSpc>
            </a:pPr>
            <a:r>
              <a:rPr kumimoji="1" lang="zh-CN" altLang="en-US" sz="2000" b="1">
                <a:solidFill>
                  <a:srgbClr val="333399"/>
                </a:solidFill>
                <a:ea typeface="黑体" pitchFamily="2" charset="-122"/>
              </a:rPr>
              <a:t>部</a:t>
            </a:r>
          </a:p>
          <a:p>
            <a:pPr defTabSz="762000">
              <a:lnSpc>
                <a:spcPct val="90000"/>
              </a:lnSpc>
            </a:pPr>
            <a:r>
              <a:rPr kumimoji="1" lang="zh-CN" altLang="en-US" sz="2000" b="1">
                <a:solidFill>
                  <a:srgbClr val="333399"/>
                </a:solidFill>
                <a:ea typeface="黑体" pitchFamily="2" charset="-122"/>
              </a:rPr>
              <a:t>分</a:t>
            </a:r>
          </a:p>
        </p:txBody>
      </p:sp>
      <p:sp>
        <p:nvSpPr>
          <p:cNvPr id="117763" name="Rectangle 54"/>
          <p:cNvSpPr>
            <a:spLocks noChangeArrowheads="1"/>
          </p:cNvSpPr>
          <p:nvPr/>
        </p:nvSpPr>
        <p:spPr bwMode="auto">
          <a:xfrm>
            <a:off x="1741488" y="3787775"/>
            <a:ext cx="6953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可变</a:t>
            </a:r>
          </a:p>
          <a:p>
            <a:pPr defTabSz="762000"/>
            <a:r>
              <a:rPr kumimoji="1" lang="zh-CN" altLang="en-US" sz="2000" b="1" dirty="0">
                <a:solidFill>
                  <a:srgbClr val="333399"/>
                </a:solidFill>
                <a:ea typeface="黑体" pitchFamily="2" charset="-122"/>
              </a:rPr>
              <a:t>部分</a:t>
            </a:r>
          </a:p>
        </p:txBody>
      </p:sp>
      <p:sp>
        <p:nvSpPr>
          <p:cNvPr id="117765" name="Rectangle 8"/>
          <p:cNvSpPr>
            <a:spLocks noChangeArrowheads="1"/>
          </p:cNvSpPr>
          <p:nvPr/>
        </p:nvSpPr>
        <p:spPr bwMode="auto">
          <a:xfrm>
            <a:off x="4367213" y="1730375"/>
            <a:ext cx="1966912" cy="434975"/>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767" name="Rectangle 10"/>
          <p:cNvSpPr>
            <a:spLocks noChangeArrowheads="1"/>
          </p:cNvSpPr>
          <p:nvPr/>
        </p:nvSpPr>
        <p:spPr bwMode="auto">
          <a:xfrm>
            <a:off x="2409825" y="1720850"/>
            <a:ext cx="7864475" cy="2643188"/>
          </a:xfrm>
          <a:prstGeom prst="rect">
            <a:avLst/>
          </a:prstGeom>
          <a:solidFill>
            <a:srgbClr val="CCECFF"/>
          </a:solidFill>
          <a:ln w="254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17768" name="Rectangle 11"/>
          <p:cNvSpPr>
            <a:spLocks noChangeArrowheads="1"/>
          </p:cNvSpPr>
          <p:nvPr/>
        </p:nvSpPr>
        <p:spPr bwMode="auto">
          <a:xfrm>
            <a:off x="2424113" y="4375150"/>
            <a:ext cx="7832725" cy="681038"/>
          </a:xfrm>
          <a:prstGeom prst="rect">
            <a:avLst/>
          </a:prstGeom>
          <a:solidFill>
            <a:srgbClr val="FFFF99"/>
          </a:solidFill>
          <a:ln w="12700">
            <a:solidFill>
              <a:srgbClr val="333399"/>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17769" name="Line 12"/>
          <p:cNvSpPr>
            <a:spLocks noChangeShapeType="1"/>
          </p:cNvSpPr>
          <p:nvPr/>
        </p:nvSpPr>
        <p:spPr bwMode="auto">
          <a:xfrm>
            <a:off x="2405063" y="2171700"/>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0" name="Line 13"/>
          <p:cNvSpPr>
            <a:spLocks noChangeShapeType="1"/>
          </p:cNvSpPr>
          <p:nvPr/>
        </p:nvSpPr>
        <p:spPr bwMode="auto">
          <a:xfrm>
            <a:off x="2405063" y="261461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1" name="Line 14"/>
          <p:cNvSpPr>
            <a:spLocks noChangeShapeType="1"/>
          </p:cNvSpPr>
          <p:nvPr/>
        </p:nvSpPr>
        <p:spPr bwMode="auto">
          <a:xfrm>
            <a:off x="2405063" y="305911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2" name="Line 15"/>
          <p:cNvSpPr>
            <a:spLocks noChangeShapeType="1"/>
          </p:cNvSpPr>
          <p:nvPr/>
        </p:nvSpPr>
        <p:spPr bwMode="auto">
          <a:xfrm>
            <a:off x="2405063" y="349726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3" name="Line 16"/>
          <p:cNvSpPr>
            <a:spLocks noChangeShapeType="1"/>
          </p:cNvSpPr>
          <p:nvPr/>
        </p:nvSpPr>
        <p:spPr bwMode="auto">
          <a:xfrm>
            <a:off x="2405063" y="394176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4" name="Line 17"/>
          <p:cNvSpPr>
            <a:spLocks noChangeShapeType="1"/>
          </p:cNvSpPr>
          <p:nvPr/>
        </p:nvSpPr>
        <p:spPr bwMode="auto">
          <a:xfrm>
            <a:off x="3373438" y="1728788"/>
            <a:ext cx="0" cy="4429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5" name="Line 18"/>
          <p:cNvSpPr>
            <a:spLocks noChangeShapeType="1"/>
          </p:cNvSpPr>
          <p:nvPr/>
        </p:nvSpPr>
        <p:spPr bwMode="auto">
          <a:xfrm>
            <a:off x="4357688" y="1728788"/>
            <a:ext cx="0" cy="4429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6" name="Line 19"/>
          <p:cNvSpPr>
            <a:spLocks noChangeShapeType="1"/>
          </p:cNvSpPr>
          <p:nvPr/>
        </p:nvSpPr>
        <p:spPr bwMode="auto">
          <a:xfrm>
            <a:off x="4357688" y="2624138"/>
            <a:ext cx="0" cy="431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7" name="Line 20"/>
          <p:cNvSpPr>
            <a:spLocks noChangeShapeType="1"/>
          </p:cNvSpPr>
          <p:nvPr/>
        </p:nvSpPr>
        <p:spPr bwMode="auto">
          <a:xfrm>
            <a:off x="6330950" y="1728788"/>
            <a:ext cx="0" cy="1327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8" name="Line 21"/>
          <p:cNvSpPr>
            <a:spLocks noChangeShapeType="1"/>
          </p:cNvSpPr>
          <p:nvPr/>
        </p:nvSpPr>
        <p:spPr bwMode="auto">
          <a:xfrm flipV="1">
            <a:off x="8302625" y="3937000"/>
            <a:ext cx="0" cy="4413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9" name="Line 22"/>
          <p:cNvSpPr>
            <a:spLocks noChangeShapeType="1"/>
          </p:cNvSpPr>
          <p:nvPr/>
        </p:nvSpPr>
        <p:spPr bwMode="auto">
          <a:xfrm>
            <a:off x="7132638" y="2181225"/>
            <a:ext cx="0" cy="4333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80" name="Rectangle 23"/>
          <p:cNvSpPr>
            <a:spLocks noChangeArrowheads="1"/>
          </p:cNvSpPr>
          <p:nvPr/>
        </p:nvSpPr>
        <p:spPr bwMode="auto">
          <a:xfrm>
            <a:off x="2352675" y="1341438"/>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0</a:t>
            </a:r>
          </a:p>
        </p:txBody>
      </p:sp>
      <p:sp>
        <p:nvSpPr>
          <p:cNvPr id="117781" name="Rectangle 24"/>
          <p:cNvSpPr>
            <a:spLocks noChangeArrowheads="1"/>
          </p:cNvSpPr>
          <p:nvPr/>
        </p:nvSpPr>
        <p:spPr bwMode="auto">
          <a:xfrm>
            <a:off x="3287713" y="1341438"/>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4</a:t>
            </a:r>
          </a:p>
        </p:txBody>
      </p:sp>
      <p:sp>
        <p:nvSpPr>
          <p:cNvPr id="117782" name="Rectangle 25"/>
          <p:cNvSpPr>
            <a:spLocks noChangeArrowheads="1"/>
          </p:cNvSpPr>
          <p:nvPr/>
        </p:nvSpPr>
        <p:spPr bwMode="auto">
          <a:xfrm>
            <a:off x="4283075" y="1341438"/>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8</a:t>
            </a:r>
          </a:p>
        </p:txBody>
      </p:sp>
      <p:sp>
        <p:nvSpPr>
          <p:cNvPr id="117783" name="Rectangle 26"/>
          <p:cNvSpPr>
            <a:spLocks noChangeArrowheads="1"/>
          </p:cNvSpPr>
          <p:nvPr/>
        </p:nvSpPr>
        <p:spPr bwMode="auto">
          <a:xfrm>
            <a:off x="6234113"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16</a:t>
            </a:r>
          </a:p>
        </p:txBody>
      </p:sp>
      <p:sp>
        <p:nvSpPr>
          <p:cNvPr id="117784" name="Rectangle 27"/>
          <p:cNvSpPr>
            <a:spLocks noChangeArrowheads="1"/>
          </p:cNvSpPr>
          <p:nvPr/>
        </p:nvSpPr>
        <p:spPr bwMode="auto">
          <a:xfrm>
            <a:off x="7031038"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19</a:t>
            </a:r>
          </a:p>
        </p:txBody>
      </p:sp>
      <p:sp>
        <p:nvSpPr>
          <p:cNvPr id="117785" name="Rectangle 28"/>
          <p:cNvSpPr>
            <a:spLocks noChangeArrowheads="1"/>
          </p:cNvSpPr>
          <p:nvPr/>
        </p:nvSpPr>
        <p:spPr bwMode="auto">
          <a:xfrm>
            <a:off x="8205788"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24</a:t>
            </a:r>
          </a:p>
        </p:txBody>
      </p:sp>
      <p:sp>
        <p:nvSpPr>
          <p:cNvPr id="117786" name="Rectangle 29"/>
          <p:cNvSpPr>
            <a:spLocks noChangeArrowheads="1"/>
          </p:cNvSpPr>
          <p:nvPr/>
        </p:nvSpPr>
        <p:spPr bwMode="auto">
          <a:xfrm>
            <a:off x="9918700" y="1341438"/>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31</a:t>
            </a:r>
          </a:p>
        </p:txBody>
      </p:sp>
      <p:sp>
        <p:nvSpPr>
          <p:cNvPr id="117787" name="Rectangle 30"/>
          <p:cNvSpPr>
            <a:spLocks noChangeArrowheads="1"/>
          </p:cNvSpPr>
          <p:nvPr/>
        </p:nvSpPr>
        <p:spPr bwMode="auto">
          <a:xfrm>
            <a:off x="2501900" y="1755775"/>
            <a:ext cx="7667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版 本</a:t>
            </a:r>
          </a:p>
        </p:txBody>
      </p:sp>
      <p:sp>
        <p:nvSpPr>
          <p:cNvPr id="117788" name="Rectangle 31"/>
          <p:cNvSpPr>
            <a:spLocks noChangeArrowheads="1"/>
          </p:cNvSpPr>
          <p:nvPr/>
        </p:nvSpPr>
        <p:spPr bwMode="auto">
          <a:xfrm>
            <a:off x="6389688" y="2232025"/>
            <a:ext cx="695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标志</a:t>
            </a:r>
          </a:p>
        </p:txBody>
      </p:sp>
      <p:sp>
        <p:nvSpPr>
          <p:cNvPr id="117789" name="Rectangle 32"/>
          <p:cNvSpPr>
            <a:spLocks noChangeArrowheads="1"/>
          </p:cNvSpPr>
          <p:nvPr/>
        </p:nvSpPr>
        <p:spPr bwMode="auto">
          <a:xfrm>
            <a:off x="2698750" y="2636838"/>
            <a:ext cx="1420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生 存 时 间</a:t>
            </a:r>
          </a:p>
        </p:txBody>
      </p:sp>
      <p:sp>
        <p:nvSpPr>
          <p:cNvPr id="117790" name="Rectangle 33"/>
          <p:cNvSpPr>
            <a:spLocks noChangeArrowheads="1"/>
          </p:cNvSpPr>
          <p:nvPr/>
        </p:nvSpPr>
        <p:spPr bwMode="auto">
          <a:xfrm>
            <a:off x="4829175" y="2636838"/>
            <a:ext cx="98103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协    议</a:t>
            </a:r>
          </a:p>
        </p:txBody>
      </p:sp>
      <p:sp>
        <p:nvSpPr>
          <p:cNvPr id="117791" name="Rectangle 34"/>
          <p:cNvSpPr>
            <a:spLocks noChangeArrowheads="1"/>
          </p:cNvSpPr>
          <p:nvPr/>
        </p:nvSpPr>
        <p:spPr bwMode="auto">
          <a:xfrm>
            <a:off x="3843338" y="2232025"/>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标    识</a:t>
            </a:r>
          </a:p>
        </p:txBody>
      </p:sp>
      <p:sp>
        <p:nvSpPr>
          <p:cNvPr id="117792" name="Rectangle 35"/>
          <p:cNvSpPr>
            <a:spLocks noChangeArrowheads="1"/>
          </p:cNvSpPr>
          <p:nvPr/>
        </p:nvSpPr>
        <p:spPr bwMode="auto">
          <a:xfrm>
            <a:off x="4654550" y="1755775"/>
            <a:ext cx="1420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区 分 服 务</a:t>
            </a:r>
          </a:p>
        </p:txBody>
      </p:sp>
      <p:sp>
        <p:nvSpPr>
          <p:cNvPr id="117793" name="Rectangle 36"/>
          <p:cNvSpPr>
            <a:spLocks noChangeArrowheads="1"/>
          </p:cNvSpPr>
          <p:nvPr/>
        </p:nvSpPr>
        <p:spPr bwMode="auto">
          <a:xfrm>
            <a:off x="7780338" y="175577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总   长   度</a:t>
            </a:r>
          </a:p>
        </p:txBody>
      </p:sp>
      <p:sp>
        <p:nvSpPr>
          <p:cNvPr id="117794" name="Rectangle 37"/>
          <p:cNvSpPr>
            <a:spLocks noChangeArrowheads="1"/>
          </p:cNvSpPr>
          <p:nvPr/>
        </p:nvSpPr>
        <p:spPr bwMode="auto">
          <a:xfrm>
            <a:off x="8051800" y="223202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片   偏   移</a:t>
            </a:r>
          </a:p>
        </p:txBody>
      </p:sp>
      <p:sp>
        <p:nvSpPr>
          <p:cNvPr id="117795" name="Rectangle 38"/>
          <p:cNvSpPr>
            <a:spLocks noChangeArrowheads="1"/>
          </p:cNvSpPr>
          <p:nvPr/>
        </p:nvSpPr>
        <p:spPr bwMode="auto">
          <a:xfrm>
            <a:off x="8775700" y="3965575"/>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填    充</a:t>
            </a:r>
          </a:p>
        </p:txBody>
      </p:sp>
      <p:sp>
        <p:nvSpPr>
          <p:cNvPr id="117796" name="Rectangle 39"/>
          <p:cNvSpPr>
            <a:spLocks noChangeArrowheads="1"/>
          </p:cNvSpPr>
          <p:nvPr/>
        </p:nvSpPr>
        <p:spPr bwMode="auto">
          <a:xfrm>
            <a:off x="7199313" y="2636838"/>
            <a:ext cx="2311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首   部   检   验   和</a:t>
            </a:r>
          </a:p>
        </p:txBody>
      </p:sp>
      <p:sp>
        <p:nvSpPr>
          <p:cNvPr id="117797" name="Rectangle 40"/>
          <p:cNvSpPr>
            <a:spLocks noChangeArrowheads="1"/>
          </p:cNvSpPr>
          <p:nvPr/>
        </p:nvSpPr>
        <p:spPr bwMode="auto">
          <a:xfrm>
            <a:off x="5689600" y="309562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源   地   址</a:t>
            </a:r>
          </a:p>
        </p:txBody>
      </p:sp>
      <p:sp>
        <p:nvSpPr>
          <p:cNvPr id="117798" name="Rectangle 41"/>
          <p:cNvSpPr>
            <a:spLocks noChangeArrowheads="1"/>
          </p:cNvSpPr>
          <p:nvPr/>
        </p:nvSpPr>
        <p:spPr bwMode="auto">
          <a:xfrm>
            <a:off x="5434013" y="3536950"/>
            <a:ext cx="18430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目   的   地   址</a:t>
            </a:r>
          </a:p>
        </p:txBody>
      </p:sp>
      <p:sp>
        <p:nvSpPr>
          <p:cNvPr id="117799" name="Rectangle 42"/>
          <p:cNvSpPr>
            <a:spLocks noChangeArrowheads="1"/>
          </p:cNvSpPr>
          <p:nvPr/>
        </p:nvSpPr>
        <p:spPr bwMode="auto">
          <a:xfrm>
            <a:off x="3502025" y="3965575"/>
            <a:ext cx="41576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可   选   字   段  （长   度   可   变）</a:t>
            </a:r>
          </a:p>
        </p:txBody>
      </p:sp>
      <p:sp>
        <p:nvSpPr>
          <p:cNvPr id="117800" name="Rectangle 43"/>
          <p:cNvSpPr>
            <a:spLocks noChangeArrowheads="1"/>
          </p:cNvSpPr>
          <p:nvPr/>
        </p:nvSpPr>
        <p:spPr bwMode="auto">
          <a:xfrm>
            <a:off x="1881188" y="1327150"/>
            <a:ext cx="4397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位</a:t>
            </a:r>
          </a:p>
        </p:txBody>
      </p:sp>
      <p:sp>
        <p:nvSpPr>
          <p:cNvPr id="117801" name="Rectangle 44"/>
          <p:cNvSpPr>
            <a:spLocks noChangeArrowheads="1"/>
          </p:cNvSpPr>
          <p:nvPr/>
        </p:nvSpPr>
        <p:spPr bwMode="auto">
          <a:xfrm>
            <a:off x="3265967" y="1736725"/>
            <a:ext cx="12080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首部长度</a:t>
            </a:r>
          </a:p>
        </p:txBody>
      </p:sp>
      <p:grpSp>
        <p:nvGrpSpPr>
          <p:cNvPr id="117802" name="Group 46"/>
          <p:cNvGrpSpPr>
            <a:grpSpLocks/>
          </p:cNvGrpSpPr>
          <p:nvPr/>
        </p:nvGrpSpPr>
        <p:grpSpPr bwMode="auto">
          <a:xfrm>
            <a:off x="2343150" y="4106863"/>
            <a:ext cx="131763" cy="69850"/>
            <a:chOff x="833" y="3024"/>
            <a:chExt cx="78" cy="51"/>
          </a:xfrm>
        </p:grpSpPr>
        <p:sp>
          <p:nvSpPr>
            <p:cNvPr id="117823" name="Rectangle 47"/>
            <p:cNvSpPr>
              <a:spLocks noChangeArrowheads="1"/>
            </p:cNvSpPr>
            <p:nvPr/>
          </p:nvSpPr>
          <p:spPr bwMode="auto">
            <a:xfrm>
              <a:off x="833" y="3024"/>
              <a:ext cx="78" cy="5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824" name="Line 48"/>
            <p:cNvSpPr>
              <a:spLocks noChangeShapeType="1"/>
            </p:cNvSpPr>
            <p:nvPr/>
          </p:nvSpPr>
          <p:spPr bwMode="auto">
            <a:xfrm>
              <a:off x="839" y="3030"/>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825" name="Line 49"/>
            <p:cNvSpPr>
              <a:spLocks noChangeShapeType="1"/>
            </p:cNvSpPr>
            <p:nvPr/>
          </p:nvSpPr>
          <p:spPr bwMode="auto">
            <a:xfrm>
              <a:off x="839" y="3075"/>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grpSp>
        <p:nvGrpSpPr>
          <p:cNvPr id="117803" name="Group 50"/>
          <p:cNvGrpSpPr>
            <a:grpSpLocks/>
          </p:cNvGrpSpPr>
          <p:nvPr/>
        </p:nvGrpSpPr>
        <p:grpSpPr bwMode="auto">
          <a:xfrm>
            <a:off x="10210800" y="4116388"/>
            <a:ext cx="131763" cy="66675"/>
            <a:chOff x="5432" y="3030"/>
            <a:chExt cx="78" cy="51"/>
          </a:xfrm>
        </p:grpSpPr>
        <p:sp>
          <p:nvSpPr>
            <p:cNvPr id="117820" name="Rectangle 51"/>
            <p:cNvSpPr>
              <a:spLocks noChangeArrowheads="1"/>
            </p:cNvSpPr>
            <p:nvPr/>
          </p:nvSpPr>
          <p:spPr bwMode="auto">
            <a:xfrm>
              <a:off x="5432" y="3030"/>
              <a:ext cx="78" cy="5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821" name="Line 52"/>
            <p:cNvSpPr>
              <a:spLocks noChangeShapeType="1"/>
            </p:cNvSpPr>
            <p:nvPr/>
          </p:nvSpPr>
          <p:spPr bwMode="auto">
            <a:xfrm>
              <a:off x="5438" y="3036"/>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822" name="Line 53"/>
            <p:cNvSpPr>
              <a:spLocks noChangeShapeType="1"/>
            </p:cNvSpPr>
            <p:nvPr/>
          </p:nvSpPr>
          <p:spPr bwMode="auto">
            <a:xfrm>
              <a:off x="5438" y="3081"/>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sp>
        <p:nvSpPr>
          <p:cNvPr id="117804" name="Rectangle 75"/>
          <p:cNvSpPr>
            <a:spLocks noChangeArrowheads="1"/>
          </p:cNvSpPr>
          <p:nvPr/>
        </p:nvSpPr>
        <p:spPr bwMode="auto">
          <a:xfrm>
            <a:off x="5084763" y="4508500"/>
            <a:ext cx="29083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zh-CN" altLang="en-US" sz="2000" b="1">
                <a:solidFill>
                  <a:srgbClr val="333399"/>
                </a:solidFill>
                <a:ea typeface="黑体" pitchFamily="2" charset="-122"/>
              </a:rPr>
              <a:t>数       据       部       分</a:t>
            </a:r>
          </a:p>
        </p:txBody>
      </p:sp>
      <p:grpSp>
        <p:nvGrpSpPr>
          <p:cNvPr id="4" name="Group 94"/>
          <p:cNvGrpSpPr>
            <a:grpSpLocks/>
          </p:cNvGrpSpPr>
          <p:nvPr/>
        </p:nvGrpSpPr>
        <p:grpSpPr bwMode="auto">
          <a:xfrm>
            <a:off x="1449388" y="1700213"/>
            <a:ext cx="439737" cy="2663825"/>
            <a:chOff x="111" y="845"/>
            <a:chExt cx="277" cy="1678"/>
          </a:xfrm>
        </p:grpSpPr>
        <p:sp>
          <p:nvSpPr>
            <p:cNvPr id="117818" name="Line 89"/>
            <p:cNvSpPr>
              <a:spLocks noChangeShapeType="1"/>
            </p:cNvSpPr>
            <p:nvPr/>
          </p:nvSpPr>
          <p:spPr bwMode="auto">
            <a:xfrm>
              <a:off x="249" y="845"/>
              <a:ext cx="0" cy="1678"/>
            </a:xfrm>
            <a:prstGeom prst="line">
              <a:avLst/>
            </a:prstGeom>
            <a:noFill/>
            <a:ln w="28575">
              <a:solidFill>
                <a:schemeClr val="tx2"/>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117819" name="Rectangle 78"/>
            <p:cNvSpPr>
              <a:spLocks noChangeArrowheads="1"/>
            </p:cNvSpPr>
            <p:nvPr/>
          </p:nvSpPr>
          <p:spPr bwMode="auto">
            <a:xfrm>
              <a:off x="111" y="1389"/>
              <a:ext cx="277" cy="444"/>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首</a:t>
              </a:r>
            </a:p>
            <a:p>
              <a:pPr defTabSz="762000"/>
              <a:r>
                <a:rPr kumimoji="1" lang="zh-CN" altLang="en-US" sz="2000" b="1" dirty="0">
                  <a:solidFill>
                    <a:srgbClr val="333399"/>
                  </a:solidFill>
                  <a:ea typeface="黑体" pitchFamily="2" charset="-122"/>
                </a:rPr>
                <a:t>部</a:t>
              </a:r>
            </a:p>
          </p:txBody>
        </p:sp>
      </p:grpSp>
      <p:sp>
        <p:nvSpPr>
          <p:cNvPr id="117811" name="AutoShape 97"/>
          <p:cNvSpPr>
            <a:spLocks/>
          </p:cNvSpPr>
          <p:nvPr/>
        </p:nvSpPr>
        <p:spPr bwMode="auto">
          <a:xfrm>
            <a:off x="2222500" y="1771650"/>
            <a:ext cx="166688" cy="2160588"/>
          </a:xfrm>
          <a:prstGeom prst="leftBrace">
            <a:avLst>
              <a:gd name="adj1" fmla="val 108016"/>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66" name="Rectangle 2">
            <a:extLst>
              <a:ext uri="{FF2B5EF4-FFF2-40B4-BE49-F238E27FC236}"/>
            </a:extLst>
          </p:cNvPr>
          <p:cNvSpPr txBox="1">
            <a:spLocks noChangeArrowheads="1"/>
          </p:cNvSpPr>
          <p:nvPr/>
        </p:nvSpPr>
        <p:spPr>
          <a:xfrm>
            <a:off x="609600" y="274638"/>
            <a:ext cx="10972800" cy="817562"/>
          </a:xfrm>
          <a:prstGeom prst="rect">
            <a:avLst/>
          </a:prstGeom>
        </p:spPr>
        <p:txBody>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pPr eaLnBrk="1" hangingPunct="1">
              <a:defRPr/>
            </a:pPr>
            <a:r>
              <a:rPr lang="en-US" altLang="zh-CN" kern="0" dirty="0"/>
              <a:t>IP </a:t>
            </a:r>
            <a:r>
              <a:rPr lang="zh-CN" altLang="en-US" kern="0" dirty="0"/>
              <a:t>数据报首部的固定部分中的各字段 </a:t>
            </a:r>
          </a:p>
        </p:txBody>
      </p:sp>
      <p:sp>
        <p:nvSpPr>
          <p:cNvPr id="65" name="Rectangle 89"/>
          <p:cNvSpPr>
            <a:spLocks noChangeArrowheads="1"/>
          </p:cNvSpPr>
          <p:nvPr/>
        </p:nvSpPr>
        <p:spPr bwMode="auto">
          <a:xfrm>
            <a:off x="7133661" y="2132856"/>
            <a:ext cx="3123177" cy="503237"/>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67" name="Text Box 85"/>
          <p:cNvSpPr txBox="1">
            <a:spLocks noChangeArrowheads="1"/>
          </p:cNvSpPr>
          <p:nvPr/>
        </p:nvSpPr>
        <p:spPr bwMode="auto">
          <a:xfrm>
            <a:off x="2423592" y="5157192"/>
            <a:ext cx="7963421"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zh-CN" altLang="en-US" sz="2400" b="1" dirty="0">
                <a:latin typeface="Arial" charset="0"/>
                <a:ea typeface="黑体" pitchFamily="2" charset="-122"/>
              </a:rPr>
              <a:t>片偏移</a:t>
            </a:r>
            <a:r>
              <a:rPr lang="en-US" altLang="zh-CN" sz="2400" b="1" dirty="0">
                <a:latin typeface="Arial" charset="0"/>
                <a:ea typeface="黑体" pitchFamily="2" charset="-122"/>
              </a:rPr>
              <a:t>——</a:t>
            </a:r>
            <a:r>
              <a:rPr lang="zh-CN" altLang="en-US" sz="2400" b="1" dirty="0" smtClean="0">
                <a:latin typeface="Arial" charset="0"/>
                <a:ea typeface="黑体" pitchFamily="2" charset="-122"/>
              </a:rPr>
              <a:t>占 </a:t>
            </a:r>
            <a:r>
              <a:rPr lang="en-US" altLang="zh-CN" sz="2400" b="1" dirty="0" smtClean="0">
                <a:latin typeface="Arial" charset="0"/>
                <a:ea typeface="黑体" pitchFamily="2" charset="-122"/>
              </a:rPr>
              <a:t>13  </a:t>
            </a:r>
            <a:r>
              <a:rPr lang="zh-CN" altLang="en-US" sz="2400" b="1" dirty="0" smtClean="0">
                <a:latin typeface="Arial" charset="0"/>
                <a:ea typeface="黑体" pitchFamily="2" charset="-122"/>
              </a:rPr>
              <a:t>位</a:t>
            </a:r>
            <a:r>
              <a:rPr lang="zh-CN" altLang="en-US" sz="2400" b="1" dirty="0">
                <a:latin typeface="Arial" charset="0"/>
                <a:ea typeface="黑体" pitchFamily="2" charset="-122"/>
              </a:rPr>
              <a:t>。它指的是较长的分组在分片后，某</a:t>
            </a:r>
            <a:r>
              <a:rPr lang="zh-CN" altLang="en-US" sz="2400" b="1" dirty="0" smtClean="0">
                <a:latin typeface="Arial" charset="0"/>
                <a:ea typeface="黑体" pitchFamily="2" charset="-122"/>
              </a:rPr>
              <a:t>片在</a:t>
            </a:r>
            <a:r>
              <a:rPr lang="zh-CN" altLang="en-US" sz="2400" b="1" dirty="0">
                <a:latin typeface="Arial" charset="0"/>
                <a:ea typeface="黑体" pitchFamily="2" charset="-122"/>
              </a:rPr>
              <a:t>原分组中相对于数据字段的起点的相对位置。片偏移以 </a:t>
            </a:r>
            <a:r>
              <a:rPr lang="en-US" altLang="zh-CN" sz="2400" b="1" dirty="0" smtClean="0">
                <a:solidFill>
                  <a:srgbClr val="FF0000"/>
                </a:solidFill>
                <a:latin typeface="Arial" charset="0"/>
                <a:ea typeface="黑体" pitchFamily="2" charset="-122"/>
              </a:rPr>
              <a:t>8 </a:t>
            </a:r>
            <a:r>
              <a:rPr lang="zh-CN" altLang="en-US" sz="2400" b="1" dirty="0">
                <a:solidFill>
                  <a:srgbClr val="FF0000"/>
                </a:solidFill>
                <a:latin typeface="Arial" charset="0"/>
                <a:ea typeface="黑体" pitchFamily="2" charset="-122"/>
              </a:rPr>
              <a:t>个字节</a:t>
            </a:r>
            <a:r>
              <a:rPr lang="zh-CN" altLang="en-US" sz="2400" b="1" dirty="0">
                <a:latin typeface="Arial" charset="0"/>
                <a:ea typeface="黑体" pitchFamily="2" charset="-122"/>
              </a:rPr>
              <a:t>为偏移单位，除最后一个分片外，每个分片的</a:t>
            </a:r>
            <a:r>
              <a:rPr lang="zh-CN" altLang="en-US" sz="2400" b="1" dirty="0" smtClean="0">
                <a:latin typeface="Arial" charset="0"/>
                <a:ea typeface="黑体" pitchFamily="2" charset="-122"/>
              </a:rPr>
              <a:t>长度一定是 </a:t>
            </a:r>
            <a:r>
              <a:rPr lang="en-US" altLang="zh-CN" sz="2400" b="1" dirty="0" smtClean="0">
                <a:latin typeface="Arial" charset="0"/>
                <a:ea typeface="黑体" pitchFamily="2" charset="-122"/>
              </a:rPr>
              <a:t>8 </a:t>
            </a:r>
            <a:r>
              <a:rPr lang="zh-CN" altLang="en-US" sz="2400" b="1" dirty="0" smtClean="0">
                <a:latin typeface="Arial" charset="0"/>
                <a:ea typeface="黑体" pitchFamily="2" charset="-122"/>
              </a:rPr>
              <a:t>字节</a:t>
            </a:r>
            <a:r>
              <a:rPr lang="zh-CN" altLang="en-US" sz="2400" b="1" dirty="0">
                <a:latin typeface="Arial" charset="0"/>
                <a:ea typeface="黑体" pitchFamily="2" charset="-122"/>
              </a:rPr>
              <a:t>的整数倍。</a:t>
            </a:r>
          </a:p>
        </p:txBody>
      </p:sp>
    </p:spTree>
    <p:extLst>
      <p:ext uri="{BB962C8B-B14F-4D97-AF65-F5344CB8AC3E}">
        <p14:creationId xmlns:p14="http://schemas.microsoft.com/office/powerpoint/2010/main" val="20085238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5"/>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2000" fill="hold" grpId="1" nodeType="afterEffect">
                                  <p:stCondLst>
                                    <p:cond delay="500"/>
                                  </p:stCondLst>
                                  <p:childTnLst>
                                    <p:anim calcmode="discrete" valueType="str">
                                      <p:cBhvr>
                                        <p:cTn id="9" dur="1000" fill="hold"/>
                                        <p:tgtEl>
                                          <p:spTgt spid="6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65" grpId="1"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Rectangle 2">
            <a:extLst>
              <a:ext uri="{FF2B5EF4-FFF2-40B4-BE49-F238E27FC236}"/>
            </a:extLst>
          </p:cNvPr>
          <p:cNvSpPr txBox="1">
            <a:spLocks noChangeArrowheads="1"/>
          </p:cNvSpPr>
          <p:nvPr/>
        </p:nvSpPr>
        <p:spPr>
          <a:xfrm>
            <a:off x="609600" y="274638"/>
            <a:ext cx="10972800" cy="817562"/>
          </a:xfrm>
          <a:prstGeom prst="rect">
            <a:avLst/>
          </a:prstGeom>
        </p:spPr>
        <p:txBody>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pPr eaLnBrk="1" hangingPunct="1">
              <a:defRPr/>
            </a:pPr>
            <a:r>
              <a:rPr lang="en-US" altLang="zh-CN" kern="0" dirty="0" smtClean="0"/>
              <a:t>IP </a:t>
            </a:r>
            <a:r>
              <a:rPr lang="zh-CN" altLang="en-US" kern="0" dirty="0" smtClean="0"/>
              <a:t>数据报</a:t>
            </a:r>
            <a:r>
              <a:rPr lang="zh-CN" altLang="en-US" kern="0" dirty="0"/>
              <a:t>分片举例</a:t>
            </a:r>
          </a:p>
        </p:txBody>
      </p:sp>
      <p:sp>
        <p:nvSpPr>
          <p:cNvPr id="76" name="Rectangle 3"/>
          <p:cNvSpPr txBox="1">
            <a:spLocks noChangeArrowheads="1"/>
          </p:cNvSpPr>
          <p:nvPr/>
        </p:nvSpPr>
        <p:spPr>
          <a:xfrm>
            <a:off x="442912" y="1277458"/>
            <a:ext cx="11053688" cy="4895850"/>
          </a:xfrm>
          <a:prstGeom prst="rect">
            <a:avLst/>
          </a:prstGeom>
        </p:spPr>
        <p:txBody>
          <a:bodyPr/>
          <a:lstStyle>
            <a:lvl1pPr marL="342900" indent="12700" algn="l" rtl="0" eaLnBrk="0" fontAlgn="base" hangingPunct="0">
              <a:lnSpc>
                <a:spcPct val="150000"/>
              </a:lnSpc>
              <a:spcBef>
                <a:spcPct val="0"/>
              </a:spcBef>
              <a:spcAft>
                <a:spcPct val="0"/>
              </a:spcAft>
              <a:buClr>
                <a:srgbClr val="1C1C1C"/>
              </a:buClr>
              <a:buFont typeface="Wingdings" pitchFamily="2" charset="2"/>
              <a:buChar char="Ø"/>
              <a:defRPr sz="3200">
                <a:solidFill>
                  <a:srgbClr val="4D4D4D"/>
                </a:solidFill>
                <a:latin typeface="微软雅黑" panose="020B0503020204020204" pitchFamily="34" charset="-122"/>
                <a:ea typeface="微软雅黑" panose="020B0503020204020204" pitchFamily="34" charset="-122"/>
                <a:cs typeface="+mn-cs"/>
              </a:defRPr>
            </a:lvl1pPr>
            <a:lvl2pPr marL="820738" indent="-7938" algn="l" rtl="0" eaLnBrk="0" fontAlgn="base" hangingPunct="0">
              <a:lnSpc>
                <a:spcPct val="150000"/>
              </a:lnSpc>
              <a:spcBef>
                <a:spcPct val="0"/>
              </a:spcBef>
              <a:spcAft>
                <a:spcPct val="0"/>
              </a:spcAft>
              <a:buClr>
                <a:schemeClr val="tx2"/>
              </a:buClr>
              <a:buFont typeface="Wingdings" pitchFamily="2" charset="2"/>
              <a:buChar char="§"/>
              <a:defRPr sz="2800">
                <a:solidFill>
                  <a:srgbClr val="4D4D4D"/>
                </a:solidFill>
                <a:latin typeface="微软雅黑" panose="020B0503020204020204" pitchFamily="34" charset="-122"/>
                <a:ea typeface="微软雅黑" panose="020B0503020204020204" pitchFamily="34" charset="-122"/>
              </a:defRPr>
            </a:lvl2pPr>
            <a:lvl3pPr marL="1257300" indent="-342900" algn="l" rtl="0" eaLnBrk="0" fontAlgn="base" hangingPunct="0">
              <a:lnSpc>
                <a:spcPct val="150000"/>
              </a:lnSpc>
              <a:spcBef>
                <a:spcPct val="0"/>
              </a:spcBef>
              <a:spcAft>
                <a:spcPct val="0"/>
              </a:spcAft>
              <a:buClr>
                <a:schemeClr val="tx1"/>
              </a:buClr>
              <a:buChar char="•"/>
              <a:defRPr sz="2400">
                <a:solidFill>
                  <a:srgbClr val="4D4D4D"/>
                </a:solidFill>
                <a:latin typeface="微软雅黑" panose="020B0503020204020204" pitchFamily="34" charset="-122"/>
                <a:ea typeface="微软雅黑" panose="020B0503020204020204" pitchFamily="34" charset="-122"/>
              </a:defRPr>
            </a:lvl3pPr>
            <a:lvl4pPr marL="1371600" algn="l" rtl="0" eaLnBrk="0" fontAlgn="base" hangingPunct="0">
              <a:lnSpc>
                <a:spcPct val="150000"/>
              </a:lnSpc>
              <a:spcBef>
                <a:spcPct val="0"/>
              </a:spcBef>
              <a:spcAft>
                <a:spcPct val="0"/>
              </a:spcAft>
              <a:defRPr sz="2000">
                <a:solidFill>
                  <a:srgbClr val="4D4D4D"/>
                </a:solidFill>
                <a:latin typeface="微软雅黑" panose="020B0503020204020204" pitchFamily="34" charset="-122"/>
                <a:ea typeface="微软雅黑" panose="020B0503020204020204" pitchFamily="34" charset="-122"/>
              </a:defRPr>
            </a:lvl4pPr>
            <a:lvl5pPr marL="1828800" algn="l" rtl="0" eaLnBrk="0" fontAlgn="base" hangingPunct="0">
              <a:lnSpc>
                <a:spcPct val="150000"/>
              </a:lnSpc>
              <a:spcBef>
                <a:spcPct val="0"/>
              </a:spcBef>
              <a:spcAft>
                <a:spcPct val="0"/>
              </a:spcAft>
              <a:defRPr>
                <a:solidFill>
                  <a:srgbClr val="4D4D4D"/>
                </a:solidFill>
                <a:latin typeface="微软雅黑" panose="020B0503020204020204" pitchFamily="34" charset="-122"/>
                <a:ea typeface="微软雅黑" panose="020B0503020204020204" pitchFamily="34" charset="-122"/>
              </a:defRPr>
            </a:lvl5pPr>
            <a:lvl6pPr marL="2425700" algn="l" rtl="0" eaLnBrk="1" fontAlgn="base" hangingPunct="1">
              <a:spcBef>
                <a:spcPct val="20000"/>
              </a:spcBef>
              <a:spcAft>
                <a:spcPct val="0"/>
              </a:spcAft>
              <a:buChar char="»"/>
              <a:defRPr sz="1600">
                <a:solidFill>
                  <a:srgbClr val="1C1C1C"/>
                </a:solidFill>
                <a:latin typeface="+mn-lt"/>
                <a:ea typeface="+mn-ea"/>
              </a:defRPr>
            </a:lvl6pPr>
            <a:lvl7pPr marL="2882900" algn="l" rtl="0" eaLnBrk="1" fontAlgn="base" hangingPunct="1">
              <a:spcBef>
                <a:spcPct val="20000"/>
              </a:spcBef>
              <a:spcAft>
                <a:spcPct val="0"/>
              </a:spcAft>
              <a:buChar char="»"/>
              <a:defRPr sz="1600">
                <a:solidFill>
                  <a:srgbClr val="1C1C1C"/>
                </a:solidFill>
                <a:latin typeface="+mn-lt"/>
                <a:ea typeface="+mn-ea"/>
              </a:defRPr>
            </a:lvl7pPr>
            <a:lvl8pPr marL="3340100" algn="l" rtl="0" eaLnBrk="1" fontAlgn="base" hangingPunct="1">
              <a:spcBef>
                <a:spcPct val="20000"/>
              </a:spcBef>
              <a:spcAft>
                <a:spcPct val="0"/>
              </a:spcAft>
              <a:buChar char="»"/>
              <a:defRPr sz="1600">
                <a:solidFill>
                  <a:srgbClr val="1C1C1C"/>
                </a:solidFill>
                <a:latin typeface="+mn-lt"/>
                <a:ea typeface="+mn-ea"/>
              </a:defRPr>
            </a:lvl8pPr>
            <a:lvl9pPr marL="3797300" algn="l" rtl="0" eaLnBrk="1" fontAlgn="base" hangingPunct="1">
              <a:spcBef>
                <a:spcPct val="20000"/>
              </a:spcBef>
              <a:spcAft>
                <a:spcPct val="0"/>
              </a:spcAft>
              <a:buChar char="»"/>
              <a:defRPr sz="1600">
                <a:solidFill>
                  <a:srgbClr val="1C1C1C"/>
                </a:solidFill>
                <a:latin typeface="+mn-lt"/>
                <a:ea typeface="+mn-ea"/>
              </a:defRPr>
            </a:lvl9pPr>
          </a:lstStyle>
          <a:p>
            <a:pPr eaLnBrk="1" hangingPunct="1"/>
            <a:r>
              <a:rPr lang="zh-CN" altLang="en-US" b="1" dirty="0" smtClean="0"/>
              <a:t>一个 </a:t>
            </a:r>
            <a:r>
              <a:rPr lang="en-US" altLang="zh-CN" b="1" dirty="0" smtClean="0"/>
              <a:t>IP </a:t>
            </a:r>
            <a:r>
              <a:rPr lang="zh-CN" altLang="en-US" b="1" dirty="0" smtClean="0"/>
              <a:t>数据报总长度为 </a:t>
            </a:r>
            <a:r>
              <a:rPr lang="en-US" altLang="zh-CN" b="1" dirty="0" smtClean="0"/>
              <a:t>3820 </a:t>
            </a:r>
            <a:r>
              <a:rPr lang="zh-CN" altLang="en-US" b="1" dirty="0" smtClean="0"/>
              <a:t>字节，其数据部分为 </a:t>
            </a:r>
            <a:r>
              <a:rPr lang="en-US" altLang="zh-CN" b="1" dirty="0" smtClean="0"/>
              <a:t>3800 </a:t>
            </a:r>
            <a:r>
              <a:rPr lang="zh-CN" altLang="en-US" b="1" dirty="0" smtClean="0"/>
              <a:t>字节（使用固定首部），需要分片为长度不超过 </a:t>
            </a:r>
            <a:r>
              <a:rPr lang="en-US" altLang="zh-CN" b="1" dirty="0" smtClean="0"/>
              <a:t>1420 </a:t>
            </a:r>
            <a:r>
              <a:rPr lang="zh-CN" altLang="en-US" b="1" dirty="0" smtClean="0"/>
              <a:t>字节的数据报片。原始数据报首部被复制为各数据报片的首部，但必须修改总长度、</a:t>
            </a:r>
            <a:r>
              <a:rPr lang="en-US" altLang="zh-CN" b="1" dirty="0" smtClean="0"/>
              <a:t>MF</a:t>
            </a:r>
            <a:r>
              <a:rPr lang="zh-CN" altLang="en-US" b="1" dirty="0" smtClean="0"/>
              <a:t>、片偏移等字段的值。假设标识字段的值是 </a:t>
            </a:r>
            <a:r>
              <a:rPr lang="en-US" altLang="zh-CN" b="1" dirty="0" smtClean="0"/>
              <a:t>12345</a:t>
            </a:r>
            <a:r>
              <a:rPr lang="zh-CN" altLang="en-US" b="1" dirty="0" smtClean="0"/>
              <a:t>，具有相同标识的数据报片在目的站就可无误地重装成原来的数据报。</a:t>
            </a:r>
          </a:p>
        </p:txBody>
      </p:sp>
    </p:spTree>
    <p:extLst>
      <p:ext uri="{BB962C8B-B14F-4D97-AF65-F5344CB8AC3E}">
        <p14:creationId xmlns:p14="http://schemas.microsoft.com/office/powerpoint/2010/main" val="2365965088"/>
      </p:ext>
    </p:extLst>
  </p:cSld>
  <p:clrMapOvr>
    <a:masterClrMapping/>
  </p:clrMapOvr>
  <p:transition spd="slow"/>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4"/>
          <p:cNvSpPr>
            <a:spLocks noChangeArrowheads="1"/>
          </p:cNvSpPr>
          <p:nvPr/>
        </p:nvSpPr>
        <p:spPr bwMode="auto">
          <a:xfrm>
            <a:off x="4289425" y="1773238"/>
            <a:ext cx="4830763" cy="463550"/>
          </a:xfrm>
          <a:prstGeom prst="rect">
            <a:avLst/>
          </a:prstGeom>
          <a:solidFill>
            <a:srgbClr val="DDDDDD"/>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38244" name="Rectangle 6"/>
          <p:cNvSpPr>
            <a:spLocks noChangeArrowheads="1"/>
          </p:cNvSpPr>
          <p:nvPr/>
        </p:nvSpPr>
        <p:spPr bwMode="auto">
          <a:xfrm>
            <a:off x="3411538" y="1773238"/>
            <a:ext cx="5708650" cy="463550"/>
          </a:xfrm>
          <a:prstGeom prst="rect">
            <a:avLst/>
          </a:prstGeom>
          <a:solidFill>
            <a:srgbClr val="CCECFF"/>
          </a:solidFill>
          <a:ln w="1905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38245" name="Line 7"/>
          <p:cNvSpPr>
            <a:spLocks noChangeShapeType="1"/>
          </p:cNvSpPr>
          <p:nvPr/>
        </p:nvSpPr>
        <p:spPr bwMode="auto">
          <a:xfrm>
            <a:off x="4465638" y="1773238"/>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8246" name="Line 8"/>
          <p:cNvSpPr>
            <a:spLocks noChangeShapeType="1"/>
          </p:cNvSpPr>
          <p:nvPr/>
        </p:nvSpPr>
        <p:spPr bwMode="auto">
          <a:xfrm>
            <a:off x="4641850" y="1773238"/>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8247" name="Line 9"/>
          <p:cNvSpPr>
            <a:spLocks noChangeShapeType="1"/>
          </p:cNvSpPr>
          <p:nvPr/>
        </p:nvSpPr>
        <p:spPr bwMode="auto">
          <a:xfrm>
            <a:off x="4818063" y="1773238"/>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8248" name="Line 10"/>
          <p:cNvSpPr>
            <a:spLocks noChangeShapeType="1"/>
          </p:cNvSpPr>
          <p:nvPr/>
        </p:nvSpPr>
        <p:spPr bwMode="auto">
          <a:xfrm>
            <a:off x="8943975" y="1773238"/>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8254" name="Text Box 16"/>
          <p:cNvSpPr txBox="1">
            <a:spLocks noChangeArrowheads="1"/>
          </p:cNvSpPr>
          <p:nvPr/>
        </p:nvSpPr>
        <p:spPr bwMode="auto">
          <a:xfrm>
            <a:off x="9144000" y="1666875"/>
            <a:ext cx="1600118"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smtClean="0">
                <a:solidFill>
                  <a:srgbClr val="333399"/>
                </a:solidFill>
                <a:latin typeface="Arial" charset="0"/>
                <a:ea typeface="黑体" pitchFamily="2" charset="-122"/>
              </a:rPr>
              <a:t>片偏移 </a:t>
            </a:r>
            <a:r>
              <a:rPr kumimoji="1" lang="en-US" altLang="zh-CN" sz="2000" b="1" dirty="0">
                <a:solidFill>
                  <a:srgbClr val="333399"/>
                </a:solidFill>
                <a:latin typeface="Arial" charset="0"/>
                <a:ea typeface="黑体" pitchFamily="2" charset="-122"/>
              </a:rPr>
              <a:t>= 0/8</a:t>
            </a:r>
          </a:p>
          <a:p>
            <a:pPr eaLnBrk="1" hangingPunct="1">
              <a:lnSpc>
                <a:spcPct val="90000"/>
              </a:lnSpc>
            </a:pPr>
            <a:r>
              <a:rPr kumimoji="1" lang="en-US" altLang="zh-CN" sz="2000" b="1" dirty="0">
                <a:solidFill>
                  <a:srgbClr val="333399"/>
                </a:solidFill>
                <a:latin typeface="Arial" charset="0"/>
                <a:ea typeface="黑体" pitchFamily="2" charset="-122"/>
              </a:rPr>
              <a:t>= 0</a:t>
            </a:r>
          </a:p>
        </p:txBody>
      </p:sp>
      <p:sp>
        <p:nvSpPr>
          <p:cNvPr id="138257" name="Line 19"/>
          <p:cNvSpPr>
            <a:spLocks noChangeShapeType="1"/>
          </p:cNvSpPr>
          <p:nvPr/>
        </p:nvSpPr>
        <p:spPr bwMode="auto">
          <a:xfrm flipV="1">
            <a:off x="9017000" y="2236788"/>
            <a:ext cx="0" cy="369887"/>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138258" name="Line 20"/>
          <p:cNvSpPr>
            <a:spLocks noChangeShapeType="1"/>
          </p:cNvSpPr>
          <p:nvPr/>
        </p:nvSpPr>
        <p:spPr bwMode="auto">
          <a:xfrm flipV="1">
            <a:off x="4373563" y="2236788"/>
            <a:ext cx="0" cy="369887"/>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138269" name="Text Box 31"/>
          <p:cNvSpPr txBox="1">
            <a:spLocks noChangeArrowheads="1"/>
          </p:cNvSpPr>
          <p:nvPr/>
        </p:nvSpPr>
        <p:spPr bwMode="auto">
          <a:xfrm>
            <a:off x="8643938" y="2490788"/>
            <a:ext cx="749300"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3799</a:t>
            </a:r>
          </a:p>
        </p:txBody>
      </p:sp>
      <p:sp>
        <p:nvSpPr>
          <p:cNvPr id="138270" name="Text Box 32"/>
          <p:cNvSpPr txBox="1">
            <a:spLocks noChangeArrowheads="1"/>
          </p:cNvSpPr>
          <p:nvPr/>
        </p:nvSpPr>
        <p:spPr bwMode="auto">
          <a:xfrm>
            <a:off x="2079138" y="1593850"/>
            <a:ext cx="12170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zh-CN" altLang="en-US" sz="2000" b="1">
                <a:solidFill>
                  <a:srgbClr val="333399"/>
                </a:solidFill>
                <a:latin typeface="Arial" charset="0"/>
                <a:ea typeface="黑体" pitchFamily="2" charset="-122"/>
              </a:rPr>
              <a:t>需分片的</a:t>
            </a:r>
          </a:p>
          <a:p>
            <a:pPr algn="ctr" eaLnBrk="1" hangingPunct="1"/>
            <a:r>
              <a:rPr kumimoji="1" lang="zh-CN" altLang="en-US" sz="2000" b="1">
                <a:solidFill>
                  <a:srgbClr val="333399"/>
                </a:solidFill>
                <a:latin typeface="Arial" charset="0"/>
                <a:ea typeface="黑体" pitchFamily="2" charset="-122"/>
              </a:rPr>
              <a:t>数据报</a:t>
            </a:r>
          </a:p>
        </p:txBody>
      </p:sp>
      <p:sp>
        <p:nvSpPr>
          <p:cNvPr id="138271" name="Rectangle 76"/>
          <p:cNvSpPr>
            <a:spLocks noChangeArrowheads="1"/>
          </p:cNvSpPr>
          <p:nvPr/>
        </p:nvSpPr>
        <p:spPr bwMode="auto">
          <a:xfrm>
            <a:off x="3432175" y="1790700"/>
            <a:ext cx="854075" cy="40798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38273" name="Text Box 34"/>
          <p:cNvSpPr txBox="1">
            <a:spLocks noChangeArrowheads="1"/>
          </p:cNvSpPr>
          <p:nvPr/>
        </p:nvSpPr>
        <p:spPr bwMode="auto">
          <a:xfrm>
            <a:off x="3503613" y="1725613"/>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2" charset="-122"/>
              </a:rPr>
              <a:t>首部</a:t>
            </a:r>
          </a:p>
        </p:txBody>
      </p:sp>
      <p:sp>
        <p:nvSpPr>
          <p:cNvPr id="138274" name="Line 35"/>
          <p:cNvSpPr>
            <a:spLocks noChangeShapeType="1"/>
          </p:cNvSpPr>
          <p:nvPr/>
        </p:nvSpPr>
        <p:spPr bwMode="auto">
          <a:xfrm>
            <a:off x="4289425" y="1773238"/>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8276" name="Line 37"/>
          <p:cNvSpPr>
            <a:spLocks noChangeShapeType="1"/>
          </p:cNvSpPr>
          <p:nvPr/>
        </p:nvSpPr>
        <p:spPr bwMode="auto">
          <a:xfrm>
            <a:off x="6046788" y="1773238"/>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8277" name="Line 38"/>
          <p:cNvSpPr>
            <a:spLocks noChangeShapeType="1"/>
          </p:cNvSpPr>
          <p:nvPr/>
        </p:nvSpPr>
        <p:spPr bwMode="auto">
          <a:xfrm>
            <a:off x="7802563" y="1773238"/>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8296" name="Line 57"/>
          <p:cNvSpPr>
            <a:spLocks noChangeShapeType="1"/>
          </p:cNvSpPr>
          <p:nvPr/>
        </p:nvSpPr>
        <p:spPr bwMode="auto">
          <a:xfrm>
            <a:off x="4273550" y="1547813"/>
            <a:ext cx="4829175"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138297" name="Text Box 58"/>
          <p:cNvSpPr txBox="1">
            <a:spLocks noChangeArrowheads="1"/>
          </p:cNvSpPr>
          <p:nvPr/>
        </p:nvSpPr>
        <p:spPr bwMode="auto">
          <a:xfrm>
            <a:off x="5170488" y="1341438"/>
            <a:ext cx="2702984"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2" charset="-122"/>
              </a:rPr>
              <a:t>数据部分共 </a:t>
            </a:r>
            <a:r>
              <a:rPr kumimoji="1" lang="en-US" altLang="zh-CN" sz="2000" b="1">
                <a:solidFill>
                  <a:srgbClr val="333399"/>
                </a:solidFill>
                <a:latin typeface="Arial" charset="0"/>
                <a:ea typeface="黑体" pitchFamily="2" charset="-122"/>
              </a:rPr>
              <a:t>3800 </a:t>
            </a:r>
            <a:r>
              <a:rPr kumimoji="1" lang="zh-CN" altLang="en-US" sz="2000" b="1">
                <a:solidFill>
                  <a:srgbClr val="333399"/>
                </a:solidFill>
                <a:latin typeface="Arial" charset="0"/>
                <a:ea typeface="黑体" pitchFamily="2" charset="-122"/>
              </a:rPr>
              <a:t>字节</a:t>
            </a:r>
          </a:p>
        </p:txBody>
      </p:sp>
      <p:grpSp>
        <p:nvGrpSpPr>
          <p:cNvPr id="2" name="组合 1"/>
          <p:cNvGrpSpPr/>
          <p:nvPr/>
        </p:nvGrpSpPr>
        <p:grpSpPr>
          <a:xfrm>
            <a:off x="1657350" y="2236788"/>
            <a:ext cx="4389438" cy="3537010"/>
            <a:chOff x="1657350" y="2236788"/>
            <a:chExt cx="4389438" cy="3537010"/>
          </a:xfrm>
        </p:grpSpPr>
        <p:sp>
          <p:nvSpPr>
            <p:cNvPr id="138243" name="Text Box 5"/>
            <p:cNvSpPr txBox="1">
              <a:spLocks noChangeArrowheads="1"/>
            </p:cNvSpPr>
            <p:nvPr/>
          </p:nvSpPr>
          <p:spPr bwMode="auto">
            <a:xfrm>
              <a:off x="2095500" y="5373688"/>
              <a:ext cx="203292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smtClean="0">
                  <a:solidFill>
                    <a:srgbClr val="333399"/>
                  </a:solidFill>
                  <a:latin typeface="Arial" charset="0"/>
                  <a:ea typeface="黑体" pitchFamily="2" charset="-122"/>
                </a:rPr>
                <a:t>片偏移 </a:t>
              </a:r>
              <a:r>
                <a:rPr kumimoji="1" lang="en-US" altLang="zh-CN" sz="2000" b="1" dirty="0">
                  <a:solidFill>
                    <a:srgbClr val="333399"/>
                  </a:solidFill>
                  <a:latin typeface="Arial" charset="0"/>
                  <a:ea typeface="黑体" pitchFamily="2" charset="-122"/>
                </a:rPr>
                <a:t>= 0/8 = 0</a:t>
              </a:r>
            </a:p>
          </p:txBody>
        </p:sp>
        <p:sp>
          <p:nvSpPr>
            <p:cNvPr id="138249" name="Rectangle 11"/>
            <p:cNvSpPr>
              <a:spLocks noChangeArrowheads="1"/>
            </p:cNvSpPr>
            <p:nvPr/>
          </p:nvSpPr>
          <p:spPr bwMode="auto">
            <a:xfrm>
              <a:off x="2535238" y="3725863"/>
              <a:ext cx="1754187" cy="463550"/>
            </a:xfrm>
            <a:prstGeom prst="rect">
              <a:avLst/>
            </a:prstGeom>
            <a:solidFill>
              <a:srgbClr val="CCECFF"/>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38250" name="Line 12"/>
            <p:cNvSpPr>
              <a:spLocks noChangeShapeType="1"/>
            </p:cNvSpPr>
            <p:nvPr/>
          </p:nvSpPr>
          <p:spPr bwMode="auto">
            <a:xfrm>
              <a:off x="2709863" y="3725863"/>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8251" name="Line 13"/>
            <p:cNvSpPr>
              <a:spLocks noChangeShapeType="1"/>
            </p:cNvSpPr>
            <p:nvPr/>
          </p:nvSpPr>
          <p:spPr bwMode="auto">
            <a:xfrm>
              <a:off x="2886075" y="3725863"/>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8252" name="Line 14"/>
            <p:cNvSpPr>
              <a:spLocks noChangeShapeType="1"/>
            </p:cNvSpPr>
            <p:nvPr/>
          </p:nvSpPr>
          <p:spPr bwMode="auto">
            <a:xfrm>
              <a:off x="3062288" y="3725863"/>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8253" name="Line 15"/>
            <p:cNvSpPr>
              <a:spLocks noChangeShapeType="1"/>
            </p:cNvSpPr>
            <p:nvPr/>
          </p:nvSpPr>
          <p:spPr bwMode="auto">
            <a:xfrm>
              <a:off x="4113213" y="3725863"/>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8259" name="Line 21"/>
            <p:cNvSpPr>
              <a:spLocks noChangeShapeType="1"/>
            </p:cNvSpPr>
            <p:nvPr/>
          </p:nvSpPr>
          <p:spPr bwMode="auto">
            <a:xfrm flipV="1">
              <a:off x="4202113" y="4189413"/>
              <a:ext cx="0" cy="369887"/>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138268" name="Text Box 30"/>
            <p:cNvSpPr txBox="1">
              <a:spLocks noChangeArrowheads="1"/>
            </p:cNvSpPr>
            <p:nvPr/>
          </p:nvSpPr>
          <p:spPr bwMode="auto">
            <a:xfrm>
              <a:off x="3814763" y="4443413"/>
              <a:ext cx="7556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1399</a:t>
              </a:r>
            </a:p>
          </p:txBody>
        </p:sp>
        <p:sp>
          <p:nvSpPr>
            <p:cNvPr id="138272" name="Text Box 33"/>
            <p:cNvSpPr txBox="1">
              <a:spLocks noChangeArrowheads="1"/>
            </p:cNvSpPr>
            <p:nvPr/>
          </p:nvSpPr>
          <p:spPr bwMode="auto">
            <a:xfrm>
              <a:off x="2359025" y="4929188"/>
              <a:ext cx="14239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2" charset="-122"/>
                </a:rPr>
                <a:t>数据报片 </a:t>
              </a:r>
              <a:r>
                <a:rPr kumimoji="1" lang="en-US" altLang="zh-CN" sz="2000" b="1">
                  <a:solidFill>
                    <a:srgbClr val="333399"/>
                  </a:solidFill>
                  <a:latin typeface="Arial" charset="0"/>
                  <a:ea typeface="黑体" pitchFamily="2" charset="-122"/>
                </a:rPr>
                <a:t>1</a:t>
              </a:r>
            </a:p>
          </p:txBody>
        </p:sp>
        <p:sp>
          <p:nvSpPr>
            <p:cNvPr id="138275" name="Rectangle 36"/>
            <p:cNvSpPr>
              <a:spLocks noChangeArrowheads="1"/>
            </p:cNvSpPr>
            <p:nvPr/>
          </p:nvSpPr>
          <p:spPr bwMode="auto">
            <a:xfrm>
              <a:off x="1657350" y="3725863"/>
              <a:ext cx="877888" cy="463550"/>
            </a:xfrm>
            <a:prstGeom prst="rect">
              <a:avLst/>
            </a:prstGeom>
            <a:solidFill>
              <a:srgbClr val="FFFF99"/>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38278" name="Line 39"/>
            <p:cNvSpPr>
              <a:spLocks noChangeShapeType="1"/>
            </p:cNvSpPr>
            <p:nvPr/>
          </p:nvSpPr>
          <p:spPr bwMode="auto">
            <a:xfrm flipV="1">
              <a:off x="2535238" y="2236788"/>
              <a:ext cx="1754187" cy="1489075"/>
            </a:xfrm>
            <a:prstGeom prst="line">
              <a:avLst/>
            </a:prstGeom>
            <a:noFill/>
            <a:ln w="9525">
              <a:solidFill>
                <a:schemeClr val="folHlink"/>
              </a:solidFill>
              <a:prstDash val="dash"/>
              <a:round/>
              <a:headEnd type="triangle" w="sm" len="med"/>
              <a:tailEnd/>
            </a:ln>
            <a:extLst>
              <a:ext uri="{909E8E84-426E-40DD-AFC4-6F175D3DCCD1}">
                <a14:hiddenFill xmlns:a14="http://schemas.microsoft.com/office/drawing/2010/main">
                  <a:noFill/>
                </a14:hiddenFill>
              </a:ext>
            </a:extLst>
          </p:spPr>
          <p:txBody>
            <a:bodyPr/>
            <a:lstStyle/>
            <a:p>
              <a:endParaRPr lang="zh-CN" altLang="en-US" b="1"/>
            </a:p>
          </p:txBody>
        </p:sp>
        <p:sp>
          <p:nvSpPr>
            <p:cNvPr id="138279" name="Line 40"/>
            <p:cNvSpPr>
              <a:spLocks noChangeShapeType="1"/>
            </p:cNvSpPr>
            <p:nvPr/>
          </p:nvSpPr>
          <p:spPr bwMode="auto">
            <a:xfrm flipV="1">
              <a:off x="4289425" y="2236788"/>
              <a:ext cx="1757363" cy="1489075"/>
            </a:xfrm>
            <a:prstGeom prst="line">
              <a:avLst/>
            </a:prstGeom>
            <a:noFill/>
            <a:ln w="9525">
              <a:solidFill>
                <a:schemeClr val="folHlink"/>
              </a:solidFill>
              <a:prstDash val="dash"/>
              <a:round/>
              <a:headEnd type="triangle" w="sm" len="med"/>
              <a:tailEnd/>
            </a:ln>
            <a:extLst>
              <a:ext uri="{909E8E84-426E-40DD-AFC4-6F175D3DCCD1}">
                <a14:hiddenFill xmlns:a14="http://schemas.microsoft.com/office/drawing/2010/main">
                  <a:noFill/>
                </a14:hiddenFill>
              </a:ext>
            </a:extLst>
          </p:spPr>
          <p:txBody>
            <a:bodyPr/>
            <a:lstStyle/>
            <a:p>
              <a:endParaRPr lang="zh-CN" altLang="en-US" b="1"/>
            </a:p>
          </p:txBody>
        </p:sp>
        <p:sp>
          <p:nvSpPr>
            <p:cNvPr id="138298" name="Text Box 59"/>
            <p:cNvSpPr txBox="1">
              <a:spLocks noChangeArrowheads="1"/>
            </p:cNvSpPr>
            <p:nvPr/>
          </p:nvSpPr>
          <p:spPr bwMode="auto">
            <a:xfrm>
              <a:off x="1657350" y="3725863"/>
              <a:ext cx="9112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2" charset="-122"/>
                </a:rPr>
                <a:t>首部 </a:t>
              </a:r>
              <a:r>
                <a:rPr kumimoji="1" lang="en-US" altLang="zh-CN" sz="2000" b="1">
                  <a:solidFill>
                    <a:srgbClr val="333399"/>
                  </a:solidFill>
                  <a:latin typeface="Arial" charset="0"/>
                  <a:ea typeface="黑体" pitchFamily="2" charset="-122"/>
                </a:rPr>
                <a:t>1</a:t>
              </a:r>
            </a:p>
          </p:txBody>
        </p:sp>
        <p:sp>
          <p:nvSpPr>
            <p:cNvPr id="138301" name="Line 62"/>
            <p:cNvSpPr>
              <a:spLocks noChangeShapeType="1"/>
            </p:cNvSpPr>
            <p:nvPr/>
          </p:nvSpPr>
          <p:spPr bwMode="auto">
            <a:xfrm flipV="1">
              <a:off x="2617788" y="4189413"/>
              <a:ext cx="0" cy="369887"/>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138302" name="Text Box 63"/>
            <p:cNvSpPr txBox="1">
              <a:spLocks noChangeArrowheads="1"/>
            </p:cNvSpPr>
            <p:nvPr/>
          </p:nvSpPr>
          <p:spPr bwMode="auto">
            <a:xfrm>
              <a:off x="1860550" y="4483100"/>
              <a:ext cx="9140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2" charset="-122"/>
                </a:rPr>
                <a:t>字节 </a:t>
              </a:r>
              <a:r>
                <a:rPr kumimoji="1" lang="en-US" altLang="zh-CN" sz="2000" b="1">
                  <a:solidFill>
                    <a:srgbClr val="333399"/>
                  </a:solidFill>
                  <a:latin typeface="Arial" charset="0"/>
                  <a:ea typeface="黑体" pitchFamily="2" charset="-122"/>
                </a:rPr>
                <a:t>0</a:t>
              </a:r>
            </a:p>
          </p:txBody>
        </p:sp>
      </p:grpSp>
      <p:grpSp>
        <p:nvGrpSpPr>
          <p:cNvPr id="3" name="组合 2"/>
          <p:cNvGrpSpPr/>
          <p:nvPr/>
        </p:nvGrpSpPr>
        <p:grpSpPr>
          <a:xfrm>
            <a:off x="4700588" y="2236788"/>
            <a:ext cx="3101975" cy="3537010"/>
            <a:chOff x="4700588" y="2236788"/>
            <a:chExt cx="3101975" cy="3537010"/>
          </a:xfrm>
        </p:grpSpPr>
        <p:sp>
          <p:nvSpPr>
            <p:cNvPr id="138255" name="Text Box 17"/>
            <p:cNvSpPr txBox="1">
              <a:spLocks noChangeArrowheads="1"/>
            </p:cNvSpPr>
            <p:nvPr/>
          </p:nvSpPr>
          <p:spPr bwMode="auto">
            <a:xfrm>
              <a:off x="4818063" y="5373688"/>
              <a:ext cx="274626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smtClean="0">
                  <a:solidFill>
                    <a:srgbClr val="333399"/>
                  </a:solidFill>
                  <a:latin typeface="Arial" charset="0"/>
                  <a:ea typeface="黑体" pitchFamily="2" charset="-122"/>
                </a:rPr>
                <a:t>片偏移 </a:t>
              </a:r>
              <a:r>
                <a:rPr kumimoji="1" lang="en-US" altLang="zh-CN" sz="2000" b="1" dirty="0">
                  <a:solidFill>
                    <a:srgbClr val="333399"/>
                  </a:solidFill>
                  <a:latin typeface="Arial" charset="0"/>
                  <a:ea typeface="黑体" pitchFamily="2" charset="-122"/>
                </a:rPr>
                <a:t>= 1400/8 = 175</a:t>
              </a:r>
            </a:p>
          </p:txBody>
        </p:sp>
        <p:sp>
          <p:nvSpPr>
            <p:cNvPr id="138260" name="Line 22"/>
            <p:cNvSpPr>
              <a:spLocks noChangeShapeType="1"/>
            </p:cNvSpPr>
            <p:nvPr/>
          </p:nvSpPr>
          <p:spPr bwMode="auto">
            <a:xfrm flipV="1">
              <a:off x="5694363" y="4189413"/>
              <a:ext cx="0" cy="369887"/>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138261" name="Line 23"/>
            <p:cNvSpPr>
              <a:spLocks noChangeShapeType="1"/>
            </p:cNvSpPr>
            <p:nvPr/>
          </p:nvSpPr>
          <p:spPr bwMode="auto">
            <a:xfrm flipV="1">
              <a:off x="7275513" y="4189413"/>
              <a:ext cx="0" cy="369887"/>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138264" name="Text Box 26"/>
            <p:cNvSpPr txBox="1">
              <a:spLocks noChangeArrowheads="1"/>
            </p:cNvSpPr>
            <p:nvPr/>
          </p:nvSpPr>
          <p:spPr bwMode="auto">
            <a:xfrm>
              <a:off x="5307013" y="4465638"/>
              <a:ext cx="7556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1400</a:t>
              </a:r>
            </a:p>
          </p:txBody>
        </p:sp>
        <p:sp>
          <p:nvSpPr>
            <p:cNvPr id="138267" name="Text Box 29"/>
            <p:cNvSpPr txBox="1">
              <a:spLocks noChangeArrowheads="1"/>
            </p:cNvSpPr>
            <p:nvPr/>
          </p:nvSpPr>
          <p:spPr bwMode="auto">
            <a:xfrm>
              <a:off x="6884988" y="4443413"/>
              <a:ext cx="7556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2799</a:t>
              </a:r>
            </a:p>
          </p:txBody>
        </p:sp>
        <p:sp>
          <p:nvSpPr>
            <p:cNvPr id="138280" name="Rectangle 41"/>
            <p:cNvSpPr>
              <a:spLocks noChangeArrowheads="1"/>
            </p:cNvSpPr>
            <p:nvPr/>
          </p:nvSpPr>
          <p:spPr bwMode="auto">
            <a:xfrm>
              <a:off x="5608638" y="3725863"/>
              <a:ext cx="1754187" cy="463550"/>
            </a:xfrm>
            <a:prstGeom prst="rect">
              <a:avLst/>
            </a:prstGeom>
            <a:solidFill>
              <a:srgbClr val="CCECFF"/>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38281" name="Line 42"/>
            <p:cNvSpPr>
              <a:spLocks noChangeShapeType="1"/>
            </p:cNvSpPr>
            <p:nvPr/>
          </p:nvSpPr>
          <p:spPr bwMode="auto">
            <a:xfrm>
              <a:off x="5783263" y="3725863"/>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8282" name="Line 43"/>
            <p:cNvSpPr>
              <a:spLocks noChangeShapeType="1"/>
            </p:cNvSpPr>
            <p:nvPr/>
          </p:nvSpPr>
          <p:spPr bwMode="auto">
            <a:xfrm>
              <a:off x="5957888" y="3725863"/>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8283" name="Line 44"/>
            <p:cNvSpPr>
              <a:spLocks noChangeShapeType="1"/>
            </p:cNvSpPr>
            <p:nvPr/>
          </p:nvSpPr>
          <p:spPr bwMode="auto">
            <a:xfrm>
              <a:off x="6134100" y="3725863"/>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8284" name="Line 45"/>
            <p:cNvSpPr>
              <a:spLocks noChangeShapeType="1"/>
            </p:cNvSpPr>
            <p:nvPr/>
          </p:nvSpPr>
          <p:spPr bwMode="auto">
            <a:xfrm>
              <a:off x="7186613" y="3725863"/>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8285" name="Rectangle 46"/>
            <p:cNvSpPr>
              <a:spLocks noChangeArrowheads="1"/>
            </p:cNvSpPr>
            <p:nvPr/>
          </p:nvSpPr>
          <p:spPr bwMode="auto">
            <a:xfrm>
              <a:off x="4730750" y="3725863"/>
              <a:ext cx="877888" cy="463550"/>
            </a:xfrm>
            <a:prstGeom prst="rect">
              <a:avLst/>
            </a:prstGeom>
            <a:solidFill>
              <a:srgbClr val="FFFF99"/>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38286" name="Line 47"/>
            <p:cNvSpPr>
              <a:spLocks noChangeShapeType="1"/>
            </p:cNvSpPr>
            <p:nvPr/>
          </p:nvSpPr>
          <p:spPr bwMode="auto">
            <a:xfrm flipV="1">
              <a:off x="5608638" y="2236788"/>
              <a:ext cx="438150" cy="1489075"/>
            </a:xfrm>
            <a:prstGeom prst="line">
              <a:avLst/>
            </a:prstGeom>
            <a:noFill/>
            <a:ln w="9525">
              <a:solidFill>
                <a:schemeClr val="folHlink"/>
              </a:solidFill>
              <a:prstDash val="dash"/>
              <a:round/>
              <a:headEnd type="triangle" w="sm" len="med"/>
              <a:tailEnd/>
            </a:ln>
            <a:extLst>
              <a:ext uri="{909E8E84-426E-40DD-AFC4-6F175D3DCCD1}">
                <a14:hiddenFill xmlns:a14="http://schemas.microsoft.com/office/drawing/2010/main">
                  <a:noFill/>
                </a14:hiddenFill>
              </a:ext>
            </a:extLst>
          </p:spPr>
          <p:txBody>
            <a:bodyPr/>
            <a:lstStyle/>
            <a:p>
              <a:endParaRPr lang="zh-CN" altLang="en-US" b="1"/>
            </a:p>
          </p:txBody>
        </p:sp>
        <p:sp>
          <p:nvSpPr>
            <p:cNvPr id="138287" name="Line 48"/>
            <p:cNvSpPr>
              <a:spLocks noChangeShapeType="1"/>
            </p:cNvSpPr>
            <p:nvPr/>
          </p:nvSpPr>
          <p:spPr bwMode="auto">
            <a:xfrm flipV="1">
              <a:off x="7362825" y="2236788"/>
              <a:ext cx="439738" cy="1489075"/>
            </a:xfrm>
            <a:prstGeom prst="line">
              <a:avLst/>
            </a:prstGeom>
            <a:noFill/>
            <a:ln w="9525">
              <a:solidFill>
                <a:schemeClr val="folHlink"/>
              </a:solidFill>
              <a:prstDash val="dash"/>
              <a:round/>
              <a:headEnd type="triangle" w="sm" len="med"/>
              <a:tailEnd/>
            </a:ln>
            <a:extLst>
              <a:ext uri="{909E8E84-426E-40DD-AFC4-6F175D3DCCD1}">
                <a14:hiddenFill xmlns:a14="http://schemas.microsoft.com/office/drawing/2010/main">
                  <a:noFill/>
                </a14:hiddenFill>
              </a:ext>
            </a:extLst>
          </p:spPr>
          <p:txBody>
            <a:bodyPr/>
            <a:lstStyle/>
            <a:p>
              <a:endParaRPr lang="zh-CN" altLang="en-US" b="1"/>
            </a:p>
          </p:txBody>
        </p:sp>
        <p:sp>
          <p:nvSpPr>
            <p:cNvPr id="138299" name="Text Box 60"/>
            <p:cNvSpPr txBox="1">
              <a:spLocks noChangeArrowheads="1"/>
            </p:cNvSpPr>
            <p:nvPr/>
          </p:nvSpPr>
          <p:spPr bwMode="auto">
            <a:xfrm>
              <a:off x="4700588" y="3725863"/>
              <a:ext cx="9112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2" charset="-122"/>
                </a:rPr>
                <a:t>首部 </a:t>
              </a:r>
              <a:r>
                <a:rPr kumimoji="1" lang="en-US" altLang="zh-CN" sz="2000" b="1">
                  <a:solidFill>
                    <a:srgbClr val="333399"/>
                  </a:solidFill>
                  <a:latin typeface="Arial" charset="0"/>
                  <a:ea typeface="黑体" pitchFamily="2" charset="-122"/>
                </a:rPr>
                <a:t>2</a:t>
              </a:r>
            </a:p>
          </p:txBody>
        </p:sp>
        <p:sp>
          <p:nvSpPr>
            <p:cNvPr id="138303" name="Text Box 64"/>
            <p:cNvSpPr txBox="1">
              <a:spLocks noChangeArrowheads="1"/>
            </p:cNvSpPr>
            <p:nvPr/>
          </p:nvSpPr>
          <p:spPr bwMode="auto">
            <a:xfrm>
              <a:off x="5372100" y="4924425"/>
              <a:ext cx="14239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2" charset="-122"/>
                </a:rPr>
                <a:t>数据报片 </a:t>
              </a:r>
              <a:r>
                <a:rPr kumimoji="1" lang="en-US" altLang="zh-CN" sz="2000" b="1">
                  <a:solidFill>
                    <a:srgbClr val="333399"/>
                  </a:solidFill>
                  <a:latin typeface="Arial" charset="0"/>
                  <a:ea typeface="黑体" pitchFamily="2" charset="-122"/>
                </a:rPr>
                <a:t>2</a:t>
              </a:r>
            </a:p>
          </p:txBody>
        </p:sp>
      </p:grpSp>
      <p:grpSp>
        <p:nvGrpSpPr>
          <p:cNvPr id="4" name="组合 3"/>
          <p:cNvGrpSpPr/>
          <p:nvPr/>
        </p:nvGrpSpPr>
        <p:grpSpPr>
          <a:xfrm>
            <a:off x="7802563" y="2236788"/>
            <a:ext cx="2831990" cy="3537010"/>
            <a:chOff x="7802563" y="2236788"/>
            <a:chExt cx="2831990" cy="3537010"/>
          </a:xfrm>
        </p:grpSpPr>
        <p:sp>
          <p:nvSpPr>
            <p:cNvPr id="138256" name="Text Box 18"/>
            <p:cNvSpPr txBox="1">
              <a:spLocks noChangeArrowheads="1"/>
            </p:cNvSpPr>
            <p:nvPr/>
          </p:nvSpPr>
          <p:spPr bwMode="auto">
            <a:xfrm>
              <a:off x="7888288" y="5373688"/>
              <a:ext cx="274626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smtClean="0">
                  <a:solidFill>
                    <a:srgbClr val="333399"/>
                  </a:solidFill>
                  <a:latin typeface="Arial" charset="0"/>
                  <a:ea typeface="黑体" pitchFamily="2" charset="-122"/>
                </a:rPr>
                <a:t>片偏移 </a:t>
              </a:r>
              <a:r>
                <a:rPr kumimoji="1" lang="en-US" altLang="zh-CN" sz="2000" b="1" dirty="0">
                  <a:solidFill>
                    <a:srgbClr val="333399"/>
                  </a:solidFill>
                  <a:latin typeface="Arial" charset="0"/>
                  <a:ea typeface="黑体" pitchFamily="2" charset="-122"/>
                </a:rPr>
                <a:t>= 2800/8 = 350</a:t>
              </a:r>
            </a:p>
          </p:txBody>
        </p:sp>
        <p:sp>
          <p:nvSpPr>
            <p:cNvPr id="138262" name="Line 24"/>
            <p:cNvSpPr>
              <a:spLocks noChangeShapeType="1"/>
            </p:cNvSpPr>
            <p:nvPr/>
          </p:nvSpPr>
          <p:spPr bwMode="auto">
            <a:xfrm flipV="1">
              <a:off x="8840788" y="4189413"/>
              <a:ext cx="0" cy="369887"/>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138263" name="Line 25"/>
            <p:cNvSpPr>
              <a:spLocks noChangeShapeType="1"/>
            </p:cNvSpPr>
            <p:nvPr/>
          </p:nvSpPr>
          <p:spPr bwMode="auto">
            <a:xfrm flipV="1">
              <a:off x="9998075" y="4189413"/>
              <a:ext cx="0" cy="369887"/>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138265" name="Text Box 27"/>
            <p:cNvSpPr txBox="1">
              <a:spLocks noChangeArrowheads="1"/>
            </p:cNvSpPr>
            <p:nvPr/>
          </p:nvSpPr>
          <p:spPr bwMode="auto">
            <a:xfrm>
              <a:off x="8467725" y="4465638"/>
              <a:ext cx="7556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2800</a:t>
              </a:r>
            </a:p>
          </p:txBody>
        </p:sp>
        <p:sp>
          <p:nvSpPr>
            <p:cNvPr id="138266" name="Text Box 28"/>
            <p:cNvSpPr txBox="1">
              <a:spLocks noChangeArrowheads="1"/>
            </p:cNvSpPr>
            <p:nvPr/>
          </p:nvSpPr>
          <p:spPr bwMode="auto">
            <a:xfrm>
              <a:off x="9610725" y="4443413"/>
              <a:ext cx="7556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3799</a:t>
              </a:r>
            </a:p>
          </p:txBody>
        </p:sp>
        <p:sp>
          <p:nvSpPr>
            <p:cNvPr id="138288" name="Rectangle 49"/>
            <p:cNvSpPr>
              <a:spLocks noChangeArrowheads="1"/>
            </p:cNvSpPr>
            <p:nvPr/>
          </p:nvSpPr>
          <p:spPr bwMode="auto">
            <a:xfrm>
              <a:off x="8767763" y="3725863"/>
              <a:ext cx="1317625" cy="463550"/>
            </a:xfrm>
            <a:prstGeom prst="rect">
              <a:avLst/>
            </a:prstGeom>
            <a:solidFill>
              <a:srgbClr val="CCECFF"/>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38289" name="Line 50"/>
            <p:cNvSpPr>
              <a:spLocks noChangeShapeType="1"/>
            </p:cNvSpPr>
            <p:nvPr/>
          </p:nvSpPr>
          <p:spPr bwMode="auto">
            <a:xfrm>
              <a:off x="8943975" y="3725863"/>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8290" name="Line 51"/>
            <p:cNvSpPr>
              <a:spLocks noChangeShapeType="1"/>
            </p:cNvSpPr>
            <p:nvPr/>
          </p:nvSpPr>
          <p:spPr bwMode="auto">
            <a:xfrm>
              <a:off x="9120188" y="3725863"/>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8291" name="Line 52"/>
            <p:cNvSpPr>
              <a:spLocks noChangeShapeType="1"/>
            </p:cNvSpPr>
            <p:nvPr/>
          </p:nvSpPr>
          <p:spPr bwMode="auto">
            <a:xfrm>
              <a:off x="9296400" y="3725863"/>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8292" name="Line 53"/>
            <p:cNvSpPr>
              <a:spLocks noChangeShapeType="1"/>
            </p:cNvSpPr>
            <p:nvPr/>
          </p:nvSpPr>
          <p:spPr bwMode="auto">
            <a:xfrm>
              <a:off x="9910763" y="3725863"/>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8293" name="Rectangle 54"/>
            <p:cNvSpPr>
              <a:spLocks noChangeArrowheads="1"/>
            </p:cNvSpPr>
            <p:nvPr/>
          </p:nvSpPr>
          <p:spPr bwMode="auto">
            <a:xfrm>
              <a:off x="7891463" y="3725863"/>
              <a:ext cx="876300" cy="463550"/>
            </a:xfrm>
            <a:prstGeom prst="rect">
              <a:avLst/>
            </a:prstGeom>
            <a:solidFill>
              <a:srgbClr val="FFFF99"/>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38294" name="Line 55"/>
            <p:cNvSpPr>
              <a:spLocks noChangeShapeType="1"/>
            </p:cNvSpPr>
            <p:nvPr/>
          </p:nvSpPr>
          <p:spPr bwMode="auto">
            <a:xfrm flipH="1" flipV="1">
              <a:off x="9120188" y="2236788"/>
              <a:ext cx="965200" cy="1489075"/>
            </a:xfrm>
            <a:prstGeom prst="line">
              <a:avLst/>
            </a:prstGeom>
            <a:noFill/>
            <a:ln w="9525">
              <a:solidFill>
                <a:schemeClr val="folHlink"/>
              </a:solidFill>
              <a:prstDash val="dash"/>
              <a:round/>
              <a:headEnd type="triangle" w="sm" len="med"/>
              <a:tailEnd/>
            </a:ln>
            <a:extLst>
              <a:ext uri="{909E8E84-426E-40DD-AFC4-6F175D3DCCD1}">
                <a14:hiddenFill xmlns:a14="http://schemas.microsoft.com/office/drawing/2010/main">
                  <a:noFill/>
                </a14:hiddenFill>
              </a:ext>
            </a:extLst>
          </p:spPr>
          <p:txBody>
            <a:bodyPr/>
            <a:lstStyle/>
            <a:p>
              <a:endParaRPr lang="zh-CN" altLang="en-US" b="1"/>
            </a:p>
          </p:txBody>
        </p:sp>
        <p:sp>
          <p:nvSpPr>
            <p:cNvPr id="138295" name="Line 56"/>
            <p:cNvSpPr>
              <a:spLocks noChangeShapeType="1"/>
            </p:cNvSpPr>
            <p:nvPr/>
          </p:nvSpPr>
          <p:spPr bwMode="auto">
            <a:xfrm flipH="1" flipV="1">
              <a:off x="7802563" y="2236788"/>
              <a:ext cx="965200" cy="1489075"/>
            </a:xfrm>
            <a:prstGeom prst="line">
              <a:avLst/>
            </a:prstGeom>
            <a:noFill/>
            <a:ln w="9525">
              <a:solidFill>
                <a:schemeClr val="folHlink"/>
              </a:solidFill>
              <a:prstDash val="dash"/>
              <a:round/>
              <a:headEnd type="triangle" w="sm" len="med"/>
              <a:tailEnd/>
            </a:ln>
            <a:extLst>
              <a:ext uri="{909E8E84-426E-40DD-AFC4-6F175D3DCCD1}">
                <a14:hiddenFill xmlns:a14="http://schemas.microsoft.com/office/drawing/2010/main">
                  <a:noFill/>
                </a14:hiddenFill>
              </a:ext>
            </a:extLst>
          </p:spPr>
          <p:txBody>
            <a:bodyPr/>
            <a:lstStyle/>
            <a:p>
              <a:endParaRPr lang="zh-CN" altLang="en-US" b="1"/>
            </a:p>
          </p:txBody>
        </p:sp>
        <p:sp>
          <p:nvSpPr>
            <p:cNvPr id="138300" name="Text Box 61"/>
            <p:cNvSpPr txBox="1">
              <a:spLocks noChangeArrowheads="1"/>
            </p:cNvSpPr>
            <p:nvPr/>
          </p:nvSpPr>
          <p:spPr bwMode="auto">
            <a:xfrm>
              <a:off x="7861300" y="3725863"/>
              <a:ext cx="9112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2" charset="-122"/>
                </a:rPr>
                <a:t>首部 </a:t>
              </a:r>
              <a:r>
                <a:rPr kumimoji="1" lang="en-US" altLang="zh-CN" sz="2000" b="1">
                  <a:solidFill>
                    <a:srgbClr val="333399"/>
                  </a:solidFill>
                  <a:latin typeface="Arial" charset="0"/>
                  <a:ea typeface="黑体" pitchFamily="2" charset="-122"/>
                </a:rPr>
                <a:t>3</a:t>
              </a:r>
            </a:p>
          </p:txBody>
        </p:sp>
        <p:sp>
          <p:nvSpPr>
            <p:cNvPr id="138304" name="Text Box 65"/>
            <p:cNvSpPr txBox="1">
              <a:spLocks noChangeArrowheads="1"/>
            </p:cNvSpPr>
            <p:nvPr/>
          </p:nvSpPr>
          <p:spPr bwMode="auto">
            <a:xfrm>
              <a:off x="8270875" y="4924425"/>
              <a:ext cx="14239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2" charset="-122"/>
                </a:rPr>
                <a:t>数据报片 </a:t>
              </a:r>
              <a:r>
                <a:rPr kumimoji="1" lang="en-US" altLang="zh-CN" sz="2000" b="1">
                  <a:solidFill>
                    <a:srgbClr val="333399"/>
                  </a:solidFill>
                  <a:latin typeface="Arial" charset="0"/>
                  <a:ea typeface="黑体" pitchFamily="2" charset="-122"/>
                </a:rPr>
                <a:t>3</a:t>
              </a:r>
            </a:p>
          </p:txBody>
        </p:sp>
      </p:grpSp>
      <p:sp>
        <p:nvSpPr>
          <p:cNvPr id="138305" name="Line 66"/>
          <p:cNvSpPr>
            <a:spLocks noChangeShapeType="1"/>
          </p:cNvSpPr>
          <p:nvPr/>
        </p:nvSpPr>
        <p:spPr bwMode="auto">
          <a:xfrm flipV="1">
            <a:off x="6118225" y="2236788"/>
            <a:ext cx="0" cy="369887"/>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138306" name="Text Box 67"/>
          <p:cNvSpPr txBox="1">
            <a:spLocks noChangeArrowheads="1"/>
          </p:cNvSpPr>
          <p:nvPr/>
        </p:nvSpPr>
        <p:spPr bwMode="auto">
          <a:xfrm>
            <a:off x="5730875" y="2509838"/>
            <a:ext cx="755650"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dirty="0">
                <a:solidFill>
                  <a:srgbClr val="333399"/>
                </a:solidFill>
                <a:latin typeface="Arial" charset="0"/>
                <a:ea typeface="黑体" pitchFamily="2" charset="-122"/>
              </a:rPr>
              <a:t>1400</a:t>
            </a:r>
          </a:p>
        </p:txBody>
      </p:sp>
      <p:sp>
        <p:nvSpPr>
          <p:cNvPr id="138307" name="Line 68"/>
          <p:cNvSpPr>
            <a:spLocks noChangeShapeType="1"/>
          </p:cNvSpPr>
          <p:nvPr/>
        </p:nvSpPr>
        <p:spPr bwMode="auto">
          <a:xfrm flipV="1">
            <a:off x="7875588" y="2236788"/>
            <a:ext cx="0" cy="369887"/>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138308" name="Text Box 69"/>
          <p:cNvSpPr txBox="1">
            <a:spLocks noChangeArrowheads="1"/>
          </p:cNvSpPr>
          <p:nvPr/>
        </p:nvSpPr>
        <p:spPr bwMode="auto">
          <a:xfrm>
            <a:off x="7502525" y="2509838"/>
            <a:ext cx="755650"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2800</a:t>
            </a:r>
          </a:p>
        </p:txBody>
      </p:sp>
      <p:sp>
        <p:nvSpPr>
          <p:cNvPr id="138309" name="Line 70"/>
          <p:cNvSpPr>
            <a:spLocks noChangeShapeType="1"/>
          </p:cNvSpPr>
          <p:nvPr/>
        </p:nvSpPr>
        <p:spPr bwMode="auto">
          <a:xfrm>
            <a:off x="7977188" y="1773238"/>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8310" name="Line 71"/>
          <p:cNvSpPr>
            <a:spLocks noChangeShapeType="1"/>
          </p:cNvSpPr>
          <p:nvPr/>
        </p:nvSpPr>
        <p:spPr bwMode="auto">
          <a:xfrm>
            <a:off x="6223000" y="1773238"/>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8311" name="Text Box 72"/>
          <p:cNvSpPr txBox="1">
            <a:spLocks noChangeArrowheads="1"/>
          </p:cNvSpPr>
          <p:nvPr/>
        </p:nvSpPr>
        <p:spPr bwMode="auto">
          <a:xfrm>
            <a:off x="3617913" y="2530475"/>
            <a:ext cx="911225"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2" charset="-122"/>
              </a:rPr>
              <a:t>字节 </a:t>
            </a:r>
            <a:r>
              <a:rPr kumimoji="1" lang="en-US" altLang="zh-CN" sz="2000" b="1">
                <a:solidFill>
                  <a:srgbClr val="333399"/>
                </a:solidFill>
                <a:latin typeface="Arial" charset="0"/>
                <a:ea typeface="黑体" pitchFamily="2" charset="-122"/>
              </a:rPr>
              <a:t>0</a:t>
            </a:r>
          </a:p>
        </p:txBody>
      </p:sp>
      <p:sp>
        <p:nvSpPr>
          <p:cNvPr id="74" name="Rectangle 2">
            <a:extLst>
              <a:ext uri="{FF2B5EF4-FFF2-40B4-BE49-F238E27FC236}"/>
            </a:extLst>
          </p:cNvPr>
          <p:cNvSpPr txBox="1">
            <a:spLocks noChangeArrowheads="1"/>
          </p:cNvSpPr>
          <p:nvPr/>
        </p:nvSpPr>
        <p:spPr>
          <a:xfrm>
            <a:off x="609600" y="274638"/>
            <a:ext cx="10972800" cy="817562"/>
          </a:xfrm>
          <a:prstGeom prst="rect">
            <a:avLst/>
          </a:prstGeom>
        </p:spPr>
        <p:txBody>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pPr eaLnBrk="1" hangingPunct="1">
              <a:defRPr/>
            </a:pPr>
            <a:r>
              <a:rPr lang="en-US" altLang="zh-CN" kern="0" dirty="0" smtClean="0"/>
              <a:t>IP </a:t>
            </a:r>
            <a:r>
              <a:rPr lang="zh-CN" altLang="en-US" kern="0" dirty="0" smtClean="0"/>
              <a:t>数据报</a:t>
            </a:r>
            <a:r>
              <a:rPr lang="zh-CN" altLang="en-US" kern="0" dirty="0"/>
              <a:t>分片举例</a:t>
            </a:r>
          </a:p>
        </p:txBody>
      </p:sp>
    </p:spTree>
    <p:extLst>
      <p:ext uri="{BB962C8B-B14F-4D97-AF65-F5344CB8AC3E}">
        <p14:creationId xmlns:p14="http://schemas.microsoft.com/office/powerpoint/2010/main" val="47453452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2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up)">
                                      <p:cBhvr>
                                        <p:cTn id="1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Rectangle 2">
            <a:extLst>
              <a:ext uri="{FF2B5EF4-FFF2-40B4-BE49-F238E27FC236}"/>
            </a:extLst>
          </p:cNvPr>
          <p:cNvSpPr txBox="1">
            <a:spLocks noChangeArrowheads="1"/>
          </p:cNvSpPr>
          <p:nvPr/>
        </p:nvSpPr>
        <p:spPr>
          <a:xfrm>
            <a:off x="609600" y="274638"/>
            <a:ext cx="10972800" cy="817562"/>
          </a:xfrm>
          <a:prstGeom prst="rect">
            <a:avLst/>
          </a:prstGeom>
        </p:spPr>
        <p:txBody>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pPr eaLnBrk="1" hangingPunct="1">
              <a:defRPr/>
            </a:pPr>
            <a:r>
              <a:rPr lang="en-US" altLang="zh-CN" kern="0" dirty="0" smtClean="0"/>
              <a:t>IP </a:t>
            </a:r>
            <a:r>
              <a:rPr lang="zh-CN" altLang="en-US" kern="0" dirty="0" smtClean="0"/>
              <a:t>数据报</a:t>
            </a:r>
            <a:r>
              <a:rPr lang="zh-CN" altLang="en-US" kern="0" dirty="0"/>
              <a:t>分片举例</a:t>
            </a:r>
          </a:p>
        </p:txBody>
      </p:sp>
      <p:graphicFrame>
        <p:nvGraphicFramePr>
          <p:cNvPr id="2" name="表格 1"/>
          <p:cNvGraphicFramePr>
            <a:graphicFrameLocks noGrp="1"/>
          </p:cNvGraphicFramePr>
          <p:nvPr>
            <p:extLst>
              <p:ext uri="{D42A27DB-BD31-4B8C-83A1-F6EECF244321}">
                <p14:modId xmlns:p14="http://schemas.microsoft.com/office/powerpoint/2010/main" val="1244137309"/>
              </p:ext>
            </p:extLst>
          </p:nvPr>
        </p:nvGraphicFramePr>
        <p:xfrm>
          <a:off x="1199456" y="1700806"/>
          <a:ext cx="9793086" cy="4032450"/>
        </p:xfrm>
        <a:graphic>
          <a:graphicData uri="http://schemas.openxmlformats.org/drawingml/2006/table">
            <a:tbl>
              <a:tblPr firstRow="1" bandRow="1">
                <a:tableStyleId>{5C22544A-7EE6-4342-B048-85BDC9FD1C3A}</a:tableStyleId>
              </a:tblPr>
              <a:tblGrid>
                <a:gridCol w="1632181"/>
                <a:gridCol w="1632181"/>
                <a:gridCol w="1632181"/>
                <a:gridCol w="1632181"/>
                <a:gridCol w="1632181"/>
                <a:gridCol w="1632181"/>
              </a:tblGrid>
              <a:tr h="806490">
                <a:tc>
                  <a:txBody>
                    <a:bodyPr/>
                    <a:lstStyle/>
                    <a:p>
                      <a:endParaRPr lang="zh-CN" altLang="en-US" dirty="0"/>
                    </a:p>
                  </a:txBody>
                  <a:tcPr>
                    <a:lnTlToBr w="12700" cap="flat" cmpd="sng" algn="ctr">
                      <a:solidFill>
                        <a:schemeClr val="tx1"/>
                      </a:solidFill>
                      <a:prstDash val="solid"/>
                      <a:round/>
                      <a:headEnd type="none" w="med" len="med"/>
                      <a:tailEnd type="none" w="med" len="med"/>
                    </a:lnTlToBr>
                  </a:tcPr>
                </a:tc>
                <a:tc>
                  <a:txBody>
                    <a:bodyPr/>
                    <a:lstStyle/>
                    <a:p>
                      <a:pPr algn="ctr"/>
                      <a:r>
                        <a:rPr lang="zh-CN" altLang="en-US" dirty="0" smtClean="0">
                          <a:solidFill>
                            <a:srgbClr val="000000"/>
                          </a:solidFill>
                        </a:rPr>
                        <a:t>总长度</a:t>
                      </a:r>
                      <a:endParaRPr lang="zh-CN" altLang="en-US" dirty="0">
                        <a:solidFill>
                          <a:srgbClr val="000000"/>
                        </a:solidFill>
                      </a:endParaRPr>
                    </a:p>
                  </a:txBody>
                  <a:tcPr anchor="ctr"/>
                </a:tc>
                <a:tc>
                  <a:txBody>
                    <a:bodyPr/>
                    <a:lstStyle/>
                    <a:p>
                      <a:pPr marL="0" algn="ctr" defTabSz="914400" rtl="0" eaLnBrk="1" latinLnBrk="0" hangingPunct="1"/>
                      <a:r>
                        <a:rPr lang="zh-CN" altLang="en-US" sz="1800" b="1" kern="1200" dirty="0" smtClean="0">
                          <a:solidFill>
                            <a:srgbClr val="000000"/>
                          </a:solidFill>
                          <a:latin typeface="+mn-lt"/>
                          <a:ea typeface="+mn-ea"/>
                          <a:cs typeface="+mn-cs"/>
                        </a:rPr>
                        <a:t>标识</a:t>
                      </a:r>
                      <a:endParaRPr lang="zh-CN" altLang="en-US" sz="1800" b="1" kern="1200" dirty="0">
                        <a:solidFill>
                          <a:srgbClr val="000000"/>
                        </a:solidFill>
                        <a:latin typeface="+mn-lt"/>
                        <a:ea typeface="+mn-ea"/>
                        <a:cs typeface="+mn-cs"/>
                      </a:endParaRPr>
                    </a:p>
                  </a:txBody>
                  <a:tcPr anchor="ctr"/>
                </a:tc>
                <a:tc>
                  <a:txBody>
                    <a:bodyPr/>
                    <a:lstStyle/>
                    <a:p>
                      <a:pPr marL="0" algn="ctr" defTabSz="914400" rtl="0" eaLnBrk="1" latinLnBrk="0" hangingPunct="1"/>
                      <a:r>
                        <a:rPr lang="en-US" altLang="zh-CN" sz="1800" b="1" kern="1200" dirty="0" smtClean="0">
                          <a:solidFill>
                            <a:srgbClr val="000000"/>
                          </a:solidFill>
                          <a:latin typeface="+mn-lt"/>
                          <a:ea typeface="+mn-ea"/>
                          <a:cs typeface="+mn-cs"/>
                        </a:rPr>
                        <a:t>MF</a:t>
                      </a:r>
                      <a:endParaRPr lang="zh-CN" altLang="en-US" sz="1800" b="1" kern="1200" dirty="0">
                        <a:solidFill>
                          <a:srgbClr val="000000"/>
                        </a:solidFill>
                        <a:latin typeface="+mn-lt"/>
                        <a:ea typeface="+mn-ea"/>
                        <a:cs typeface="+mn-cs"/>
                      </a:endParaRPr>
                    </a:p>
                  </a:txBody>
                  <a:tcPr anchor="ctr"/>
                </a:tc>
                <a:tc>
                  <a:txBody>
                    <a:bodyPr/>
                    <a:lstStyle/>
                    <a:p>
                      <a:pPr marL="0" algn="ctr" defTabSz="914400" rtl="0" eaLnBrk="1" latinLnBrk="0" hangingPunct="1"/>
                      <a:r>
                        <a:rPr lang="en-US" altLang="zh-CN" sz="1800" b="1" kern="1200" dirty="0" smtClean="0">
                          <a:solidFill>
                            <a:srgbClr val="000000"/>
                          </a:solidFill>
                          <a:latin typeface="+mn-lt"/>
                          <a:ea typeface="+mn-ea"/>
                          <a:cs typeface="+mn-cs"/>
                        </a:rPr>
                        <a:t>DF</a:t>
                      </a:r>
                      <a:endParaRPr lang="zh-CN" altLang="en-US" sz="1800" b="1" kern="1200" dirty="0">
                        <a:solidFill>
                          <a:srgbClr val="000000"/>
                        </a:solidFill>
                        <a:latin typeface="+mn-lt"/>
                        <a:ea typeface="+mn-ea"/>
                        <a:cs typeface="+mn-cs"/>
                      </a:endParaRPr>
                    </a:p>
                  </a:txBody>
                  <a:tcPr anchor="ctr"/>
                </a:tc>
                <a:tc>
                  <a:txBody>
                    <a:bodyPr/>
                    <a:lstStyle/>
                    <a:p>
                      <a:pPr marL="0" algn="ctr" defTabSz="914400" rtl="0" eaLnBrk="1" latinLnBrk="0" hangingPunct="1"/>
                      <a:r>
                        <a:rPr lang="zh-CN" altLang="en-US" sz="1800" b="1" kern="1200" dirty="0" smtClean="0">
                          <a:solidFill>
                            <a:srgbClr val="000000"/>
                          </a:solidFill>
                          <a:latin typeface="+mn-lt"/>
                          <a:ea typeface="+mn-ea"/>
                          <a:cs typeface="+mn-cs"/>
                        </a:rPr>
                        <a:t>片偏移</a:t>
                      </a:r>
                      <a:endParaRPr lang="zh-CN" altLang="en-US" sz="1800" b="1" kern="1200" dirty="0">
                        <a:solidFill>
                          <a:srgbClr val="000000"/>
                        </a:solidFill>
                        <a:latin typeface="+mn-lt"/>
                        <a:ea typeface="+mn-ea"/>
                        <a:cs typeface="+mn-cs"/>
                      </a:endParaRPr>
                    </a:p>
                  </a:txBody>
                  <a:tcPr anchor="ctr"/>
                </a:tc>
              </a:tr>
              <a:tr h="806490">
                <a:tc>
                  <a:txBody>
                    <a:bodyPr/>
                    <a:lstStyle/>
                    <a:p>
                      <a:pPr marL="0" algn="ctr" defTabSz="914400" rtl="0" eaLnBrk="1" latinLnBrk="0" hangingPunct="1"/>
                      <a:r>
                        <a:rPr lang="zh-CN" altLang="en-US" sz="1800" b="1" kern="1200" dirty="0" smtClean="0">
                          <a:solidFill>
                            <a:srgbClr val="000000"/>
                          </a:solidFill>
                          <a:latin typeface="+mn-lt"/>
                          <a:ea typeface="+mn-ea"/>
                          <a:cs typeface="+mn-cs"/>
                        </a:rPr>
                        <a:t>原始数据报</a:t>
                      </a:r>
                      <a:endParaRPr lang="zh-CN" altLang="en-US" sz="1800" b="1" kern="1200" dirty="0">
                        <a:solidFill>
                          <a:srgbClr val="000000"/>
                        </a:solidFill>
                        <a:latin typeface="+mn-lt"/>
                        <a:ea typeface="+mn-ea"/>
                        <a:cs typeface="+mn-cs"/>
                      </a:endParaRPr>
                    </a:p>
                  </a:txBody>
                  <a:tcPr anchor="ctr"/>
                </a:tc>
                <a:tc>
                  <a:txBody>
                    <a:bodyPr/>
                    <a:lstStyle/>
                    <a:p>
                      <a:pPr marL="0" algn="ctr" defTabSz="914400" rtl="0" eaLnBrk="1" latinLnBrk="0" hangingPunct="1"/>
                      <a:r>
                        <a:rPr lang="en-US" altLang="zh-CN" sz="1800" b="1" kern="1200" dirty="0" smtClean="0">
                          <a:solidFill>
                            <a:srgbClr val="333399"/>
                          </a:solidFill>
                          <a:latin typeface="+mn-lt"/>
                          <a:ea typeface="+mn-ea"/>
                          <a:cs typeface="+mn-cs"/>
                        </a:rPr>
                        <a:t>3820</a:t>
                      </a:r>
                      <a:endParaRPr lang="zh-CN" altLang="en-US" sz="1800" b="1" kern="1200" dirty="0">
                        <a:solidFill>
                          <a:srgbClr val="333399"/>
                        </a:solidFill>
                        <a:latin typeface="+mn-lt"/>
                        <a:ea typeface="+mn-ea"/>
                        <a:cs typeface="+mn-cs"/>
                      </a:endParaRPr>
                    </a:p>
                  </a:txBody>
                  <a:tcPr anchor="ctr"/>
                </a:tc>
                <a:tc>
                  <a:txBody>
                    <a:bodyPr/>
                    <a:lstStyle/>
                    <a:p>
                      <a:pPr marL="0" algn="ctr" defTabSz="914400" rtl="0" eaLnBrk="1" latinLnBrk="0" hangingPunct="1"/>
                      <a:r>
                        <a:rPr lang="en-US" altLang="zh-CN" sz="1800" b="1" kern="1200" dirty="0" smtClean="0">
                          <a:solidFill>
                            <a:srgbClr val="333399"/>
                          </a:solidFill>
                          <a:latin typeface="+mn-lt"/>
                          <a:ea typeface="+mn-ea"/>
                          <a:cs typeface="+mn-cs"/>
                        </a:rPr>
                        <a:t>12345</a:t>
                      </a:r>
                      <a:endParaRPr lang="zh-CN" altLang="en-US" sz="1800" b="1" kern="1200" dirty="0">
                        <a:solidFill>
                          <a:srgbClr val="333399"/>
                        </a:solidFill>
                        <a:latin typeface="+mn-lt"/>
                        <a:ea typeface="+mn-ea"/>
                        <a:cs typeface="+mn-cs"/>
                      </a:endParaRPr>
                    </a:p>
                  </a:txBody>
                  <a:tcPr anchor="ctr"/>
                </a:tc>
                <a:tc>
                  <a:txBody>
                    <a:bodyPr/>
                    <a:lstStyle/>
                    <a:p>
                      <a:pPr marL="0" algn="ctr" defTabSz="914400" rtl="0" eaLnBrk="1" latinLnBrk="0" hangingPunct="1"/>
                      <a:r>
                        <a:rPr lang="en-US" altLang="zh-CN" sz="1800" b="1" kern="1200" dirty="0" smtClean="0">
                          <a:solidFill>
                            <a:srgbClr val="333399"/>
                          </a:solidFill>
                          <a:latin typeface="+mn-lt"/>
                          <a:ea typeface="+mn-ea"/>
                          <a:cs typeface="+mn-cs"/>
                        </a:rPr>
                        <a:t>0</a:t>
                      </a:r>
                      <a:endParaRPr lang="zh-CN" altLang="en-US" sz="1800" b="1" kern="1200" dirty="0">
                        <a:solidFill>
                          <a:srgbClr val="333399"/>
                        </a:solidFill>
                        <a:latin typeface="+mn-lt"/>
                        <a:ea typeface="+mn-ea"/>
                        <a:cs typeface="+mn-cs"/>
                      </a:endParaRPr>
                    </a:p>
                  </a:txBody>
                  <a:tcPr anchor="ctr"/>
                </a:tc>
                <a:tc>
                  <a:txBody>
                    <a:bodyPr/>
                    <a:lstStyle/>
                    <a:p>
                      <a:pPr marL="0" algn="ctr" defTabSz="914400" rtl="0" eaLnBrk="1" latinLnBrk="0" hangingPunct="1"/>
                      <a:r>
                        <a:rPr lang="en-US" altLang="zh-CN" sz="1800" b="1" kern="1200" dirty="0" smtClean="0">
                          <a:solidFill>
                            <a:srgbClr val="333399"/>
                          </a:solidFill>
                          <a:latin typeface="+mn-lt"/>
                          <a:ea typeface="+mn-ea"/>
                          <a:cs typeface="+mn-cs"/>
                        </a:rPr>
                        <a:t>0</a:t>
                      </a:r>
                      <a:endParaRPr lang="zh-CN" altLang="en-US" sz="1800" b="1" kern="1200" dirty="0">
                        <a:solidFill>
                          <a:srgbClr val="333399"/>
                        </a:solidFill>
                        <a:latin typeface="+mn-lt"/>
                        <a:ea typeface="+mn-ea"/>
                        <a:cs typeface="+mn-cs"/>
                      </a:endParaRPr>
                    </a:p>
                  </a:txBody>
                  <a:tcPr anchor="ctr"/>
                </a:tc>
                <a:tc>
                  <a:txBody>
                    <a:bodyPr/>
                    <a:lstStyle/>
                    <a:p>
                      <a:pPr marL="0" algn="ctr" defTabSz="914400" rtl="0" eaLnBrk="1" latinLnBrk="0" hangingPunct="1"/>
                      <a:r>
                        <a:rPr lang="en-US" altLang="zh-CN" sz="1800" b="1" kern="1200" dirty="0" smtClean="0">
                          <a:solidFill>
                            <a:srgbClr val="333399"/>
                          </a:solidFill>
                          <a:latin typeface="+mn-lt"/>
                          <a:ea typeface="+mn-ea"/>
                          <a:cs typeface="+mn-cs"/>
                        </a:rPr>
                        <a:t>0</a:t>
                      </a:r>
                      <a:endParaRPr lang="zh-CN" altLang="en-US" sz="1800" b="1" kern="1200" dirty="0">
                        <a:solidFill>
                          <a:srgbClr val="333399"/>
                        </a:solidFill>
                        <a:latin typeface="+mn-lt"/>
                        <a:ea typeface="+mn-ea"/>
                        <a:cs typeface="+mn-cs"/>
                      </a:endParaRPr>
                    </a:p>
                  </a:txBody>
                  <a:tcPr anchor="ctr"/>
                </a:tc>
              </a:tr>
              <a:tr h="806490">
                <a:tc>
                  <a:txBody>
                    <a:bodyPr/>
                    <a:lstStyle/>
                    <a:p>
                      <a:pPr marL="0" algn="ctr" defTabSz="914400" rtl="0" eaLnBrk="1" latinLnBrk="0" hangingPunct="1"/>
                      <a:r>
                        <a:rPr lang="zh-CN" altLang="en-US" sz="1800" b="1" kern="1200" dirty="0" smtClean="0">
                          <a:solidFill>
                            <a:srgbClr val="000000"/>
                          </a:solidFill>
                          <a:latin typeface="+mn-lt"/>
                          <a:ea typeface="+mn-ea"/>
                          <a:cs typeface="+mn-cs"/>
                        </a:rPr>
                        <a:t>数据报片</a:t>
                      </a:r>
                      <a:r>
                        <a:rPr lang="en-US" altLang="zh-CN" sz="1800" b="1" kern="1200" dirty="0" smtClean="0">
                          <a:solidFill>
                            <a:srgbClr val="000000"/>
                          </a:solidFill>
                          <a:latin typeface="+mn-lt"/>
                          <a:ea typeface="+mn-ea"/>
                          <a:cs typeface="+mn-cs"/>
                        </a:rPr>
                        <a:t>1</a:t>
                      </a:r>
                      <a:endParaRPr lang="zh-CN" altLang="en-US" sz="1800" b="1" kern="1200" dirty="0">
                        <a:solidFill>
                          <a:srgbClr val="000000"/>
                        </a:solidFill>
                        <a:latin typeface="+mn-lt"/>
                        <a:ea typeface="+mn-ea"/>
                        <a:cs typeface="+mn-cs"/>
                      </a:endParaRPr>
                    </a:p>
                  </a:txBody>
                  <a:tcPr anchor="ctr"/>
                </a:tc>
                <a:tc>
                  <a:txBody>
                    <a:bodyPr/>
                    <a:lstStyle/>
                    <a:p>
                      <a:pPr marL="0" algn="ctr" defTabSz="914400" rtl="0" eaLnBrk="1" latinLnBrk="0" hangingPunct="1"/>
                      <a:r>
                        <a:rPr lang="en-US" altLang="zh-CN" sz="1800" b="1" kern="1200" dirty="0" smtClean="0">
                          <a:solidFill>
                            <a:srgbClr val="333399"/>
                          </a:solidFill>
                          <a:latin typeface="+mn-lt"/>
                          <a:ea typeface="+mn-ea"/>
                          <a:cs typeface="+mn-cs"/>
                        </a:rPr>
                        <a:t>1420</a:t>
                      </a:r>
                      <a:endParaRPr lang="zh-CN" altLang="en-US" sz="1800" b="1" kern="1200" dirty="0">
                        <a:solidFill>
                          <a:srgbClr val="333399"/>
                        </a:solidFill>
                        <a:latin typeface="+mn-lt"/>
                        <a:ea typeface="+mn-ea"/>
                        <a:cs typeface="+mn-cs"/>
                      </a:endParaRPr>
                    </a:p>
                  </a:txBody>
                  <a:tcPr anchor="ctr"/>
                </a:tc>
                <a:tc>
                  <a:txBody>
                    <a:bodyPr/>
                    <a:lstStyle/>
                    <a:p>
                      <a:pPr marL="0" algn="ctr" defTabSz="914400" rtl="0" eaLnBrk="1" latinLnBrk="0" hangingPunct="1"/>
                      <a:r>
                        <a:rPr lang="en-US" altLang="zh-CN" sz="1800" b="1" kern="1200" dirty="0" smtClean="0">
                          <a:solidFill>
                            <a:srgbClr val="333399"/>
                          </a:solidFill>
                          <a:latin typeface="+mn-lt"/>
                          <a:ea typeface="+mn-ea"/>
                          <a:cs typeface="+mn-cs"/>
                        </a:rPr>
                        <a:t>12345</a:t>
                      </a:r>
                      <a:endParaRPr lang="zh-CN" altLang="en-US" sz="1800" b="1" kern="1200" dirty="0">
                        <a:solidFill>
                          <a:srgbClr val="333399"/>
                        </a:solidFill>
                        <a:latin typeface="+mn-lt"/>
                        <a:ea typeface="+mn-ea"/>
                        <a:cs typeface="+mn-cs"/>
                      </a:endParaRPr>
                    </a:p>
                  </a:txBody>
                  <a:tcPr anchor="ctr"/>
                </a:tc>
                <a:tc>
                  <a:txBody>
                    <a:bodyPr/>
                    <a:lstStyle/>
                    <a:p>
                      <a:pPr marL="0" algn="ctr" defTabSz="914400" rtl="0" eaLnBrk="1" latinLnBrk="0" hangingPunct="1"/>
                      <a:r>
                        <a:rPr lang="en-US" altLang="zh-CN" sz="1800" b="1" kern="1200" dirty="0" smtClean="0">
                          <a:solidFill>
                            <a:srgbClr val="333399"/>
                          </a:solidFill>
                          <a:latin typeface="+mn-lt"/>
                          <a:ea typeface="+mn-ea"/>
                          <a:cs typeface="+mn-cs"/>
                        </a:rPr>
                        <a:t>1</a:t>
                      </a:r>
                      <a:endParaRPr lang="zh-CN" altLang="en-US" sz="1800" b="1" kern="1200" dirty="0">
                        <a:solidFill>
                          <a:srgbClr val="333399"/>
                        </a:solidFill>
                        <a:latin typeface="+mn-lt"/>
                        <a:ea typeface="+mn-ea"/>
                        <a:cs typeface="+mn-cs"/>
                      </a:endParaRPr>
                    </a:p>
                  </a:txBody>
                  <a:tcPr anchor="ctr"/>
                </a:tc>
                <a:tc>
                  <a:txBody>
                    <a:bodyPr/>
                    <a:lstStyle/>
                    <a:p>
                      <a:pPr marL="0" algn="ctr" defTabSz="914400" rtl="0" eaLnBrk="1" latinLnBrk="0" hangingPunct="1"/>
                      <a:r>
                        <a:rPr lang="en-US" altLang="zh-CN" sz="1800" b="1" kern="1200" dirty="0" smtClean="0">
                          <a:solidFill>
                            <a:srgbClr val="333399"/>
                          </a:solidFill>
                          <a:latin typeface="+mn-lt"/>
                          <a:ea typeface="+mn-ea"/>
                          <a:cs typeface="+mn-cs"/>
                        </a:rPr>
                        <a:t>0</a:t>
                      </a:r>
                      <a:endParaRPr lang="zh-CN" altLang="en-US" sz="1800" b="1" kern="1200" dirty="0">
                        <a:solidFill>
                          <a:srgbClr val="333399"/>
                        </a:solidFill>
                        <a:latin typeface="+mn-lt"/>
                        <a:ea typeface="+mn-ea"/>
                        <a:cs typeface="+mn-cs"/>
                      </a:endParaRPr>
                    </a:p>
                  </a:txBody>
                  <a:tcPr anchor="ctr"/>
                </a:tc>
                <a:tc>
                  <a:txBody>
                    <a:bodyPr/>
                    <a:lstStyle/>
                    <a:p>
                      <a:pPr marL="0" algn="ctr" defTabSz="914400" rtl="0" eaLnBrk="1" latinLnBrk="0" hangingPunct="1"/>
                      <a:r>
                        <a:rPr lang="en-US" altLang="zh-CN" sz="1800" b="1" kern="1200" dirty="0" smtClean="0">
                          <a:solidFill>
                            <a:srgbClr val="333399"/>
                          </a:solidFill>
                          <a:latin typeface="+mn-lt"/>
                          <a:ea typeface="+mn-ea"/>
                          <a:cs typeface="+mn-cs"/>
                        </a:rPr>
                        <a:t>0</a:t>
                      </a:r>
                      <a:endParaRPr lang="zh-CN" altLang="en-US" sz="1800" b="1" kern="1200" dirty="0">
                        <a:solidFill>
                          <a:srgbClr val="333399"/>
                        </a:solidFill>
                        <a:latin typeface="+mn-lt"/>
                        <a:ea typeface="+mn-ea"/>
                        <a:cs typeface="+mn-cs"/>
                      </a:endParaRPr>
                    </a:p>
                  </a:txBody>
                  <a:tcPr anchor="ctr"/>
                </a:tc>
              </a:tr>
              <a:tr h="80649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kern="1200" dirty="0" smtClean="0">
                          <a:solidFill>
                            <a:srgbClr val="000000"/>
                          </a:solidFill>
                          <a:latin typeface="+mn-lt"/>
                          <a:ea typeface="+mn-ea"/>
                          <a:cs typeface="+mn-cs"/>
                        </a:rPr>
                        <a:t>数据报片</a:t>
                      </a:r>
                      <a:r>
                        <a:rPr lang="en-US" altLang="zh-CN" sz="1800" b="1" kern="1200" dirty="0" smtClean="0">
                          <a:solidFill>
                            <a:srgbClr val="000000"/>
                          </a:solidFill>
                          <a:latin typeface="+mn-lt"/>
                          <a:ea typeface="+mn-ea"/>
                          <a:cs typeface="+mn-cs"/>
                        </a:rPr>
                        <a:t>2</a:t>
                      </a:r>
                      <a:endParaRPr lang="zh-CN" altLang="en-US" sz="1800" b="1" kern="1200" dirty="0" smtClean="0">
                        <a:solidFill>
                          <a:srgbClr val="000000"/>
                        </a:solidFill>
                        <a:latin typeface="+mn-lt"/>
                        <a:ea typeface="+mn-ea"/>
                        <a:cs typeface="+mn-cs"/>
                      </a:endParaRPr>
                    </a:p>
                  </a:txBody>
                  <a:tcPr anchor="ctr"/>
                </a:tc>
                <a:tc>
                  <a:txBody>
                    <a:bodyPr/>
                    <a:lstStyle/>
                    <a:p>
                      <a:pPr marL="0" algn="ctr" defTabSz="914400" rtl="0" eaLnBrk="1" latinLnBrk="0" hangingPunct="1"/>
                      <a:r>
                        <a:rPr lang="en-US" altLang="zh-CN" sz="1800" b="1" kern="1200" dirty="0" smtClean="0">
                          <a:solidFill>
                            <a:srgbClr val="333399"/>
                          </a:solidFill>
                          <a:latin typeface="+mn-lt"/>
                          <a:ea typeface="+mn-ea"/>
                          <a:cs typeface="+mn-cs"/>
                        </a:rPr>
                        <a:t>1420</a:t>
                      </a:r>
                      <a:endParaRPr lang="zh-CN" altLang="en-US" sz="1800" b="1" kern="1200" dirty="0">
                        <a:solidFill>
                          <a:srgbClr val="333399"/>
                        </a:solidFill>
                        <a:latin typeface="+mn-lt"/>
                        <a:ea typeface="+mn-ea"/>
                        <a:cs typeface="+mn-cs"/>
                      </a:endParaRPr>
                    </a:p>
                  </a:txBody>
                  <a:tcPr anchor="ctr"/>
                </a:tc>
                <a:tc>
                  <a:txBody>
                    <a:bodyPr/>
                    <a:lstStyle/>
                    <a:p>
                      <a:pPr marL="0" algn="ctr" defTabSz="914400" rtl="0" eaLnBrk="1" latinLnBrk="0" hangingPunct="1"/>
                      <a:r>
                        <a:rPr lang="en-US" altLang="zh-CN" sz="1800" b="1" kern="1200" dirty="0" smtClean="0">
                          <a:solidFill>
                            <a:srgbClr val="333399"/>
                          </a:solidFill>
                          <a:latin typeface="+mn-lt"/>
                          <a:ea typeface="+mn-ea"/>
                          <a:cs typeface="+mn-cs"/>
                        </a:rPr>
                        <a:t>12345</a:t>
                      </a:r>
                      <a:endParaRPr lang="zh-CN" altLang="en-US" sz="1800" b="1" kern="1200" dirty="0">
                        <a:solidFill>
                          <a:srgbClr val="333399"/>
                        </a:solidFill>
                        <a:latin typeface="+mn-lt"/>
                        <a:ea typeface="+mn-ea"/>
                        <a:cs typeface="+mn-cs"/>
                      </a:endParaRPr>
                    </a:p>
                  </a:txBody>
                  <a:tcPr anchor="ctr"/>
                </a:tc>
                <a:tc>
                  <a:txBody>
                    <a:bodyPr/>
                    <a:lstStyle/>
                    <a:p>
                      <a:pPr marL="0" algn="ctr" defTabSz="914400" rtl="0" eaLnBrk="1" latinLnBrk="0" hangingPunct="1"/>
                      <a:r>
                        <a:rPr lang="en-US" altLang="zh-CN" sz="1800" b="1" kern="1200" dirty="0" smtClean="0">
                          <a:solidFill>
                            <a:srgbClr val="333399"/>
                          </a:solidFill>
                          <a:latin typeface="+mn-lt"/>
                          <a:ea typeface="+mn-ea"/>
                          <a:cs typeface="+mn-cs"/>
                        </a:rPr>
                        <a:t>1</a:t>
                      </a:r>
                      <a:endParaRPr lang="zh-CN" altLang="en-US" sz="1800" b="1" kern="1200" dirty="0">
                        <a:solidFill>
                          <a:srgbClr val="333399"/>
                        </a:solidFill>
                        <a:latin typeface="+mn-lt"/>
                        <a:ea typeface="+mn-ea"/>
                        <a:cs typeface="+mn-cs"/>
                      </a:endParaRPr>
                    </a:p>
                  </a:txBody>
                  <a:tcPr anchor="ctr"/>
                </a:tc>
                <a:tc>
                  <a:txBody>
                    <a:bodyPr/>
                    <a:lstStyle/>
                    <a:p>
                      <a:pPr marL="0" algn="ctr" defTabSz="914400" rtl="0" eaLnBrk="1" latinLnBrk="0" hangingPunct="1"/>
                      <a:r>
                        <a:rPr lang="en-US" altLang="zh-CN" sz="1800" b="1" kern="1200" dirty="0" smtClean="0">
                          <a:solidFill>
                            <a:srgbClr val="333399"/>
                          </a:solidFill>
                          <a:latin typeface="+mn-lt"/>
                          <a:ea typeface="+mn-ea"/>
                          <a:cs typeface="+mn-cs"/>
                        </a:rPr>
                        <a:t>0</a:t>
                      </a:r>
                      <a:endParaRPr lang="zh-CN" altLang="en-US" sz="1800" b="1" kern="1200" dirty="0">
                        <a:solidFill>
                          <a:srgbClr val="333399"/>
                        </a:solidFill>
                        <a:latin typeface="+mn-lt"/>
                        <a:ea typeface="+mn-ea"/>
                        <a:cs typeface="+mn-cs"/>
                      </a:endParaRPr>
                    </a:p>
                  </a:txBody>
                  <a:tcPr anchor="ctr"/>
                </a:tc>
                <a:tc>
                  <a:txBody>
                    <a:bodyPr/>
                    <a:lstStyle/>
                    <a:p>
                      <a:pPr marL="0" algn="ctr" defTabSz="914400" rtl="0" eaLnBrk="1" latinLnBrk="0" hangingPunct="1"/>
                      <a:r>
                        <a:rPr lang="en-US" altLang="zh-CN" sz="1800" b="1" kern="1200" dirty="0" smtClean="0">
                          <a:solidFill>
                            <a:srgbClr val="333399"/>
                          </a:solidFill>
                          <a:latin typeface="+mn-lt"/>
                          <a:ea typeface="+mn-ea"/>
                          <a:cs typeface="+mn-cs"/>
                        </a:rPr>
                        <a:t>175</a:t>
                      </a:r>
                      <a:endParaRPr lang="zh-CN" altLang="en-US" sz="1800" b="1" kern="1200" dirty="0">
                        <a:solidFill>
                          <a:srgbClr val="333399"/>
                        </a:solidFill>
                        <a:latin typeface="+mn-lt"/>
                        <a:ea typeface="+mn-ea"/>
                        <a:cs typeface="+mn-cs"/>
                      </a:endParaRPr>
                    </a:p>
                  </a:txBody>
                  <a:tcPr anchor="ctr"/>
                </a:tc>
              </a:tr>
              <a:tr h="80649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1" kern="1200" dirty="0" smtClean="0">
                          <a:solidFill>
                            <a:srgbClr val="000000"/>
                          </a:solidFill>
                          <a:latin typeface="+mn-lt"/>
                          <a:ea typeface="+mn-ea"/>
                          <a:cs typeface="+mn-cs"/>
                        </a:rPr>
                        <a:t>数据报片</a:t>
                      </a:r>
                      <a:r>
                        <a:rPr lang="en-US" altLang="zh-CN" sz="1800" b="1" kern="1200" dirty="0" smtClean="0">
                          <a:solidFill>
                            <a:srgbClr val="000000"/>
                          </a:solidFill>
                          <a:latin typeface="+mn-lt"/>
                          <a:ea typeface="+mn-ea"/>
                          <a:cs typeface="+mn-cs"/>
                        </a:rPr>
                        <a:t>3</a:t>
                      </a:r>
                      <a:endParaRPr lang="zh-CN" altLang="en-US" sz="1800" b="1" kern="1200" dirty="0" smtClean="0">
                        <a:solidFill>
                          <a:srgbClr val="000000"/>
                        </a:solidFill>
                        <a:latin typeface="+mn-lt"/>
                        <a:ea typeface="+mn-ea"/>
                        <a:cs typeface="+mn-cs"/>
                      </a:endParaRPr>
                    </a:p>
                  </a:txBody>
                  <a:tcPr anchor="ctr"/>
                </a:tc>
                <a:tc>
                  <a:txBody>
                    <a:bodyPr/>
                    <a:lstStyle/>
                    <a:p>
                      <a:pPr marL="0" algn="ctr" defTabSz="914400" rtl="0" eaLnBrk="1" latinLnBrk="0" hangingPunct="1"/>
                      <a:r>
                        <a:rPr lang="en-US" altLang="zh-CN" sz="1800" b="1" kern="1200" dirty="0" smtClean="0">
                          <a:solidFill>
                            <a:srgbClr val="333399"/>
                          </a:solidFill>
                          <a:latin typeface="+mn-lt"/>
                          <a:ea typeface="+mn-ea"/>
                          <a:cs typeface="+mn-cs"/>
                        </a:rPr>
                        <a:t>1020</a:t>
                      </a:r>
                      <a:endParaRPr lang="zh-CN" altLang="en-US" sz="1800" b="1" kern="1200" dirty="0">
                        <a:solidFill>
                          <a:srgbClr val="333399"/>
                        </a:solidFill>
                        <a:latin typeface="+mn-lt"/>
                        <a:ea typeface="+mn-ea"/>
                        <a:cs typeface="+mn-cs"/>
                      </a:endParaRPr>
                    </a:p>
                  </a:txBody>
                  <a:tcPr anchor="ctr"/>
                </a:tc>
                <a:tc>
                  <a:txBody>
                    <a:bodyPr/>
                    <a:lstStyle/>
                    <a:p>
                      <a:pPr marL="0" algn="ctr" defTabSz="914400" rtl="0" eaLnBrk="1" latinLnBrk="0" hangingPunct="1"/>
                      <a:r>
                        <a:rPr lang="en-US" altLang="zh-CN" sz="1800" b="1" kern="1200" dirty="0" smtClean="0">
                          <a:solidFill>
                            <a:srgbClr val="333399"/>
                          </a:solidFill>
                          <a:latin typeface="+mn-lt"/>
                          <a:ea typeface="+mn-ea"/>
                          <a:cs typeface="+mn-cs"/>
                        </a:rPr>
                        <a:t>12345</a:t>
                      </a:r>
                      <a:endParaRPr lang="zh-CN" altLang="en-US" sz="1800" b="1" kern="1200" dirty="0">
                        <a:solidFill>
                          <a:srgbClr val="333399"/>
                        </a:solidFill>
                        <a:latin typeface="+mn-lt"/>
                        <a:ea typeface="+mn-ea"/>
                        <a:cs typeface="+mn-cs"/>
                      </a:endParaRPr>
                    </a:p>
                  </a:txBody>
                  <a:tcPr anchor="ctr"/>
                </a:tc>
                <a:tc>
                  <a:txBody>
                    <a:bodyPr/>
                    <a:lstStyle/>
                    <a:p>
                      <a:pPr marL="0" algn="ctr" defTabSz="914400" rtl="0" eaLnBrk="1" latinLnBrk="0" hangingPunct="1"/>
                      <a:r>
                        <a:rPr lang="en-US" altLang="zh-CN" sz="1800" b="1" kern="1200" dirty="0" smtClean="0">
                          <a:solidFill>
                            <a:srgbClr val="333399"/>
                          </a:solidFill>
                          <a:latin typeface="+mn-lt"/>
                          <a:ea typeface="+mn-ea"/>
                          <a:cs typeface="+mn-cs"/>
                        </a:rPr>
                        <a:t>0</a:t>
                      </a:r>
                      <a:endParaRPr lang="zh-CN" altLang="en-US" sz="1800" b="1" kern="1200" dirty="0">
                        <a:solidFill>
                          <a:srgbClr val="333399"/>
                        </a:solidFill>
                        <a:latin typeface="+mn-lt"/>
                        <a:ea typeface="+mn-ea"/>
                        <a:cs typeface="+mn-cs"/>
                      </a:endParaRPr>
                    </a:p>
                  </a:txBody>
                  <a:tcPr anchor="ctr"/>
                </a:tc>
                <a:tc>
                  <a:txBody>
                    <a:bodyPr/>
                    <a:lstStyle/>
                    <a:p>
                      <a:pPr marL="0" algn="ctr" defTabSz="914400" rtl="0" eaLnBrk="1" latinLnBrk="0" hangingPunct="1"/>
                      <a:r>
                        <a:rPr lang="en-US" altLang="zh-CN" sz="1800" b="1" kern="1200" dirty="0" smtClean="0">
                          <a:solidFill>
                            <a:srgbClr val="333399"/>
                          </a:solidFill>
                          <a:latin typeface="+mn-lt"/>
                          <a:ea typeface="+mn-ea"/>
                          <a:cs typeface="+mn-cs"/>
                        </a:rPr>
                        <a:t>0</a:t>
                      </a:r>
                      <a:endParaRPr lang="zh-CN" altLang="en-US" sz="1800" b="1" kern="1200" dirty="0">
                        <a:solidFill>
                          <a:srgbClr val="333399"/>
                        </a:solidFill>
                        <a:latin typeface="+mn-lt"/>
                        <a:ea typeface="+mn-ea"/>
                        <a:cs typeface="+mn-cs"/>
                      </a:endParaRPr>
                    </a:p>
                  </a:txBody>
                  <a:tcPr anchor="ctr"/>
                </a:tc>
                <a:tc>
                  <a:txBody>
                    <a:bodyPr/>
                    <a:lstStyle/>
                    <a:p>
                      <a:pPr marL="0" algn="ctr" defTabSz="914400" rtl="0" eaLnBrk="1" latinLnBrk="0" hangingPunct="1"/>
                      <a:r>
                        <a:rPr lang="en-US" altLang="zh-CN" sz="1800" b="1" kern="1200" dirty="0" smtClean="0">
                          <a:solidFill>
                            <a:srgbClr val="333399"/>
                          </a:solidFill>
                          <a:latin typeface="+mn-lt"/>
                          <a:ea typeface="+mn-ea"/>
                          <a:cs typeface="+mn-cs"/>
                        </a:rPr>
                        <a:t>350</a:t>
                      </a:r>
                      <a:endParaRPr lang="zh-CN" altLang="en-US" sz="1800" b="1" kern="1200" dirty="0">
                        <a:solidFill>
                          <a:srgbClr val="333399"/>
                        </a:solidFill>
                        <a:latin typeface="+mn-lt"/>
                        <a:ea typeface="+mn-ea"/>
                        <a:cs typeface="+mn-cs"/>
                      </a:endParaRPr>
                    </a:p>
                  </a:txBody>
                  <a:tcPr anchor="ctr"/>
                </a:tc>
              </a:tr>
            </a:tbl>
          </a:graphicData>
        </a:graphic>
      </p:graphicFrame>
      <p:sp>
        <p:nvSpPr>
          <p:cNvPr id="3" name="TextBox 2"/>
          <p:cNvSpPr txBox="1"/>
          <p:nvPr/>
        </p:nvSpPr>
        <p:spPr>
          <a:xfrm>
            <a:off x="1330405" y="2123564"/>
            <a:ext cx="595035" cy="338554"/>
          </a:xfrm>
          <a:prstGeom prst="rect">
            <a:avLst/>
          </a:prstGeom>
          <a:noFill/>
        </p:spPr>
        <p:txBody>
          <a:bodyPr wrap="none" rtlCol="0">
            <a:spAutoFit/>
          </a:bodyPr>
          <a:lstStyle/>
          <a:p>
            <a:r>
              <a:rPr lang="zh-CN" altLang="en-US" sz="1600" b="1" dirty="0" smtClean="0">
                <a:solidFill>
                  <a:srgbClr val="C00000"/>
                </a:solidFill>
              </a:rPr>
              <a:t>数据</a:t>
            </a:r>
            <a:endParaRPr lang="zh-CN" altLang="en-US" sz="1600" b="1" dirty="0">
              <a:solidFill>
                <a:srgbClr val="C00000"/>
              </a:solidFill>
            </a:endParaRPr>
          </a:p>
        </p:txBody>
      </p:sp>
      <p:sp>
        <p:nvSpPr>
          <p:cNvPr id="4" name="TextBox 3"/>
          <p:cNvSpPr txBox="1"/>
          <p:nvPr/>
        </p:nvSpPr>
        <p:spPr>
          <a:xfrm>
            <a:off x="1587295" y="1692097"/>
            <a:ext cx="1577643" cy="584775"/>
          </a:xfrm>
          <a:prstGeom prst="rect">
            <a:avLst/>
          </a:prstGeom>
          <a:noFill/>
        </p:spPr>
        <p:txBody>
          <a:bodyPr wrap="square" rtlCol="0">
            <a:spAutoFit/>
          </a:bodyPr>
          <a:lstStyle/>
          <a:p>
            <a:r>
              <a:rPr lang="zh-CN" altLang="en-US" sz="1600" b="1" dirty="0" smtClean="0">
                <a:solidFill>
                  <a:srgbClr val="C00000"/>
                </a:solidFill>
              </a:rPr>
              <a:t>与分片有关</a:t>
            </a:r>
            <a:endParaRPr lang="en-US" altLang="zh-CN" sz="1600" b="1" dirty="0" smtClean="0">
              <a:solidFill>
                <a:srgbClr val="C00000"/>
              </a:solidFill>
            </a:endParaRPr>
          </a:p>
          <a:p>
            <a:r>
              <a:rPr lang="en-US" altLang="zh-CN" sz="1600" b="1" dirty="0">
                <a:solidFill>
                  <a:srgbClr val="C00000"/>
                </a:solidFill>
              </a:rPr>
              <a:t> </a:t>
            </a:r>
            <a:r>
              <a:rPr lang="en-US" altLang="zh-CN" sz="1600" b="1" dirty="0" smtClean="0">
                <a:solidFill>
                  <a:srgbClr val="C00000"/>
                </a:solidFill>
              </a:rPr>
              <a:t>        </a:t>
            </a:r>
            <a:r>
              <a:rPr lang="zh-CN" altLang="en-US" sz="1600" b="1" dirty="0" smtClean="0">
                <a:solidFill>
                  <a:srgbClr val="C00000"/>
                </a:solidFill>
              </a:rPr>
              <a:t>的字段</a:t>
            </a:r>
            <a:endParaRPr lang="zh-CN" altLang="en-US" sz="1600" b="1" dirty="0">
              <a:solidFill>
                <a:srgbClr val="C00000"/>
              </a:solidFill>
            </a:endParaRPr>
          </a:p>
        </p:txBody>
      </p:sp>
    </p:spTree>
    <p:extLst>
      <p:ext uri="{BB962C8B-B14F-4D97-AF65-F5344CB8AC3E}">
        <p14:creationId xmlns:p14="http://schemas.microsoft.com/office/powerpoint/2010/main" val="363454855"/>
      </p:ext>
    </p:extLst>
  </p:cSld>
  <p:clrMapOvr>
    <a:masterClrMapping/>
  </p:clrMapOvr>
  <p:transition spd="slow"/>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45"/>
          <p:cNvSpPr>
            <a:spLocks noChangeArrowheads="1"/>
          </p:cNvSpPr>
          <p:nvPr/>
        </p:nvSpPr>
        <p:spPr bwMode="auto">
          <a:xfrm>
            <a:off x="1884363" y="2132013"/>
            <a:ext cx="439737"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lnSpc>
                <a:spcPct val="90000"/>
              </a:lnSpc>
            </a:pPr>
            <a:r>
              <a:rPr kumimoji="1" lang="zh-CN" altLang="en-US" sz="2000" b="1">
                <a:solidFill>
                  <a:srgbClr val="333399"/>
                </a:solidFill>
                <a:ea typeface="黑体" pitchFamily="2" charset="-122"/>
              </a:rPr>
              <a:t>固</a:t>
            </a:r>
          </a:p>
          <a:p>
            <a:pPr defTabSz="762000">
              <a:lnSpc>
                <a:spcPct val="90000"/>
              </a:lnSpc>
            </a:pPr>
            <a:r>
              <a:rPr kumimoji="1" lang="zh-CN" altLang="en-US" sz="2000" b="1">
                <a:solidFill>
                  <a:srgbClr val="333399"/>
                </a:solidFill>
                <a:ea typeface="黑体" pitchFamily="2" charset="-122"/>
              </a:rPr>
              <a:t>定</a:t>
            </a:r>
          </a:p>
          <a:p>
            <a:pPr defTabSz="762000">
              <a:lnSpc>
                <a:spcPct val="90000"/>
              </a:lnSpc>
            </a:pPr>
            <a:r>
              <a:rPr kumimoji="1" lang="zh-CN" altLang="en-US" sz="2000" b="1">
                <a:solidFill>
                  <a:srgbClr val="333399"/>
                </a:solidFill>
                <a:ea typeface="黑体" pitchFamily="2" charset="-122"/>
              </a:rPr>
              <a:t>部</a:t>
            </a:r>
          </a:p>
          <a:p>
            <a:pPr defTabSz="762000">
              <a:lnSpc>
                <a:spcPct val="90000"/>
              </a:lnSpc>
            </a:pPr>
            <a:r>
              <a:rPr kumimoji="1" lang="zh-CN" altLang="en-US" sz="2000" b="1">
                <a:solidFill>
                  <a:srgbClr val="333399"/>
                </a:solidFill>
                <a:ea typeface="黑体" pitchFamily="2" charset="-122"/>
              </a:rPr>
              <a:t>分</a:t>
            </a:r>
          </a:p>
        </p:txBody>
      </p:sp>
      <p:sp>
        <p:nvSpPr>
          <p:cNvPr id="117763" name="Rectangle 54"/>
          <p:cNvSpPr>
            <a:spLocks noChangeArrowheads="1"/>
          </p:cNvSpPr>
          <p:nvPr/>
        </p:nvSpPr>
        <p:spPr bwMode="auto">
          <a:xfrm>
            <a:off x="1741488" y="3787775"/>
            <a:ext cx="6953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可变</a:t>
            </a:r>
          </a:p>
          <a:p>
            <a:pPr defTabSz="762000"/>
            <a:r>
              <a:rPr kumimoji="1" lang="zh-CN" altLang="en-US" sz="2000" b="1" dirty="0">
                <a:solidFill>
                  <a:srgbClr val="333399"/>
                </a:solidFill>
                <a:ea typeface="黑体" pitchFamily="2" charset="-122"/>
              </a:rPr>
              <a:t>部分</a:t>
            </a:r>
          </a:p>
        </p:txBody>
      </p:sp>
      <p:sp>
        <p:nvSpPr>
          <p:cNvPr id="117765" name="Rectangle 8"/>
          <p:cNvSpPr>
            <a:spLocks noChangeArrowheads="1"/>
          </p:cNvSpPr>
          <p:nvPr/>
        </p:nvSpPr>
        <p:spPr bwMode="auto">
          <a:xfrm>
            <a:off x="4367213" y="1730375"/>
            <a:ext cx="1966912" cy="434975"/>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767" name="Rectangle 10"/>
          <p:cNvSpPr>
            <a:spLocks noChangeArrowheads="1"/>
          </p:cNvSpPr>
          <p:nvPr/>
        </p:nvSpPr>
        <p:spPr bwMode="auto">
          <a:xfrm>
            <a:off x="2409825" y="1720850"/>
            <a:ext cx="7864475" cy="2643188"/>
          </a:xfrm>
          <a:prstGeom prst="rect">
            <a:avLst/>
          </a:prstGeom>
          <a:solidFill>
            <a:srgbClr val="CCECFF"/>
          </a:solidFill>
          <a:ln w="254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17768" name="Rectangle 11"/>
          <p:cNvSpPr>
            <a:spLocks noChangeArrowheads="1"/>
          </p:cNvSpPr>
          <p:nvPr/>
        </p:nvSpPr>
        <p:spPr bwMode="auto">
          <a:xfrm>
            <a:off x="2424113" y="4375150"/>
            <a:ext cx="7832725" cy="681038"/>
          </a:xfrm>
          <a:prstGeom prst="rect">
            <a:avLst/>
          </a:prstGeom>
          <a:solidFill>
            <a:srgbClr val="FFFF99"/>
          </a:solidFill>
          <a:ln w="12700">
            <a:solidFill>
              <a:srgbClr val="333399"/>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17769" name="Line 12"/>
          <p:cNvSpPr>
            <a:spLocks noChangeShapeType="1"/>
          </p:cNvSpPr>
          <p:nvPr/>
        </p:nvSpPr>
        <p:spPr bwMode="auto">
          <a:xfrm>
            <a:off x="2405063" y="2171700"/>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0" name="Line 13"/>
          <p:cNvSpPr>
            <a:spLocks noChangeShapeType="1"/>
          </p:cNvSpPr>
          <p:nvPr/>
        </p:nvSpPr>
        <p:spPr bwMode="auto">
          <a:xfrm>
            <a:off x="2405063" y="261461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1" name="Line 14"/>
          <p:cNvSpPr>
            <a:spLocks noChangeShapeType="1"/>
          </p:cNvSpPr>
          <p:nvPr/>
        </p:nvSpPr>
        <p:spPr bwMode="auto">
          <a:xfrm>
            <a:off x="2405063" y="305911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2" name="Line 15"/>
          <p:cNvSpPr>
            <a:spLocks noChangeShapeType="1"/>
          </p:cNvSpPr>
          <p:nvPr/>
        </p:nvSpPr>
        <p:spPr bwMode="auto">
          <a:xfrm>
            <a:off x="2405063" y="349726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3" name="Line 16"/>
          <p:cNvSpPr>
            <a:spLocks noChangeShapeType="1"/>
          </p:cNvSpPr>
          <p:nvPr/>
        </p:nvSpPr>
        <p:spPr bwMode="auto">
          <a:xfrm>
            <a:off x="2405063" y="394176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4" name="Line 17"/>
          <p:cNvSpPr>
            <a:spLocks noChangeShapeType="1"/>
          </p:cNvSpPr>
          <p:nvPr/>
        </p:nvSpPr>
        <p:spPr bwMode="auto">
          <a:xfrm>
            <a:off x="3373438" y="1728788"/>
            <a:ext cx="0" cy="4429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5" name="Line 18"/>
          <p:cNvSpPr>
            <a:spLocks noChangeShapeType="1"/>
          </p:cNvSpPr>
          <p:nvPr/>
        </p:nvSpPr>
        <p:spPr bwMode="auto">
          <a:xfrm>
            <a:off x="4357688" y="1728788"/>
            <a:ext cx="0" cy="4429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6" name="Line 19"/>
          <p:cNvSpPr>
            <a:spLocks noChangeShapeType="1"/>
          </p:cNvSpPr>
          <p:nvPr/>
        </p:nvSpPr>
        <p:spPr bwMode="auto">
          <a:xfrm>
            <a:off x="4357688" y="2624138"/>
            <a:ext cx="0" cy="431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7" name="Line 20"/>
          <p:cNvSpPr>
            <a:spLocks noChangeShapeType="1"/>
          </p:cNvSpPr>
          <p:nvPr/>
        </p:nvSpPr>
        <p:spPr bwMode="auto">
          <a:xfrm>
            <a:off x="6330950" y="1728788"/>
            <a:ext cx="0" cy="1327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8" name="Line 21"/>
          <p:cNvSpPr>
            <a:spLocks noChangeShapeType="1"/>
          </p:cNvSpPr>
          <p:nvPr/>
        </p:nvSpPr>
        <p:spPr bwMode="auto">
          <a:xfrm flipV="1">
            <a:off x="8302625" y="3937000"/>
            <a:ext cx="0" cy="4413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9" name="Line 22"/>
          <p:cNvSpPr>
            <a:spLocks noChangeShapeType="1"/>
          </p:cNvSpPr>
          <p:nvPr/>
        </p:nvSpPr>
        <p:spPr bwMode="auto">
          <a:xfrm>
            <a:off x="7132638" y="2181225"/>
            <a:ext cx="0" cy="4333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80" name="Rectangle 23"/>
          <p:cNvSpPr>
            <a:spLocks noChangeArrowheads="1"/>
          </p:cNvSpPr>
          <p:nvPr/>
        </p:nvSpPr>
        <p:spPr bwMode="auto">
          <a:xfrm>
            <a:off x="2352675" y="1341438"/>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0</a:t>
            </a:r>
          </a:p>
        </p:txBody>
      </p:sp>
      <p:sp>
        <p:nvSpPr>
          <p:cNvPr id="117781" name="Rectangle 24"/>
          <p:cNvSpPr>
            <a:spLocks noChangeArrowheads="1"/>
          </p:cNvSpPr>
          <p:nvPr/>
        </p:nvSpPr>
        <p:spPr bwMode="auto">
          <a:xfrm>
            <a:off x="3287713" y="1341438"/>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4</a:t>
            </a:r>
          </a:p>
        </p:txBody>
      </p:sp>
      <p:sp>
        <p:nvSpPr>
          <p:cNvPr id="117782" name="Rectangle 25"/>
          <p:cNvSpPr>
            <a:spLocks noChangeArrowheads="1"/>
          </p:cNvSpPr>
          <p:nvPr/>
        </p:nvSpPr>
        <p:spPr bwMode="auto">
          <a:xfrm>
            <a:off x="4283075" y="1341438"/>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8</a:t>
            </a:r>
          </a:p>
        </p:txBody>
      </p:sp>
      <p:sp>
        <p:nvSpPr>
          <p:cNvPr id="117783" name="Rectangle 26"/>
          <p:cNvSpPr>
            <a:spLocks noChangeArrowheads="1"/>
          </p:cNvSpPr>
          <p:nvPr/>
        </p:nvSpPr>
        <p:spPr bwMode="auto">
          <a:xfrm>
            <a:off x="6234113"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16</a:t>
            </a:r>
          </a:p>
        </p:txBody>
      </p:sp>
      <p:sp>
        <p:nvSpPr>
          <p:cNvPr id="117784" name="Rectangle 27"/>
          <p:cNvSpPr>
            <a:spLocks noChangeArrowheads="1"/>
          </p:cNvSpPr>
          <p:nvPr/>
        </p:nvSpPr>
        <p:spPr bwMode="auto">
          <a:xfrm>
            <a:off x="7031038"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19</a:t>
            </a:r>
          </a:p>
        </p:txBody>
      </p:sp>
      <p:sp>
        <p:nvSpPr>
          <p:cNvPr id="117785" name="Rectangle 28"/>
          <p:cNvSpPr>
            <a:spLocks noChangeArrowheads="1"/>
          </p:cNvSpPr>
          <p:nvPr/>
        </p:nvSpPr>
        <p:spPr bwMode="auto">
          <a:xfrm>
            <a:off x="8205788"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24</a:t>
            </a:r>
          </a:p>
        </p:txBody>
      </p:sp>
      <p:sp>
        <p:nvSpPr>
          <p:cNvPr id="117786" name="Rectangle 29"/>
          <p:cNvSpPr>
            <a:spLocks noChangeArrowheads="1"/>
          </p:cNvSpPr>
          <p:nvPr/>
        </p:nvSpPr>
        <p:spPr bwMode="auto">
          <a:xfrm>
            <a:off x="9918700" y="1341438"/>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31</a:t>
            </a:r>
          </a:p>
        </p:txBody>
      </p:sp>
      <p:sp>
        <p:nvSpPr>
          <p:cNvPr id="117787" name="Rectangle 30"/>
          <p:cNvSpPr>
            <a:spLocks noChangeArrowheads="1"/>
          </p:cNvSpPr>
          <p:nvPr/>
        </p:nvSpPr>
        <p:spPr bwMode="auto">
          <a:xfrm>
            <a:off x="2501900" y="1755775"/>
            <a:ext cx="7667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版 本</a:t>
            </a:r>
          </a:p>
        </p:txBody>
      </p:sp>
      <p:sp>
        <p:nvSpPr>
          <p:cNvPr id="117788" name="Rectangle 31"/>
          <p:cNvSpPr>
            <a:spLocks noChangeArrowheads="1"/>
          </p:cNvSpPr>
          <p:nvPr/>
        </p:nvSpPr>
        <p:spPr bwMode="auto">
          <a:xfrm>
            <a:off x="6389688" y="2232025"/>
            <a:ext cx="695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标志</a:t>
            </a:r>
          </a:p>
        </p:txBody>
      </p:sp>
      <p:sp>
        <p:nvSpPr>
          <p:cNvPr id="117789" name="Rectangle 32"/>
          <p:cNvSpPr>
            <a:spLocks noChangeArrowheads="1"/>
          </p:cNvSpPr>
          <p:nvPr/>
        </p:nvSpPr>
        <p:spPr bwMode="auto">
          <a:xfrm>
            <a:off x="2698750" y="2636838"/>
            <a:ext cx="1420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生 存 时 间</a:t>
            </a:r>
          </a:p>
        </p:txBody>
      </p:sp>
      <p:sp>
        <p:nvSpPr>
          <p:cNvPr id="117790" name="Rectangle 33"/>
          <p:cNvSpPr>
            <a:spLocks noChangeArrowheads="1"/>
          </p:cNvSpPr>
          <p:nvPr/>
        </p:nvSpPr>
        <p:spPr bwMode="auto">
          <a:xfrm>
            <a:off x="4829175" y="2636838"/>
            <a:ext cx="98103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协    议</a:t>
            </a:r>
          </a:p>
        </p:txBody>
      </p:sp>
      <p:sp>
        <p:nvSpPr>
          <p:cNvPr id="117791" name="Rectangle 34"/>
          <p:cNvSpPr>
            <a:spLocks noChangeArrowheads="1"/>
          </p:cNvSpPr>
          <p:nvPr/>
        </p:nvSpPr>
        <p:spPr bwMode="auto">
          <a:xfrm>
            <a:off x="3843338" y="2232025"/>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标    识</a:t>
            </a:r>
          </a:p>
        </p:txBody>
      </p:sp>
      <p:sp>
        <p:nvSpPr>
          <p:cNvPr id="117792" name="Rectangle 35"/>
          <p:cNvSpPr>
            <a:spLocks noChangeArrowheads="1"/>
          </p:cNvSpPr>
          <p:nvPr/>
        </p:nvSpPr>
        <p:spPr bwMode="auto">
          <a:xfrm>
            <a:off x="4654550" y="1755775"/>
            <a:ext cx="1420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区 分 服 务</a:t>
            </a:r>
          </a:p>
        </p:txBody>
      </p:sp>
      <p:sp>
        <p:nvSpPr>
          <p:cNvPr id="117793" name="Rectangle 36"/>
          <p:cNvSpPr>
            <a:spLocks noChangeArrowheads="1"/>
          </p:cNvSpPr>
          <p:nvPr/>
        </p:nvSpPr>
        <p:spPr bwMode="auto">
          <a:xfrm>
            <a:off x="7780338" y="175577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总   长   度</a:t>
            </a:r>
          </a:p>
        </p:txBody>
      </p:sp>
      <p:sp>
        <p:nvSpPr>
          <p:cNvPr id="117794" name="Rectangle 37"/>
          <p:cNvSpPr>
            <a:spLocks noChangeArrowheads="1"/>
          </p:cNvSpPr>
          <p:nvPr/>
        </p:nvSpPr>
        <p:spPr bwMode="auto">
          <a:xfrm>
            <a:off x="8051800" y="223202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片   偏   移</a:t>
            </a:r>
          </a:p>
        </p:txBody>
      </p:sp>
      <p:sp>
        <p:nvSpPr>
          <p:cNvPr id="117795" name="Rectangle 38"/>
          <p:cNvSpPr>
            <a:spLocks noChangeArrowheads="1"/>
          </p:cNvSpPr>
          <p:nvPr/>
        </p:nvSpPr>
        <p:spPr bwMode="auto">
          <a:xfrm>
            <a:off x="8775700" y="3965575"/>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填    充</a:t>
            </a:r>
          </a:p>
        </p:txBody>
      </p:sp>
      <p:sp>
        <p:nvSpPr>
          <p:cNvPr id="117796" name="Rectangle 39"/>
          <p:cNvSpPr>
            <a:spLocks noChangeArrowheads="1"/>
          </p:cNvSpPr>
          <p:nvPr/>
        </p:nvSpPr>
        <p:spPr bwMode="auto">
          <a:xfrm>
            <a:off x="7199313" y="2636838"/>
            <a:ext cx="2311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首   部   检   验   和</a:t>
            </a:r>
          </a:p>
        </p:txBody>
      </p:sp>
      <p:sp>
        <p:nvSpPr>
          <p:cNvPr id="117797" name="Rectangle 40"/>
          <p:cNvSpPr>
            <a:spLocks noChangeArrowheads="1"/>
          </p:cNvSpPr>
          <p:nvPr/>
        </p:nvSpPr>
        <p:spPr bwMode="auto">
          <a:xfrm>
            <a:off x="5689600" y="309562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源   地   址</a:t>
            </a:r>
          </a:p>
        </p:txBody>
      </p:sp>
      <p:sp>
        <p:nvSpPr>
          <p:cNvPr id="117798" name="Rectangle 41"/>
          <p:cNvSpPr>
            <a:spLocks noChangeArrowheads="1"/>
          </p:cNvSpPr>
          <p:nvPr/>
        </p:nvSpPr>
        <p:spPr bwMode="auto">
          <a:xfrm>
            <a:off x="5434013" y="3536950"/>
            <a:ext cx="18430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目   的   地   址</a:t>
            </a:r>
          </a:p>
        </p:txBody>
      </p:sp>
      <p:sp>
        <p:nvSpPr>
          <p:cNvPr id="117799" name="Rectangle 42"/>
          <p:cNvSpPr>
            <a:spLocks noChangeArrowheads="1"/>
          </p:cNvSpPr>
          <p:nvPr/>
        </p:nvSpPr>
        <p:spPr bwMode="auto">
          <a:xfrm>
            <a:off x="3502025" y="3965575"/>
            <a:ext cx="41576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可   选   字   段  （长   度   可   变）</a:t>
            </a:r>
          </a:p>
        </p:txBody>
      </p:sp>
      <p:sp>
        <p:nvSpPr>
          <p:cNvPr id="117800" name="Rectangle 43"/>
          <p:cNvSpPr>
            <a:spLocks noChangeArrowheads="1"/>
          </p:cNvSpPr>
          <p:nvPr/>
        </p:nvSpPr>
        <p:spPr bwMode="auto">
          <a:xfrm>
            <a:off x="1881188" y="1327150"/>
            <a:ext cx="4397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位</a:t>
            </a:r>
          </a:p>
        </p:txBody>
      </p:sp>
      <p:sp>
        <p:nvSpPr>
          <p:cNvPr id="117801" name="Rectangle 44"/>
          <p:cNvSpPr>
            <a:spLocks noChangeArrowheads="1"/>
          </p:cNvSpPr>
          <p:nvPr/>
        </p:nvSpPr>
        <p:spPr bwMode="auto">
          <a:xfrm>
            <a:off x="3265967" y="1736725"/>
            <a:ext cx="12080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首部长度</a:t>
            </a:r>
          </a:p>
        </p:txBody>
      </p:sp>
      <p:grpSp>
        <p:nvGrpSpPr>
          <p:cNvPr id="117802" name="Group 46"/>
          <p:cNvGrpSpPr>
            <a:grpSpLocks/>
          </p:cNvGrpSpPr>
          <p:nvPr/>
        </p:nvGrpSpPr>
        <p:grpSpPr bwMode="auto">
          <a:xfrm>
            <a:off x="2343150" y="4106863"/>
            <a:ext cx="131763" cy="69850"/>
            <a:chOff x="833" y="3024"/>
            <a:chExt cx="78" cy="51"/>
          </a:xfrm>
        </p:grpSpPr>
        <p:sp>
          <p:nvSpPr>
            <p:cNvPr id="117823" name="Rectangle 47"/>
            <p:cNvSpPr>
              <a:spLocks noChangeArrowheads="1"/>
            </p:cNvSpPr>
            <p:nvPr/>
          </p:nvSpPr>
          <p:spPr bwMode="auto">
            <a:xfrm>
              <a:off x="833" y="3024"/>
              <a:ext cx="78" cy="5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824" name="Line 48"/>
            <p:cNvSpPr>
              <a:spLocks noChangeShapeType="1"/>
            </p:cNvSpPr>
            <p:nvPr/>
          </p:nvSpPr>
          <p:spPr bwMode="auto">
            <a:xfrm>
              <a:off x="839" y="3030"/>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825" name="Line 49"/>
            <p:cNvSpPr>
              <a:spLocks noChangeShapeType="1"/>
            </p:cNvSpPr>
            <p:nvPr/>
          </p:nvSpPr>
          <p:spPr bwMode="auto">
            <a:xfrm>
              <a:off x="839" y="3075"/>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grpSp>
        <p:nvGrpSpPr>
          <p:cNvPr id="117803" name="Group 50"/>
          <p:cNvGrpSpPr>
            <a:grpSpLocks/>
          </p:cNvGrpSpPr>
          <p:nvPr/>
        </p:nvGrpSpPr>
        <p:grpSpPr bwMode="auto">
          <a:xfrm>
            <a:off x="10210800" y="4116388"/>
            <a:ext cx="131763" cy="66675"/>
            <a:chOff x="5432" y="3030"/>
            <a:chExt cx="78" cy="51"/>
          </a:xfrm>
        </p:grpSpPr>
        <p:sp>
          <p:nvSpPr>
            <p:cNvPr id="117820" name="Rectangle 51"/>
            <p:cNvSpPr>
              <a:spLocks noChangeArrowheads="1"/>
            </p:cNvSpPr>
            <p:nvPr/>
          </p:nvSpPr>
          <p:spPr bwMode="auto">
            <a:xfrm>
              <a:off x="5432" y="3030"/>
              <a:ext cx="78" cy="5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821" name="Line 52"/>
            <p:cNvSpPr>
              <a:spLocks noChangeShapeType="1"/>
            </p:cNvSpPr>
            <p:nvPr/>
          </p:nvSpPr>
          <p:spPr bwMode="auto">
            <a:xfrm>
              <a:off x="5438" y="3036"/>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822" name="Line 53"/>
            <p:cNvSpPr>
              <a:spLocks noChangeShapeType="1"/>
            </p:cNvSpPr>
            <p:nvPr/>
          </p:nvSpPr>
          <p:spPr bwMode="auto">
            <a:xfrm>
              <a:off x="5438" y="3081"/>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sp>
        <p:nvSpPr>
          <p:cNvPr id="117804" name="Rectangle 75"/>
          <p:cNvSpPr>
            <a:spLocks noChangeArrowheads="1"/>
          </p:cNvSpPr>
          <p:nvPr/>
        </p:nvSpPr>
        <p:spPr bwMode="auto">
          <a:xfrm>
            <a:off x="5084763" y="4508500"/>
            <a:ext cx="29083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zh-CN" altLang="en-US" sz="2000" b="1">
                <a:solidFill>
                  <a:srgbClr val="333399"/>
                </a:solidFill>
                <a:ea typeface="黑体" pitchFamily="2" charset="-122"/>
              </a:rPr>
              <a:t>数       据       部       分</a:t>
            </a:r>
          </a:p>
        </p:txBody>
      </p:sp>
      <p:grpSp>
        <p:nvGrpSpPr>
          <p:cNvPr id="4" name="Group 94"/>
          <p:cNvGrpSpPr>
            <a:grpSpLocks/>
          </p:cNvGrpSpPr>
          <p:nvPr/>
        </p:nvGrpSpPr>
        <p:grpSpPr bwMode="auto">
          <a:xfrm>
            <a:off x="1449388" y="1700213"/>
            <a:ext cx="439737" cy="2663825"/>
            <a:chOff x="111" y="845"/>
            <a:chExt cx="277" cy="1678"/>
          </a:xfrm>
        </p:grpSpPr>
        <p:sp>
          <p:nvSpPr>
            <p:cNvPr id="117818" name="Line 89"/>
            <p:cNvSpPr>
              <a:spLocks noChangeShapeType="1"/>
            </p:cNvSpPr>
            <p:nvPr/>
          </p:nvSpPr>
          <p:spPr bwMode="auto">
            <a:xfrm>
              <a:off x="249" y="845"/>
              <a:ext cx="0" cy="1678"/>
            </a:xfrm>
            <a:prstGeom prst="line">
              <a:avLst/>
            </a:prstGeom>
            <a:noFill/>
            <a:ln w="28575">
              <a:solidFill>
                <a:schemeClr val="tx2"/>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117819" name="Rectangle 78"/>
            <p:cNvSpPr>
              <a:spLocks noChangeArrowheads="1"/>
            </p:cNvSpPr>
            <p:nvPr/>
          </p:nvSpPr>
          <p:spPr bwMode="auto">
            <a:xfrm>
              <a:off x="111" y="1389"/>
              <a:ext cx="277" cy="444"/>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首</a:t>
              </a:r>
            </a:p>
            <a:p>
              <a:pPr defTabSz="762000"/>
              <a:r>
                <a:rPr kumimoji="1" lang="zh-CN" altLang="en-US" sz="2000" b="1" dirty="0">
                  <a:solidFill>
                    <a:srgbClr val="333399"/>
                  </a:solidFill>
                  <a:ea typeface="黑体" pitchFamily="2" charset="-122"/>
                </a:rPr>
                <a:t>部</a:t>
              </a:r>
            </a:p>
          </p:txBody>
        </p:sp>
      </p:grpSp>
      <p:sp>
        <p:nvSpPr>
          <p:cNvPr id="117811" name="AutoShape 97"/>
          <p:cNvSpPr>
            <a:spLocks/>
          </p:cNvSpPr>
          <p:nvPr/>
        </p:nvSpPr>
        <p:spPr bwMode="auto">
          <a:xfrm>
            <a:off x="2222500" y="1771650"/>
            <a:ext cx="166688" cy="2160588"/>
          </a:xfrm>
          <a:prstGeom prst="leftBrace">
            <a:avLst>
              <a:gd name="adj1" fmla="val 108016"/>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66" name="Rectangle 2">
            <a:extLst>
              <a:ext uri="{FF2B5EF4-FFF2-40B4-BE49-F238E27FC236}"/>
            </a:extLst>
          </p:cNvPr>
          <p:cNvSpPr txBox="1">
            <a:spLocks noChangeArrowheads="1"/>
          </p:cNvSpPr>
          <p:nvPr/>
        </p:nvSpPr>
        <p:spPr>
          <a:xfrm>
            <a:off x="609600" y="274638"/>
            <a:ext cx="10972800" cy="817562"/>
          </a:xfrm>
          <a:prstGeom prst="rect">
            <a:avLst/>
          </a:prstGeom>
        </p:spPr>
        <p:txBody>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pPr eaLnBrk="1" hangingPunct="1">
              <a:defRPr/>
            </a:pPr>
            <a:r>
              <a:rPr lang="en-US" altLang="zh-CN" kern="0" dirty="0"/>
              <a:t>IP </a:t>
            </a:r>
            <a:r>
              <a:rPr lang="zh-CN" altLang="en-US" kern="0" dirty="0"/>
              <a:t>数据报首部的固定部分中的各字段 </a:t>
            </a:r>
          </a:p>
        </p:txBody>
      </p:sp>
      <p:sp>
        <p:nvSpPr>
          <p:cNvPr id="65" name="Rectangle 89"/>
          <p:cNvSpPr>
            <a:spLocks noChangeArrowheads="1"/>
          </p:cNvSpPr>
          <p:nvPr/>
        </p:nvSpPr>
        <p:spPr bwMode="auto">
          <a:xfrm>
            <a:off x="2396760" y="2586989"/>
            <a:ext cx="1970454" cy="503237"/>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67" name="Text Box 85"/>
          <p:cNvSpPr txBox="1">
            <a:spLocks noChangeArrowheads="1"/>
          </p:cNvSpPr>
          <p:nvPr/>
        </p:nvSpPr>
        <p:spPr bwMode="auto">
          <a:xfrm>
            <a:off x="2515394" y="5157192"/>
            <a:ext cx="770554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zh-CN" altLang="en-US" sz="2400" b="1" dirty="0">
                <a:latin typeface="Arial" charset="0"/>
                <a:ea typeface="黑体" pitchFamily="2" charset="-122"/>
              </a:rPr>
              <a:t>生存时间</a:t>
            </a:r>
            <a:r>
              <a:rPr lang="en-US" altLang="zh-CN" sz="2400" b="1" dirty="0">
                <a:latin typeface="Arial" charset="0"/>
                <a:ea typeface="黑体" pitchFamily="2" charset="-122"/>
              </a:rPr>
              <a:t>——</a:t>
            </a:r>
            <a:r>
              <a:rPr lang="zh-CN" altLang="en-US" sz="2400" b="1" dirty="0" smtClean="0">
                <a:latin typeface="Arial" charset="0"/>
                <a:ea typeface="黑体" pitchFamily="2" charset="-122"/>
              </a:rPr>
              <a:t>占 </a:t>
            </a:r>
            <a:r>
              <a:rPr lang="en-US" altLang="zh-CN" sz="2400" b="1" dirty="0" smtClean="0">
                <a:latin typeface="Arial" charset="0"/>
                <a:ea typeface="黑体" pitchFamily="2" charset="-122"/>
              </a:rPr>
              <a:t>8 </a:t>
            </a:r>
            <a:r>
              <a:rPr lang="zh-CN" altLang="en-US" sz="2400" b="1" dirty="0" smtClean="0">
                <a:latin typeface="Arial" charset="0"/>
                <a:ea typeface="黑体" pitchFamily="2" charset="-122"/>
              </a:rPr>
              <a:t>位，又叫 </a:t>
            </a:r>
            <a:r>
              <a:rPr lang="en-US" altLang="zh-CN" sz="2400" b="1" dirty="0">
                <a:latin typeface="Arial" charset="0"/>
                <a:ea typeface="黑体" pitchFamily="2" charset="-122"/>
              </a:rPr>
              <a:t>TTL (Time To Live)</a:t>
            </a:r>
            <a:r>
              <a:rPr lang="zh-CN" altLang="en-US" sz="2400" b="1" dirty="0">
                <a:latin typeface="Arial" charset="0"/>
                <a:ea typeface="黑体" pitchFamily="2" charset="-122"/>
              </a:rPr>
              <a:t>。此</a:t>
            </a:r>
            <a:r>
              <a:rPr lang="zh-CN" altLang="en-US" sz="2400" b="1" dirty="0" smtClean="0">
                <a:latin typeface="Arial" charset="0"/>
                <a:ea typeface="黑体" pitchFamily="2" charset="-122"/>
              </a:rPr>
              <a:t>字段由</a:t>
            </a:r>
            <a:r>
              <a:rPr lang="zh-CN" altLang="en-US" sz="2400" b="1" dirty="0">
                <a:latin typeface="Arial" charset="0"/>
                <a:ea typeface="黑体" pitchFamily="2" charset="-122"/>
              </a:rPr>
              <a:t>源主机设置，路由器在每次转发数据报之前将 </a:t>
            </a:r>
            <a:r>
              <a:rPr lang="en-US" altLang="zh-CN" sz="2400" b="1" dirty="0">
                <a:latin typeface="Arial" charset="0"/>
                <a:ea typeface="黑体" pitchFamily="2" charset="-122"/>
              </a:rPr>
              <a:t>TTL </a:t>
            </a:r>
            <a:r>
              <a:rPr lang="zh-CN" altLang="en-US" sz="2400" b="1" dirty="0">
                <a:latin typeface="Arial" charset="0"/>
                <a:ea typeface="黑体" pitchFamily="2" charset="-122"/>
              </a:rPr>
              <a:t>值减</a:t>
            </a:r>
            <a:r>
              <a:rPr lang="en-US" altLang="zh-CN" sz="2400" b="1" dirty="0">
                <a:latin typeface="Arial" charset="0"/>
                <a:ea typeface="黑体" pitchFamily="2" charset="-122"/>
              </a:rPr>
              <a:t>1</a:t>
            </a:r>
            <a:r>
              <a:rPr lang="zh-CN" altLang="en-US" sz="2400" b="1" dirty="0">
                <a:latin typeface="Arial" charset="0"/>
                <a:ea typeface="黑体" pitchFamily="2" charset="-122"/>
              </a:rPr>
              <a:t>，减</a:t>
            </a:r>
            <a:r>
              <a:rPr lang="zh-CN" altLang="en-US" sz="2400" b="1" dirty="0" smtClean="0">
                <a:latin typeface="Arial" charset="0"/>
                <a:ea typeface="黑体" pitchFamily="2" charset="-122"/>
              </a:rPr>
              <a:t>为 </a:t>
            </a:r>
            <a:r>
              <a:rPr lang="en-US" altLang="zh-CN" sz="2400" b="1" dirty="0" smtClean="0">
                <a:latin typeface="Arial" charset="0"/>
                <a:ea typeface="黑体" pitchFamily="2" charset="-122"/>
              </a:rPr>
              <a:t>0 </a:t>
            </a:r>
            <a:r>
              <a:rPr lang="zh-CN" altLang="en-US" sz="2400" b="1" dirty="0" smtClean="0">
                <a:latin typeface="Arial" charset="0"/>
                <a:ea typeface="黑体" pitchFamily="2" charset="-122"/>
              </a:rPr>
              <a:t>时</a:t>
            </a:r>
            <a:r>
              <a:rPr lang="zh-CN" altLang="en-US" sz="2400" b="1" dirty="0">
                <a:latin typeface="Arial" charset="0"/>
                <a:ea typeface="黑体" pitchFamily="2" charset="-122"/>
              </a:rPr>
              <a:t>就丢弃此数据报。</a:t>
            </a:r>
            <a:r>
              <a:rPr lang="en-US" altLang="zh-CN" sz="2400" b="1" dirty="0">
                <a:latin typeface="Arial" charset="0"/>
                <a:ea typeface="黑体" pitchFamily="2" charset="-122"/>
              </a:rPr>
              <a:t>TTL </a:t>
            </a:r>
            <a:r>
              <a:rPr lang="zh-CN" altLang="en-US" sz="2400" b="1" dirty="0">
                <a:latin typeface="Arial" charset="0"/>
                <a:ea typeface="黑体" pitchFamily="2" charset="-122"/>
              </a:rPr>
              <a:t>指明数据报</a:t>
            </a:r>
            <a:r>
              <a:rPr lang="zh-CN" altLang="en-US" sz="2400" b="1" dirty="0" smtClean="0">
                <a:latin typeface="Arial" charset="0"/>
                <a:ea typeface="黑体" pitchFamily="2" charset="-122"/>
              </a:rPr>
              <a:t>在互联网中</a:t>
            </a:r>
            <a:r>
              <a:rPr lang="zh-CN" altLang="en-US" sz="2400" b="1" dirty="0">
                <a:latin typeface="Arial" charset="0"/>
                <a:ea typeface="黑体" pitchFamily="2" charset="-122"/>
              </a:rPr>
              <a:t>可经过的路由器的最大数目。</a:t>
            </a:r>
          </a:p>
        </p:txBody>
      </p:sp>
    </p:spTree>
    <p:extLst>
      <p:ext uri="{BB962C8B-B14F-4D97-AF65-F5344CB8AC3E}">
        <p14:creationId xmlns:p14="http://schemas.microsoft.com/office/powerpoint/2010/main" val="356965592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5"/>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2000" fill="hold" grpId="1" nodeType="afterEffect">
                                  <p:stCondLst>
                                    <p:cond delay="500"/>
                                  </p:stCondLst>
                                  <p:childTnLst>
                                    <p:anim calcmode="discrete" valueType="str">
                                      <p:cBhvr>
                                        <p:cTn id="9" dur="1000" fill="hold"/>
                                        <p:tgtEl>
                                          <p:spTgt spid="6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65" grpId="1"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45"/>
          <p:cNvSpPr>
            <a:spLocks noChangeArrowheads="1"/>
          </p:cNvSpPr>
          <p:nvPr/>
        </p:nvSpPr>
        <p:spPr bwMode="auto">
          <a:xfrm>
            <a:off x="1884363" y="2132013"/>
            <a:ext cx="439737"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lnSpc>
                <a:spcPct val="90000"/>
              </a:lnSpc>
            </a:pPr>
            <a:r>
              <a:rPr kumimoji="1" lang="zh-CN" altLang="en-US" sz="2000" b="1">
                <a:solidFill>
                  <a:srgbClr val="333399"/>
                </a:solidFill>
                <a:ea typeface="黑体" pitchFamily="2" charset="-122"/>
              </a:rPr>
              <a:t>固</a:t>
            </a:r>
          </a:p>
          <a:p>
            <a:pPr defTabSz="762000">
              <a:lnSpc>
                <a:spcPct val="90000"/>
              </a:lnSpc>
            </a:pPr>
            <a:r>
              <a:rPr kumimoji="1" lang="zh-CN" altLang="en-US" sz="2000" b="1">
                <a:solidFill>
                  <a:srgbClr val="333399"/>
                </a:solidFill>
                <a:ea typeface="黑体" pitchFamily="2" charset="-122"/>
              </a:rPr>
              <a:t>定</a:t>
            </a:r>
          </a:p>
          <a:p>
            <a:pPr defTabSz="762000">
              <a:lnSpc>
                <a:spcPct val="90000"/>
              </a:lnSpc>
            </a:pPr>
            <a:r>
              <a:rPr kumimoji="1" lang="zh-CN" altLang="en-US" sz="2000" b="1">
                <a:solidFill>
                  <a:srgbClr val="333399"/>
                </a:solidFill>
                <a:ea typeface="黑体" pitchFamily="2" charset="-122"/>
              </a:rPr>
              <a:t>部</a:t>
            </a:r>
          </a:p>
          <a:p>
            <a:pPr defTabSz="762000">
              <a:lnSpc>
                <a:spcPct val="90000"/>
              </a:lnSpc>
            </a:pPr>
            <a:r>
              <a:rPr kumimoji="1" lang="zh-CN" altLang="en-US" sz="2000" b="1">
                <a:solidFill>
                  <a:srgbClr val="333399"/>
                </a:solidFill>
                <a:ea typeface="黑体" pitchFamily="2" charset="-122"/>
              </a:rPr>
              <a:t>分</a:t>
            </a:r>
          </a:p>
        </p:txBody>
      </p:sp>
      <p:sp>
        <p:nvSpPr>
          <p:cNvPr id="117763" name="Rectangle 54"/>
          <p:cNvSpPr>
            <a:spLocks noChangeArrowheads="1"/>
          </p:cNvSpPr>
          <p:nvPr/>
        </p:nvSpPr>
        <p:spPr bwMode="auto">
          <a:xfrm>
            <a:off x="1741488" y="3787775"/>
            <a:ext cx="6953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可变</a:t>
            </a:r>
          </a:p>
          <a:p>
            <a:pPr defTabSz="762000"/>
            <a:r>
              <a:rPr kumimoji="1" lang="zh-CN" altLang="en-US" sz="2000" b="1" dirty="0">
                <a:solidFill>
                  <a:srgbClr val="333399"/>
                </a:solidFill>
                <a:ea typeface="黑体" pitchFamily="2" charset="-122"/>
              </a:rPr>
              <a:t>部分</a:t>
            </a:r>
          </a:p>
        </p:txBody>
      </p:sp>
      <p:sp>
        <p:nvSpPr>
          <p:cNvPr id="117765" name="Rectangle 8"/>
          <p:cNvSpPr>
            <a:spLocks noChangeArrowheads="1"/>
          </p:cNvSpPr>
          <p:nvPr/>
        </p:nvSpPr>
        <p:spPr bwMode="auto">
          <a:xfrm>
            <a:off x="4367213" y="1730375"/>
            <a:ext cx="1966912" cy="434975"/>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767" name="Rectangle 10"/>
          <p:cNvSpPr>
            <a:spLocks noChangeArrowheads="1"/>
          </p:cNvSpPr>
          <p:nvPr/>
        </p:nvSpPr>
        <p:spPr bwMode="auto">
          <a:xfrm>
            <a:off x="2409825" y="1720850"/>
            <a:ext cx="7864475" cy="2643188"/>
          </a:xfrm>
          <a:prstGeom prst="rect">
            <a:avLst/>
          </a:prstGeom>
          <a:solidFill>
            <a:srgbClr val="CCECFF"/>
          </a:solidFill>
          <a:ln w="254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17768" name="Rectangle 11"/>
          <p:cNvSpPr>
            <a:spLocks noChangeArrowheads="1"/>
          </p:cNvSpPr>
          <p:nvPr/>
        </p:nvSpPr>
        <p:spPr bwMode="auto">
          <a:xfrm>
            <a:off x="2424113" y="4375150"/>
            <a:ext cx="7832725" cy="681038"/>
          </a:xfrm>
          <a:prstGeom prst="rect">
            <a:avLst/>
          </a:prstGeom>
          <a:solidFill>
            <a:srgbClr val="FFFF99"/>
          </a:solidFill>
          <a:ln w="12700">
            <a:solidFill>
              <a:srgbClr val="333399"/>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17769" name="Line 12"/>
          <p:cNvSpPr>
            <a:spLocks noChangeShapeType="1"/>
          </p:cNvSpPr>
          <p:nvPr/>
        </p:nvSpPr>
        <p:spPr bwMode="auto">
          <a:xfrm>
            <a:off x="2405063" y="2171700"/>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0" name="Line 13"/>
          <p:cNvSpPr>
            <a:spLocks noChangeShapeType="1"/>
          </p:cNvSpPr>
          <p:nvPr/>
        </p:nvSpPr>
        <p:spPr bwMode="auto">
          <a:xfrm>
            <a:off x="2405063" y="261461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1" name="Line 14"/>
          <p:cNvSpPr>
            <a:spLocks noChangeShapeType="1"/>
          </p:cNvSpPr>
          <p:nvPr/>
        </p:nvSpPr>
        <p:spPr bwMode="auto">
          <a:xfrm>
            <a:off x="2405063" y="305911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2" name="Line 15"/>
          <p:cNvSpPr>
            <a:spLocks noChangeShapeType="1"/>
          </p:cNvSpPr>
          <p:nvPr/>
        </p:nvSpPr>
        <p:spPr bwMode="auto">
          <a:xfrm>
            <a:off x="2405063" y="349726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3" name="Line 16"/>
          <p:cNvSpPr>
            <a:spLocks noChangeShapeType="1"/>
          </p:cNvSpPr>
          <p:nvPr/>
        </p:nvSpPr>
        <p:spPr bwMode="auto">
          <a:xfrm>
            <a:off x="2405063" y="394176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4" name="Line 17"/>
          <p:cNvSpPr>
            <a:spLocks noChangeShapeType="1"/>
          </p:cNvSpPr>
          <p:nvPr/>
        </p:nvSpPr>
        <p:spPr bwMode="auto">
          <a:xfrm>
            <a:off x="3373438" y="1728788"/>
            <a:ext cx="0" cy="4429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5" name="Line 18"/>
          <p:cNvSpPr>
            <a:spLocks noChangeShapeType="1"/>
          </p:cNvSpPr>
          <p:nvPr/>
        </p:nvSpPr>
        <p:spPr bwMode="auto">
          <a:xfrm>
            <a:off x="4357688" y="1728788"/>
            <a:ext cx="0" cy="4429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6" name="Line 19"/>
          <p:cNvSpPr>
            <a:spLocks noChangeShapeType="1"/>
          </p:cNvSpPr>
          <p:nvPr/>
        </p:nvSpPr>
        <p:spPr bwMode="auto">
          <a:xfrm>
            <a:off x="4357688" y="2624138"/>
            <a:ext cx="0" cy="431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7" name="Line 20"/>
          <p:cNvSpPr>
            <a:spLocks noChangeShapeType="1"/>
          </p:cNvSpPr>
          <p:nvPr/>
        </p:nvSpPr>
        <p:spPr bwMode="auto">
          <a:xfrm>
            <a:off x="6330950" y="1728788"/>
            <a:ext cx="0" cy="1327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8" name="Line 21"/>
          <p:cNvSpPr>
            <a:spLocks noChangeShapeType="1"/>
          </p:cNvSpPr>
          <p:nvPr/>
        </p:nvSpPr>
        <p:spPr bwMode="auto">
          <a:xfrm flipV="1">
            <a:off x="8302625" y="3937000"/>
            <a:ext cx="0" cy="4413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9" name="Line 22"/>
          <p:cNvSpPr>
            <a:spLocks noChangeShapeType="1"/>
          </p:cNvSpPr>
          <p:nvPr/>
        </p:nvSpPr>
        <p:spPr bwMode="auto">
          <a:xfrm>
            <a:off x="7132638" y="2181225"/>
            <a:ext cx="0" cy="4333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80" name="Rectangle 23"/>
          <p:cNvSpPr>
            <a:spLocks noChangeArrowheads="1"/>
          </p:cNvSpPr>
          <p:nvPr/>
        </p:nvSpPr>
        <p:spPr bwMode="auto">
          <a:xfrm>
            <a:off x="2352675" y="1341438"/>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0</a:t>
            </a:r>
          </a:p>
        </p:txBody>
      </p:sp>
      <p:sp>
        <p:nvSpPr>
          <p:cNvPr id="117781" name="Rectangle 24"/>
          <p:cNvSpPr>
            <a:spLocks noChangeArrowheads="1"/>
          </p:cNvSpPr>
          <p:nvPr/>
        </p:nvSpPr>
        <p:spPr bwMode="auto">
          <a:xfrm>
            <a:off x="3287713" y="1341438"/>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4</a:t>
            </a:r>
          </a:p>
        </p:txBody>
      </p:sp>
      <p:sp>
        <p:nvSpPr>
          <p:cNvPr id="117782" name="Rectangle 25"/>
          <p:cNvSpPr>
            <a:spLocks noChangeArrowheads="1"/>
          </p:cNvSpPr>
          <p:nvPr/>
        </p:nvSpPr>
        <p:spPr bwMode="auto">
          <a:xfrm>
            <a:off x="4283075" y="1341438"/>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8</a:t>
            </a:r>
          </a:p>
        </p:txBody>
      </p:sp>
      <p:sp>
        <p:nvSpPr>
          <p:cNvPr id="117783" name="Rectangle 26"/>
          <p:cNvSpPr>
            <a:spLocks noChangeArrowheads="1"/>
          </p:cNvSpPr>
          <p:nvPr/>
        </p:nvSpPr>
        <p:spPr bwMode="auto">
          <a:xfrm>
            <a:off x="6234113"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16</a:t>
            </a:r>
          </a:p>
        </p:txBody>
      </p:sp>
      <p:sp>
        <p:nvSpPr>
          <p:cNvPr id="117784" name="Rectangle 27"/>
          <p:cNvSpPr>
            <a:spLocks noChangeArrowheads="1"/>
          </p:cNvSpPr>
          <p:nvPr/>
        </p:nvSpPr>
        <p:spPr bwMode="auto">
          <a:xfrm>
            <a:off x="7031038"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19</a:t>
            </a:r>
          </a:p>
        </p:txBody>
      </p:sp>
      <p:sp>
        <p:nvSpPr>
          <p:cNvPr id="117785" name="Rectangle 28"/>
          <p:cNvSpPr>
            <a:spLocks noChangeArrowheads="1"/>
          </p:cNvSpPr>
          <p:nvPr/>
        </p:nvSpPr>
        <p:spPr bwMode="auto">
          <a:xfrm>
            <a:off x="8205788"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24</a:t>
            </a:r>
          </a:p>
        </p:txBody>
      </p:sp>
      <p:sp>
        <p:nvSpPr>
          <p:cNvPr id="117786" name="Rectangle 29"/>
          <p:cNvSpPr>
            <a:spLocks noChangeArrowheads="1"/>
          </p:cNvSpPr>
          <p:nvPr/>
        </p:nvSpPr>
        <p:spPr bwMode="auto">
          <a:xfrm>
            <a:off x="9918700" y="1341438"/>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31</a:t>
            </a:r>
          </a:p>
        </p:txBody>
      </p:sp>
      <p:sp>
        <p:nvSpPr>
          <p:cNvPr id="117787" name="Rectangle 30"/>
          <p:cNvSpPr>
            <a:spLocks noChangeArrowheads="1"/>
          </p:cNvSpPr>
          <p:nvPr/>
        </p:nvSpPr>
        <p:spPr bwMode="auto">
          <a:xfrm>
            <a:off x="2501900" y="1755775"/>
            <a:ext cx="7667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版 本</a:t>
            </a:r>
          </a:p>
        </p:txBody>
      </p:sp>
      <p:sp>
        <p:nvSpPr>
          <p:cNvPr id="117788" name="Rectangle 31"/>
          <p:cNvSpPr>
            <a:spLocks noChangeArrowheads="1"/>
          </p:cNvSpPr>
          <p:nvPr/>
        </p:nvSpPr>
        <p:spPr bwMode="auto">
          <a:xfrm>
            <a:off x="6389688" y="2232025"/>
            <a:ext cx="695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标志</a:t>
            </a:r>
          </a:p>
        </p:txBody>
      </p:sp>
      <p:sp>
        <p:nvSpPr>
          <p:cNvPr id="117789" name="Rectangle 32"/>
          <p:cNvSpPr>
            <a:spLocks noChangeArrowheads="1"/>
          </p:cNvSpPr>
          <p:nvPr/>
        </p:nvSpPr>
        <p:spPr bwMode="auto">
          <a:xfrm>
            <a:off x="2698750" y="2636838"/>
            <a:ext cx="1420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生 存 时 间</a:t>
            </a:r>
          </a:p>
        </p:txBody>
      </p:sp>
      <p:sp>
        <p:nvSpPr>
          <p:cNvPr id="117790" name="Rectangle 33"/>
          <p:cNvSpPr>
            <a:spLocks noChangeArrowheads="1"/>
          </p:cNvSpPr>
          <p:nvPr/>
        </p:nvSpPr>
        <p:spPr bwMode="auto">
          <a:xfrm>
            <a:off x="4829175" y="2636838"/>
            <a:ext cx="98103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协    议</a:t>
            </a:r>
          </a:p>
        </p:txBody>
      </p:sp>
      <p:sp>
        <p:nvSpPr>
          <p:cNvPr id="117791" name="Rectangle 34"/>
          <p:cNvSpPr>
            <a:spLocks noChangeArrowheads="1"/>
          </p:cNvSpPr>
          <p:nvPr/>
        </p:nvSpPr>
        <p:spPr bwMode="auto">
          <a:xfrm>
            <a:off x="3843338" y="2232025"/>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标    识</a:t>
            </a:r>
          </a:p>
        </p:txBody>
      </p:sp>
      <p:sp>
        <p:nvSpPr>
          <p:cNvPr id="117792" name="Rectangle 35"/>
          <p:cNvSpPr>
            <a:spLocks noChangeArrowheads="1"/>
          </p:cNvSpPr>
          <p:nvPr/>
        </p:nvSpPr>
        <p:spPr bwMode="auto">
          <a:xfrm>
            <a:off x="4654550" y="1755775"/>
            <a:ext cx="1420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区 分 服 务</a:t>
            </a:r>
          </a:p>
        </p:txBody>
      </p:sp>
      <p:sp>
        <p:nvSpPr>
          <p:cNvPr id="117793" name="Rectangle 36"/>
          <p:cNvSpPr>
            <a:spLocks noChangeArrowheads="1"/>
          </p:cNvSpPr>
          <p:nvPr/>
        </p:nvSpPr>
        <p:spPr bwMode="auto">
          <a:xfrm>
            <a:off x="7780338" y="175577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总   长   度</a:t>
            </a:r>
          </a:p>
        </p:txBody>
      </p:sp>
      <p:sp>
        <p:nvSpPr>
          <p:cNvPr id="117794" name="Rectangle 37"/>
          <p:cNvSpPr>
            <a:spLocks noChangeArrowheads="1"/>
          </p:cNvSpPr>
          <p:nvPr/>
        </p:nvSpPr>
        <p:spPr bwMode="auto">
          <a:xfrm>
            <a:off x="8051800" y="223202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片   偏   移</a:t>
            </a:r>
          </a:p>
        </p:txBody>
      </p:sp>
      <p:sp>
        <p:nvSpPr>
          <p:cNvPr id="117795" name="Rectangle 38"/>
          <p:cNvSpPr>
            <a:spLocks noChangeArrowheads="1"/>
          </p:cNvSpPr>
          <p:nvPr/>
        </p:nvSpPr>
        <p:spPr bwMode="auto">
          <a:xfrm>
            <a:off x="8775700" y="3965575"/>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填    充</a:t>
            </a:r>
          </a:p>
        </p:txBody>
      </p:sp>
      <p:sp>
        <p:nvSpPr>
          <p:cNvPr id="117796" name="Rectangle 39"/>
          <p:cNvSpPr>
            <a:spLocks noChangeArrowheads="1"/>
          </p:cNvSpPr>
          <p:nvPr/>
        </p:nvSpPr>
        <p:spPr bwMode="auto">
          <a:xfrm>
            <a:off x="7199313" y="2636838"/>
            <a:ext cx="2311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首   部   检   验   和</a:t>
            </a:r>
          </a:p>
        </p:txBody>
      </p:sp>
      <p:sp>
        <p:nvSpPr>
          <p:cNvPr id="117797" name="Rectangle 40"/>
          <p:cNvSpPr>
            <a:spLocks noChangeArrowheads="1"/>
          </p:cNvSpPr>
          <p:nvPr/>
        </p:nvSpPr>
        <p:spPr bwMode="auto">
          <a:xfrm>
            <a:off x="5689600" y="309562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源   地   址</a:t>
            </a:r>
          </a:p>
        </p:txBody>
      </p:sp>
      <p:sp>
        <p:nvSpPr>
          <p:cNvPr id="117798" name="Rectangle 41"/>
          <p:cNvSpPr>
            <a:spLocks noChangeArrowheads="1"/>
          </p:cNvSpPr>
          <p:nvPr/>
        </p:nvSpPr>
        <p:spPr bwMode="auto">
          <a:xfrm>
            <a:off x="5434013" y="3536950"/>
            <a:ext cx="18430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目   的   地   址</a:t>
            </a:r>
          </a:p>
        </p:txBody>
      </p:sp>
      <p:sp>
        <p:nvSpPr>
          <p:cNvPr id="117799" name="Rectangle 42"/>
          <p:cNvSpPr>
            <a:spLocks noChangeArrowheads="1"/>
          </p:cNvSpPr>
          <p:nvPr/>
        </p:nvSpPr>
        <p:spPr bwMode="auto">
          <a:xfrm>
            <a:off x="3502025" y="3965575"/>
            <a:ext cx="41576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可   选   字   段  （长   度   可   变）</a:t>
            </a:r>
          </a:p>
        </p:txBody>
      </p:sp>
      <p:sp>
        <p:nvSpPr>
          <p:cNvPr id="117800" name="Rectangle 43"/>
          <p:cNvSpPr>
            <a:spLocks noChangeArrowheads="1"/>
          </p:cNvSpPr>
          <p:nvPr/>
        </p:nvSpPr>
        <p:spPr bwMode="auto">
          <a:xfrm>
            <a:off x="1881188" y="1327150"/>
            <a:ext cx="4397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位</a:t>
            </a:r>
          </a:p>
        </p:txBody>
      </p:sp>
      <p:sp>
        <p:nvSpPr>
          <p:cNvPr id="117801" name="Rectangle 44"/>
          <p:cNvSpPr>
            <a:spLocks noChangeArrowheads="1"/>
          </p:cNvSpPr>
          <p:nvPr/>
        </p:nvSpPr>
        <p:spPr bwMode="auto">
          <a:xfrm>
            <a:off x="3265967" y="1736725"/>
            <a:ext cx="12080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首部长度</a:t>
            </a:r>
          </a:p>
        </p:txBody>
      </p:sp>
      <p:grpSp>
        <p:nvGrpSpPr>
          <p:cNvPr id="117802" name="Group 46"/>
          <p:cNvGrpSpPr>
            <a:grpSpLocks/>
          </p:cNvGrpSpPr>
          <p:nvPr/>
        </p:nvGrpSpPr>
        <p:grpSpPr bwMode="auto">
          <a:xfrm>
            <a:off x="2343150" y="4106863"/>
            <a:ext cx="131763" cy="69850"/>
            <a:chOff x="833" y="3024"/>
            <a:chExt cx="78" cy="51"/>
          </a:xfrm>
        </p:grpSpPr>
        <p:sp>
          <p:nvSpPr>
            <p:cNvPr id="117823" name="Rectangle 47"/>
            <p:cNvSpPr>
              <a:spLocks noChangeArrowheads="1"/>
            </p:cNvSpPr>
            <p:nvPr/>
          </p:nvSpPr>
          <p:spPr bwMode="auto">
            <a:xfrm>
              <a:off x="833" y="3024"/>
              <a:ext cx="78" cy="5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824" name="Line 48"/>
            <p:cNvSpPr>
              <a:spLocks noChangeShapeType="1"/>
            </p:cNvSpPr>
            <p:nvPr/>
          </p:nvSpPr>
          <p:spPr bwMode="auto">
            <a:xfrm>
              <a:off x="839" y="3030"/>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825" name="Line 49"/>
            <p:cNvSpPr>
              <a:spLocks noChangeShapeType="1"/>
            </p:cNvSpPr>
            <p:nvPr/>
          </p:nvSpPr>
          <p:spPr bwMode="auto">
            <a:xfrm>
              <a:off x="839" y="3075"/>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grpSp>
        <p:nvGrpSpPr>
          <p:cNvPr id="117803" name="Group 50"/>
          <p:cNvGrpSpPr>
            <a:grpSpLocks/>
          </p:cNvGrpSpPr>
          <p:nvPr/>
        </p:nvGrpSpPr>
        <p:grpSpPr bwMode="auto">
          <a:xfrm>
            <a:off x="10210800" y="4116388"/>
            <a:ext cx="131763" cy="66675"/>
            <a:chOff x="5432" y="3030"/>
            <a:chExt cx="78" cy="51"/>
          </a:xfrm>
        </p:grpSpPr>
        <p:sp>
          <p:nvSpPr>
            <p:cNvPr id="117820" name="Rectangle 51"/>
            <p:cNvSpPr>
              <a:spLocks noChangeArrowheads="1"/>
            </p:cNvSpPr>
            <p:nvPr/>
          </p:nvSpPr>
          <p:spPr bwMode="auto">
            <a:xfrm>
              <a:off x="5432" y="3030"/>
              <a:ext cx="78" cy="5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821" name="Line 52"/>
            <p:cNvSpPr>
              <a:spLocks noChangeShapeType="1"/>
            </p:cNvSpPr>
            <p:nvPr/>
          </p:nvSpPr>
          <p:spPr bwMode="auto">
            <a:xfrm>
              <a:off x="5438" y="3036"/>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822" name="Line 53"/>
            <p:cNvSpPr>
              <a:spLocks noChangeShapeType="1"/>
            </p:cNvSpPr>
            <p:nvPr/>
          </p:nvSpPr>
          <p:spPr bwMode="auto">
            <a:xfrm>
              <a:off x="5438" y="3081"/>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sp>
        <p:nvSpPr>
          <p:cNvPr id="117804" name="Rectangle 75"/>
          <p:cNvSpPr>
            <a:spLocks noChangeArrowheads="1"/>
          </p:cNvSpPr>
          <p:nvPr/>
        </p:nvSpPr>
        <p:spPr bwMode="auto">
          <a:xfrm>
            <a:off x="5084763" y="4508500"/>
            <a:ext cx="29083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zh-CN" altLang="en-US" sz="2000" b="1">
                <a:solidFill>
                  <a:srgbClr val="333399"/>
                </a:solidFill>
                <a:ea typeface="黑体" pitchFamily="2" charset="-122"/>
              </a:rPr>
              <a:t>数       据       部       分</a:t>
            </a:r>
          </a:p>
        </p:txBody>
      </p:sp>
      <p:grpSp>
        <p:nvGrpSpPr>
          <p:cNvPr id="4" name="Group 94"/>
          <p:cNvGrpSpPr>
            <a:grpSpLocks/>
          </p:cNvGrpSpPr>
          <p:nvPr/>
        </p:nvGrpSpPr>
        <p:grpSpPr bwMode="auto">
          <a:xfrm>
            <a:off x="1449388" y="1700213"/>
            <a:ext cx="439737" cy="2663825"/>
            <a:chOff x="111" y="845"/>
            <a:chExt cx="277" cy="1678"/>
          </a:xfrm>
        </p:grpSpPr>
        <p:sp>
          <p:nvSpPr>
            <p:cNvPr id="117818" name="Line 89"/>
            <p:cNvSpPr>
              <a:spLocks noChangeShapeType="1"/>
            </p:cNvSpPr>
            <p:nvPr/>
          </p:nvSpPr>
          <p:spPr bwMode="auto">
            <a:xfrm>
              <a:off x="249" y="845"/>
              <a:ext cx="0" cy="1678"/>
            </a:xfrm>
            <a:prstGeom prst="line">
              <a:avLst/>
            </a:prstGeom>
            <a:noFill/>
            <a:ln w="28575">
              <a:solidFill>
                <a:schemeClr val="tx2"/>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117819" name="Rectangle 78"/>
            <p:cNvSpPr>
              <a:spLocks noChangeArrowheads="1"/>
            </p:cNvSpPr>
            <p:nvPr/>
          </p:nvSpPr>
          <p:spPr bwMode="auto">
            <a:xfrm>
              <a:off x="111" y="1389"/>
              <a:ext cx="277" cy="444"/>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首</a:t>
              </a:r>
            </a:p>
            <a:p>
              <a:pPr defTabSz="762000"/>
              <a:r>
                <a:rPr kumimoji="1" lang="zh-CN" altLang="en-US" sz="2000" b="1" dirty="0">
                  <a:solidFill>
                    <a:srgbClr val="333399"/>
                  </a:solidFill>
                  <a:ea typeface="黑体" pitchFamily="2" charset="-122"/>
                </a:rPr>
                <a:t>部</a:t>
              </a:r>
            </a:p>
          </p:txBody>
        </p:sp>
      </p:grpSp>
      <p:sp>
        <p:nvSpPr>
          <p:cNvPr id="117811" name="AutoShape 97"/>
          <p:cNvSpPr>
            <a:spLocks/>
          </p:cNvSpPr>
          <p:nvPr/>
        </p:nvSpPr>
        <p:spPr bwMode="auto">
          <a:xfrm>
            <a:off x="2222500" y="1771650"/>
            <a:ext cx="166688" cy="2160588"/>
          </a:xfrm>
          <a:prstGeom prst="leftBrace">
            <a:avLst>
              <a:gd name="adj1" fmla="val 108016"/>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66" name="Rectangle 2">
            <a:extLst>
              <a:ext uri="{FF2B5EF4-FFF2-40B4-BE49-F238E27FC236}"/>
            </a:extLst>
          </p:cNvPr>
          <p:cNvSpPr txBox="1">
            <a:spLocks noChangeArrowheads="1"/>
          </p:cNvSpPr>
          <p:nvPr/>
        </p:nvSpPr>
        <p:spPr>
          <a:xfrm>
            <a:off x="609600" y="274638"/>
            <a:ext cx="10972800" cy="817562"/>
          </a:xfrm>
          <a:prstGeom prst="rect">
            <a:avLst/>
          </a:prstGeom>
        </p:spPr>
        <p:txBody>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pPr eaLnBrk="1" hangingPunct="1">
              <a:defRPr/>
            </a:pPr>
            <a:r>
              <a:rPr lang="en-US" altLang="zh-CN" kern="0" dirty="0"/>
              <a:t>IP </a:t>
            </a:r>
            <a:r>
              <a:rPr lang="zh-CN" altLang="en-US" kern="0" dirty="0"/>
              <a:t>数据报首部的固定部分中的各字段 </a:t>
            </a:r>
          </a:p>
        </p:txBody>
      </p:sp>
      <p:sp>
        <p:nvSpPr>
          <p:cNvPr id="65" name="Rectangle 89"/>
          <p:cNvSpPr>
            <a:spLocks noChangeArrowheads="1"/>
          </p:cNvSpPr>
          <p:nvPr/>
        </p:nvSpPr>
        <p:spPr bwMode="auto">
          <a:xfrm>
            <a:off x="4367808" y="2586989"/>
            <a:ext cx="1970454" cy="503237"/>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67" name="Text Box 85"/>
          <p:cNvSpPr txBox="1">
            <a:spLocks noChangeArrowheads="1"/>
          </p:cNvSpPr>
          <p:nvPr/>
        </p:nvSpPr>
        <p:spPr bwMode="auto">
          <a:xfrm>
            <a:off x="2515394" y="5157192"/>
            <a:ext cx="7705542" cy="1514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lnSpc>
                <a:spcPct val="110000"/>
              </a:lnSpc>
            </a:pPr>
            <a:r>
              <a:rPr lang="zh-CN" altLang="en-US" sz="2800" b="1" dirty="0">
                <a:latin typeface="Arial" charset="0"/>
                <a:ea typeface="黑体" pitchFamily="2" charset="-122"/>
              </a:rPr>
              <a:t>协议</a:t>
            </a:r>
            <a:r>
              <a:rPr lang="en-US" altLang="zh-CN" sz="2800" b="1" dirty="0">
                <a:latin typeface="Arial" charset="0"/>
                <a:ea typeface="黑体" pitchFamily="2" charset="-122"/>
              </a:rPr>
              <a:t>——</a:t>
            </a:r>
            <a:r>
              <a:rPr lang="zh-CN" altLang="en-US" sz="2800" b="1" dirty="0" smtClean="0">
                <a:latin typeface="Arial" charset="0"/>
                <a:ea typeface="黑体" pitchFamily="2" charset="-122"/>
              </a:rPr>
              <a:t>占 </a:t>
            </a:r>
            <a:r>
              <a:rPr lang="en-US" altLang="zh-CN" sz="2800" b="1" dirty="0" smtClean="0">
                <a:latin typeface="Arial" charset="0"/>
                <a:ea typeface="黑体" pitchFamily="2" charset="-122"/>
              </a:rPr>
              <a:t>8 </a:t>
            </a:r>
            <a:r>
              <a:rPr lang="zh-CN" altLang="en-US" sz="2800" b="1" dirty="0">
                <a:latin typeface="Arial" charset="0"/>
                <a:ea typeface="黑体" pitchFamily="2" charset="-122"/>
              </a:rPr>
              <a:t>位，它指出此数据报携带的数据使用何种协议</a:t>
            </a:r>
            <a:r>
              <a:rPr lang="zh-CN" altLang="en-US" sz="2800" b="1" dirty="0" smtClean="0">
                <a:latin typeface="Arial" charset="0"/>
                <a:ea typeface="黑体" pitchFamily="2" charset="-122"/>
              </a:rPr>
              <a:t>，以便使目的主机的 </a:t>
            </a:r>
            <a:r>
              <a:rPr lang="en-US" altLang="zh-CN" sz="2800" b="1" dirty="0" smtClean="0">
                <a:latin typeface="Arial" charset="0"/>
                <a:ea typeface="黑体" pitchFamily="2" charset="-122"/>
              </a:rPr>
              <a:t>IP </a:t>
            </a:r>
            <a:r>
              <a:rPr lang="zh-CN" altLang="en-US" sz="2800" b="1" dirty="0" smtClean="0">
                <a:latin typeface="Arial" charset="0"/>
                <a:ea typeface="黑体" pitchFamily="2" charset="-122"/>
              </a:rPr>
              <a:t>层知道应将数据部分上交给哪个协议处理。</a:t>
            </a:r>
            <a:endParaRPr lang="zh-CN" altLang="en-US" sz="2800" b="1" dirty="0">
              <a:latin typeface="Arial" charset="0"/>
              <a:ea typeface="黑体" pitchFamily="2" charset="-122"/>
            </a:endParaRPr>
          </a:p>
        </p:txBody>
      </p:sp>
    </p:spTree>
    <p:extLst>
      <p:ext uri="{BB962C8B-B14F-4D97-AF65-F5344CB8AC3E}">
        <p14:creationId xmlns:p14="http://schemas.microsoft.com/office/powerpoint/2010/main" val="157398548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5"/>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2000" fill="hold" grpId="1" nodeType="afterEffect">
                                  <p:stCondLst>
                                    <p:cond delay="500"/>
                                  </p:stCondLst>
                                  <p:childTnLst>
                                    <p:anim calcmode="discrete" valueType="str">
                                      <p:cBhvr>
                                        <p:cTn id="9" dur="1000" fill="hold"/>
                                        <p:tgtEl>
                                          <p:spTgt spid="6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65" grpId="1"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4"/>
          <p:cNvSpPr>
            <a:spLocks noChangeArrowheads="1"/>
          </p:cNvSpPr>
          <p:nvPr/>
        </p:nvSpPr>
        <p:spPr bwMode="auto">
          <a:xfrm>
            <a:off x="1774825" y="1557338"/>
            <a:ext cx="8642350" cy="628650"/>
          </a:xfrm>
          <a:prstGeom prst="rect">
            <a:avLst/>
          </a:prstGeom>
          <a:solidFill>
            <a:srgbClr val="FFFF99"/>
          </a:solidFill>
          <a:ln w="28575">
            <a:solidFill>
              <a:schemeClr val="tx1"/>
            </a:solidFill>
            <a:miter lim="800000"/>
            <a:headEnd/>
            <a:tailEnd/>
          </a:ln>
          <a:effectLst>
            <a:outerShdw dist="35921" dir="2700000" algn="ctr" rotWithShape="0">
              <a:schemeClr val="bg2"/>
            </a:outerShdw>
          </a:effectLst>
        </p:spPr>
        <p:txBody>
          <a:bodyPr wrap="none" anchor="ctr"/>
          <a:lstStyle/>
          <a:p>
            <a:pPr algn="ctr" eaLnBrk="1" hangingPunct="1"/>
            <a:endParaRPr kumimoji="1" lang="zh-CN" altLang="zh-CN" sz="3200" b="1">
              <a:solidFill>
                <a:srgbClr val="333399"/>
              </a:solidFill>
              <a:ea typeface="黑体" pitchFamily="2" charset="-122"/>
            </a:endParaRPr>
          </a:p>
        </p:txBody>
      </p:sp>
      <p:sp>
        <p:nvSpPr>
          <p:cNvPr id="144387" name="Rectangle 5"/>
          <p:cNvSpPr>
            <a:spLocks noChangeArrowheads="1"/>
          </p:cNvSpPr>
          <p:nvPr/>
        </p:nvSpPr>
        <p:spPr bwMode="auto">
          <a:xfrm>
            <a:off x="1774825" y="2185988"/>
            <a:ext cx="8642350" cy="1743075"/>
          </a:xfrm>
          <a:prstGeom prst="rect">
            <a:avLst/>
          </a:prstGeom>
          <a:solidFill>
            <a:srgbClr val="CCECFF"/>
          </a:solidFill>
          <a:ln w="28575">
            <a:solidFill>
              <a:schemeClr val="tx1"/>
            </a:solidFill>
            <a:miter lim="800000"/>
            <a:headEnd/>
            <a:tailEnd/>
          </a:ln>
          <a:effectLst>
            <a:outerShdw dist="35921" dir="2700000" algn="ctr" rotWithShape="0">
              <a:schemeClr val="bg2"/>
            </a:outerShdw>
          </a:effectLst>
        </p:spPr>
        <p:txBody>
          <a:bodyPr wrap="none" anchor="ctr"/>
          <a:lstStyle/>
          <a:p>
            <a:pPr eaLnBrk="1" hangingPunct="1"/>
            <a:endParaRPr lang="zh-CN" altLang="en-US" sz="2800" b="1">
              <a:latin typeface="Tahoma" pitchFamily="34" charset="0"/>
              <a:ea typeface="黑体" pitchFamily="2" charset="-122"/>
            </a:endParaRPr>
          </a:p>
        </p:txBody>
      </p:sp>
      <p:sp>
        <p:nvSpPr>
          <p:cNvPr id="144388" name="Rectangle 11"/>
          <p:cNvSpPr>
            <a:spLocks noChangeArrowheads="1"/>
          </p:cNvSpPr>
          <p:nvPr/>
        </p:nvSpPr>
        <p:spPr bwMode="auto">
          <a:xfrm>
            <a:off x="3230563" y="2814638"/>
            <a:ext cx="5730875" cy="487362"/>
          </a:xfrm>
          <a:prstGeom prst="rect">
            <a:avLst/>
          </a:prstGeom>
          <a:solidFill>
            <a:srgbClr val="FFCCFF"/>
          </a:solidFill>
          <a:ln w="1905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44389" name="Rectangle 6"/>
          <p:cNvSpPr>
            <a:spLocks noChangeArrowheads="1"/>
          </p:cNvSpPr>
          <p:nvPr/>
        </p:nvSpPr>
        <p:spPr bwMode="auto">
          <a:xfrm>
            <a:off x="3256442" y="2838930"/>
            <a:ext cx="1246188" cy="4460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44390" name="Text Box 7"/>
          <p:cNvSpPr txBox="1">
            <a:spLocks noChangeArrowheads="1"/>
          </p:cNvSpPr>
          <p:nvPr/>
        </p:nvSpPr>
        <p:spPr bwMode="auto">
          <a:xfrm>
            <a:off x="2032000" y="1600200"/>
            <a:ext cx="9589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2" charset="-122"/>
              </a:rPr>
              <a:t>运输层</a:t>
            </a:r>
          </a:p>
        </p:txBody>
      </p:sp>
      <p:sp>
        <p:nvSpPr>
          <p:cNvPr id="144391" name="Text Box 8"/>
          <p:cNvSpPr txBox="1">
            <a:spLocks noChangeArrowheads="1"/>
          </p:cNvSpPr>
          <p:nvPr/>
        </p:nvSpPr>
        <p:spPr bwMode="auto">
          <a:xfrm>
            <a:off x="2032000" y="2640013"/>
            <a:ext cx="9589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2" charset="-122"/>
              </a:rPr>
              <a:t>网络层</a:t>
            </a:r>
          </a:p>
        </p:txBody>
      </p:sp>
      <p:sp>
        <p:nvSpPr>
          <p:cNvPr id="144392" name="Line 9"/>
          <p:cNvSpPr>
            <a:spLocks noChangeShapeType="1"/>
          </p:cNvSpPr>
          <p:nvPr/>
        </p:nvSpPr>
        <p:spPr bwMode="auto">
          <a:xfrm>
            <a:off x="4513263" y="2814638"/>
            <a:ext cx="0" cy="4873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44393" name="Text Box 10"/>
          <p:cNvSpPr txBox="1">
            <a:spLocks noChangeArrowheads="1"/>
          </p:cNvSpPr>
          <p:nvPr/>
        </p:nvSpPr>
        <p:spPr bwMode="auto">
          <a:xfrm>
            <a:off x="3484563" y="2806700"/>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2" charset="-122"/>
              </a:rPr>
              <a:t>首部</a:t>
            </a:r>
          </a:p>
        </p:txBody>
      </p:sp>
      <p:sp>
        <p:nvSpPr>
          <p:cNvPr id="144394" name="Rectangle 13"/>
          <p:cNvSpPr>
            <a:spLocks noChangeArrowheads="1"/>
          </p:cNvSpPr>
          <p:nvPr/>
        </p:nvSpPr>
        <p:spPr bwMode="auto">
          <a:xfrm>
            <a:off x="5711825" y="1697038"/>
            <a:ext cx="1025525" cy="349250"/>
          </a:xfrm>
          <a:prstGeom prst="rect">
            <a:avLst/>
          </a:prstGeom>
          <a:solidFill>
            <a:srgbClr val="FFCCFF"/>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44395" name="Text Box 14"/>
          <p:cNvSpPr txBox="1">
            <a:spLocks noChangeArrowheads="1"/>
          </p:cNvSpPr>
          <p:nvPr/>
        </p:nvSpPr>
        <p:spPr bwMode="auto">
          <a:xfrm>
            <a:off x="5868988" y="1663700"/>
            <a:ext cx="693737"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TCP</a:t>
            </a:r>
          </a:p>
        </p:txBody>
      </p:sp>
      <p:sp>
        <p:nvSpPr>
          <p:cNvPr id="144396" name="Rectangle 15"/>
          <p:cNvSpPr>
            <a:spLocks noChangeArrowheads="1"/>
          </p:cNvSpPr>
          <p:nvPr/>
        </p:nvSpPr>
        <p:spPr bwMode="auto">
          <a:xfrm>
            <a:off x="6994525" y="1697038"/>
            <a:ext cx="1027113" cy="349250"/>
          </a:xfrm>
          <a:prstGeom prst="rect">
            <a:avLst/>
          </a:prstGeom>
          <a:solidFill>
            <a:srgbClr val="FFCCFF"/>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44397" name="Text Box 16"/>
          <p:cNvSpPr txBox="1">
            <a:spLocks noChangeArrowheads="1"/>
          </p:cNvSpPr>
          <p:nvPr/>
        </p:nvSpPr>
        <p:spPr bwMode="auto">
          <a:xfrm>
            <a:off x="7129463" y="1697038"/>
            <a:ext cx="722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UDP</a:t>
            </a:r>
          </a:p>
        </p:txBody>
      </p:sp>
      <p:sp>
        <p:nvSpPr>
          <p:cNvPr id="144398" name="Rectangle 17"/>
          <p:cNvSpPr>
            <a:spLocks noChangeArrowheads="1"/>
          </p:cNvSpPr>
          <p:nvPr/>
        </p:nvSpPr>
        <p:spPr bwMode="auto">
          <a:xfrm>
            <a:off x="3571875" y="2316163"/>
            <a:ext cx="1027113" cy="349250"/>
          </a:xfrm>
          <a:prstGeom prst="rect">
            <a:avLst/>
          </a:prstGeom>
          <a:solidFill>
            <a:srgbClr val="FFCCFF"/>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44399" name="Text Box 18"/>
          <p:cNvSpPr txBox="1">
            <a:spLocks noChangeArrowheads="1"/>
          </p:cNvSpPr>
          <p:nvPr/>
        </p:nvSpPr>
        <p:spPr bwMode="auto">
          <a:xfrm>
            <a:off x="3657600" y="2281238"/>
            <a:ext cx="819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ICMP</a:t>
            </a:r>
          </a:p>
        </p:txBody>
      </p:sp>
      <p:sp>
        <p:nvSpPr>
          <p:cNvPr id="144400" name="Rectangle 19"/>
          <p:cNvSpPr>
            <a:spLocks noChangeArrowheads="1"/>
          </p:cNvSpPr>
          <p:nvPr/>
        </p:nvSpPr>
        <p:spPr bwMode="auto">
          <a:xfrm>
            <a:off x="4770438" y="2316163"/>
            <a:ext cx="1025525" cy="349250"/>
          </a:xfrm>
          <a:prstGeom prst="rect">
            <a:avLst/>
          </a:prstGeom>
          <a:solidFill>
            <a:srgbClr val="FFCCFF"/>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44401" name="Text Box 20"/>
          <p:cNvSpPr txBox="1">
            <a:spLocks noChangeArrowheads="1"/>
          </p:cNvSpPr>
          <p:nvPr/>
        </p:nvSpPr>
        <p:spPr bwMode="auto">
          <a:xfrm>
            <a:off x="4857750" y="2281238"/>
            <a:ext cx="831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IGMP</a:t>
            </a:r>
          </a:p>
        </p:txBody>
      </p:sp>
      <p:sp>
        <p:nvSpPr>
          <p:cNvPr id="144402" name="Rectangle 21"/>
          <p:cNvSpPr>
            <a:spLocks noChangeArrowheads="1"/>
          </p:cNvSpPr>
          <p:nvPr/>
        </p:nvSpPr>
        <p:spPr bwMode="auto">
          <a:xfrm>
            <a:off x="8328025" y="2316163"/>
            <a:ext cx="1025525" cy="349250"/>
          </a:xfrm>
          <a:prstGeom prst="rect">
            <a:avLst/>
          </a:prstGeom>
          <a:solidFill>
            <a:srgbClr val="FFCCFF"/>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44403" name="Text Box 22"/>
          <p:cNvSpPr txBox="1">
            <a:spLocks noChangeArrowheads="1"/>
          </p:cNvSpPr>
          <p:nvPr/>
        </p:nvSpPr>
        <p:spPr bwMode="auto">
          <a:xfrm>
            <a:off x="8415338" y="2281238"/>
            <a:ext cx="876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OSPF</a:t>
            </a:r>
          </a:p>
        </p:txBody>
      </p:sp>
      <p:sp>
        <p:nvSpPr>
          <p:cNvPr id="478233" name="Line 25"/>
          <p:cNvSpPr>
            <a:spLocks noChangeShapeType="1"/>
          </p:cNvSpPr>
          <p:nvPr/>
        </p:nvSpPr>
        <p:spPr bwMode="auto">
          <a:xfrm flipV="1">
            <a:off x="7080250" y="2046288"/>
            <a:ext cx="428625" cy="976312"/>
          </a:xfrm>
          <a:prstGeom prst="line">
            <a:avLst/>
          </a:prstGeom>
          <a:noFill/>
          <a:ln w="76200">
            <a:solidFill>
              <a:schemeClr va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478235" name="Line 27"/>
          <p:cNvSpPr>
            <a:spLocks noChangeShapeType="1"/>
          </p:cNvSpPr>
          <p:nvPr/>
        </p:nvSpPr>
        <p:spPr bwMode="auto">
          <a:xfrm flipH="1" flipV="1">
            <a:off x="6223000" y="2046288"/>
            <a:ext cx="868363" cy="996950"/>
          </a:xfrm>
          <a:prstGeom prst="line">
            <a:avLst/>
          </a:prstGeom>
          <a:noFill/>
          <a:ln w="76200">
            <a:solidFill>
              <a:schemeClr va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478236" name="Line 28"/>
          <p:cNvSpPr>
            <a:spLocks noChangeShapeType="1"/>
          </p:cNvSpPr>
          <p:nvPr/>
        </p:nvSpPr>
        <p:spPr bwMode="auto">
          <a:xfrm flipH="1" flipV="1">
            <a:off x="5818188" y="2598738"/>
            <a:ext cx="1303337" cy="463550"/>
          </a:xfrm>
          <a:prstGeom prst="line">
            <a:avLst/>
          </a:prstGeom>
          <a:noFill/>
          <a:ln w="76200">
            <a:solidFill>
              <a:schemeClr va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478237" name="Line 29"/>
          <p:cNvSpPr>
            <a:spLocks noChangeShapeType="1"/>
          </p:cNvSpPr>
          <p:nvPr/>
        </p:nvSpPr>
        <p:spPr bwMode="auto">
          <a:xfrm flipH="1" flipV="1">
            <a:off x="4335463" y="2679700"/>
            <a:ext cx="2782887" cy="373063"/>
          </a:xfrm>
          <a:prstGeom prst="line">
            <a:avLst/>
          </a:prstGeom>
          <a:noFill/>
          <a:ln w="76200">
            <a:solidFill>
              <a:schemeClr va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478238" name="Line 30"/>
          <p:cNvSpPr>
            <a:spLocks noChangeShapeType="1"/>
          </p:cNvSpPr>
          <p:nvPr/>
        </p:nvSpPr>
        <p:spPr bwMode="auto">
          <a:xfrm flipV="1">
            <a:off x="7105650" y="2597150"/>
            <a:ext cx="1195388" cy="447675"/>
          </a:xfrm>
          <a:prstGeom prst="line">
            <a:avLst/>
          </a:prstGeom>
          <a:noFill/>
          <a:ln w="76200">
            <a:solidFill>
              <a:schemeClr va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144409" name="Text Box 31"/>
          <p:cNvSpPr txBox="1">
            <a:spLocks noChangeArrowheads="1"/>
          </p:cNvSpPr>
          <p:nvPr/>
        </p:nvSpPr>
        <p:spPr bwMode="auto">
          <a:xfrm>
            <a:off x="4656138" y="2887663"/>
            <a:ext cx="142859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2" charset="-122"/>
              </a:rPr>
              <a:t>数 据 部 分</a:t>
            </a:r>
          </a:p>
        </p:txBody>
      </p:sp>
      <p:sp>
        <p:nvSpPr>
          <p:cNvPr id="144410" name="Line 32"/>
          <p:cNvSpPr>
            <a:spLocks noChangeShapeType="1"/>
          </p:cNvSpPr>
          <p:nvPr/>
        </p:nvSpPr>
        <p:spPr bwMode="auto">
          <a:xfrm>
            <a:off x="3230563" y="3579813"/>
            <a:ext cx="5730875"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144411" name="Text Box 33"/>
          <p:cNvSpPr txBox="1">
            <a:spLocks noChangeArrowheads="1"/>
          </p:cNvSpPr>
          <p:nvPr/>
        </p:nvSpPr>
        <p:spPr bwMode="auto">
          <a:xfrm>
            <a:off x="5453063" y="3351213"/>
            <a:ext cx="1255712" cy="39687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IP </a:t>
            </a:r>
            <a:r>
              <a:rPr kumimoji="1" lang="zh-CN" altLang="en-US" sz="2000" b="1">
                <a:solidFill>
                  <a:srgbClr val="333399"/>
                </a:solidFill>
                <a:latin typeface="Arial" charset="0"/>
                <a:ea typeface="黑体" pitchFamily="2" charset="-122"/>
              </a:rPr>
              <a:t>数据报</a:t>
            </a:r>
          </a:p>
        </p:txBody>
      </p:sp>
      <p:grpSp>
        <p:nvGrpSpPr>
          <p:cNvPr id="2" name="Group 38"/>
          <p:cNvGrpSpPr>
            <a:grpSpLocks/>
          </p:cNvGrpSpPr>
          <p:nvPr/>
        </p:nvGrpSpPr>
        <p:grpSpPr bwMode="auto">
          <a:xfrm>
            <a:off x="4114800" y="3068638"/>
            <a:ext cx="4357688" cy="1871662"/>
            <a:chOff x="1632" y="2296"/>
            <a:chExt cx="2745" cy="1179"/>
          </a:xfrm>
        </p:grpSpPr>
        <p:sp>
          <p:nvSpPr>
            <p:cNvPr id="144414" name="Rectangle 34"/>
            <p:cNvSpPr>
              <a:spLocks noChangeArrowheads="1"/>
            </p:cNvSpPr>
            <p:nvPr/>
          </p:nvSpPr>
          <p:spPr bwMode="auto">
            <a:xfrm>
              <a:off x="1632" y="2296"/>
              <a:ext cx="227" cy="106"/>
            </a:xfrm>
            <a:prstGeom prst="rect">
              <a:avLst/>
            </a:prstGeom>
            <a:solidFill>
              <a:srgbClr val="FFFF00"/>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44415" name="AutoShape 35"/>
            <p:cNvSpPr>
              <a:spLocks noChangeArrowheads="1"/>
            </p:cNvSpPr>
            <p:nvPr/>
          </p:nvSpPr>
          <p:spPr bwMode="auto">
            <a:xfrm>
              <a:off x="2439" y="3033"/>
              <a:ext cx="1853" cy="442"/>
            </a:xfrm>
            <a:prstGeom prst="wedgeRoundRectCallout">
              <a:avLst>
                <a:gd name="adj1" fmla="val -87560"/>
                <a:gd name="adj2" fmla="val -194569"/>
                <a:gd name="adj3" fmla="val 16667"/>
              </a:avLst>
            </a:prstGeom>
            <a:solidFill>
              <a:srgbClr val="FFCCFF"/>
            </a:solidFill>
            <a:ln w="9525">
              <a:solidFill>
                <a:schemeClr val="tx1"/>
              </a:solidFill>
              <a:miter lim="800000"/>
              <a:headEnd/>
              <a:tailEnd/>
            </a:ln>
          </p:spPr>
          <p:txBody>
            <a:bodyPr/>
            <a:lstStyle/>
            <a:p>
              <a:pPr algn="ctr" eaLnBrk="1" hangingPunct="1"/>
              <a:endParaRPr kumimoji="1" lang="zh-CN" altLang="zh-CN" sz="3200" b="1">
                <a:solidFill>
                  <a:srgbClr val="333399"/>
                </a:solidFill>
                <a:ea typeface="黑体" pitchFamily="2" charset="-122"/>
              </a:endParaRPr>
            </a:p>
          </p:txBody>
        </p:sp>
        <p:sp>
          <p:nvSpPr>
            <p:cNvPr id="144416" name="Text Box 36"/>
            <p:cNvSpPr txBox="1">
              <a:spLocks noChangeArrowheads="1"/>
            </p:cNvSpPr>
            <p:nvPr/>
          </p:nvSpPr>
          <p:spPr bwMode="auto">
            <a:xfrm>
              <a:off x="2426" y="3016"/>
              <a:ext cx="1951"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zh-CN" altLang="en-US" sz="2000" b="1" dirty="0">
                  <a:solidFill>
                    <a:srgbClr val="333399"/>
                  </a:solidFill>
                  <a:latin typeface="Arial" charset="0"/>
                  <a:ea typeface="黑体" pitchFamily="2" charset="-122"/>
                </a:rPr>
                <a:t>协议字段指出应将数据</a:t>
              </a:r>
            </a:p>
            <a:p>
              <a:pPr algn="ctr" eaLnBrk="1" hangingPunct="1"/>
              <a:r>
                <a:rPr kumimoji="1" lang="zh-CN" altLang="en-US" sz="2000" b="1" dirty="0">
                  <a:solidFill>
                    <a:srgbClr val="333399"/>
                  </a:solidFill>
                  <a:latin typeface="Arial" charset="0"/>
                  <a:ea typeface="黑体" pitchFamily="2" charset="-122"/>
                </a:rPr>
                <a:t>部分交给哪一</a:t>
              </a:r>
              <a:r>
                <a:rPr kumimoji="1" lang="zh-CN" altLang="en-US" sz="2000" b="1" dirty="0" smtClean="0">
                  <a:solidFill>
                    <a:srgbClr val="333399"/>
                  </a:solidFill>
                  <a:latin typeface="Arial" charset="0"/>
                  <a:ea typeface="黑体" pitchFamily="2" charset="-122"/>
                </a:rPr>
                <a:t>个协议</a:t>
              </a:r>
              <a:endParaRPr kumimoji="1" lang="zh-CN" altLang="en-US" sz="2000" b="1" dirty="0">
                <a:solidFill>
                  <a:srgbClr val="333399"/>
                </a:solidFill>
                <a:latin typeface="Arial" charset="0"/>
                <a:ea typeface="黑体" pitchFamily="2" charset="-122"/>
              </a:endParaRPr>
            </a:p>
          </p:txBody>
        </p:sp>
      </p:grpSp>
      <p:sp>
        <p:nvSpPr>
          <p:cNvPr id="33" name="Rectangle 2">
            <a:extLst>
              <a:ext uri="{FF2B5EF4-FFF2-40B4-BE49-F238E27FC236}"/>
            </a:extLst>
          </p:cNvPr>
          <p:cNvSpPr txBox="1">
            <a:spLocks noChangeArrowheads="1"/>
          </p:cNvSpPr>
          <p:nvPr/>
        </p:nvSpPr>
        <p:spPr>
          <a:xfrm>
            <a:off x="609600" y="274638"/>
            <a:ext cx="10972800" cy="817562"/>
          </a:xfrm>
          <a:prstGeom prst="rect">
            <a:avLst/>
          </a:prstGeom>
        </p:spPr>
        <p:txBody>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pPr eaLnBrk="1" hangingPunct="1">
              <a:defRPr/>
            </a:pPr>
            <a:r>
              <a:rPr lang="en-US" altLang="zh-CN" kern="0" dirty="0" smtClean="0"/>
              <a:t>IP </a:t>
            </a:r>
            <a:r>
              <a:rPr lang="zh-CN" altLang="en-US" kern="0" dirty="0" smtClean="0"/>
              <a:t>数据报</a:t>
            </a:r>
            <a:r>
              <a:rPr lang="zh-CN" altLang="en-US" kern="0" dirty="0"/>
              <a:t>首部的固定部分中的各字段 </a:t>
            </a:r>
          </a:p>
        </p:txBody>
      </p:sp>
    </p:spTree>
    <p:extLst>
      <p:ext uri="{BB962C8B-B14F-4D97-AF65-F5344CB8AC3E}">
        <p14:creationId xmlns:p14="http://schemas.microsoft.com/office/powerpoint/2010/main" val="1436440710"/>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5" presetClass="emph" presetSubtype="0" repeatCount="2000" fill="hold" nodeType="afterEffect">
                                  <p:stCondLst>
                                    <p:cond delay="500"/>
                                  </p:stCondLst>
                                  <p:childTnLst>
                                    <p:anim calcmode="discrete" valueType="str">
                                      <p:cBhvr>
                                        <p:cTn id="6" dur="1000" fill="hold"/>
                                        <p:tgtEl>
                                          <p:spTgt spid="2"/>
                                        </p:tgtEl>
                                        <p:attrNameLst>
                                          <p:attrName>style.visibility</p:attrName>
                                        </p:attrNameLst>
                                      </p:cBhvr>
                                      <p:tavLst>
                                        <p:tav tm="0">
                                          <p:val>
                                            <p:strVal val="hidden"/>
                                          </p:val>
                                        </p:tav>
                                        <p:tav tm="50000">
                                          <p:val>
                                            <p:strVal val="visible"/>
                                          </p:val>
                                        </p:tav>
                                      </p:tavLst>
                                    </p:anim>
                                  </p:childTnLst>
                                </p:cTn>
                              </p:par>
                            </p:childTnLst>
                          </p:cTn>
                        </p:par>
                        <p:par>
                          <p:cTn id="7" fill="hold" nodeType="afterGroup">
                            <p:stCondLst>
                              <p:cond delay="2500"/>
                            </p:stCondLst>
                            <p:childTnLst>
                              <p:par>
                                <p:cTn id="8" presetID="22" presetClass="entr" presetSubtype="2" fill="hold" grpId="0" nodeType="afterEffect">
                                  <p:stCondLst>
                                    <p:cond delay="0"/>
                                  </p:stCondLst>
                                  <p:childTnLst>
                                    <p:set>
                                      <p:cBhvr>
                                        <p:cTn id="9" dur="1" fill="hold">
                                          <p:stCondLst>
                                            <p:cond delay="0"/>
                                          </p:stCondLst>
                                        </p:cTn>
                                        <p:tgtEl>
                                          <p:spTgt spid="478237"/>
                                        </p:tgtEl>
                                        <p:attrNameLst>
                                          <p:attrName>style.visibility</p:attrName>
                                        </p:attrNameLst>
                                      </p:cBhvr>
                                      <p:to>
                                        <p:strVal val="visible"/>
                                      </p:to>
                                    </p:set>
                                    <p:animEffect transition="in" filter="wipe(right)">
                                      <p:cBhvr>
                                        <p:cTn id="10" dur="500"/>
                                        <p:tgtEl>
                                          <p:spTgt spid="478237"/>
                                        </p:tgtEl>
                                      </p:cBhvr>
                                    </p:animEffect>
                                  </p:childTnLst>
                                </p:cTn>
                              </p:par>
                            </p:childTnLst>
                          </p:cTn>
                        </p:par>
                        <p:par>
                          <p:cTn id="11" fill="hold" nodeType="afterGroup">
                            <p:stCondLst>
                              <p:cond delay="3000"/>
                            </p:stCondLst>
                            <p:childTnLst>
                              <p:par>
                                <p:cTn id="12" presetID="22" presetClass="entr" presetSubtype="2" fill="hold" grpId="0" nodeType="afterEffect">
                                  <p:stCondLst>
                                    <p:cond delay="0"/>
                                  </p:stCondLst>
                                  <p:childTnLst>
                                    <p:set>
                                      <p:cBhvr>
                                        <p:cTn id="13" dur="1" fill="hold">
                                          <p:stCondLst>
                                            <p:cond delay="0"/>
                                          </p:stCondLst>
                                        </p:cTn>
                                        <p:tgtEl>
                                          <p:spTgt spid="478236"/>
                                        </p:tgtEl>
                                        <p:attrNameLst>
                                          <p:attrName>style.visibility</p:attrName>
                                        </p:attrNameLst>
                                      </p:cBhvr>
                                      <p:to>
                                        <p:strVal val="visible"/>
                                      </p:to>
                                    </p:set>
                                    <p:animEffect transition="in" filter="wipe(right)">
                                      <p:cBhvr>
                                        <p:cTn id="14" dur="500"/>
                                        <p:tgtEl>
                                          <p:spTgt spid="478236"/>
                                        </p:tgtEl>
                                      </p:cBhvr>
                                    </p:animEffect>
                                  </p:childTnLst>
                                </p:cTn>
                              </p:par>
                            </p:childTnLst>
                          </p:cTn>
                        </p:par>
                        <p:par>
                          <p:cTn id="15" fill="hold" nodeType="afterGroup">
                            <p:stCondLst>
                              <p:cond delay="3500"/>
                            </p:stCondLst>
                            <p:childTnLst>
                              <p:par>
                                <p:cTn id="16" presetID="22" presetClass="entr" presetSubtype="4" fill="hold" grpId="0" nodeType="afterEffect">
                                  <p:stCondLst>
                                    <p:cond delay="0"/>
                                  </p:stCondLst>
                                  <p:childTnLst>
                                    <p:set>
                                      <p:cBhvr>
                                        <p:cTn id="17" dur="1" fill="hold">
                                          <p:stCondLst>
                                            <p:cond delay="0"/>
                                          </p:stCondLst>
                                        </p:cTn>
                                        <p:tgtEl>
                                          <p:spTgt spid="478235"/>
                                        </p:tgtEl>
                                        <p:attrNameLst>
                                          <p:attrName>style.visibility</p:attrName>
                                        </p:attrNameLst>
                                      </p:cBhvr>
                                      <p:to>
                                        <p:strVal val="visible"/>
                                      </p:to>
                                    </p:set>
                                    <p:animEffect transition="in" filter="wipe(down)">
                                      <p:cBhvr>
                                        <p:cTn id="18" dur="500"/>
                                        <p:tgtEl>
                                          <p:spTgt spid="478235"/>
                                        </p:tgtEl>
                                      </p:cBhvr>
                                    </p:animEffect>
                                  </p:childTnLst>
                                </p:cTn>
                              </p:par>
                            </p:childTnLst>
                          </p:cTn>
                        </p:par>
                        <p:par>
                          <p:cTn id="19" fill="hold" nodeType="afterGroup">
                            <p:stCondLst>
                              <p:cond delay="4000"/>
                            </p:stCondLst>
                            <p:childTnLst>
                              <p:par>
                                <p:cTn id="20" presetID="22" presetClass="entr" presetSubtype="4" fill="hold" grpId="0" nodeType="afterEffect">
                                  <p:stCondLst>
                                    <p:cond delay="0"/>
                                  </p:stCondLst>
                                  <p:childTnLst>
                                    <p:set>
                                      <p:cBhvr>
                                        <p:cTn id="21" dur="1" fill="hold">
                                          <p:stCondLst>
                                            <p:cond delay="0"/>
                                          </p:stCondLst>
                                        </p:cTn>
                                        <p:tgtEl>
                                          <p:spTgt spid="478233"/>
                                        </p:tgtEl>
                                        <p:attrNameLst>
                                          <p:attrName>style.visibility</p:attrName>
                                        </p:attrNameLst>
                                      </p:cBhvr>
                                      <p:to>
                                        <p:strVal val="visible"/>
                                      </p:to>
                                    </p:set>
                                    <p:animEffect transition="in" filter="wipe(down)">
                                      <p:cBhvr>
                                        <p:cTn id="22" dur="500"/>
                                        <p:tgtEl>
                                          <p:spTgt spid="478233"/>
                                        </p:tgtEl>
                                      </p:cBhvr>
                                    </p:animEffect>
                                  </p:childTnLst>
                                </p:cTn>
                              </p:par>
                            </p:childTnLst>
                          </p:cTn>
                        </p:par>
                        <p:par>
                          <p:cTn id="23" fill="hold" nodeType="afterGroup">
                            <p:stCondLst>
                              <p:cond delay="4500"/>
                            </p:stCondLst>
                            <p:childTnLst>
                              <p:par>
                                <p:cTn id="24" presetID="22" presetClass="entr" presetSubtype="8" fill="hold" grpId="0" nodeType="afterEffect">
                                  <p:stCondLst>
                                    <p:cond delay="0"/>
                                  </p:stCondLst>
                                  <p:childTnLst>
                                    <p:set>
                                      <p:cBhvr>
                                        <p:cTn id="25" dur="1" fill="hold">
                                          <p:stCondLst>
                                            <p:cond delay="0"/>
                                          </p:stCondLst>
                                        </p:cTn>
                                        <p:tgtEl>
                                          <p:spTgt spid="478238"/>
                                        </p:tgtEl>
                                        <p:attrNameLst>
                                          <p:attrName>style.visibility</p:attrName>
                                        </p:attrNameLst>
                                      </p:cBhvr>
                                      <p:to>
                                        <p:strVal val="visible"/>
                                      </p:to>
                                    </p:set>
                                    <p:animEffect transition="in" filter="wipe(left)">
                                      <p:cBhvr>
                                        <p:cTn id="26" dur="500"/>
                                        <p:tgtEl>
                                          <p:spTgt spid="4782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8233" grpId="0" animBg="1"/>
      <p:bldP spid="478235" grpId="0" animBg="1"/>
      <p:bldP spid="478236" grpId="0" animBg="1"/>
      <p:bldP spid="478237" grpId="0" animBg="1"/>
      <p:bldP spid="478238"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2">
            <a:extLst>
              <a:ext uri="{FF2B5EF4-FFF2-40B4-BE49-F238E27FC236}"/>
            </a:extLst>
          </p:cNvPr>
          <p:cNvSpPr txBox="1">
            <a:spLocks noChangeArrowheads="1"/>
          </p:cNvSpPr>
          <p:nvPr/>
        </p:nvSpPr>
        <p:spPr>
          <a:xfrm>
            <a:off x="609600" y="274638"/>
            <a:ext cx="10972800" cy="817562"/>
          </a:xfrm>
          <a:prstGeom prst="rect">
            <a:avLst/>
          </a:prstGeom>
        </p:spPr>
        <p:txBody>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pPr eaLnBrk="1" hangingPunct="1">
              <a:defRPr/>
            </a:pPr>
            <a:r>
              <a:rPr lang="en-US" altLang="zh-CN" kern="0" dirty="0" smtClean="0"/>
              <a:t>IP </a:t>
            </a:r>
            <a:r>
              <a:rPr lang="zh-CN" altLang="en-US" kern="0" dirty="0" smtClean="0"/>
              <a:t>数据报</a:t>
            </a:r>
            <a:r>
              <a:rPr lang="zh-CN" altLang="en-US" kern="0" dirty="0"/>
              <a:t>首部的固定部分中的各字段 </a:t>
            </a:r>
          </a:p>
        </p:txBody>
      </p:sp>
      <p:graphicFrame>
        <p:nvGraphicFramePr>
          <p:cNvPr id="34" name="表格 33"/>
          <p:cNvGraphicFramePr>
            <a:graphicFrameLocks noGrp="1"/>
          </p:cNvGraphicFramePr>
          <p:nvPr>
            <p:extLst>
              <p:ext uri="{D42A27DB-BD31-4B8C-83A1-F6EECF244321}">
                <p14:modId xmlns:p14="http://schemas.microsoft.com/office/powerpoint/2010/main" val="2301351085"/>
              </p:ext>
            </p:extLst>
          </p:nvPr>
        </p:nvGraphicFramePr>
        <p:xfrm>
          <a:off x="609601" y="2296156"/>
          <a:ext cx="10670974" cy="3725132"/>
        </p:xfrm>
        <a:graphic>
          <a:graphicData uri="http://schemas.openxmlformats.org/drawingml/2006/table">
            <a:tbl>
              <a:tblPr firstRow="1" firstCol="1">
                <a:tableStyleId>{00A15C55-8517-42AA-B614-E9B94910E393}</a:tableStyleId>
              </a:tblPr>
              <a:tblGrid>
                <a:gridCol w="867879">
                  <a:extLst>
                    <a:ext uri="{9D8B030D-6E8A-4147-A177-3AD203B41FA5}">
                      <a16:colId xmlns:a16="http://schemas.microsoft.com/office/drawing/2014/main" xmlns="" val="492773900"/>
                    </a:ext>
                  </a:extLst>
                </a:gridCol>
                <a:gridCol w="883770">
                  <a:extLst>
                    <a:ext uri="{9D8B030D-6E8A-4147-A177-3AD203B41FA5}">
                      <a16:colId xmlns:a16="http://schemas.microsoft.com/office/drawing/2014/main" xmlns="" val="2915053018"/>
                    </a:ext>
                  </a:extLst>
                </a:gridCol>
                <a:gridCol w="851991">
                  <a:extLst>
                    <a:ext uri="{9D8B030D-6E8A-4147-A177-3AD203B41FA5}">
                      <a16:colId xmlns:a16="http://schemas.microsoft.com/office/drawing/2014/main" xmlns="" val="2611645043"/>
                    </a:ext>
                  </a:extLst>
                </a:gridCol>
                <a:gridCol w="679738">
                  <a:extLst>
                    <a:ext uri="{9D8B030D-6E8A-4147-A177-3AD203B41FA5}">
                      <a16:colId xmlns:a16="http://schemas.microsoft.com/office/drawing/2014/main" xmlns="" val="4082806152"/>
                    </a:ext>
                  </a:extLst>
                </a:gridCol>
                <a:gridCol w="820844">
                  <a:extLst>
                    <a:ext uri="{9D8B030D-6E8A-4147-A177-3AD203B41FA5}">
                      <a16:colId xmlns:a16="http://schemas.microsoft.com/office/drawing/2014/main" xmlns="" val="4075642411"/>
                    </a:ext>
                  </a:extLst>
                </a:gridCol>
                <a:gridCol w="820844">
                  <a:extLst>
                    <a:ext uri="{9D8B030D-6E8A-4147-A177-3AD203B41FA5}">
                      <a16:colId xmlns:a16="http://schemas.microsoft.com/office/drawing/2014/main" xmlns="" val="674548363"/>
                    </a:ext>
                  </a:extLst>
                </a:gridCol>
                <a:gridCol w="820844">
                  <a:extLst>
                    <a:ext uri="{9D8B030D-6E8A-4147-A177-3AD203B41FA5}">
                      <a16:colId xmlns:a16="http://schemas.microsoft.com/office/drawing/2014/main" xmlns="" val="2604799252"/>
                    </a:ext>
                  </a:extLst>
                </a:gridCol>
                <a:gridCol w="820844">
                  <a:extLst>
                    <a:ext uri="{9D8B030D-6E8A-4147-A177-3AD203B41FA5}">
                      <a16:colId xmlns:a16="http://schemas.microsoft.com/office/drawing/2014/main" xmlns="" val="3948079557"/>
                    </a:ext>
                  </a:extLst>
                </a:gridCol>
                <a:gridCol w="820844">
                  <a:extLst>
                    <a:ext uri="{9D8B030D-6E8A-4147-A177-3AD203B41FA5}">
                      <a16:colId xmlns:a16="http://schemas.microsoft.com/office/drawing/2014/main" xmlns="" val="3850063060"/>
                    </a:ext>
                  </a:extLst>
                </a:gridCol>
                <a:gridCol w="820844">
                  <a:extLst>
                    <a:ext uri="{9D8B030D-6E8A-4147-A177-3AD203B41FA5}">
                      <a16:colId xmlns:a16="http://schemas.microsoft.com/office/drawing/2014/main" xmlns="" val="479985350"/>
                    </a:ext>
                  </a:extLst>
                </a:gridCol>
                <a:gridCol w="662333">
                  <a:extLst>
                    <a:ext uri="{9D8B030D-6E8A-4147-A177-3AD203B41FA5}">
                      <a16:colId xmlns:a16="http://schemas.microsoft.com/office/drawing/2014/main" xmlns="" val="374653691"/>
                    </a:ext>
                  </a:extLst>
                </a:gridCol>
                <a:gridCol w="979355">
                  <a:extLst>
                    <a:ext uri="{9D8B030D-6E8A-4147-A177-3AD203B41FA5}">
                      <a16:colId xmlns:a16="http://schemas.microsoft.com/office/drawing/2014/main" xmlns="" val="3917342776"/>
                    </a:ext>
                  </a:extLst>
                </a:gridCol>
                <a:gridCol w="820844">
                  <a:extLst>
                    <a:ext uri="{9D8B030D-6E8A-4147-A177-3AD203B41FA5}">
                      <a16:colId xmlns:a16="http://schemas.microsoft.com/office/drawing/2014/main" xmlns="" val="2157057431"/>
                    </a:ext>
                  </a:extLst>
                </a:gridCol>
              </a:tblGrid>
              <a:tr h="1681977">
                <a:tc>
                  <a:txBody>
                    <a:bodyPr/>
                    <a:lstStyle/>
                    <a:p>
                      <a:pPr algn="ctr">
                        <a:lnSpc>
                          <a:spcPts val="2400"/>
                        </a:lnSpc>
                        <a:spcAft>
                          <a:spcPts val="0"/>
                        </a:spcAft>
                      </a:pPr>
                      <a:r>
                        <a:rPr lang="zh-CN" sz="2000" b="1" kern="500" dirty="0">
                          <a:effectLst/>
                          <a:latin typeface="微软雅黑" panose="020B0503020204020204" pitchFamily="34" charset="-122"/>
                          <a:ea typeface="微软雅黑" panose="020B0503020204020204" pitchFamily="34" charset="-122"/>
                        </a:rPr>
                        <a:t>协议名</a:t>
                      </a:r>
                      <a:endParaRPr lang="zh-CN" sz="2000" b="1" kern="5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rgbClr val="00B050"/>
                    </a:solidFill>
                  </a:tcPr>
                </a:tc>
                <a:tc>
                  <a:txBody>
                    <a:bodyPr/>
                    <a:lstStyle/>
                    <a:p>
                      <a:pPr algn="ctr">
                        <a:lnSpc>
                          <a:spcPts val="2400"/>
                        </a:lnSpc>
                        <a:spcAft>
                          <a:spcPts val="0"/>
                        </a:spcAft>
                      </a:pPr>
                      <a:r>
                        <a:rPr lang="en-US" sz="2000" b="1" kern="500" dirty="0">
                          <a:effectLst/>
                          <a:latin typeface="微软雅黑" panose="020B0503020204020204" pitchFamily="34" charset="-122"/>
                          <a:ea typeface="微软雅黑" panose="020B0503020204020204" pitchFamily="34" charset="-122"/>
                        </a:rPr>
                        <a:t>ICMP</a:t>
                      </a:r>
                      <a:endParaRPr lang="zh-CN" sz="2000" b="1" kern="5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rgbClr val="333399"/>
                    </a:solidFill>
                  </a:tcPr>
                </a:tc>
                <a:tc>
                  <a:txBody>
                    <a:bodyPr/>
                    <a:lstStyle/>
                    <a:p>
                      <a:pPr algn="ctr">
                        <a:lnSpc>
                          <a:spcPts val="2400"/>
                        </a:lnSpc>
                        <a:spcAft>
                          <a:spcPts val="0"/>
                        </a:spcAft>
                      </a:pPr>
                      <a:r>
                        <a:rPr lang="en-US" sz="2000" b="1" kern="500" dirty="0">
                          <a:effectLst/>
                          <a:latin typeface="微软雅黑" panose="020B0503020204020204" pitchFamily="34" charset="-122"/>
                          <a:ea typeface="微软雅黑" panose="020B0503020204020204" pitchFamily="34" charset="-122"/>
                        </a:rPr>
                        <a:t>IGMP</a:t>
                      </a:r>
                      <a:endParaRPr lang="zh-CN" sz="2000" b="1" kern="5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rgbClr val="333399"/>
                    </a:solidFill>
                  </a:tcPr>
                </a:tc>
                <a:tc>
                  <a:txBody>
                    <a:bodyPr/>
                    <a:lstStyle/>
                    <a:p>
                      <a:pPr algn="ctr">
                        <a:lnSpc>
                          <a:spcPts val="2400"/>
                        </a:lnSpc>
                        <a:spcAft>
                          <a:spcPts val="0"/>
                        </a:spcAft>
                      </a:pPr>
                      <a:r>
                        <a:rPr lang="en-US" sz="2000" b="1" kern="500" dirty="0">
                          <a:effectLst/>
                          <a:latin typeface="微软雅黑" panose="020B0503020204020204" pitchFamily="34" charset="-122"/>
                          <a:ea typeface="微软雅黑" panose="020B0503020204020204" pitchFamily="34" charset="-122"/>
                        </a:rPr>
                        <a:t>IP</a:t>
                      </a:r>
                      <a:endParaRPr lang="zh-CN" sz="2000" b="1" kern="5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rgbClr val="333399"/>
                    </a:solidFill>
                  </a:tcPr>
                </a:tc>
                <a:tc>
                  <a:txBody>
                    <a:bodyPr/>
                    <a:lstStyle/>
                    <a:p>
                      <a:pPr algn="ctr">
                        <a:lnSpc>
                          <a:spcPts val="2400"/>
                        </a:lnSpc>
                        <a:spcAft>
                          <a:spcPts val="0"/>
                        </a:spcAft>
                      </a:pPr>
                      <a:r>
                        <a:rPr lang="en-US" sz="2000" b="1" kern="500" dirty="0">
                          <a:effectLst/>
                          <a:latin typeface="微软雅黑" panose="020B0503020204020204" pitchFamily="34" charset="-122"/>
                          <a:ea typeface="微软雅黑" panose="020B0503020204020204" pitchFamily="34" charset="-122"/>
                        </a:rPr>
                        <a:t>TCP</a:t>
                      </a:r>
                      <a:endParaRPr lang="zh-CN" sz="2000" b="1" kern="5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rgbClr val="333399"/>
                    </a:solidFill>
                  </a:tcPr>
                </a:tc>
                <a:tc>
                  <a:txBody>
                    <a:bodyPr/>
                    <a:lstStyle/>
                    <a:p>
                      <a:pPr algn="ctr">
                        <a:lnSpc>
                          <a:spcPts val="2400"/>
                        </a:lnSpc>
                        <a:spcAft>
                          <a:spcPts val="0"/>
                        </a:spcAft>
                      </a:pPr>
                      <a:r>
                        <a:rPr lang="en-US" sz="2000" b="1" kern="500" dirty="0">
                          <a:effectLst/>
                          <a:latin typeface="微软雅黑" panose="020B0503020204020204" pitchFamily="34" charset="-122"/>
                          <a:ea typeface="微软雅黑" panose="020B0503020204020204" pitchFamily="34" charset="-122"/>
                        </a:rPr>
                        <a:t>EGP</a:t>
                      </a:r>
                      <a:endParaRPr lang="zh-CN" sz="2000" b="1" kern="5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rgbClr val="333399"/>
                    </a:solidFill>
                  </a:tcPr>
                </a:tc>
                <a:tc>
                  <a:txBody>
                    <a:bodyPr/>
                    <a:lstStyle/>
                    <a:p>
                      <a:pPr algn="ctr">
                        <a:lnSpc>
                          <a:spcPts val="2400"/>
                        </a:lnSpc>
                        <a:spcAft>
                          <a:spcPts val="0"/>
                        </a:spcAft>
                      </a:pPr>
                      <a:r>
                        <a:rPr lang="en-US" sz="2000" b="1" kern="500" dirty="0">
                          <a:effectLst/>
                          <a:latin typeface="微软雅黑" panose="020B0503020204020204" pitchFamily="34" charset="-122"/>
                          <a:ea typeface="微软雅黑" panose="020B0503020204020204" pitchFamily="34" charset="-122"/>
                        </a:rPr>
                        <a:t>IGP</a:t>
                      </a:r>
                      <a:endParaRPr lang="zh-CN" sz="2000" b="1" kern="5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rgbClr val="333399"/>
                    </a:solidFill>
                  </a:tcPr>
                </a:tc>
                <a:tc>
                  <a:txBody>
                    <a:bodyPr/>
                    <a:lstStyle/>
                    <a:p>
                      <a:pPr algn="ctr">
                        <a:lnSpc>
                          <a:spcPts val="2400"/>
                        </a:lnSpc>
                        <a:spcAft>
                          <a:spcPts val="0"/>
                        </a:spcAft>
                      </a:pPr>
                      <a:r>
                        <a:rPr lang="en-US" sz="2000" b="1" kern="500" dirty="0">
                          <a:effectLst/>
                          <a:latin typeface="微软雅黑" panose="020B0503020204020204" pitchFamily="34" charset="-122"/>
                          <a:ea typeface="微软雅黑" panose="020B0503020204020204" pitchFamily="34" charset="-122"/>
                        </a:rPr>
                        <a:t>UDP</a:t>
                      </a:r>
                      <a:endParaRPr lang="zh-CN" sz="2000" b="1" kern="5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rgbClr val="333399"/>
                    </a:solidFill>
                  </a:tcPr>
                </a:tc>
                <a:tc>
                  <a:txBody>
                    <a:bodyPr/>
                    <a:lstStyle/>
                    <a:p>
                      <a:pPr algn="ctr">
                        <a:lnSpc>
                          <a:spcPts val="2400"/>
                        </a:lnSpc>
                        <a:spcAft>
                          <a:spcPts val="0"/>
                        </a:spcAft>
                      </a:pPr>
                      <a:r>
                        <a:rPr lang="en-US" sz="2000" b="1" kern="500" dirty="0" err="1">
                          <a:effectLst/>
                          <a:latin typeface="微软雅黑" panose="020B0503020204020204" pitchFamily="34" charset="-122"/>
                          <a:ea typeface="微软雅黑" panose="020B0503020204020204" pitchFamily="34" charset="-122"/>
                        </a:rPr>
                        <a:t>IPv6</a:t>
                      </a:r>
                      <a:endParaRPr lang="zh-CN" sz="2000" b="1" kern="5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rgbClr val="333399"/>
                    </a:solidFill>
                  </a:tcPr>
                </a:tc>
                <a:tc>
                  <a:txBody>
                    <a:bodyPr/>
                    <a:lstStyle/>
                    <a:p>
                      <a:pPr algn="ctr">
                        <a:lnSpc>
                          <a:spcPts val="2400"/>
                        </a:lnSpc>
                        <a:spcAft>
                          <a:spcPts val="0"/>
                        </a:spcAft>
                      </a:pPr>
                      <a:r>
                        <a:rPr lang="en-US" sz="2000" b="1" kern="500" dirty="0">
                          <a:effectLst/>
                          <a:latin typeface="微软雅黑" panose="020B0503020204020204" pitchFamily="34" charset="-122"/>
                          <a:ea typeface="微软雅黑" panose="020B0503020204020204" pitchFamily="34" charset="-122"/>
                        </a:rPr>
                        <a:t>ESP</a:t>
                      </a:r>
                      <a:endParaRPr lang="zh-CN" sz="2000" b="1" kern="5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rgbClr val="333399"/>
                    </a:solidFill>
                  </a:tcPr>
                </a:tc>
                <a:tc>
                  <a:txBody>
                    <a:bodyPr/>
                    <a:lstStyle/>
                    <a:p>
                      <a:pPr algn="ctr">
                        <a:lnSpc>
                          <a:spcPts val="2400"/>
                        </a:lnSpc>
                        <a:spcAft>
                          <a:spcPts val="0"/>
                        </a:spcAft>
                      </a:pPr>
                      <a:r>
                        <a:rPr lang="en-US" sz="2000" b="1" kern="500" dirty="0">
                          <a:effectLst/>
                          <a:latin typeface="微软雅黑" panose="020B0503020204020204" pitchFamily="34" charset="-122"/>
                          <a:ea typeface="微软雅黑" panose="020B0503020204020204" pitchFamily="34" charset="-122"/>
                        </a:rPr>
                        <a:t>AH</a:t>
                      </a:r>
                      <a:endParaRPr lang="zh-CN" sz="2000" b="1" kern="5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rgbClr val="333399"/>
                    </a:solidFill>
                  </a:tcPr>
                </a:tc>
                <a:tc>
                  <a:txBody>
                    <a:bodyPr/>
                    <a:lstStyle/>
                    <a:p>
                      <a:pPr algn="ctr">
                        <a:lnSpc>
                          <a:spcPts val="2400"/>
                        </a:lnSpc>
                        <a:spcAft>
                          <a:spcPts val="0"/>
                        </a:spcAft>
                      </a:pPr>
                      <a:r>
                        <a:rPr lang="en-US" sz="2000" b="1" kern="500" dirty="0" err="1">
                          <a:effectLst/>
                          <a:latin typeface="微软雅黑" panose="020B0503020204020204" pitchFamily="34" charset="-122"/>
                          <a:ea typeface="微软雅黑" panose="020B0503020204020204" pitchFamily="34" charset="-122"/>
                        </a:rPr>
                        <a:t>ICMP-IPv6</a:t>
                      </a:r>
                      <a:endParaRPr lang="zh-CN" sz="2000" b="1" kern="5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rgbClr val="333399"/>
                    </a:solidFill>
                  </a:tcPr>
                </a:tc>
                <a:tc>
                  <a:txBody>
                    <a:bodyPr/>
                    <a:lstStyle/>
                    <a:p>
                      <a:pPr algn="ctr">
                        <a:lnSpc>
                          <a:spcPts val="2400"/>
                        </a:lnSpc>
                        <a:spcAft>
                          <a:spcPts val="0"/>
                        </a:spcAft>
                      </a:pPr>
                      <a:r>
                        <a:rPr lang="en-US" sz="2000" b="1" kern="500" dirty="0">
                          <a:effectLst/>
                          <a:latin typeface="微软雅黑" panose="020B0503020204020204" pitchFamily="34" charset="-122"/>
                          <a:ea typeface="微软雅黑" panose="020B0503020204020204" pitchFamily="34" charset="-122"/>
                        </a:rPr>
                        <a:t>OSPF</a:t>
                      </a:r>
                      <a:endParaRPr lang="zh-CN" sz="2000" b="1" kern="5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rgbClr val="333399"/>
                    </a:solidFill>
                  </a:tcPr>
                </a:tc>
                <a:extLst>
                  <a:ext uri="{0D108BD9-81ED-4DB2-BD59-A6C34878D82A}">
                    <a16:rowId xmlns:a16="http://schemas.microsoft.com/office/drawing/2014/main" xmlns="" val="743841133"/>
                  </a:ext>
                </a:extLst>
              </a:tr>
              <a:tr h="2043155">
                <a:tc>
                  <a:txBody>
                    <a:bodyPr/>
                    <a:lstStyle/>
                    <a:p>
                      <a:pPr algn="ctr">
                        <a:lnSpc>
                          <a:spcPts val="2400"/>
                        </a:lnSpc>
                        <a:spcAft>
                          <a:spcPts val="0"/>
                        </a:spcAft>
                      </a:pPr>
                      <a:r>
                        <a:rPr lang="zh-CN" sz="2000" b="1" kern="500" dirty="0">
                          <a:effectLst/>
                          <a:latin typeface="微软雅黑" panose="020B0503020204020204" pitchFamily="34" charset="-122"/>
                          <a:ea typeface="微软雅黑" panose="020B0503020204020204" pitchFamily="34" charset="-122"/>
                        </a:rPr>
                        <a:t>协议字段值</a:t>
                      </a:r>
                      <a:endParaRPr lang="zh-CN" sz="2000" b="1" kern="5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rgbClr val="00B050"/>
                    </a:solidFill>
                  </a:tcPr>
                </a:tc>
                <a:tc>
                  <a:txBody>
                    <a:bodyPr/>
                    <a:lstStyle/>
                    <a:p>
                      <a:pPr algn="ctr">
                        <a:lnSpc>
                          <a:spcPts val="2400"/>
                        </a:lnSpc>
                        <a:spcAft>
                          <a:spcPts val="0"/>
                        </a:spcAft>
                      </a:pPr>
                      <a:r>
                        <a:rPr lang="en-US" sz="2000" b="1" kern="500" dirty="0">
                          <a:effectLst/>
                          <a:latin typeface="微软雅黑" panose="020B0503020204020204" pitchFamily="34" charset="-122"/>
                          <a:ea typeface="微软雅黑" panose="020B0503020204020204" pitchFamily="34" charset="-122"/>
                        </a:rPr>
                        <a:t>1</a:t>
                      </a:r>
                      <a:endParaRPr lang="zh-CN" sz="2000" b="1" kern="5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2400"/>
                        </a:lnSpc>
                        <a:spcAft>
                          <a:spcPts val="0"/>
                        </a:spcAft>
                      </a:pPr>
                      <a:r>
                        <a:rPr lang="en-US" sz="2000" b="1" kern="500" dirty="0">
                          <a:effectLst/>
                          <a:latin typeface="微软雅黑" panose="020B0503020204020204" pitchFamily="34" charset="-122"/>
                          <a:ea typeface="微软雅黑" panose="020B0503020204020204" pitchFamily="34" charset="-122"/>
                        </a:rPr>
                        <a:t>2</a:t>
                      </a:r>
                      <a:endParaRPr lang="zh-CN" sz="2000" b="1" kern="5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2400"/>
                        </a:lnSpc>
                        <a:spcAft>
                          <a:spcPts val="0"/>
                        </a:spcAft>
                      </a:pPr>
                      <a:r>
                        <a:rPr lang="en-US" sz="2000" b="1" kern="500" dirty="0">
                          <a:effectLst/>
                          <a:latin typeface="微软雅黑" panose="020B0503020204020204" pitchFamily="34" charset="-122"/>
                          <a:ea typeface="微软雅黑" panose="020B0503020204020204" pitchFamily="34" charset="-122"/>
                        </a:rPr>
                        <a:t>4</a:t>
                      </a:r>
                      <a:endParaRPr lang="zh-CN" sz="2000" b="1" kern="5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2400"/>
                        </a:lnSpc>
                        <a:spcAft>
                          <a:spcPts val="0"/>
                        </a:spcAft>
                      </a:pPr>
                      <a:r>
                        <a:rPr lang="en-US" sz="2000" b="1" kern="500" dirty="0">
                          <a:effectLst/>
                          <a:latin typeface="微软雅黑" panose="020B0503020204020204" pitchFamily="34" charset="-122"/>
                          <a:ea typeface="微软雅黑" panose="020B0503020204020204" pitchFamily="34" charset="-122"/>
                        </a:rPr>
                        <a:t>6</a:t>
                      </a:r>
                      <a:endParaRPr lang="zh-CN" sz="2000" b="1" kern="5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2400"/>
                        </a:lnSpc>
                        <a:spcAft>
                          <a:spcPts val="0"/>
                        </a:spcAft>
                      </a:pPr>
                      <a:r>
                        <a:rPr lang="en-US" sz="2000" b="1" kern="500" dirty="0">
                          <a:effectLst/>
                          <a:latin typeface="微软雅黑" panose="020B0503020204020204" pitchFamily="34" charset="-122"/>
                          <a:ea typeface="微软雅黑" panose="020B0503020204020204" pitchFamily="34" charset="-122"/>
                        </a:rPr>
                        <a:t>8</a:t>
                      </a:r>
                      <a:endParaRPr lang="zh-CN" sz="2000" b="1" kern="5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2400"/>
                        </a:lnSpc>
                        <a:spcAft>
                          <a:spcPts val="0"/>
                        </a:spcAft>
                      </a:pPr>
                      <a:r>
                        <a:rPr lang="en-US" sz="2000" b="1" kern="500" dirty="0">
                          <a:effectLst/>
                          <a:latin typeface="微软雅黑" panose="020B0503020204020204" pitchFamily="34" charset="-122"/>
                          <a:ea typeface="微软雅黑" panose="020B0503020204020204" pitchFamily="34" charset="-122"/>
                        </a:rPr>
                        <a:t>9</a:t>
                      </a:r>
                      <a:endParaRPr lang="zh-CN" sz="2000" b="1" kern="5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2400"/>
                        </a:lnSpc>
                        <a:spcAft>
                          <a:spcPts val="0"/>
                        </a:spcAft>
                      </a:pPr>
                      <a:r>
                        <a:rPr lang="en-US" sz="2000" b="1" kern="500" dirty="0">
                          <a:effectLst/>
                          <a:latin typeface="微软雅黑" panose="020B0503020204020204" pitchFamily="34" charset="-122"/>
                          <a:ea typeface="微软雅黑" panose="020B0503020204020204" pitchFamily="34" charset="-122"/>
                        </a:rPr>
                        <a:t>17</a:t>
                      </a:r>
                      <a:endParaRPr lang="zh-CN" sz="2000" b="1" kern="5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2400"/>
                        </a:lnSpc>
                        <a:spcAft>
                          <a:spcPts val="0"/>
                        </a:spcAft>
                      </a:pPr>
                      <a:r>
                        <a:rPr lang="en-US" sz="2000" b="1" kern="500" dirty="0">
                          <a:effectLst/>
                          <a:latin typeface="微软雅黑" panose="020B0503020204020204" pitchFamily="34" charset="-122"/>
                          <a:ea typeface="微软雅黑" panose="020B0503020204020204" pitchFamily="34" charset="-122"/>
                        </a:rPr>
                        <a:t>41</a:t>
                      </a:r>
                      <a:endParaRPr lang="zh-CN" sz="2000" b="1" kern="5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2400"/>
                        </a:lnSpc>
                        <a:spcAft>
                          <a:spcPts val="0"/>
                        </a:spcAft>
                      </a:pPr>
                      <a:r>
                        <a:rPr lang="en-US" sz="2000" b="1" kern="500" dirty="0">
                          <a:effectLst/>
                          <a:latin typeface="微软雅黑" panose="020B0503020204020204" pitchFamily="34" charset="-122"/>
                          <a:ea typeface="微软雅黑" panose="020B0503020204020204" pitchFamily="34" charset="-122"/>
                        </a:rPr>
                        <a:t>50</a:t>
                      </a:r>
                      <a:endParaRPr lang="zh-CN" sz="2000" b="1" kern="5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2400"/>
                        </a:lnSpc>
                        <a:spcAft>
                          <a:spcPts val="0"/>
                        </a:spcAft>
                      </a:pPr>
                      <a:r>
                        <a:rPr lang="en-US" sz="2000" b="1" kern="500" dirty="0">
                          <a:effectLst/>
                          <a:latin typeface="微软雅黑" panose="020B0503020204020204" pitchFamily="34" charset="-122"/>
                          <a:ea typeface="微软雅黑" panose="020B0503020204020204" pitchFamily="34" charset="-122"/>
                        </a:rPr>
                        <a:t>51</a:t>
                      </a:r>
                      <a:endParaRPr lang="zh-CN" sz="2000" b="1" kern="5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2400"/>
                        </a:lnSpc>
                        <a:spcAft>
                          <a:spcPts val="0"/>
                        </a:spcAft>
                      </a:pPr>
                      <a:r>
                        <a:rPr lang="en-US" sz="2000" b="1" kern="500" dirty="0">
                          <a:effectLst/>
                          <a:latin typeface="微软雅黑" panose="020B0503020204020204" pitchFamily="34" charset="-122"/>
                          <a:ea typeface="微软雅黑" panose="020B0503020204020204" pitchFamily="34" charset="-122"/>
                        </a:rPr>
                        <a:t>58</a:t>
                      </a:r>
                      <a:endParaRPr lang="zh-CN" sz="2000" b="1" kern="5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2400"/>
                        </a:lnSpc>
                        <a:spcAft>
                          <a:spcPts val="0"/>
                        </a:spcAft>
                      </a:pPr>
                      <a:r>
                        <a:rPr lang="en-US" sz="2000" b="1" kern="500" dirty="0">
                          <a:effectLst/>
                          <a:latin typeface="微软雅黑" panose="020B0503020204020204" pitchFamily="34" charset="-122"/>
                          <a:ea typeface="微软雅黑" panose="020B0503020204020204" pitchFamily="34" charset="-122"/>
                        </a:rPr>
                        <a:t>89</a:t>
                      </a:r>
                      <a:endParaRPr lang="zh-CN" sz="2000" b="1" kern="5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xmlns="" val="354531033"/>
                  </a:ext>
                </a:extLst>
              </a:tr>
            </a:tbl>
          </a:graphicData>
        </a:graphic>
      </p:graphicFrame>
      <p:sp>
        <p:nvSpPr>
          <p:cNvPr id="35" name="矩形 34"/>
          <p:cNvSpPr/>
          <p:nvPr/>
        </p:nvSpPr>
        <p:spPr>
          <a:xfrm>
            <a:off x="3143672" y="1556792"/>
            <a:ext cx="5929828" cy="523220"/>
          </a:xfrm>
          <a:prstGeom prst="rect">
            <a:avLst/>
          </a:prstGeom>
        </p:spPr>
        <p:txBody>
          <a:bodyPr wrap="none">
            <a:spAutoFit/>
          </a:bodyPr>
          <a:lstStyle/>
          <a:p>
            <a:r>
              <a:rPr lang="zh-CN" altLang="en-US" sz="2800" b="1" dirty="0">
                <a:solidFill>
                  <a:srgbClr val="000000"/>
                </a:solidFill>
                <a:latin typeface="微软雅黑" panose="020B0503020204020204" pitchFamily="34" charset="-122"/>
                <a:ea typeface="微软雅黑" panose="020B0503020204020204" pitchFamily="34" charset="-122"/>
              </a:rPr>
              <a:t>常用的一些协议和相应的协议字段值</a:t>
            </a:r>
          </a:p>
        </p:txBody>
      </p:sp>
    </p:spTree>
    <p:extLst>
      <p:ext uri="{BB962C8B-B14F-4D97-AF65-F5344CB8AC3E}">
        <p14:creationId xmlns:p14="http://schemas.microsoft.com/office/powerpoint/2010/main" val="2311771230"/>
      </p:ext>
    </p:extLst>
  </p:cSld>
  <p:clrMapOvr>
    <a:masterClrMapping/>
  </p:clrMapOvr>
  <p:transition spd="slow"/>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45"/>
          <p:cNvSpPr>
            <a:spLocks noChangeArrowheads="1"/>
          </p:cNvSpPr>
          <p:nvPr/>
        </p:nvSpPr>
        <p:spPr bwMode="auto">
          <a:xfrm>
            <a:off x="1884363" y="2132013"/>
            <a:ext cx="439737"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lnSpc>
                <a:spcPct val="90000"/>
              </a:lnSpc>
            </a:pPr>
            <a:r>
              <a:rPr kumimoji="1" lang="zh-CN" altLang="en-US" sz="2000" b="1">
                <a:solidFill>
                  <a:srgbClr val="333399"/>
                </a:solidFill>
                <a:ea typeface="黑体" pitchFamily="2" charset="-122"/>
              </a:rPr>
              <a:t>固</a:t>
            </a:r>
          </a:p>
          <a:p>
            <a:pPr defTabSz="762000">
              <a:lnSpc>
                <a:spcPct val="90000"/>
              </a:lnSpc>
            </a:pPr>
            <a:r>
              <a:rPr kumimoji="1" lang="zh-CN" altLang="en-US" sz="2000" b="1">
                <a:solidFill>
                  <a:srgbClr val="333399"/>
                </a:solidFill>
                <a:ea typeface="黑体" pitchFamily="2" charset="-122"/>
              </a:rPr>
              <a:t>定</a:t>
            </a:r>
          </a:p>
          <a:p>
            <a:pPr defTabSz="762000">
              <a:lnSpc>
                <a:spcPct val="90000"/>
              </a:lnSpc>
            </a:pPr>
            <a:r>
              <a:rPr kumimoji="1" lang="zh-CN" altLang="en-US" sz="2000" b="1">
                <a:solidFill>
                  <a:srgbClr val="333399"/>
                </a:solidFill>
                <a:ea typeface="黑体" pitchFamily="2" charset="-122"/>
              </a:rPr>
              <a:t>部</a:t>
            </a:r>
          </a:p>
          <a:p>
            <a:pPr defTabSz="762000">
              <a:lnSpc>
                <a:spcPct val="90000"/>
              </a:lnSpc>
            </a:pPr>
            <a:r>
              <a:rPr kumimoji="1" lang="zh-CN" altLang="en-US" sz="2000" b="1">
                <a:solidFill>
                  <a:srgbClr val="333399"/>
                </a:solidFill>
                <a:ea typeface="黑体" pitchFamily="2" charset="-122"/>
              </a:rPr>
              <a:t>分</a:t>
            </a:r>
          </a:p>
        </p:txBody>
      </p:sp>
      <p:sp>
        <p:nvSpPr>
          <p:cNvPr id="117763" name="Rectangle 54"/>
          <p:cNvSpPr>
            <a:spLocks noChangeArrowheads="1"/>
          </p:cNvSpPr>
          <p:nvPr/>
        </p:nvSpPr>
        <p:spPr bwMode="auto">
          <a:xfrm>
            <a:off x="1741488" y="3787775"/>
            <a:ext cx="6953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可变</a:t>
            </a:r>
          </a:p>
          <a:p>
            <a:pPr defTabSz="762000"/>
            <a:r>
              <a:rPr kumimoji="1" lang="zh-CN" altLang="en-US" sz="2000" b="1" dirty="0">
                <a:solidFill>
                  <a:srgbClr val="333399"/>
                </a:solidFill>
                <a:ea typeface="黑体" pitchFamily="2" charset="-122"/>
              </a:rPr>
              <a:t>部分</a:t>
            </a:r>
          </a:p>
        </p:txBody>
      </p:sp>
      <p:sp>
        <p:nvSpPr>
          <p:cNvPr id="117765" name="Rectangle 8"/>
          <p:cNvSpPr>
            <a:spLocks noChangeArrowheads="1"/>
          </p:cNvSpPr>
          <p:nvPr/>
        </p:nvSpPr>
        <p:spPr bwMode="auto">
          <a:xfrm>
            <a:off x="4367213" y="1730375"/>
            <a:ext cx="1966912" cy="434975"/>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767" name="Rectangle 10"/>
          <p:cNvSpPr>
            <a:spLocks noChangeArrowheads="1"/>
          </p:cNvSpPr>
          <p:nvPr/>
        </p:nvSpPr>
        <p:spPr bwMode="auto">
          <a:xfrm>
            <a:off x="2409825" y="1720850"/>
            <a:ext cx="7864475" cy="2643188"/>
          </a:xfrm>
          <a:prstGeom prst="rect">
            <a:avLst/>
          </a:prstGeom>
          <a:solidFill>
            <a:srgbClr val="CCECFF"/>
          </a:solidFill>
          <a:ln w="254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17768" name="Rectangle 11"/>
          <p:cNvSpPr>
            <a:spLocks noChangeArrowheads="1"/>
          </p:cNvSpPr>
          <p:nvPr/>
        </p:nvSpPr>
        <p:spPr bwMode="auto">
          <a:xfrm>
            <a:off x="2424113" y="4375150"/>
            <a:ext cx="7832725" cy="681038"/>
          </a:xfrm>
          <a:prstGeom prst="rect">
            <a:avLst/>
          </a:prstGeom>
          <a:solidFill>
            <a:srgbClr val="FFFF99"/>
          </a:solidFill>
          <a:ln w="12700">
            <a:solidFill>
              <a:srgbClr val="333399"/>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17769" name="Line 12"/>
          <p:cNvSpPr>
            <a:spLocks noChangeShapeType="1"/>
          </p:cNvSpPr>
          <p:nvPr/>
        </p:nvSpPr>
        <p:spPr bwMode="auto">
          <a:xfrm>
            <a:off x="2405063" y="2171700"/>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0" name="Line 13"/>
          <p:cNvSpPr>
            <a:spLocks noChangeShapeType="1"/>
          </p:cNvSpPr>
          <p:nvPr/>
        </p:nvSpPr>
        <p:spPr bwMode="auto">
          <a:xfrm>
            <a:off x="2405063" y="261461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1" name="Line 14"/>
          <p:cNvSpPr>
            <a:spLocks noChangeShapeType="1"/>
          </p:cNvSpPr>
          <p:nvPr/>
        </p:nvSpPr>
        <p:spPr bwMode="auto">
          <a:xfrm>
            <a:off x="2405063" y="305911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2" name="Line 15"/>
          <p:cNvSpPr>
            <a:spLocks noChangeShapeType="1"/>
          </p:cNvSpPr>
          <p:nvPr/>
        </p:nvSpPr>
        <p:spPr bwMode="auto">
          <a:xfrm>
            <a:off x="2405063" y="349726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3" name="Line 16"/>
          <p:cNvSpPr>
            <a:spLocks noChangeShapeType="1"/>
          </p:cNvSpPr>
          <p:nvPr/>
        </p:nvSpPr>
        <p:spPr bwMode="auto">
          <a:xfrm>
            <a:off x="2405063" y="394176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4" name="Line 17"/>
          <p:cNvSpPr>
            <a:spLocks noChangeShapeType="1"/>
          </p:cNvSpPr>
          <p:nvPr/>
        </p:nvSpPr>
        <p:spPr bwMode="auto">
          <a:xfrm>
            <a:off x="3373438" y="1728788"/>
            <a:ext cx="0" cy="4429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5" name="Line 18"/>
          <p:cNvSpPr>
            <a:spLocks noChangeShapeType="1"/>
          </p:cNvSpPr>
          <p:nvPr/>
        </p:nvSpPr>
        <p:spPr bwMode="auto">
          <a:xfrm>
            <a:off x="4357688" y="1728788"/>
            <a:ext cx="0" cy="4429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6" name="Line 19"/>
          <p:cNvSpPr>
            <a:spLocks noChangeShapeType="1"/>
          </p:cNvSpPr>
          <p:nvPr/>
        </p:nvSpPr>
        <p:spPr bwMode="auto">
          <a:xfrm>
            <a:off x="4357688" y="2624138"/>
            <a:ext cx="0" cy="431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7" name="Line 20"/>
          <p:cNvSpPr>
            <a:spLocks noChangeShapeType="1"/>
          </p:cNvSpPr>
          <p:nvPr/>
        </p:nvSpPr>
        <p:spPr bwMode="auto">
          <a:xfrm>
            <a:off x="6330950" y="1728788"/>
            <a:ext cx="0" cy="1327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8" name="Line 21"/>
          <p:cNvSpPr>
            <a:spLocks noChangeShapeType="1"/>
          </p:cNvSpPr>
          <p:nvPr/>
        </p:nvSpPr>
        <p:spPr bwMode="auto">
          <a:xfrm flipV="1">
            <a:off x="8302625" y="3937000"/>
            <a:ext cx="0" cy="4413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9" name="Line 22"/>
          <p:cNvSpPr>
            <a:spLocks noChangeShapeType="1"/>
          </p:cNvSpPr>
          <p:nvPr/>
        </p:nvSpPr>
        <p:spPr bwMode="auto">
          <a:xfrm>
            <a:off x="7132638" y="2181225"/>
            <a:ext cx="0" cy="4333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80" name="Rectangle 23"/>
          <p:cNvSpPr>
            <a:spLocks noChangeArrowheads="1"/>
          </p:cNvSpPr>
          <p:nvPr/>
        </p:nvSpPr>
        <p:spPr bwMode="auto">
          <a:xfrm>
            <a:off x="2352675" y="1341438"/>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0</a:t>
            </a:r>
          </a:p>
        </p:txBody>
      </p:sp>
      <p:sp>
        <p:nvSpPr>
          <p:cNvPr id="117781" name="Rectangle 24"/>
          <p:cNvSpPr>
            <a:spLocks noChangeArrowheads="1"/>
          </p:cNvSpPr>
          <p:nvPr/>
        </p:nvSpPr>
        <p:spPr bwMode="auto">
          <a:xfrm>
            <a:off x="3287713" y="1341438"/>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4</a:t>
            </a:r>
          </a:p>
        </p:txBody>
      </p:sp>
      <p:sp>
        <p:nvSpPr>
          <p:cNvPr id="117782" name="Rectangle 25"/>
          <p:cNvSpPr>
            <a:spLocks noChangeArrowheads="1"/>
          </p:cNvSpPr>
          <p:nvPr/>
        </p:nvSpPr>
        <p:spPr bwMode="auto">
          <a:xfrm>
            <a:off x="4283075" y="1341438"/>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8</a:t>
            </a:r>
          </a:p>
        </p:txBody>
      </p:sp>
      <p:sp>
        <p:nvSpPr>
          <p:cNvPr id="117783" name="Rectangle 26"/>
          <p:cNvSpPr>
            <a:spLocks noChangeArrowheads="1"/>
          </p:cNvSpPr>
          <p:nvPr/>
        </p:nvSpPr>
        <p:spPr bwMode="auto">
          <a:xfrm>
            <a:off x="6234113"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16</a:t>
            </a:r>
          </a:p>
        </p:txBody>
      </p:sp>
      <p:sp>
        <p:nvSpPr>
          <p:cNvPr id="117784" name="Rectangle 27"/>
          <p:cNvSpPr>
            <a:spLocks noChangeArrowheads="1"/>
          </p:cNvSpPr>
          <p:nvPr/>
        </p:nvSpPr>
        <p:spPr bwMode="auto">
          <a:xfrm>
            <a:off x="7031038"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19</a:t>
            </a:r>
          </a:p>
        </p:txBody>
      </p:sp>
      <p:sp>
        <p:nvSpPr>
          <p:cNvPr id="117785" name="Rectangle 28"/>
          <p:cNvSpPr>
            <a:spLocks noChangeArrowheads="1"/>
          </p:cNvSpPr>
          <p:nvPr/>
        </p:nvSpPr>
        <p:spPr bwMode="auto">
          <a:xfrm>
            <a:off x="8205788"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24</a:t>
            </a:r>
          </a:p>
        </p:txBody>
      </p:sp>
      <p:sp>
        <p:nvSpPr>
          <p:cNvPr id="117786" name="Rectangle 29"/>
          <p:cNvSpPr>
            <a:spLocks noChangeArrowheads="1"/>
          </p:cNvSpPr>
          <p:nvPr/>
        </p:nvSpPr>
        <p:spPr bwMode="auto">
          <a:xfrm>
            <a:off x="9918700" y="1341438"/>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31</a:t>
            </a:r>
          </a:p>
        </p:txBody>
      </p:sp>
      <p:sp>
        <p:nvSpPr>
          <p:cNvPr id="117787" name="Rectangle 30"/>
          <p:cNvSpPr>
            <a:spLocks noChangeArrowheads="1"/>
          </p:cNvSpPr>
          <p:nvPr/>
        </p:nvSpPr>
        <p:spPr bwMode="auto">
          <a:xfrm>
            <a:off x="2501900" y="1755775"/>
            <a:ext cx="7667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版 本</a:t>
            </a:r>
          </a:p>
        </p:txBody>
      </p:sp>
      <p:sp>
        <p:nvSpPr>
          <p:cNvPr id="117788" name="Rectangle 31"/>
          <p:cNvSpPr>
            <a:spLocks noChangeArrowheads="1"/>
          </p:cNvSpPr>
          <p:nvPr/>
        </p:nvSpPr>
        <p:spPr bwMode="auto">
          <a:xfrm>
            <a:off x="6389688" y="2232025"/>
            <a:ext cx="695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标志</a:t>
            </a:r>
          </a:p>
        </p:txBody>
      </p:sp>
      <p:sp>
        <p:nvSpPr>
          <p:cNvPr id="117789" name="Rectangle 32"/>
          <p:cNvSpPr>
            <a:spLocks noChangeArrowheads="1"/>
          </p:cNvSpPr>
          <p:nvPr/>
        </p:nvSpPr>
        <p:spPr bwMode="auto">
          <a:xfrm>
            <a:off x="2698750" y="2636838"/>
            <a:ext cx="1420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生 存 时 间</a:t>
            </a:r>
          </a:p>
        </p:txBody>
      </p:sp>
      <p:sp>
        <p:nvSpPr>
          <p:cNvPr id="117790" name="Rectangle 33"/>
          <p:cNvSpPr>
            <a:spLocks noChangeArrowheads="1"/>
          </p:cNvSpPr>
          <p:nvPr/>
        </p:nvSpPr>
        <p:spPr bwMode="auto">
          <a:xfrm>
            <a:off x="4829175" y="2636838"/>
            <a:ext cx="98103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协    议</a:t>
            </a:r>
          </a:p>
        </p:txBody>
      </p:sp>
      <p:sp>
        <p:nvSpPr>
          <p:cNvPr id="117791" name="Rectangle 34"/>
          <p:cNvSpPr>
            <a:spLocks noChangeArrowheads="1"/>
          </p:cNvSpPr>
          <p:nvPr/>
        </p:nvSpPr>
        <p:spPr bwMode="auto">
          <a:xfrm>
            <a:off x="3843338" y="2232025"/>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标    识</a:t>
            </a:r>
          </a:p>
        </p:txBody>
      </p:sp>
      <p:sp>
        <p:nvSpPr>
          <p:cNvPr id="117792" name="Rectangle 35"/>
          <p:cNvSpPr>
            <a:spLocks noChangeArrowheads="1"/>
          </p:cNvSpPr>
          <p:nvPr/>
        </p:nvSpPr>
        <p:spPr bwMode="auto">
          <a:xfrm>
            <a:off x="4654550" y="1755775"/>
            <a:ext cx="1420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区 分 服 务</a:t>
            </a:r>
          </a:p>
        </p:txBody>
      </p:sp>
      <p:sp>
        <p:nvSpPr>
          <p:cNvPr id="117793" name="Rectangle 36"/>
          <p:cNvSpPr>
            <a:spLocks noChangeArrowheads="1"/>
          </p:cNvSpPr>
          <p:nvPr/>
        </p:nvSpPr>
        <p:spPr bwMode="auto">
          <a:xfrm>
            <a:off x="7780338" y="175577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总   长   度</a:t>
            </a:r>
          </a:p>
        </p:txBody>
      </p:sp>
      <p:sp>
        <p:nvSpPr>
          <p:cNvPr id="117794" name="Rectangle 37"/>
          <p:cNvSpPr>
            <a:spLocks noChangeArrowheads="1"/>
          </p:cNvSpPr>
          <p:nvPr/>
        </p:nvSpPr>
        <p:spPr bwMode="auto">
          <a:xfrm>
            <a:off x="8051800" y="223202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片   偏   移</a:t>
            </a:r>
          </a:p>
        </p:txBody>
      </p:sp>
      <p:sp>
        <p:nvSpPr>
          <p:cNvPr id="117795" name="Rectangle 38"/>
          <p:cNvSpPr>
            <a:spLocks noChangeArrowheads="1"/>
          </p:cNvSpPr>
          <p:nvPr/>
        </p:nvSpPr>
        <p:spPr bwMode="auto">
          <a:xfrm>
            <a:off x="8775700" y="3965575"/>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填    充</a:t>
            </a:r>
          </a:p>
        </p:txBody>
      </p:sp>
      <p:sp>
        <p:nvSpPr>
          <p:cNvPr id="117796" name="Rectangle 39"/>
          <p:cNvSpPr>
            <a:spLocks noChangeArrowheads="1"/>
          </p:cNvSpPr>
          <p:nvPr/>
        </p:nvSpPr>
        <p:spPr bwMode="auto">
          <a:xfrm>
            <a:off x="7199313" y="2636838"/>
            <a:ext cx="2311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首   部   检   验   和</a:t>
            </a:r>
          </a:p>
        </p:txBody>
      </p:sp>
      <p:sp>
        <p:nvSpPr>
          <p:cNvPr id="117797" name="Rectangle 40"/>
          <p:cNvSpPr>
            <a:spLocks noChangeArrowheads="1"/>
          </p:cNvSpPr>
          <p:nvPr/>
        </p:nvSpPr>
        <p:spPr bwMode="auto">
          <a:xfrm>
            <a:off x="5689600" y="309562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源   地   址</a:t>
            </a:r>
          </a:p>
        </p:txBody>
      </p:sp>
      <p:sp>
        <p:nvSpPr>
          <p:cNvPr id="117798" name="Rectangle 41"/>
          <p:cNvSpPr>
            <a:spLocks noChangeArrowheads="1"/>
          </p:cNvSpPr>
          <p:nvPr/>
        </p:nvSpPr>
        <p:spPr bwMode="auto">
          <a:xfrm>
            <a:off x="5434013" y="3536950"/>
            <a:ext cx="18430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目   的   地   址</a:t>
            </a:r>
          </a:p>
        </p:txBody>
      </p:sp>
      <p:sp>
        <p:nvSpPr>
          <p:cNvPr id="117799" name="Rectangle 42"/>
          <p:cNvSpPr>
            <a:spLocks noChangeArrowheads="1"/>
          </p:cNvSpPr>
          <p:nvPr/>
        </p:nvSpPr>
        <p:spPr bwMode="auto">
          <a:xfrm>
            <a:off x="3502025" y="3965575"/>
            <a:ext cx="41576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可   选   字   段  （长   度   可   变）</a:t>
            </a:r>
          </a:p>
        </p:txBody>
      </p:sp>
      <p:sp>
        <p:nvSpPr>
          <p:cNvPr id="117800" name="Rectangle 43"/>
          <p:cNvSpPr>
            <a:spLocks noChangeArrowheads="1"/>
          </p:cNvSpPr>
          <p:nvPr/>
        </p:nvSpPr>
        <p:spPr bwMode="auto">
          <a:xfrm>
            <a:off x="1881188" y="1327150"/>
            <a:ext cx="4397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位</a:t>
            </a:r>
          </a:p>
        </p:txBody>
      </p:sp>
      <p:sp>
        <p:nvSpPr>
          <p:cNvPr id="117801" name="Rectangle 44"/>
          <p:cNvSpPr>
            <a:spLocks noChangeArrowheads="1"/>
          </p:cNvSpPr>
          <p:nvPr/>
        </p:nvSpPr>
        <p:spPr bwMode="auto">
          <a:xfrm>
            <a:off x="3265967" y="1736725"/>
            <a:ext cx="12080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首部长度</a:t>
            </a:r>
          </a:p>
        </p:txBody>
      </p:sp>
      <p:grpSp>
        <p:nvGrpSpPr>
          <p:cNvPr id="117802" name="Group 46"/>
          <p:cNvGrpSpPr>
            <a:grpSpLocks/>
          </p:cNvGrpSpPr>
          <p:nvPr/>
        </p:nvGrpSpPr>
        <p:grpSpPr bwMode="auto">
          <a:xfrm>
            <a:off x="2343150" y="4106863"/>
            <a:ext cx="131763" cy="69850"/>
            <a:chOff x="833" y="3024"/>
            <a:chExt cx="78" cy="51"/>
          </a:xfrm>
        </p:grpSpPr>
        <p:sp>
          <p:nvSpPr>
            <p:cNvPr id="117823" name="Rectangle 47"/>
            <p:cNvSpPr>
              <a:spLocks noChangeArrowheads="1"/>
            </p:cNvSpPr>
            <p:nvPr/>
          </p:nvSpPr>
          <p:spPr bwMode="auto">
            <a:xfrm>
              <a:off x="833" y="3024"/>
              <a:ext cx="78" cy="5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824" name="Line 48"/>
            <p:cNvSpPr>
              <a:spLocks noChangeShapeType="1"/>
            </p:cNvSpPr>
            <p:nvPr/>
          </p:nvSpPr>
          <p:spPr bwMode="auto">
            <a:xfrm>
              <a:off x="839" y="3030"/>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825" name="Line 49"/>
            <p:cNvSpPr>
              <a:spLocks noChangeShapeType="1"/>
            </p:cNvSpPr>
            <p:nvPr/>
          </p:nvSpPr>
          <p:spPr bwMode="auto">
            <a:xfrm>
              <a:off x="839" y="3075"/>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grpSp>
        <p:nvGrpSpPr>
          <p:cNvPr id="117803" name="Group 50"/>
          <p:cNvGrpSpPr>
            <a:grpSpLocks/>
          </p:cNvGrpSpPr>
          <p:nvPr/>
        </p:nvGrpSpPr>
        <p:grpSpPr bwMode="auto">
          <a:xfrm>
            <a:off x="10210800" y="4116388"/>
            <a:ext cx="131763" cy="66675"/>
            <a:chOff x="5432" y="3030"/>
            <a:chExt cx="78" cy="51"/>
          </a:xfrm>
        </p:grpSpPr>
        <p:sp>
          <p:nvSpPr>
            <p:cNvPr id="117820" name="Rectangle 51"/>
            <p:cNvSpPr>
              <a:spLocks noChangeArrowheads="1"/>
            </p:cNvSpPr>
            <p:nvPr/>
          </p:nvSpPr>
          <p:spPr bwMode="auto">
            <a:xfrm>
              <a:off x="5432" y="3030"/>
              <a:ext cx="78" cy="5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821" name="Line 52"/>
            <p:cNvSpPr>
              <a:spLocks noChangeShapeType="1"/>
            </p:cNvSpPr>
            <p:nvPr/>
          </p:nvSpPr>
          <p:spPr bwMode="auto">
            <a:xfrm>
              <a:off x="5438" y="3036"/>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822" name="Line 53"/>
            <p:cNvSpPr>
              <a:spLocks noChangeShapeType="1"/>
            </p:cNvSpPr>
            <p:nvPr/>
          </p:nvSpPr>
          <p:spPr bwMode="auto">
            <a:xfrm>
              <a:off x="5438" y="3081"/>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sp>
        <p:nvSpPr>
          <p:cNvPr id="117804" name="Rectangle 75"/>
          <p:cNvSpPr>
            <a:spLocks noChangeArrowheads="1"/>
          </p:cNvSpPr>
          <p:nvPr/>
        </p:nvSpPr>
        <p:spPr bwMode="auto">
          <a:xfrm>
            <a:off x="5084763" y="4508500"/>
            <a:ext cx="29083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zh-CN" altLang="en-US" sz="2000" b="1">
                <a:solidFill>
                  <a:srgbClr val="333399"/>
                </a:solidFill>
                <a:ea typeface="黑体" pitchFamily="2" charset="-122"/>
              </a:rPr>
              <a:t>数       据       部       分</a:t>
            </a:r>
          </a:p>
        </p:txBody>
      </p:sp>
      <p:grpSp>
        <p:nvGrpSpPr>
          <p:cNvPr id="4" name="Group 94"/>
          <p:cNvGrpSpPr>
            <a:grpSpLocks/>
          </p:cNvGrpSpPr>
          <p:nvPr/>
        </p:nvGrpSpPr>
        <p:grpSpPr bwMode="auto">
          <a:xfrm>
            <a:off x="1449388" y="1700213"/>
            <a:ext cx="439737" cy="2663825"/>
            <a:chOff x="111" y="845"/>
            <a:chExt cx="277" cy="1678"/>
          </a:xfrm>
        </p:grpSpPr>
        <p:sp>
          <p:nvSpPr>
            <p:cNvPr id="117818" name="Line 89"/>
            <p:cNvSpPr>
              <a:spLocks noChangeShapeType="1"/>
            </p:cNvSpPr>
            <p:nvPr/>
          </p:nvSpPr>
          <p:spPr bwMode="auto">
            <a:xfrm>
              <a:off x="249" y="845"/>
              <a:ext cx="0" cy="1678"/>
            </a:xfrm>
            <a:prstGeom prst="line">
              <a:avLst/>
            </a:prstGeom>
            <a:noFill/>
            <a:ln w="28575">
              <a:solidFill>
                <a:schemeClr val="tx2"/>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117819" name="Rectangle 78"/>
            <p:cNvSpPr>
              <a:spLocks noChangeArrowheads="1"/>
            </p:cNvSpPr>
            <p:nvPr/>
          </p:nvSpPr>
          <p:spPr bwMode="auto">
            <a:xfrm>
              <a:off x="111" y="1389"/>
              <a:ext cx="277" cy="444"/>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首</a:t>
              </a:r>
            </a:p>
            <a:p>
              <a:pPr defTabSz="762000"/>
              <a:r>
                <a:rPr kumimoji="1" lang="zh-CN" altLang="en-US" sz="2000" b="1" dirty="0">
                  <a:solidFill>
                    <a:srgbClr val="333399"/>
                  </a:solidFill>
                  <a:ea typeface="黑体" pitchFamily="2" charset="-122"/>
                </a:rPr>
                <a:t>部</a:t>
              </a:r>
            </a:p>
          </p:txBody>
        </p:sp>
      </p:grpSp>
      <p:sp>
        <p:nvSpPr>
          <p:cNvPr id="117811" name="AutoShape 97"/>
          <p:cNvSpPr>
            <a:spLocks/>
          </p:cNvSpPr>
          <p:nvPr/>
        </p:nvSpPr>
        <p:spPr bwMode="auto">
          <a:xfrm>
            <a:off x="2222500" y="1771650"/>
            <a:ext cx="166688" cy="2160588"/>
          </a:xfrm>
          <a:prstGeom prst="leftBrace">
            <a:avLst>
              <a:gd name="adj1" fmla="val 108016"/>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66" name="Rectangle 2">
            <a:extLst>
              <a:ext uri="{FF2B5EF4-FFF2-40B4-BE49-F238E27FC236}"/>
            </a:extLst>
          </p:cNvPr>
          <p:cNvSpPr txBox="1">
            <a:spLocks noChangeArrowheads="1"/>
          </p:cNvSpPr>
          <p:nvPr/>
        </p:nvSpPr>
        <p:spPr>
          <a:xfrm>
            <a:off x="609600" y="274638"/>
            <a:ext cx="10972800" cy="817562"/>
          </a:xfrm>
          <a:prstGeom prst="rect">
            <a:avLst/>
          </a:prstGeom>
        </p:spPr>
        <p:txBody>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pPr eaLnBrk="1" hangingPunct="1">
              <a:defRPr/>
            </a:pPr>
            <a:r>
              <a:rPr lang="en-US" altLang="zh-CN" kern="0" dirty="0"/>
              <a:t>IP </a:t>
            </a:r>
            <a:r>
              <a:rPr lang="zh-CN" altLang="en-US" kern="0" dirty="0"/>
              <a:t>数据报首部的固定部分中的各字段 </a:t>
            </a:r>
          </a:p>
        </p:txBody>
      </p:sp>
      <p:sp>
        <p:nvSpPr>
          <p:cNvPr id="65" name="Rectangle 89"/>
          <p:cNvSpPr>
            <a:spLocks noChangeArrowheads="1"/>
          </p:cNvSpPr>
          <p:nvPr/>
        </p:nvSpPr>
        <p:spPr bwMode="auto">
          <a:xfrm>
            <a:off x="6312024" y="2586989"/>
            <a:ext cx="3944814" cy="503237"/>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67" name="Text Box 85"/>
          <p:cNvSpPr txBox="1">
            <a:spLocks noChangeArrowheads="1"/>
          </p:cNvSpPr>
          <p:nvPr/>
        </p:nvSpPr>
        <p:spPr bwMode="auto">
          <a:xfrm>
            <a:off x="2515394" y="5157192"/>
            <a:ext cx="7705542" cy="1514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lnSpc>
                <a:spcPct val="110000"/>
              </a:lnSpc>
            </a:pPr>
            <a:r>
              <a:rPr lang="zh-CN" altLang="en-US" sz="2800" b="1" dirty="0">
                <a:latin typeface="Arial" charset="0"/>
                <a:ea typeface="黑体" pitchFamily="2" charset="-122"/>
              </a:rPr>
              <a:t>首部检验和</a:t>
            </a:r>
            <a:r>
              <a:rPr lang="en-US" altLang="zh-CN" sz="2800" b="1" dirty="0">
                <a:latin typeface="Arial" charset="0"/>
                <a:ea typeface="黑体" pitchFamily="2" charset="-122"/>
              </a:rPr>
              <a:t>——</a:t>
            </a:r>
            <a:r>
              <a:rPr lang="zh-CN" altLang="en-US" sz="2800" b="1" dirty="0" smtClean="0">
                <a:latin typeface="Arial" charset="0"/>
                <a:ea typeface="黑体" pitchFamily="2" charset="-122"/>
              </a:rPr>
              <a:t>占 </a:t>
            </a:r>
            <a:r>
              <a:rPr lang="en-US" altLang="zh-CN" sz="2800" b="1" dirty="0" smtClean="0">
                <a:latin typeface="Arial" charset="0"/>
                <a:ea typeface="黑体" pitchFamily="2" charset="-122"/>
              </a:rPr>
              <a:t>16 </a:t>
            </a:r>
            <a:r>
              <a:rPr lang="zh-CN" altLang="en-US" sz="2800" b="1" dirty="0">
                <a:latin typeface="Arial" charset="0"/>
                <a:ea typeface="黑体" pitchFamily="2" charset="-122"/>
              </a:rPr>
              <a:t>位，此字段只检验数据报的首部，不检验数据部分。检验和不采用 </a:t>
            </a:r>
            <a:r>
              <a:rPr lang="en-US" altLang="zh-CN" sz="2800" b="1" dirty="0">
                <a:latin typeface="Arial" charset="0"/>
                <a:ea typeface="黑体" pitchFamily="2" charset="-122"/>
              </a:rPr>
              <a:t>CRC </a:t>
            </a:r>
            <a:r>
              <a:rPr lang="zh-CN" altLang="en-US" sz="2800" b="1" dirty="0">
                <a:latin typeface="Arial" charset="0"/>
                <a:ea typeface="黑体" pitchFamily="2" charset="-122"/>
              </a:rPr>
              <a:t>检验码而采用一种更简单的计算方法。 </a:t>
            </a:r>
          </a:p>
        </p:txBody>
      </p:sp>
    </p:spTree>
    <p:extLst>
      <p:ext uri="{BB962C8B-B14F-4D97-AF65-F5344CB8AC3E}">
        <p14:creationId xmlns:p14="http://schemas.microsoft.com/office/powerpoint/2010/main" val="279662829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5"/>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2000" fill="hold" grpId="1" nodeType="afterEffect">
                                  <p:stCondLst>
                                    <p:cond delay="500"/>
                                  </p:stCondLst>
                                  <p:childTnLst>
                                    <p:anim calcmode="discrete" valueType="str">
                                      <p:cBhvr>
                                        <p:cTn id="9" dur="1000" fill="hold"/>
                                        <p:tgtEl>
                                          <p:spTgt spid="6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65" grpId="1" animBg="1"/>
    </p:bldLst>
  </p:timing>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482" name="Rectangle 66"/>
          <p:cNvSpPr>
            <a:spLocks noChangeArrowheads="1"/>
          </p:cNvSpPr>
          <p:nvPr/>
        </p:nvSpPr>
        <p:spPr bwMode="auto">
          <a:xfrm>
            <a:off x="5094288" y="5767388"/>
            <a:ext cx="1755775" cy="871537"/>
          </a:xfrm>
          <a:prstGeom prst="rect">
            <a:avLst/>
          </a:prstGeom>
          <a:solidFill>
            <a:srgbClr val="FFCC66"/>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48483" name="Text Box 4"/>
          <p:cNvSpPr txBox="1">
            <a:spLocks noChangeArrowheads="1"/>
          </p:cNvSpPr>
          <p:nvPr/>
        </p:nvSpPr>
        <p:spPr bwMode="auto">
          <a:xfrm>
            <a:off x="1992313" y="1268413"/>
            <a:ext cx="2303462" cy="406400"/>
          </a:xfrm>
          <a:prstGeom prst="rect">
            <a:avLst/>
          </a:prstGeom>
          <a:solidFill>
            <a:srgbClr val="99FF33"/>
          </a:solidFill>
          <a:ln w="9525">
            <a:solidFill>
              <a:schemeClr val="folHlink"/>
            </a:solidFill>
            <a:miter lim="800000"/>
            <a:headEnd/>
            <a:tailEnd/>
          </a:ln>
          <a:effectLst>
            <a:outerShdw dist="35921" dir="2700000" algn="ctr" rotWithShape="0">
              <a:schemeClr val="bg2"/>
            </a:outerShdw>
          </a:effectLst>
        </p:spPr>
        <p:txBody>
          <a:bodyPr>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zh-CN" altLang="en-US" sz="2000" b="1">
                <a:solidFill>
                  <a:srgbClr val="333399"/>
                </a:solidFill>
                <a:latin typeface="Arial" charset="0"/>
                <a:ea typeface="黑体" pitchFamily="2" charset="-122"/>
              </a:rPr>
              <a:t>发送端</a:t>
            </a:r>
          </a:p>
        </p:txBody>
      </p:sp>
      <p:sp>
        <p:nvSpPr>
          <p:cNvPr id="148484" name="Text Box 5"/>
          <p:cNvSpPr txBox="1">
            <a:spLocks noChangeArrowheads="1"/>
          </p:cNvSpPr>
          <p:nvPr/>
        </p:nvSpPr>
        <p:spPr bwMode="auto">
          <a:xfrm>
            <a:off x="7535863" y="1268413"/>
            <a:ext cx="2232025" cy="406400"/>
          </a:xfrm>
          <a:prstGeom prst="rect">
            <a:avLst/>
          </a:prstGeom>
          <a:solidFill>
            <a:srgbClr val="CCCCFF"/>
          </a:solidFill>
          <a:ln w="9525">
            <a:solidFill>
              <a:schemeClr val="folHlink"/>
            </a:solidFill>
            <a:miter lim="800000"/>
            <a:headEnd/>
            <a:tailEnd/>
          </a:ln>
          <a:effectLst>
            <a:outerShdw dist="35921" dir="2700000" algn="ctr" rotWithShape="0">
              <a:schemeClr val="bg2"/>
            </a:outerShdw>
          </a:effectLst>
        </p:spPr>
        <p:txBody>
          <a:bodyPr>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zh-CN" altLang="en-US" sz="2000" b="1">
                <a:solidFill>
                  <a:srgbClr val="333399"/>
                </a:solidFill>
                <a:latin typeface="Arial" charset="0"/>
                <a:ea typeface="黑体" pitchFamily="2" charset="-122"/>
              </a:rPr>
              <a:t>接收端</a:t>
            </a:r>
          </a:p>
        </p:txBody>
      </p:sp>
      <p:sp>
        <p:nvSpPr>
          <p:cNvPr id="148485" name="Rectangle 6"/>
          <p:cNvSpPr>
            <a:spLocks noChangeArrowheads="1"/>
          </p:cNvSpPr>
          <p:nvPr/>
        </p:nvSpPr>
        <p:spPr bwMode="auto">
          <a:xfrm>
            <a:off x="2940050" y="1892300"/>
            <a:ext cx="1350963" cy="296863"/>
          </a:xfrm>
          <a:prstGeom prst="rect">
            <a:avLst/>
          </a:prstGeom>
          <a:solidFill>
            <a:srgbClr val="FF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2" charset="-122"/>
              </a:rPr>
              <a:t>16 </a:t>
            </a:r>
            <a:r>
              <a:rPr kumimoji="1" lang="zh-CN" altLang="en-US" sz="2000" b="1">
                <a:solidFill>
                  <a:srgbClr val="333399"/>
                </a:solidFill>
                <a:ea typeface="黑体" pitchFamily="2" charset="-122"/>
              </a:rPr>
              <a:t>位</a:t>
            </a:r>
          </a:p>
        </p:txBody>
      </p:sp>
      <p:sp>
        <p:nvSpPr>
          <p:cNvPr id="148486" name="Text Box 7"/>
          <p:cNvSpPr txBox="1">
            <a:spLocks noChangeArrowheads="1"/>
          </p:cNvSpPr>
          <p:nvPr/>
        </p:nvSpPr>
        <p:spPr bwMode="auto">
          <a:xfrm>
            <a:off x="2251075" y="1831975"/>
            <a:ext cx="65594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2" charset="-122"/>
              </a:rPr>
              <a:t>字 </a:t>
            </a:r>
            <a:r>
              <a:rPr kumimoji="1" lang="en-US" altLang="zh-CN" sz="2000" b="1">
                <a:solidFill>
                  <a:srgbClr val="333399"/>
                </a:solidFill>
                <a:latin typeface="Arial" charset="0"/>
                <a:ea typeface="黑体" pitchFamily="2" charset="-122"/>
              </a:rPr>
              <a:t>1</a:t>
            </a:r>
          </a:p>
        </p:txBody>
      </p:sp>
      <p:sp>
        <p:nvSpPr>
          <p:cNvPr id="148487" name="Rectangle 8"/>
          <p:cNvSpPr>
            <a:spLocks noChangeArrowheads="1"/>
          </p:cNvSpPr>
          <p:nvPr/>
        </p:nvSpPr>
        <p:spPr bwMode="auto">
          <a:xfrm>
            <a:off x="2940050" y="2309813"/>
            <a:ext cx="1350963" cy="295275"/>
          </a:xfrm>
          <a:prstGeom prst="rect">
            <a:avLst/>
          </a:prstGeom>
          <a:solidFill>
            <a:srgbClr val="FF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2" charset="-122"/>
              </a:rPr>
              <a:t>16 </a:t>
            </a:r>
            <a:r>
              <a:rPr kumimoji="1" lang="zh-CN" altLang="en-US" sz="2000" b="1">
                <a:solidFill>
                  <a:srgbClr val="333399"/>
                </a:solidFill>
                <a:ea typeface="黑体" pitchFamily="2" charset="-122"/>
              </a:rPr>
              <a:t>位</a:t>
            </a:r>
          </a:p>
        </p:txBody>
      </p:sp>
      <p:sp>
        <p:nvSpPr>
          <p:cNvPr id="148488" name="Text Box 9"/>
          <p:cNvSpPr txBox="1">
            <a:spLocks noChangeArrowheads="1"/>
          </p:cNvSpPr>
          <p:nvPr/>
        </p:nvSpPr>
        <p:spPr bwMode="auto">
          <a:xfrm>
            <a:off x="2251075" y="2247900"/>
            <a:ext cx="65594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2" charset="-122"/>
              </a:rPr>
              <a:t>字 </a:t>
            </a:r>
            <a:r>
              <a:rPr kumimoji="1" lang="en-US" altLang="zh-CN" sz="2000" b="1">
                <a:solidFill>
                  <a:srgbClr val="333399"/>
                </a:solidFill>
                <a:latin typeface="Arial" charset="0"/>
                <a:ea typeface="黑体" pitchFamily="2" charset="-122"/>
              </a:rPr>
              <a:t>2</a:t>
            </a:r>
          </a:p>
        </p:txBody>
      </p:sp>
      <p:grpSp>
        <p:nvGrpSpPr>
          <p:cNvPr id="2" name="Group 67"/>
          <p:cNvGrpSpPr>
            <a:grpSpLocks/>
          </p:cNvGrpSpPr>
          <p:nvPr/>
        </p:nvGrpSpPr>
        <p:grpSpPr bwMode="auto">
          <a:xfrm>
            <a:off x="1992313" y="2843211"/>
            <a:ext cx="2298700" cy="400049"/>
            <a:chOff x="295" y="1111"/>
            <a:chExt cx="1448" cy="252"/>
          </a:xfrm>
        </p:grpSpPr>
        <p:sp>
          <p:nvSpPr>
            <p:cNvPr id="148553" name="Rectangle 10"/>
            <p:cNvSpPr>
              <a:spLocks noChangeArrowheads="1"/>
            </p:cNvSpPr>
            <p:nvPr/>
          </p:nvSpPr>
          <p:spPr bwMode="auto">
            <a:xfrm>
              <a:off x="892" y="1158"/>
              <a:ext cx="851" cy="186"/>
            </a:xfrm>
            <a:prstGeom prst="rect">
              <a:avLst/>
            </a:prstGeom>
            <a:solidFill>
              <a:srgbClr val="FFFF99"/>
            </a:solidFill>
            <a:ln w="9525">
              <a:solidFill>
                <a:schemeClr val="tx1"/>
              </a:solidFill>
              <a:miter lim="800000"/>
              <a:headEnd/>
              <a:tailEnd/>
            </a:ln>
          </p:spPr>
          <p:txBody>
            <a:bodyPr wrap="none" anchor="ctr"/>
            <a:lstStyle/>
            <a:p>
              <a:pPr algn="ctr" eaLnBrk="1" hangingPunct="1"/>
              <a:r>
                <a:rPr kumimoji="1" lang="zh-CN" altLang="en-US" sz="2000" b="1">
                  <a:solidFill>
                    <a:srgbClr val="333399"/>
                  </a:solidFill>
                  <a:ea typeface="黑体" pitchFamily="2" charset="-122"/>
                </a:rPr>
                <a:t>置为全 </a:t>
              </a:r>
              <a:r>
                <a:rPr kumimoji="1" lang="en-US" altLang="zh-CN" sz="2000" b="1">
                  <a:solidFill>
                    <a:srgbClr val="333399"/>
                  </a:solidFill>
                  <a:ea typeface="黑体" pitchFamily="2" charset="-122"/>
                </a:rPr>
                <a:t>0</a:t>
              </a:r>
            </a:p>
          </p:txBody>
        </p:sp>
        <p:sp>
          <p:nvSpPr>
            <p:cNvPr id="148554" name="Text Box 11"/>
            <p:cNvSpPr txBox="1">
              <a:spLocks noChangeArrowheads="1"/>
            </p:cNvSpPr>
            <p:nvPr/>
          </p:nvSpPr>
          <p:spPr bwMode="auto">
            <a:xfrm>
              <a:off x="295" y="1111"/>
              <a:ext cx="60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2" charset="-122"/>
                </a:rPr>
                <a:t>检验和</a:t>
              </a:r>
            </a:p>
          </p:txBody>
        </p:sp>
      </p:grpSp>
      <p:sp>
        <p:nvSpPr>
          <p:cNvPr id="148490" name="Rectangle 12"/>
          <p:cNvSpPr>
            <a:spLocks noChangeArrowheads="1"/>
          </p:cNvSpPr>
          <p:nvPr/>
        </p:nvSpPr>
        <p:spPr bwMode="auto">
          <a:xfrm>
            <a:off x="2940050" y="3525838"/>
            <a:ext cx="1350963" cy="296862"/>
          </a:xfrm>
          <a:prstGeom prst="rect">
            <a:avLst/>
          </a:prstGeom>
          <a:solidFill>
            <a:srgbClr val="FF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2" charset="-122"/>
              </a:rPr>
              <a:t>16 </a:t>
            </a:r>
            <a:r>
              <a:rPr kumimoji="1" lang="zh-CN" altLang="en-US" sz="2000" b="1">
                <a:solidFill>
                  <a:srgbClr val="333399"/>
                </a:solidFill>
                <a:ea typeface="黑体" pitchFamily="2" charset="-122"/>
              </a:rPr>
              <a:t>位</a:t>
            </a:r>
          </a:p>
        </p:txBody>
      </p:sp>
      <p:sp>
        <p:nvSpPr>
          <p:cNvPr id="148491" name="Text Box 13"/>
          <p:cNvSpPr txBox="1">
            <a:spLocks noChangeArrowheads="1"/>
          </p:cNvSpPr>
          <p:nvPr/>
        </p:nvSpPr>
        <p:spPr bwMode="auto">
          <a:xfrm>
            <a:off x="2251075" y="3465513"/>
            <a:ext cx="67037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2" charset="-122"/>
              </a:rPr>
              <a:t>字 </a:t>
            </a:r>
            <a:r>
              <a:rPr kumimoji="1" lang="en-US" altLang="zh-CN" sz="2000" b="1">
                <a:solidFill>
                  <a:srgbClr val="333399"/>
                </a:solidFill>
                <a:latin typeface="Arial" charset="0"/>
                <a:ea typeface="黑体" pitchFamily="2" charset="-122"/>
              </a:rPr>
              <a:t>n</a:t>
            </a:r>
          </a:p>
        </p:txBody>
      </p:sp>
      <p:grpSp>
        <p:nvGrpSpPr>
          <p:cNvPr id="3" name="Group 68"/>
          <p:cNvGrpSpPr>
            <a:grpSpLocks/>
          </p:cNvGrpSpPr>
          <p:nvPr/>
        </p:nvGrpSpPr>
        <p:grpSpPr bwMode="auto">
          <a:xfrm>
            <a:off x="1787525" y="4056063"/>
            <a:ext cx="2503488" cy="708025"/>
            <a:chOff x="166" y="1875"/>
            <a:chExt cx="1577" cy="446"/>
          </a:xfrm>
        </p:grpSpPr>
        <p:sp>
          <p:nvSpPr>
            <p:cNvPr id="148551" name="Rectangle 14"/>
            <p:cNvSpPr>
              <a:spLocks noChangeArrowheads="1"/>
            </p:cNvSpPr>
            <p:nvPr/>
          </p:nvSpPr>
          <p:spPr bwMode="auto">
            <a:xfrm>
              <a:off x="892" y="2000"/>
              <a:ext cx="851" cy="188"/>
            </a:xfrm>
            <a:prstGeom prst="rect">
              <a:avLst/>
            </a:prstGeom>
            <a:solidFill>
              <a:srgbClr val="FF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2" charset="-122"/>
                </a:rPr>
                <a:t>16 </a:t>
              </a:r>
              <a:r>
                <a:rPr kumimoji="1" lang="zh-CN" altLang="en-US" sz="2000" b="1">
                  <a:solidFill>
                    <a:srgbClr val="333399"/>
                  </a:solidFill>
                  <a:ea typeface="黑体" pitchFamily="2" charset="-122"/>
                </a:rPr>
                <a:t>位</a:t>
              </a:r>
            </a:p>
          </p:txBody>
        </p:sp>
        <p:sp>
          <p:nvSpPr>
            <p:cNvPr id="148552" name="Text Box 15"/>
            <p:cNvSpPr txBox="1">
              <a:spLocks noChangeArrowheads="1"/>
            </p:cNvSpPr>
            <p:nvPr/>
          </p:nvSpPr>
          <p:spPr bwMode="auto">
            <a:xfrm>
              <a:off x="166" y="1875"/>
              <a:ext cx="763"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2" charset="-122"/>
                </a:rPr>
                <a:t>反码算术</a:t>
              </a:r>
            </a:p>
            <a:p>
              <a:pPr eaLnBrk="1" hangingPunct="1"/>
              <a:r>
                <a:rPr kumimoji="1" lang="zh-CN" altLang="en-US" sz="2000" b="1">
                  <a:solidFill>
                    <a:srgbClr val="333399"/>
                  </a:solidFill>
                  <a:latin typeface="Arial" charset="0"/>
                  <a:ea typeface="黑体" pitchFamily="2" charset="-122"/>
                </a:rPr>
                <a:t>运算求和</a:t>
              </a:r>
            </a:p>
          </p:txBody>
        </p:sp>
      </p:grpSp>
      <p:sp>
        <p:nvSpPr>
          <p:cNvPr id="148493" name="Text Box 19"/>
          <p:cNvSpPr txBox="1">
            <a:spLocks noChangeArrowheads="1"/>
          </p:cNvSpPr>
          <p:nvPr/>
        </p:nvSpPr>
        <p:spPr bwMode="auto">
          <a:xfrm>
            <a:off x="3294063" y="2524125"/>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a:t>
            </a:r>
          </a:p>
        </p:txBody>
      </p:sp>
      <p:sp>
        <p:nvSpPr>
          <p:cNvPr id="148494" name="Text Box 20"/>
          <p:cNvSpPr txBox="1">
            <a:spLocks noChangeArrowheads="1"/>
          </p:cNvSpPr>
          <p:nvPr/>
        </p:nvSpPr>
        <p:spPr bwMode="auto">
          <a:xfrm>
            <a:off x="3278188" y="3114675"/>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a:t>
            </a:r>
          </a:p>
        </p:txBody>
      </p:sp>
      <p:sp>
        <p:nvSpPr>
          <p:cNvPr id="148495" name="Line 21"/>
          <p:cNvSpPr>
            <a:spLocks noChangeShapeType="1"/>
          </p:cNvSpPr>
          <p:nvPr/>
        </p:nvSpPr>
        <p:spPr bwMode="auto">
          <a:xfrm>
            <a:off x="2081213" y="3959225"/>
            <a:ext cx="2703512"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4" name="Group 69"/>
          <p:cNvGrpSpPr>
            <a:grpSpLocks/>
          </p:cNvGrpSpPr>
          <p:nvPr/>
        </p:nvGrpSpPr>
        <p:grpSpPr bwMode="auto">
          <a:xfrm>
            <a:off x="2738438" y="4656138"/>
            <a:ext cx="998537" cy="501650"/>
            <a:chOff x="765" y="2253"/>
            <a:chExt cx="629" cy="316"/>
          </a:xfrm>
        </p:grpSpPr>
        <p:sp>
          <p:nvSpPr>
            <p:cNvPr id="148549" name="AutoShape 18"/>
            <p:cNvSpPr>
              <a:spLocks noChangeArrowheads="1"/>
            </p:cNvSpPr>
            <p:nvPr/>
          </p:nvSpPr>
          <p:spPr bwMode="auto">
            <a:xfrm>
              <a:off x="1293" y="2253"/>
              <a:ext cx="101" cy="316"/>
            </a:xfrm>
            <a:prstGeom prst="downArrow">
              <a:avLst>
                <a:gd name="adj1" fmla="val 50000"/>
                <a:gd name="adj2" fmla="val 78218"/>
              </a:avLst>
            </a:prstGeom>
            <a:solidFill>
              <a:schemeClr val="accent1"/>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48550" name="Text Box 22"/>
            <p:cNvSpPr txBox="1">
              <a:spLocks noChangeArrowheads="1"/>
            </p:cNvSpPr>
            <p:nvPr/>
          </p:nvSpPr>
          <p:spPr bwMode="auto">
            <a:xfrm>
              <a:off x="765" y="2264"/>
              <a:ext cx="60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2" charset="-122"/>
                </a:rPr>
                <a:t>取反码</a:t>
              </a:r>
            </a:p>
          </p:txBody>
        </p:sp>
      </p:grpSp>
      <p:sp>
        <p:nvSpPr>
          <p:cNvPr id="148497" name="AutoShape 23"/>
          <p:cNvSpPr>
            <a:spLocks/>
          </p:cNvSpPr>
          <p:nvPr/>
        </p:nvSpPr>
        <p:spPr bwMode="auto">
          <a:xfrm>
            <a:off x="1920875" y="1906588"/>
            <a:ext cx="160338" cy="1931987"/>
          </a:xfrm>
          <a:prstGeom prst="leftBrace">
            <a:avLst>
              <a:gd name="adj1" fmla="val 10041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148498" name="Text Box 24"/>
          <p:cNvSpPr txBox="1">
            <a:spLocks noChangeArrowheads="1"/>
          </p:cNvSpPr>
          <p:nvPr/>
        </p:nvSpPr>
        <p:spPr bwMode="auto">
          <a:xfrm>
            <a:off x="1524000" y="2101850"/>
            <a:ext cx="442750"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2" charset="-122"/>
              </a:rPr>
              <a:t>数</a:t>
            </a:r>
          </a:p>
          <a:p>
            <a:pPr eaLnBrk="1" hangingPunct="1"/>
            <a:r>
              <a:rPr kumimoji="1" lang="zh-CN" altLang="en-US" sz="2000" b="1">
                <a:solidFill>
                  <a:srgbClr val="333399"/>
                </a:solidFill>
                <a:latin typeface="Arial" charset="0"/>
                <a:ea typeface="黑体" pitchFamily="2" charset="-122"/>
              </a:rPr>
              <a:t>据</a:t>
            </a:r>
          </a:p>
          <a:p>
            <a:pPr eaLnBrk="1" hangingPunct="1"/>
            <a:r>
              <a:rPr kumimoji="1" lang="zh-CN" altLang="en-US" sz="2000" b="1">
                <a:solidFill>
                  <a:srgbClr val="333399"/>
                </a:solidFill>
                <a:latin typeface="Arial" charset="0"/>
                <a:ea typeface="黑体" pitchFamily="2" charset="-122"/>
              </a:rPr>
              <a:t>报</a:t>
            </a:r>
          </a:p>
          <a:p>
            <a:pPr eaLnBrk="1" hangingPunct="1"/>
            <a:r>
              <a:rPr kumimoji="1" lang="zh-CN" altLang="en-US" sz="2000" b="1">
                <a:solidFill>
                  <a:srgbClr val="333399"/>
                </a:solidFill>
                <a:latin typeface="Arial" charset="0"/>
                <a:ea typeface="黑体" pitchFamily="2" charset="-122"/>
              </a:rPr>
              <a:t>首</a:t>
            </a:r>
          </a:p>
          <a:p>
            <a:pPr eaLnBrk="1" hangingPunct="1"/>
            <a:r>
              <a:rPr kumimoji="1" lang="zh-CN" altLang="en-US" sz="2000" b="1">
                <a:solidFill>
                  <a:srgbClr val="333399"/>
                </a:solidFill>
                <a:latin typeface="Arial" charset="0"/>
                <a:ea typeface="黑体" pitchFamily="2" charset="-122"/>
              </a:rPr>
              <a:t>部</a:t>
            </a:r>
          </a:p>
        </p:txBody>
      </p:sp>
      <p:sp>
        <p:nvSpPr>
          <p:cNvPr id="148499" name="Rectangle 25"/>
          <p:cNvSpPr>
            <a:spLocks noChangeArrowheads="1"/>
          </p:cNvSpPr>
          <p:nvPr/>
        </p:nvSpPr>
        <p:spPr bwMode="auto">
          <a:xfrm>
            <a:off x="5102225" y="5013325"/>
            <a:ext cx="1747838" cy="742950"/>
          </a:xfrm>
          <a:prstGeom prst="rect">
            <a:avLst/>
          </a:prstGeom>
          <a:solidFill>
            <a:srgbClr val="CCECFF"/>
          </a:solidFill>
          <a:ln w="1905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48500" name="Rectangle 26"/>
          <p:cNvSpPr>
            <a:spLocks noChangeArrowheads="1"/>
          </p:cNvSpPr>
          <p:nvPr/>
        </p:nvSpPr>
        <p:spPr bwMode="auto">
          <a:xfrm>
            <a:off x="5986463" y="5319713"/>
            <a:ext cx="855662" cy="13493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48501" name="Text Box 27"/>
          <p:cNvSpPr txBox="1">
            <a:spLocks noChangeArrowheads="1"/>
          </p:cNvSpPr>
          <p:nvPr/>
        </p:nvSpPr>
        <p:spPr bwMode="auto">
          <a:xfrm>
            <a:off x="5432425" y="4627563"/>
            <a:ext cx="126688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IP </a:t>
            </a:r>
            <a:r>
              <a:rPr kumimoji="1" lang="zh-CN" altLang="en-US" sz="2000" b="1">
                <a:solidFill>
                  <a:srgbClr val="333399"/>
                </a:solidFill>
                <a:latin typeface="Arial" charset="0"/>
                <a:ea typeface="黑体" pitchFamily="2" charset="-122"/>
              </a:rPr>
              <a:t>数据报</a:t>
            </a:r>
          </a:p>
        </p:txBody>
      </p:sp>
      <p:sp>
        <p:nvSpPr>
          <p:cNvPr id="148502" name="Line 28"/>
          <p:cNvSpPr>
            <a:spLocks noChangeShapeType="1"/>
          </p:cNvSpPr>
          <p:nvPr/>
        </p:nvSpPr>
        <p:spPr bwMode="auto">
          <a:xfrm>
            <a:off x="5102225" y="5160963"/>
            <a:ext cx="17478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48503" name="Line 29"/>
          <p:cNvSpPr>
            <a:spLocks noChangeShapeType="1"/>
          </p:cNvSpPr>
          <p:nvPr/>
        </p:nvSpPr>
        <p:spPr bwMode="auto">
          <a:xfrm>
            <a:off x="5102225" y="5311775"/>
            <a:ext cx="17478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48504" name="Line 30"/>
          <p:cNvSpPr>
            <a:spLocks noChangeShapeType="1"/>
          </p:cNvSpPr>
          <p:nvPr/>
        </p:nvSpPr>
        <p:spPr bwMode="auto">
          <a:xfrm>
            <a:off x="5102225" y="5459413"/>
            <a:ext cx="17478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48505" name="Line 31"/>
          <p:cNvSpPr>
            <a:spLocks noChangeShapeType="1"/>
          </p:cNvSpPr>
          <p:nvPr/>
        </p:nvSpPr>
        <p:spPr bwMode="auto">
          <a:xfrm>
            <a:off x="5102225" y="5607050"/>
            <a:ext cx="17478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48506" name="Line 32"/>
          <p:cNvSpPr>
            <a:spLocks noChangeShapeType="1"/>
          </p:cNvSpPr>
          <p:nvPr/>
        </p:nvSpPr>
        <p:spPr bwMode="auto">
          <a:xfrm>
            <a:off x="5102225" y="5756275"/>
            <a:ext cx="17478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48507" name="Line 33"/>
          <p:cNvSpPr>
            <a:spLocks noChangeShapeType="1"/>
          </p:cNvSpPr>
          <p:nvPr/>
        </p:nvSpPr>
        <p:spPr bwMode="auto">
          <a:xfrm>
            <a:off x="5976938" y="5013325"/>
            <a:ext cx="0" cy="4460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48508" name="Line 34"/>
          <p:cNvSpPr>
            <a:spLocks noChangeShapeType="1"/>
          </p:cNvSpPr>
          <p:nvPr/>
        </p:nvSpPr>
        <p:spPr bwMode="auto">
          <a:xfrm>
            <a:off x="5578475" y="5311775"/>
            <a:ext cx="0" cy="1476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48509" name="Line 35"/>
          <p:cNvSpPr>
            <a:spLocks noChangeShapeType="1"/>
          </p:cNvSpPr>
          <p:nvPr/>
        </p:nvSpPr>
        <p:spPr bwMode="auto">
          <a:xfrm>
            <a:off x="5578475" y="5013325"/>
            <a:ext cx="0" cy="1476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48510" name="Line 36"/>
          <p:cNvSpPr>
            <a:spLocks noChangeShapeType="1"/>
          </p:cNvSpPr>
          <p:nvPr/>
        </p:nvSpPr>
        <p:spPr bwMode="auto">
          <a:xfrm>
            <a:off x="5341938" y="5013325"/>
            <a:ext cx="0" cy="1476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48511" name="Line 37"/>
          <p:cNvSpPr>
            <a:spLocks noChangeShapeType="1"/>
          </p:cNvSpPr>
          <p:nvPr/>
        </p:nvSpPr>
        <p:spPr bwMode="auto">
          <a:xfrm>
            <a:off x="6110288" y="5160963"/>
            <a:ext cx="0" cy="1508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48512" name="Line 38"/>
          <p:cNvSpPr>
            <a:spLocks noChangeShapeType="1"/>
          </p:cNvSpPr>
          <p:nvPr/>
        </p:nvSpPr>
        <p:spPr bwMode="auto">
          <a:xfrm>
            <a:off x="6373813" y="5607050"/>
            <a:ext cx="0" cy="1492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5" name="Group 71"/>
          <p:cNvGrpSpPr>
            <a:grpSpLocks/>
          </p:cNvGrpSpPr>
          <p:nvPr/>
        </p:nvGrpSpPr>
        <p:grpSpPr bwMode="auto">
          <a:xfrm>
            <a:off x="2032000" y="5165725"/>
            <a:ext cx="2259013" cy="400050"/>
            <a:chOff x="320" y="2574"/>
            <a:chExt cx="1423" cy="252"/>
          </a:xfrm>
        </p:grpSpPr>
        <p:sp>
          <p:nvSpPr>
            <p:cNvPr id="148547" name="Rectangle 16"/>
            <p:cNvSpPr>
              <a:spLocks noChangeArrowheads="1"/>
            </p:cNvSpPr>
            <p:nvPr/>
          </p:nvSpPr>
          <p:spPr bwMode="auto">
            <a:xfrm>
              <a:off x="892" y="2619"/>
              <a:ext cx="851" cy="186"/>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2" charset="-122"/>
                </a:rPr>
                <a:t>16 </a:t>
              </a:r>
              <a:r>
                <a:rPr kumimoji="1" lang="zh-CN" altLang="en-US" sz="2000" b="1">
                  <a:solidFill>
                    <a:srgbClr val="333399"/>
                  </a:solidFill>
                  <a:ea typeface="黑体" pitchFamily="2" charset="-122"/>
                </a:rPr>
                <a:t>位</a:t>
              </a:r>
            </a:p>
          </p:txBody>
        </p:sp>
        <p:sp>
          <p:nvSpPr>
            <p:cNvPr id="148548" name="Text Box 17"/>
            <p:cNvSpPr txBox="1">
              <a:spLocks noChangeArrowheads="1"/>
            </p:cNvSpPr>
            <p:nvPr/>
          </p:nvSpPr>
          <p:spPr bwMode="auto">
            <a:xfrm>
              <a:off x="320" y="2574"/>
              <a:ext cx="60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2" charset="-122"/>
                </a:rPr>
                <a:t>检验和</a:t>
              </a:r>
            </a:p>
          </p:txBody>
        </p:sp>
      </p:grpSp>
      <p:sp>
        <p:nvSpPr>
          <p:cNvPr id="481319" name="Line 39"/>
          <p:cNvSpPr>
            <a:spLocks noChangeShapeType="1"/>
          </p:cNvSpPr>
          <p:nvPr/>
        </p:nvSpPr>
        <p:spPr bwMode="auto">
          <a:xfrm>
            <a:off x="4308475" y="5397500"/>
            <a:ext cx="2144713" cy="0"/>
          </a:xfrm>
          <a:prstGeom prst="line">
            <a:avLst/>
          </a:prstGeom>
          <a:noFill/>
          <a:ln w="28575">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148515" name="Rectangle 40"/>
          <p:cNvSpPr>
            <a:spLocks noChangeArrowheads="1"/>
          </p:cNvSpPr>
          <p:nvPr/>
        </p:nvSpPr>
        <p:spPr bwMode="auto">
          <a:xfrm>
            <a:off x="8402638" y="1892300"/>
            <a:ext cx="1350962" cy="296863"/>
          </a:xfrm>
          <a:prstGeom prst="rect">
            <a:avLst/>
          </a:prstGeom>
          <a:solidFill>
            <a:srgbClr val="FF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2" charset="-122"/>
              </a:rPr>
              <a:t>16 </a:t>
            </a:r>
            <a:r>
              <a:rPr kumimoji="1" lang="zh-CN" altLang="en-US" sz="2000" b="1">
                <a:solidFill>
                  <a:srgbClr val="333399"/>
                </a:solidFill>
                <a:ea typeface="黑体" pitchFamily="2" charset="-122"/>
              </a:rPr>
              <a:t>位</a:t>
            </a:r>
          </a:p>
        </p:txBody>
      </p:sp>
      <p:sp>
        <p:nvSpPr>
          <p:cNvPr id="148516" name="Text Box 41"/>
          <p:cNvSpPr txBox="1">
            <a:spLocks noChangeArrowheads="1"/>
          </p:cNvSpPr>
          <p:nvPr/>
        </p:nvSpPr>
        <p:spPr bwMode="auto">
          <a:xfrm>
            <a:off x="7712075" y="1831975"/>
            <a:ext cx="65594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2" charset="-122"/>
              </a:rPr>
              <a:t>字 </a:t>
            </a:r>
            <a:r>
              <a:rPr kumimoji="1" lang="en-US" altLang="zh-CN" sz="2000" b="1">
                <a:solidFill>
                  <a:srgbClr val="333399"/>
                </a:solidFill>
                <a:latin typeface="Arial" charset="0"/>
                <a:ea typeface="黑体" pitchFamily="2" charset="-122"/>
              </a:rPr>
              <a:t>1</a:t>
            </a:r>
          </a:p>
        </p:txBody>
      </p:sp>
      <p:sp>
        <p:nvSpPr>
          <p:cNvPr id="148517" name="Rectangle 42"/>
          <p:cNvSpPr>
            <a:spLocks noChangeArrowheads="1"/>
          </p:cNvSpPr>
          <p:nvPr/>
        </p:nvSpPr>
        <p:spPr bwMode="auto">
          <a:xfrm>
            <a:off x="8402638" y="2309813"/>
            <a:ext cx="1350962" cy="295275"/>
          </a:xfrm>
          <a:prstGeom prst="rect">
            <a:avLst/>
          </a:prstGeom>
          <a:solidFill>
            <a:srgbClr val="FF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2" charset="-122"/>
              </a:rPr>
              <a:t>16 </a:t>
            </a:r>
            <a:r>
              <a:rPr kumimoji="1" lang="zh-CN" altLang="en-US" sz="2000" b="1">
                <a:solidFill>
                  <a:srgbClr val="333399"/>
                </a:solidFill>
                <a:ea typeface="黑体" pitchFamily="2" charset="-122"/>
              </a:rPr>
              <a:t>位</a:t>
            </a:r>
          </a:p>
        </p:txBody>
      </p:sp>
      <p:sp>
        <p:nvSpPr>
          <p:cNvPr id="148518" name="Text Box 43"/>
          <p:cNvSpPr txBox="1">
            <a:spLocks noChangeArrowheads="1"/>
          </p:cNvSpPr>
          <p:nvPr/>
        </p:nvSpPr>
        <p:spPr bwMode="auto">
          <a:xfrm>
            <a:off x="7712075" y="2247900"/>
            <a:ext cx="65594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2" charset="-122"/>
              </a:rPr>
              <a:t>字 </a:t>
            </a:r>
            <a:r>
              <a:rPr kumimoji="1" lang="en-US" altLang="zh-CN" sz="2000" b="1">
                <a:solidFill>
                  <a:srgbClr val="333399"/>
                </a:solidFill>
                <a:latin typeface="Arial" charset="0"/>
                <a:ea typeface="黑体" pitchFamily="2" charset="-122"/>
              </a:rPr>
              <a:t>2</a:t>
            </a:r>
          </a:p>
        </p:txBody>
      </p:sp>
      <p:grpSp>
        <p:nvGrpSpPr>
          <p:cNvPr id="6" name="Group 73"/>
          <p:cNvGrpSpPr>
            <a:grpSpLocks/>
          </p:cNvGrpSpPr>
          <p:nvPr/>
        </p:nvGrpSpPr>
        <p:grpSpPr bwMode="auto">
          <a:xfrm>
            <a:off x="7483475" y="2828927"/>
            <a:ext cx="2270125" cy="400051"/>
            <a:chOff x="3754" y="1102"/>
            <a:chExt cx="1430" cy="252"/>
          </a:xfrm>
        </p:grpSpPr>
        <p:sp>
          <p:nvSpPr>
            <p:cNvPr id="148545" name="Rectangle 44"/>
            <p:cNvSpPr>
              <a:spLocks noChangeArrowheads="1"/>
            </p:cNvSpPr>
            <p:nvPr/>
          </p:nvSpPr>
          <p:spPr bwMode="auto">
            <a:xfrm>
              <a:off x="4333" y="1158"/>
              <a:ext cx="851" cy="186"/>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2" charset="-122"/>
                </a:rPr>
                <a:t>16 </a:t>
              </a:r>
              <a:r>
                <a:rPr kumimoji="1" lang="zh-CN" altLang="en-US" sz="2000" b="1">
                  <a:solidFill>
                    <a:srgbClr val="333399"/>
                  </a:solidFill>
                  <a:ea typeface="黑体" pitchFamily="2" charset="-122"/>
                </a:rPr>
                <a:t>位</a:t>
              </a:r>
            </a:p>
          </p:txBody>
        </p:sp>
        <p:sp>
          <p:nvSpPr>
            <p:cNvPr id="148546" name="Text Box 45"/>
            <p:cNvSpPr txBox="1">
              <a:spLocks noChangeArrowheads="1"/>
            </p:cNvSpPr>
            <p:nvPr/>
          </p:nvSpPr>
          <p:spPr bwMode="auto">
            <a:xfrm>
              <a:off x="3754" y="1102"/>
              <a:ext cx="60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2" charset="-122"/>
                </a:rPr>
                <a:t>检验和</a:t>
              </a:r>
            </a:p>
          </p:txBody>
        </p:sp>
      </p:grpSp>
      <p:sp>
        <p:nvSpPr>
          <p:cNvPr id="148520" name="Rectangle 46"/>
          <p:cNvSpPr>
            <a:spLocks noChangeArrowheads="1"/>
          </p:cNvSpPr>
          <p:nvPr/>
        </p:nvSpPr>
        <p:spPr bwMode="auto">
          <a:xfrm>
            <a:off x="8402638" y="3525838"/>
            <a:ext cx="1350962" cy="296862"/>
          </a:xfrm>
          <a:prstGeom prst="rect">
            <a:avLst/>
          </a:prstGeom>
          <a:solidFill>
            <a:srgbClr val="FF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2" charset="-122"/>
              </a:rPr>
              <a:t>16 </a:t>
            </a:r>
            <a:r>
              <a:rPr kumimoji="1" lang="zh-CN" altLang="en-US" sz="2000" b="1">
                <a:solidFill>
                  <a:srgbClr val="333399"/>
                </a:solidFill>
                <a:ea typeface="黑体" pitchFamily="2" charset="-122"/>
              </a:rPr>
              <a:t>位</a:t>
            </a:r>
          </a:p>
        </p:txBody>
      </p:sp>
      <p:sp>
        <p:nvSpPr>
          <p:cNvPr id="148521" name="Text Box 47"/>
          <p:cNvSpPr txBox="1">
            <a:spLocks noChangeArrowheads="1"/>
          </p:cNvSpPr>
          <p:nvPr/>
        </p:nvSpPr>
        <p:spPr bwMode="auto">
          <a:xfrm>
            <a:off x="7712075" y="3465513"/>
            <a:ext cx="67037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2" charset="-122"/>
              </a:rPr>
              <a:t>字 </a:t>
            </a:r>
            <a:r>
              <a:rPr kumimoji="1" lang="en-US" altLang="zh-CN" sz="2000" b="1">
                <a:solidFill>
                  <a:srgbClr val="333399"/>
                </a:solidFill>
                <a:latin typeface="Arial" charset="0"/>
                <a:ea typeface="黑体" pitchFamily="2" charset="-122"/>
              </a:rPr>
              <a:t>n</a:t>
            </a:r>
          </a:p>
        </p:txBody>
      </p:sp>
      <p:grpSp>
        <p:nvGrpSpPr>
          <p:cNvPr id="7" name="Group 74"/>
          <p:cNvGrpSpPr>
            <a:grpSpLocks/>
          </p:cNvGrpSpPr>
          <p:nvPr/>
        </p:nvGrpSpPr>
        <p:grpSpPr bwMode="auto">
          <a:xfrm>
            <a:off x="7248525" y="4056063"/>
            <a:ext cx="2505075" cy="708025"/>
            <a:chOff x="3606" y="1875"/>
            <a:chExt cx="1578" cy="446"/>
          </a:xfrm>
        </p:grpSpPr>
        <p:sp>
          <p:nvSpPr>
            <p:cNvPr id="148543" name="Rectangle 48"/>
            <p:cNvSpPr>
              <a:spLocks noChangeArrowheads="1"/>
            </p:cNvSpPr>
            <p:nvPr/>
          </p:nvSpPr>
          <p:spPr bwMode="auto">
            <a:xfrm>
              <a:off x="4333" y="2000"/>
              <a:ext cx="851" cy="188"/>
            </a:xfrm>
            <a:prstGeom prst="rect">
              <a:avLst/>
            </a:prstGeom>
            <a:solidFill>
              <a:srgbClr val="FFFF99"/>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2" charset="-122"/>
                </a:rPr>
                <a:t>16 </a:t>
              </a:r>
              <a:r>
                <a:rPr kumimoji="1" lang="zh-CN" altLang="en-US" sz="2000" b="1">
                  <a:solidFill>
                    <a:srgbClr val="333399"/>
                  </a:solidFill>
                  <a:ea typeface="黑体" pitchFamily="2" charset="-122"/>
                </a:rPr>
                <a:t>位</a:t>
              </a:r>
            </a:p>
          </p:txBody>
        </p:sp>
        <p:sp>
          <p:nvSpPr>
            <p:cNvPr id="148544" name="Text Box 49"/>
            <p:cNvSpPr txBox="1">
              <a:spLocks noChangeArrowheads="1"/>
            </p:cNvSpPr>
            <p:nvPr/>
          </p:nvSpPr>
          <p:spPr bwMode="auto">
            <a:xfrm>
              <a:off x="3606" y="1875"/>
              <a:ext cx="763"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2" charset="-122"/>
                </a:rPr>
                <a:t>反码算术</a:t>
              </a:r>
            </a:p>
            <a:p>
              <a:pPr eaLnBrk="1" hangingPunct="1"/>
              <a:r>
                <a:rPr kumimoji="1" lang="zh-CN" altLang="en-US" sz="2000" b="1">
                  <a:solidFill>
                    <a:srgbClr val="333399"/>
                  </a:solidFill>
                  <a:latin typeface="Arial" charset="0"/>
                  <a:ea typeface="黑体" pitchFamily="2" charset="-122"/>
                </a:rPr>
                <a:t>运算求和</a:t>
              </a:r>
            </a:p>
          </p:txBody>
        </p:sp>
      </p:grpSp>
      <p:grpSp>
        <p:nvGrpSpPr>
          <p:cNvPr id="8" name="Group 76"/>
          <p:cNvGrpSpPr>
            <a:grpSpLocks/>
          </p:cNvGrpSpPr>
          <p:nvPr/>
        </p:nvGrpSpPr>
        <p:grpSpPr bwMode="auto">
          <a:xfrm>
            <a:off x="7748588" y="5165725"/>
            <a:ext cx="2005012" cy="400050"/>
            <a:chOff x="3921" y="2574"/>
            <a:chExt cx="1263" cy="252"/>
          </a:xfrm>
        </p:grpSpPr>
        <p:sp>
          <p:nvSpPr>
            <p:cNvPr id="148541" name="Rectangle 50"/>
            <p:cNvSpPr>
              <a:spLocks noChangeArrowheads="1"/>
            </p:cNvSpPr>
            <p:nvPr/>
          </p:nvSpPr>
          <p:spPr bwMode="auto">
            <a:xfrm>
              <a:off x="4333" y="2619"/>
              <a:ext cx="851" cy="186"/>
            </a:xfrm>
            <a:prstGeom prst="rect">
              <a:avLst/>
            </a:prstGeom>
            <a:solidFill>
              <a:srgbClr val="FFCCFF"/>
            </a:solidFill>
            <a:ln w="9525">
              <a:solidFill>
                <a:schemeClr val="tx1"/>
              </a:solidFill>
              <a:miter lim="800000"/>
              <a:headEnd/>
              <a:tailEnd/>
            </a:ln>
          </p:spPr>
          <p:txBody>
            <a:bodyPr wrap="none" anchor="ctr"/>
            <a:lstStyle/>
            <a:p>
              <a:pPr algn="ctr" eaLnBrk="1" hangingPunct="1"/>
              <a:r>
                <a:rPr kumimoji="1" lang="en-US" altLang="zh-CN" sz="2000" b="1">
                  <a:solidFill>
                    <a:srgbClr val="333399"/>
                  </a:solidFill>
                  <a:ea typeface="黑体" pitchFamily="2" charset="-122"/>
                </a:rPr>
                <a:t>16 </a:t>
              </a:r>
              <a:r>
                <a:rPr kumimoji="1" lang="zh-CN" altLang="en-US" sz="2000" b="1">
                  <a:solidFill>
                    <a:srgbClr val="333399"/>
                  </a:solidFill>
                  <a:ea typeface="黑体" pitchFamily="2" charset="-122"/>
                </a:rPr>
                <a:t>位</a:t>
              </a:r>
            </a:p>
          </p:txBody>
        </p:sp>
        <p:sp>
          <p:nvSpPr>
            <p:cNvPr id="148542" name="Text Box 51"/>
            <p:cNvSpPr txBox="1">
              <a:spLocks noChangeArrowheads="1"/>
            </p:cNvSpPr>
            <p:nvPr/>
          </p:nvSpPr>
          <p:spPr bwMode="auto">
            <a:xfrm>
              <a:off x="3921" y="2574"/>
              <a:ext cx="43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2" charset="-122"/>
                </a:rPr>
                <a:t>结果</a:t>
              </a:r>
            </a:p>
          </p:txBody>
        </p:sp>
      </p:grpSp>
      <p:sp>
        <p:nvSpPr>
          <p:cNvPr id="148524" name="Text Box 53"/>
          <p:cNvSpPr txBox="1">
            <a:spLocks noChangeArrowheads="1"/>
          </p:cNvSpPr>
          <p:nvPr/>
        </p:nvSpPr>
        <p:spPr bwMode="auto">
          <a:xfrm>
            <a:off x="8756650" y="2524125"/>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a:t>
            </a:r>
          </a:p>
        </p:txBody>
      </p:sp>
      <p:sp>
        <p:nvSpPr>
          <p:cNvPr id="148525" name="Text Box 54"/>
          <p:cNvSpPr txBox="1">
            <a:spLocks noChangeArrowheads="1"/>
          </p:cNvSpPr>
          <p:nvPr/>
        </p:nvSpPr>
        <p:spPr bwMode="auto">
          <a:xfrm>
            <a:off x="8740775" y="3114675"/>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a:t>
            </a:r>
          </a:p>
        </p:txBody>
      </p:sp>
      <p:sp>
        <p:nvSpPr>
          <p:cNvPr id="148526" name="Line 55"/>
          <p:cNvSpPr>
            <a:spLocks noChangeShapeType="1"/>
          </p:cNvSpPr>
          <p:nvPr/>
        </p:nvSpPr>
        <p:spPr bwMode="auto">
          <a:xfrm>
            <a:off x="7661275" y="3959225"/>
            <a:ext cx="25844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9" name="Group 75"/>
          <p:cNvGrpSpPr>
            <a:grpSpLocks/>
          </p:cNvGrpSpPr>
          <p:nvPr/>
        </p:nvGrpSpPr>
        <p:grpSpPr bwMode="auto">
          <a:xfrm>
            <a:off x="8112125" y="4656138"/>
            <a:ext cx="1084263" cy="501650"/>
            <a:chOff x="4150" y="2253"/>
            <a:chExt cx="683" cy="316"/>
          </a:xfrm>
        </p:grpSpPr>
        <p:sp>
          <p:nvSpPr>
            <p:cNvPr id="148539" name="AutoShape 52"/>
            <p:cNvSpPr>
              <a:spLocks noChangeArrowheads="1"/>
            </p:cNvSpPr>
            <p:nvPr/>
          </p:nvSpPr>
          <p:spPr bwMode="auto">
            <a:xfrm>
              <a:off x="4733" y="2253"/>
              <a:ext cx="100" cy="316"/>
            </a:xfrm>
            <a:prstGeom prst="downArrow">
              <a:avLst>
                <a:gd name="adj1" fmla="val 50000"/>
                <a:gd name="adj2" fmla="val 79000"/>
              </a:avLst>
            </a:prstGeom>
            <a:solidFill>
              <a:schemeClr val="accent1"/>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48540" name="Text Box 56"/>
            <p:cNvSpPr txBox="1">
              <a:spLocks noChangeArrowheads="1"/>
            </p:cNvSpPr>
            <p:nvPr/>
          </p:nvSpPr>
          <p:spPr bwMode="auto">
            <a:xfrm>
              <a:off x="4150" y="2264"/>
              <a:ext cx="60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2" charset="-122"/>
                </a:rPr>
                <a:t>取反码</a:t>
              </a:r>
            </a:p>
          </p:txBody>
        </p:sp>
      </p:grpSp>
      <p:sp>
        <p:nvSpPr>
          <p:cNvPr id="148528" name="AutoShape 57"/>
          <p:cNvSpPr>
            <a:spLocks/>
          </p:cNvSpPr>
          <p:nvPr/>
        </p:nvSpPr>
        <p:spPr bwMode="auto">
          <a:xfrm>
            <a:off x="7462838" y="1906588"/>
            <a:ext cx="158750" cy="1931987"/>
          </a:xfrm>
          <a:prstGeom prst="leftBrace">
            <a:avLst>
              <a:gd name="adj1" fmla="val 101417"/>
              <a:gd name="adj2" fmla="val 50000"/>
            </a:avLst>
          </a:pr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1" hangingPunct="1"/>
            <a:endParaRPr lang="zh-CN" altLang="zh-CN" sz="2800" b="1">
              <a:solidFill>
                <a:srgbClr val="333399"/>
              </a:solidFill>
              <a:latin typeface="Tahoma" pitchFamily="34" charset="0"/>
            </a:endParaRPr>
          </a:p>
        </p:txBody>
      </p:sp>
      <p:sp>
        <p:nvSpPr>
          <p:cNvPr id="148529" name="Text Box 58"/>
          <p:cNvSpPr txBox="1">
            <a:spLocks noChangeArrowheads="1"/>
          </p:cNvSpPr>
          <p:nvPr/>
        </p:nvSpPr>
        <p:spPr bwMode="auto">
          <a:xfrm>
            <a:off x="5419725" y="5981700"/>
            <a:ext cx="121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2" charset="-122"/>
              </a:rPr>
              <a:t>数据部分</a:t>
            </a:r>
          </a:p>
        </p:txBody>
      </p:sp>
      <p:sp>
        <p:nvSpPr>
          <p:cNvPr id="148530" name="AutoShape 59"/>
          <p:cNvSpPr>
            <a:spLocks/>
          </p:cNvSpPr>
          <p:nvPr/>
        </p:nvSpPr>
        <p:spPr bwMode="auto">
          <a:xfrm>
            <a:off x="6850063" y="5027613"/>
            <a:ext cx="160337" cy="742950"/>
          </a:xfrm>
          <a:prstGeom prst="rightBrace">
            <a:avLst>
              <a:gd name="adj1" fmla="val 38614"/>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148531" name="Freeform 60"/>
          <p:cNvSpPr>
            <a:spLocks/>
          </p:cNvSpPr>
          <p:nvPr/>
        </p:nvSpPr>
        <p:spPr bwMode="auto">
          <a:xfrm>
            <a:off x="7010400" y="2871788"/>
            <a:ext cx="454025" cy="2525712"/>
          </a:xfrm>
          <a:custGeom>
            <a:avLst/>
            <a:gdLst>
              <a:gd name="T0" fmla="*/ 0 w 464"/>
              <a:gd name="T1" fmla="*/ 2147483646 h 1624"/>
              <a:gd name="T2" fmla="*/ 2147483646 w 464"/>
              <a:gd name="T3" fmla="*/ 2147483646 h 1624"/>
              <a:gd name="T4" fmla="*/ 2147483646 w 464"/>
              <a:gd name="T5" fmla="*/ 0 h 1624"/>
              <a:gd name="T6" fmla="*/ 2147483646 w 464"/>
              <a:gd name="T7" fmla="*/ 0 h 1624"/>
              <a:gd name="T8" fmla="*/ 0 60000 65536"/>
              <a:gd name="T9" fmla="*/ 0 60000 65536"/>
              <a:gd name="T10" fmla="*/ 0 60000 65536"/>
              <a:gd name="T11" fmla="*/ 0 60000 65536"/>
              <a:gd name="T12" fmla="*/ 0 w 464"/>
              <a:gd name="T13" fmla="*/ 0 h 1624"/>
              <a:gd name="T14" fmla="*/ 464 w 464"/>
              <a:gd name="T15" fmla="*/ 1624 h 1624"/>
            </a:gdLst>
            <a:ahLst/>
            <a:cxnLst>
              <a:cxn ang="T8">
                <a:pos x="T0" y="T1"/>
              </a:cxn>
              <a:cxn ang="T9">
                <a:pos x="T2" y="T3"/>
              </a:cxn>
              <a:cxn ang="T10">
                <a:pos x="T4" y="T5"/>
              </a:cxn>
              <a:cxn ang="T11">
                <a:pos x="T6" y="T7"/>
              </a:cxn>
            </a:cxnLst>
            <a:rect l="T12" t="T13" r="T14" b="T15"/>
            <a:pathLst>
              <a:path w="464" h="1624">
                <a:moveTo>
                  <a:pt x="0" y="1624"/>
                </a:moveTo>
                <a:lnTo>
                  <a:pt x="56" y="1624"/>
                </a:lnTo>
                <a:lnTo>
                  <a:pt x="56" y="0"/>
                </a:lnTo>
                <a:lnTo>
                  <a:pt x="464" y="0"/>
                </a:lnTo>
              </a:path>
            </a:pathLst>
          </a:custGeom>
          <a:noFill/>
          <a:ln w="28575">
            <a:solidFill>
              <a:srgbClr val="333399"/>
            </a:solidFill>
            <a:round/>
            <a:headE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grpSp>
        <p:nvGrpSpPr>
          <p:cNvPr id="10" name="Group 77"/>
          <p:cNvGrpSpPr>
            <a:grpSpLocks/>
          </p:cNvGrpSpPr>
          <p:nvPr/>
        </p:nvGrpSpPr>
        <p:grpSpPr bwMode="auto">
          <a:xfrm>
            <a:off x="7959725" y="5578475"/>
            <a:ext cx="2476500" cy="1195388"/>
            <a:chOff x="4046" y="2924"/>
            <a:chExt cx="1560" cy="753"/>
          </a:xfrm>
        </p:grpSpPr>
        <p:sp>
          <p:nvSpPr>
            <p:cNvPr id="148537" name="AutoShape 61"/>
            <p:cNvSpPr>
              <a:spLocks noChangeArrowheads="1"/>
            </p:cNvSpPr>
            <p:nvPr/>
          </p:nvSpPr>
          <p:spPr bwMode="auto">
            <a:xfrm>
              <a:off x="4724" y="2924"/>
              <a:ext cx="101" cy="211"/>
            </a:xfrm>
            <a:prstGeom prst="downArrow">
              <a:avLst>
                <a:gd name="adj1" fmla="val 50000"/>
                <a:gd name="adj2" fmla="val 78216"/>
              </a:avLst>
            </a:prstGeom>
            <a:solidFill>
              <a:schemeClr val="accent1"/>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48538" name="Rectangle 62"/>
            <p:cNvSpPr>
              <a:spLocks noChangeArrowheads="1"/>
            </p:cNvSpPr>
            <p:nvPr/>
          </p:nvSpPr>
          <p:spPr bwMode="auto">
            <a:xfrm>
              <a:off x="4046" y="3164"/>
              <a:ext cx="1560" cy="513"/>
            </a:xfrm>
            <a:prstGeom prst="rect">
              <a:avLst/>
            </a:prstGeom>
            <a:solidFill>
              <a:srgbClr val="CCECFF"/>
            </a:solidFill>
            <a:ln w="12700">
              <a:solidFill>
                <a:srgbClr val="333399"/>
              </a:solidFill>
              <a:miter lim="800000"/>
              <a:headEnd/>
              <a:tailEnd/>
            </a:ln>
            <a:effectLst>
              <a:outerShdw dist="35921" dir="2700000" algn="ctr" rotWithShape="0">
                <a:schemeClr val="bg2"/>
              </a:outerShdw>
            </a:effectLst>
          </p:spPr>
          <p:txBody>
            <a:bodyPr wrap="none" anchor="ctr"/>
            <a:lstStyle/>
            <a:p>
              <a:pPr eaLnBrk="1" hangingPunct="1"/>
              <a:r>
                <a:rPr kumimoji="1" lang="zh-CN" altLang="en-US" sz="2000" b="1">
                  <a:solidFill>
                    <a:srgbClr val="333399"/>
                  </a:solidFill>
                  <a:ea typeface="黑体" pitchFamily="2" charset="-122"/>
                </a:rPr>
                <a:t>若结果为 </a:t>
              </a:r>
              <a:r>
                <a:rPr kumimoji="1" lang="en-US" altLang="zh-CN" sz="2000" b="1">
                  <a:solidFill>
                    <a:srgbClr val="333399"/>
                  </a:solidFill>
                  <a:ea typeface="黑体" pitchFamily="2" charset="-122"/>
                </a:rPr>
                <a:t>0, </a:t>
              </a:r>
              <a:r>
                <a:rPr kumimoji="1" lang="zh-CN" altLang="en-US" sz="2000" b="1">
                  <a:solidFill>
                    <a:srgbClr val="333399"/>
                  </a:solidFill>
                  <a:ea typeface="黑体" pitchFamily="2" charset="-122"/>
                </a:rPr>
                <a:t>则保留；</a:t>
              </a:r>
            </a:p>
            <a:p>
              <a:pPr eaLnBrk="1" hangingPunct="1"/>
              <a:r>
                <a:rPr kumimoji="1" lang="zh-CN" altLang="en-US" sz="2000" b="1">
                  <a:solidFill>
                    <a:srgbClr val="333399"/>
                  </a:solidFill>
                  <a:ea typeface="黑体" pitchFamily="2" charset="-122"/>
                </a:rPr>
                <a:t>否则，丢弃该数据报</a:t>
              </a:r>
            </a:p>
          </p:txBody>
        </p:sp>
      </p:grpSp>
      <p:grpSp>
        <p:nvGrpSpPr>
          <p:cNvPr id="11" name="Group 72"/>
          <p:cNvGrpSpPr>
            <a:grpSpLocks/>
          </p:cNvGrpSpPr>
          <p:nvPr/>
        </p:nvGrpSpPr>
        <p:grpSpPr bwMode="auto">
          <a:xfrm>
            <a:off x="2332038" y="5967413"/>
            <a:ext cx="2987675" cy="708025"/>
            <a:chOff x="509" y="3079"/>
            <a:chExt cx="1882" cy="446"/>
          </a:xfrm>
        </p:grpSpPr>
        <p:sp>
          <p:nvSpPr>
            <p:cNvPr id="148535" name="Text Box 63"/>
            <p:cNvSpPr txBox="1">
              <a:spLocks noChangeArrowheads="1"/>
            </p:cNvSpPr>
            <p:nvPr/>
          </p:nvSpPr>
          <p:spPr bwMode="auto">
            <a:xfrm>
              <a:off x="509" y="3079"/>
              <a:ext cx="1579"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zh-CN" altLang="en-US" sz="2000" b="1">
                  <a:solidFill>
                    <a:srgbClr val="333399"/>
                  </a:solidFill>
                  <a:latin typeface="Arial" charset="0"/>
                  <a:ea typeface="黑体" pitchFamily="2" charset="-122"/>
                </a:rPr>
                <a:t>数据部分</a:t>
              </a:r>
            </a:p>
            <a:p>
              <a:pPr algn="ctr" eaLnBrk="1" hangingPunct="1"/>
              <a:r>
                <a:rPr kumimoji="1" lang="zh-CN" altLang="en-US" sz="2000" b="1">
                  <a:solidFill>
                    <a:srgbClr val="333399"/>
                  </a:solidFill>
                  <a:latin typeface="Arial" charset="0"/>
                  <a:ea typeface="黑体" pitchFamily="2" charset="-122"/>
                </a:rPr>
                <a:t>不参与检验和的计算</a:t>
              </a:r>
            </a:p>
          </p:txBody>
        </p:sp>
        <p:sp>
          <p:nvSpPr>
            <p:cNvPr id="148536" name="Line 64"/>
            <p:cNvSpPr>
              <a:spLocks noChangeShapeType="1"/>
            </p:cNvSpPr>
            <p:nvPr/>
          </p:nvSpPr>
          <p:spPr bwMode="auto">
            <a:xfrm>
              <a:off x="2020" y="3266"/>
              <a:ext cx="371"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grpSp>
      <p:sp>
        <p:nvSpPr>
          <p:cNvPr id="75" name="Rectangle 2">
            <a:extLst>
              <a:ext uri="{FF2B5EF4-FFF2-40B4-BE49-F238E27FC236}"/>
            </a:extLst>
          </p:cNvPr>
          <p:cNvSpPr txBox="1">
            <a:spLocks noChangeArrowheads="1"/>
          </p:cNvSpPr>
          <p:nvPr/>
        </p:nvSpPr>
        <p:spPr>
          <a:xfrm>
            <a:off x="609600" y="274638"/>
            <a:ext cx="10972800" cy="817562"/>
          </a:xfrm>
          <a:prstGeom prst="rect">
            <a:avLst/>
          </a:prstGeom>
        </p:spPr>
        <p:txBody>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pPr eaLnBrk="1" hangingPunct="1">
              <a:defRPr/>
            </a:pPr>
            <a:r>
              <a:rPr lang="en-US" altLang="zh-CN" kern="0" dirty="0" smtClean="0"/>
              <a:t>IP </a:t>
            </a:r>
            <a:r>
              <a:rPr lang="zh-CN" altLang="en-US" kern="0" dirty="0" smtClean="0"/>
              <a:t>数据报首部检验和的计算过程</a:t>
            </a:r>
            <a:endParaRPr lang="zh-CN" altLang="en-US" kern="0" dirty="0"/>
          </a:p>
        </p:txBody>
      </p:sp>
    </p:spTree>
    <p:extLst>
      <p:ext uri="{BB962C8B-B14F-4D97-AF65-F5344CB8AC3E}">
        <p14:creationId xmlns:p14="http://schemas.microsoft.com/office/powerpoint/2010/main" val="3576043735"/>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mph" presetSubtype="0" repeatCount="2000" fill="hold" nodeType="clickEffect">
                                  <p:stCondLst>
                                    <p:cond delay="0"/>
                                  </p:stCondLst>
                                  <p:childTnLst>
                                    <p:anim calcmode="discrete" valueType="str">
                                      <p:cBhvr>
                                        <p:cTn id="6" dur="1000" fill="hold"/>
                                        <p:tgtEl>
                                          <p:spTgt spid="2"/>
                                        </p:tgtEl>
                                        <p:attrNameLst>
                                          <p:attrName>style.visibility</p:attrName>
                                        </p:attrNameLst>
                                      </p:cBhvr>
                                      <p:tavLst>
                                        <p:tav tm="0">
                                          <p:val>
                                            <p:strVal val="hidden"/>
                                          </p:val>
                                        </p:tav>
                                        <p:tav tm="50000">
                                          <p:val>
                                            <p:strVal val="visible"/>
                                          </p:val>
                                        </p:tav>
                                      </p:tavLst>
                                    </p:anim>
                                  </p:childTnLst>
                                </p:cTn>
                              </p:par>
                            </p:childTnLst>
                          </p:cTn>
                        </p:par>
                      </p:childTnLst>
                    </p:cTn>
                  </p:par>
                  <p:par>
                    <p:cTn id="7" fill="hold" nodeType="clickPar">
                      <p:stCondLst>
                        <p:cond delay="indefinite"/>
                      </p:stCondLst>
                      <p:childTnLst>
                        <p:par>
                          <p:cTn id="8" fill="hold" nodeType="withGroup">
                            <p:stCondLst>
                              <p:cond delay="0"/>
                            </p:stCondLst>
                            <p:childTnLst>
                              <p:par>
                                <p:cTn id="9" presetID="35" presetClass="emph" presetSubtype="0" repeatCount="2000" fill="hold" nodeType="clickEffect">
                                  <p:stCondLst>
                                    <p:cond delay="0"/>
                                  </p:stCondLst>
                                  <p:childTnLst>
                                    <p:anim calcmode="discrete" valueType="str">
                                      <p:cBhvr>
                                        <p:cTn id="10" dur="1000" fill="hold"/>
                                        <p:tgtEl>
                                          <p:spTgt spid="11"/>
                                        </p:tgtEl>
                                        <p:attrNameLst>
                                          <p:attrName>style.visibility</p:attrName>
                                        </p:attrNameLst>
                                      </p:cBhvr>
                                      <p:tavLst>
                                        <p:tav tm="0">
                                          <p:val>
                                            <p:strVal val="hidden"/>
                                          </p:val>
                                        </p:tav>
                                        <p:tav tm="50000">
                                          <p:val>
                                            <p:strVal val="visible"/>
                                          </p:val>
                                        </p:tav>
                                      </p:tavLst>
                                    </p:anim>
                                  </p:childTnLst>
                                </p:cTn>
                              </p:par>
                            </p:childTnLst>
                          </p:cTn>
                        </p:par>
                      </p:childTnLst>
                    </p:cTn>
                  </p:par>
                  <p:par>
                    <p:cTn id="11" fill="hold">
                      <p:stCondLst>
                        <p:cond delay="indefinite"/>
                      </p:stCondLst>
                      <p:childTnLst>
                        <p:par>
                          <p:cTn id="12" fill="hold">
                            <p:stCondLst>
                              <p:cond delay="0"/>
                            </p:stCondLst>
                            <p:childTnLst>
                              <p:par>
                                <p:cTn id="13" presetID="35" presetClass="emph" presetSubtype="0" repeatCount="2000" fill="hold" nodeType="clickEffect">
                                  <p:stCondLst>
                                    <p:cond delay="0"/>
                                  </p:stCondLst>
                                  <p:childTnLst>
                                    <p:anim calcmode="discrete" valueType="str">
                                      <p:cBhvr>
                                        <p:cTn id="14"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35" presetClass="emph" presetSubtype="0" repeatCount="2000" fill="hold" nodeType="clickEffect">
                                  <p:stCondLst>
                                    <p:cond delay="0"/>
                                  </p:stCondLst>
                                  <p:childTnLst>
                                    <p:anim calcmode="discrete" valueType="str">
                                      <p:cBhvr>
                                        <p:cTn id="18"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5" presetClass="emph" presetSubtype="0" repeatCount="2000" fill="hold" nodeType="clickEffect">
                                  <p:stCondLst>
                                    <p:cond delay="0"/>
                                  </p:stCondLst>
                                  <p:childTnLst>
                                    <p:anim calcmode="discrete" valueType="str">
                                      <p:cBhvr>
                                        <p:cTn id="22" dur="1000" fill="hold"/>
                                        <p:tgtEl>
                                          <p:spTgt spid="5"/>
                                        </p:tgtEl>
                                        <p:attrNameLst>
                                          <p:attrName>style.visibility</p:attrName>
                                        </p:attrNameLst>
                                      </p:cBhvr>
                                      <p:tavLst>
                                        <p:tav tm="0">
                                          <p:val>
                                            <p:strVal val="hidden"/>
                                          </p:val>
                                        </p:tav>
                                        <p:tav tm="50000">
                                          <p:val>
                                            <p:strVal val="visible"/>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81319"/>
                                        </p:tgtEl>
                                        <p:attrNameLst>
                                          <p:attrName>style.visibility</p:attrName>
                                        </p:attrNameLst>
                                      </p:cBhvr>
                                      <p:to>
                                        <p:strVal val="visible"/>
                                      </p:to>
                                    </p:set>
                                    <p:animEffect transition="in" filter="wipe(left)">
                                      <p:cBhvr>
                                        <p:cTn id="27" dur="2000"/>
                                        <p:tgtEl>
                                          <p:spTgt spid="48131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5" presetClass="emph" presetSubtype="0" repeatCount="2000" fill="hold" nodeType="clickEffect">
                                  <p:stCondLst>
                                    <p:cond delay="0"/>
                                  </p:stCondLst>
                                  <p:childTnLst>
                                    <p:anim calcmode="discrete" valueType="str">
                                      <p:cBhvr>
                                        <p:cTn id="31" dur="1000" fill="hold"/>
                                        <p:tgtEl>
                                          <p:spTgt spid="6"/>
                                        </p:tgtEl>
                                        <p:attrNameLst>
                                          <p:attrName>style.visibility</p:attrName>
                                        </p:attrNameLst>
                                      </p:cBhvr>
                                      <p:tavLst>
                                        <p:tav tm="0">
                                          <p:val>
                                            <p:strVal val="hidden"/>
                                          </p:val>
                                        </p:tav>
                                        <p:tav tm="50000">
                                          <p:val>
                                            <p:strVal val="visible"/>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35" presetClass="emph" presetSubtype="0" repeatCount="2000" fill="hold" nodeType="clickEffect">
                                  <p:stCondLst>
                                    <p:cond delay="0"/>
                                  </p:stCondLst>
                                  <p:childTnLst>
                                    <p:anim calcmode="discrete" valueType="str">
                                      <p:cBhvr>
                                        <p:cTn id="35" dur="1000" fill="hold"/>
                                        <p:tgtEl>
                                          <p:spTgt spid="7"/>
                                        </p:tgtEl>
                                        <p:attrNameLst>
                                          <p:attrName>style.visibility</p:attrName>
                                        </p:attrNameLst>
                                      </p:cBhvr>
                                      <p:tavLst>
                                        <p:tav tm="0">
                                          <p:val>
                                            <p:strVal val="hidden"/>
                                          </p:val>
                                        </p:tav>
                                        <p:tav tm="50000">
                                          <p:val>
                                            <p:strVal val="visible"/>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35" presetClass="emph" presetSubtype="0" repeatCount="2000" fill="hold" nodeType="clickEffect">
                                  <p:stCondLst>
                                    <p:cond delay="0"/>
                                  </p:stCondLst>
                                  <p:childTnLst>
                                    <p:anim calcmode="discrete" valueType="str">
                                      <p:cBhvr>
                                        <p:cTn id="39" dur="1000" fill="hold"/>
                                        <p:tgtEl>
                                          <p:spTgt spid="9"/>
                                        </p:tgtEl>
                                        <p:attrNameLst>
                                          <p:attrName>style.visibility</p:attrName>
                                        </p:attrNameLst>
                                      </p:cBhvr>
                                      <p:tavLst>
                                        <p:tav tm="0">
                                          <p:val>
                                            <p:strVal val="hidden"/>
                                          </p:val>
                                        </p:tav>
                                        <p:tav tm="50000">
                                          <p:val>
                                            <p:strVal val="visible"/>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35" presetClass="emph" presetSubtype="0" repeatCount="2000" fill="hold" nodeType="clickEffect">
                                  <p:stCondLst>
                                    <p:cond delay="0"/>
                                  </p:stCondLst>
                                  <p:childTnLst>
                                    <p:anim calcmode="discrete" valueType="str">
                                      <p:cBhvr>
                                        <p:cTn id="43" dur="10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35" presetClass="emph" presetSubtype="0" repeatCount="2000" fill="hold" nodeType="clickEffect">
                                  <p:stCondLst>
                                    <p:cond delay="0"/>
                                  </p:stCondLst>
                                  <p:childTnLst>
                                    <p:anim calcmode="discrete" valueType="str">
                                      <p:cBhvr>
                                        <p:cTn id="47" dur="1000" fill="hold"/>
                                        <p:tgtEl>
                                          <p:spTgt spid="1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9"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45"/>
          <p:cNvSpPr>
            <a:spLocks noChangeArrowheads="1"/>
          </p:cNvSpPr>
          <p:nvPr/>
        </p:nvSpPr>
        <p:spPr bwMode="auto">
          <a:xfrm>
            <a:off x="1884363" y="2132013"/>
            <a:ext cx="439737"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lnSpc>
                <a:spcPct val="90000"/>
              </a:lnSpc>
            </a:pPr>
            <a:r>
              <a:rPr kumimoji="1" lang="zh-CN" altLang="en-US" sz="2000" b="1">
                <a:solidFill>
                  <a:srgbClr val="333399"/>
                </a:solidFill>
                <a:ea typeface="黑体" pitchFamily="2" charset="-122"/>
              </a:rPr>
              <a:t>固</a:t>
            </a:r>
          </a:p>
          <a:p>
            <a:pPr defTabSz="762000">
              <a:lnSpc>
                <a:spcPct val="90000"/>
              </a:lnSpc>
            </a:pPr>
            <a:r>
              <a:rPr kumimoji="1" lang="zh-CN" altLang="en-US" sz="2000" b="1">
                <a:solidFill>
                  <a:srgbClr val="333399"/>
                </a:solidFill>
                <a:ea typeface="黑体" pitchFamily="2" charset="-122"/>
              </a:rPr>
              <a:t>定</a:t>
            </a:r>
          </a:p>
          <a:p>
            <a:pPr defTabSz="762000">
              <a:lnSpc>
                <a:spcPct val="90000"/>
              </a:lnSpc>
            </a:pPr>
            <a:r>
              <a:rPr kumimoji="1" lang="zh-CN" altLang="en-US" sz="2000" b="1">
                <a:solidFill>
                  <a:srgbClr val="333399"/>
                </a:solidFill>
                <a:ea typeface="黑体" pitchFamily="2" charset="-122"/>
              </a:rPr>
              <a:t>部</a:t>
            </a:r>
          </a:p>
          <a:p>
            <a:pPr defTabSz="762000">
              <a:lnSpc>
                <a:spcPct val="90000"/>
              </a:lnSpc>
            </a:pPr>
            <a:r>
              <a:rPr kumimoji="1" lang="zh-CN" altLang="en-US" sz="2000" b="1">
                <a:solidFill>
                  <a:srgbClr val="333399"/>
                </a:solidFill>
                <a:ea typeface="黑体" pitchFamily="2" charset="-122"/>
              </a:rPr>
              <a:t>分</a:t>
            </a:r>
          </a:p>
        </p:txBody>
      </p:sp>
      <p:sp>
        <p:nvSpPr>
          <p:cNvPr id="117763" name="Rectangle 54"/>
          <p:cNvSpPr>
            <a:spLocks noChangeArrowheads="1"/>
          </p:cNvSpPr>
          <p:nvPr/>
        </p:nvSpPr>
        <p:spPr bwMode="auto">
          <a:xfrm>
            <a:off x="1741488" y="3787775"/>
            <a:ext cx="695325"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可变</a:t>
            </a:r>
          </a:p>
          <a:p>
            <a:pPr defTabSz="762000"/>
            <a:r>
              <a:rPr kumimoji="1" lang="zh-CN" altLang="en-US" sz="2000" b="1" dirty="0">
                <a:solidFill>
                  <a:srgbClr val="333399"/>
                </a:solidFill>
                <a:ea typeface="黑体" pitchFamily="2" charset="-122"/>
              </a:rPr>
              <a:t>部分</a:t>
            </a:r>
          </a:p>
        </p:txBody>
      </p:sp>
      <p:sp>
        <p:nvSpPr>
          <p:cNvPr id="117765" name="Rectangle 8"/>
          <p:cNvSpPr>
            <a:spLocks noChangeArrowheads="1"/>
          </p:cNvSpPr>
          <p:nvPr/>
        </p:nvSpPr>
        <p:spPr bwMode="auto">
          <a:xfrm>
            <a:off x="4367213" y="1730375"/>
            <a:ext cx="1966912" cy="434975"/>
          </a:xfrm>
          <a:prstGeom prst="rect">
            <a:avLst/>
          </a:prstGeom>
          <a:solidFill>
            <a:srgbClr val="DDDDDD"/>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767" name="Rectangle 10"/>
          <p:cNvSpPr>
            <a:spLocks noChangeArrowheads="1"/>
          </p:cNvSpPr>
          <p:nvPr/>
        </p:nvSpPr>
        <p:spPr bwMode="auto">
          <a:xfrm>
            <a:off x="2409825" y="1720850"/>
            <a:ext cx="7864475" cy="2643188"/>
          </a:xfrm>
          <a:prstGeom prst="rect">
            <a:avLst/>
          </a:prstGeom>
          <a:solidFill>
            <a:srgbClr val="CCECFF"/>
          </a:solidFill>
          <a:ln w="254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17768" name="Rectangle 11"/>
          <p:cNvSpPr>
            <a:spLocks noChangeArrowheads="1"/>
          </p:cNvSpPr>
          <p:nvPr/>
        </p:nvSpPr>
        <p:spPr bwMode="auto">
          <a:xfrm>
            <a:off x="2424113" y="4375150"/>
            <a:ext cx="7832725" cy="681038"/>
          </a:xfrm>
          <a:prstGeom prst="rect">
            <a:avLst/>
          </a:prstGeom>
          <a:solidFill>
            <a:srgbClr val="FFFF99"/>
          </a:solidFill>
          <a:ln w="12700">
            <a:solidFill>
              <a:srgbClr val="333399"/>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17769" name="Line 12"/>
          <p:cNvSpPr>
            <a:spLocks noChangeShapeType="1"/>
          </p:cNvSpPr>
          <p:nvPr/>
        </p:nvSpPr>
        <p:spPr bwMode="auto">
          <a:xfrm>
            <a:off x="2405063" y="2171700"/>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0" name="Line 13"/>
          <p:cNvSpPr>
            <a:spLocks noChangeShapeType="1"/>
          </p:cNvSpPr>
          <p:nvPr/>
        </p:nvSpPr>
        <p:spPr bwMode="auto">
          <a:xfrm>
            <a:off x="2405063" y="261461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1" name="Line 14"/>
          <p:cNvSpPr>
            <a:spLocks noChangeShapeType="1"/>
          </p:cNvSpPr>
          <p:nvPr/>
        </p:nvSpPr>
        <p:spPr bwMode="auto">
          <a:xfrm>
            <a:off x="2405063" y="305911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2" name="Line 15"/>
          <p:cNvSpPr>
            <a:spLocks noChangeShapeType="1"/>
          </p:cNvSpPr>
          <p:nvPr/>
        </p:nvSpPr>
        <p:spPr bwMode="auto">
          <a:xfrm>
            <a:off x="2405063" y="349726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3" name="Line 16"/>
          <p:cNvSpPr>
            <a:spLocks noChangeShapeType="1"/>
          </p:cNvSpPr>
          <p:nvPr/>
        </p:nvSpPr>
        <p:spPr bwMode="auto">
          <a:xfrm>
            <a:off x="2405063" y="3941763"/>
            <a:ext cx="787876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4" name="Line 17"/>
          <p:cNvSpPr>
            <a:spLocks noChangeShapeType="1"/>
          </p:cNvSpPr>
          <p:nvPr/>
        </p:nvSpPr>
        <p:spPr bwMode="auto">
          <a:xfrm>
            <a:off x="3373438" y="1728788"/>
            <a:ext cx="0" cy="4429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5" name="Line 18"/>
          <p:cNvSpPr>
            <a:spLocks noChangeShapeType="1"/>
          </p:cNvSpPr>
          <p:nvPr/>
        </p:nvSpPr>
        <p:spPr bwMode="auto">
          <a:xfrm>
            <a:off x="4357688" y="1728788"/>
            <a:ext cx="0" cy="4429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6" name="Line 19"/>
          <p:cNvSpPr>
            <a:spLocks noChangeShapeType="1"/>
          </p:cNvSpPr>
          <p:nvPr/>
        </p:nvSpPr>
        <p:spPr bwMode="auto">
          <a:xfrm>
            <a:off x="4357688" y="2624138"/>
            <a:ext cx="0" cy="431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7" name="Line 20"/>
          <p:cNvSpPr>
            <a:spLocks noChangeShapeType="1"/>
          </p:cNvSpPr>
          <p:nvPr/>
        </p:nvSpPr>
        <p:spPr bwMode="auto">
          <a:xfrm>
            <a:off x="6330950" y="1728788"/>
            <a:ext cx="0" cy="1327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8" name="Line 21"/>
          <p:cNvSpPr>
            <a:spLocks noChangeShapeType="1"/>
          </p:cNvSpPr>
          <p:nvPr/>
        </p:nvSpPr>
        <p:spPr bwMode="auto">
          <a:xfrm flipV="1">
            <a:off x="8302625" y="3937000"/>
            <a:ext cx="0" cy="4413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79" name="Line 22"/>
          <p:cNvSpPr>
            <a:spLocks noChangeShapeType="1"/>
          </p:cNvSpPr>
          <p:nvPr/>
        </p:nvSpPr>
        <p:spPr bwMode="auto">
          <a:xfrm>
            <a:off x="7132638" y="2181225"/>
            <a:ext cx="0" cy="4333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780" name="Rectangle 23"/>
          <p:cNvSpPr>
            <a:spLocks noChangeArrowheads="1"/>
          </p:cNvSpPr>
          <p:nvPr/>
        </p:nvSpPr>
        <p:spPr bwMode="auto">
          <a:xfrm>
            <a:off x="2352675" y="1341438"/>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0</a:t>
            </a:r>
          </a:p>
        </p:txBody>
      </p:sp>
      <p:sp>
        <p:nvSpPr>
          <p:cNvPr id="117781" name="Rectangle 24"/>
          <p:cNvSpPr>
            <a:spLocks noChangeArrowheads="1"/>
          </p:cNvSpPr>
          <p:nvPr/>
        </p:nvSpPr>
        <p:spPr bwMode="auto">
          <a:xfrm>
            <a:off x="3287713" y="1341438"/>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4</a:t>
            </a:r>
          </a:p>
        </p:txBody>
      </p:sp>
      <p:sp>
        <p:nvSpPr>
          <p:cNvPr id="117782" name="Rectangle 25"/>
          <p:cNvSpPr>
            <a:spLocks noChangeArrowheads="1"/>
          </p:cNvSpPr>
          <p:nvPr/>
        </p:nvSpPr>
        <p:spPr bwMode="auto">
          <a:xfrm>
            <a:off x="4283075" y="1341438"/>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8</a:t>
            </a:r>
          </a:p>
        </p:txBody>
      </p:sp>
      <p:sp>
        <p:nvSpPr>
          <p:cNvPr id="117783" name="Rectangle 26"/>
          <p:cNvSpPr>
            <a:spLocks noChangeArrowheads="1"/>
          </p:cNvSpPr>
          <p:nvPr/>
        </p:nvSpPr>
        <p:spPr bwMode="auto">
          <a:xfrm>
            <a:off x="6234113"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16</a:t>
            </a:r>
          </a:p>
        </p:txBody>
      </p:sp>
      <p:sp>
        <p:nvSpPr>
          <p:cNvPr id="117784" name="Rectangle 27"/>
          <p:cNvSpPr>
            <a:spLocks noChangeArrowheads="1"/>
          </p:cNvSpPr>
          <p:nvPr/>
        </p:nvSpPr>
        <p:spPr bwMode="auto">
          <a:xfrm>
            <a:off x="7031038"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19</a:t>
            </a:r>
          </a:p>
        </p:txBody>
      </p:sp>
      <p:sp>
        <p:nvSpPr>
          <p:cNvPr id="117785" name="Rectangle 28"/>
          <p:cNvSpPr>
            <a:spLocks noChangeArrowheads="1"/>
          </p:cNvSpPr>
          <p:nvPr/>
        </p:nvSpPr>
        <p:spPr bwMode="auto">
          <a:xfrm>
            <a:off x="8205788" y="134143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24</a:t>
            </a:r>
          </a:p>
        </p:txBody>
      </p:sp>
      <p:sp>
        <p:nvSpPr>
          <p:cNvPr id="117786" name="Rectangle 29"/>
          <p:cNvSpPr>
            <a:spLocks noChangeArrowheads="1"/>
          </p:cNvSpPr>
          <p:nvPr/>
        </p:nvSpPr>
        <p:spPr bwMode="auto">
          <a:xfrm>
            <a:off x="9918700" y="1341438"/>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31</a:t>
            </a:r>
          </a:p>
        </p:txBody>
      </p:sp>
      <p:sp>
        <p:nvSpPr>
          <p:cNvPr id="117787" name="Rectangle 30"/>
          <p:cNvSpPr>
            <a:spLocks noChangeArrowheads="1"/>
          </p:cNvSpPr>
          <p:nvPr/>
        </p:nvSpPr>
        <p:spPr bwMode="auto">
          <a:xfrm>
            <a:off x="2501900" y="1755775"/>
            <a:ext cx="7667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版 本</a:t>
            </a:r>
          </a:p>
        </p:txBody>
      </p:sp>
      <p:sp>
        <p:nvSpPr>
          <p:cNvPr id="117788" name="Rectangle 31"/>
          <p:cNvSpPr>
            <a:spLocks noChangeArrowheads="1"/>
          </p:cNvSpPr>
          <p:nvPr/>
        </p:nvSpPr>
        <p:spPr bwMode="auto">
          <a:xfrm>
            <a:off x="6389688" y="2232025"/>
            <a:ext cx="695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标志</a:t>
            </a:r>
          </a:p>
        </p:txBody>
      </p:sp>
      <p:sp>
        <p:nvSpPr>
          <p:cNvPr id="117789" name="Rectangle 32"/>
          <p:cNvSpPr>
            <a:spLocks noChangeArrowheads="1"/>
          </p:cNvSpPr>
          <p:nvPr/>
        </p:nvSpPr>
        <p:spPr bwMode="auto">
          <a:xfrm>
            <a:off x="2698750" y="2636838"/>
            <a:ext cx="1420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生 存 时 间</a:t>
            </a:r>
          </a:p>
        </p:txBody>
      </p:sp>
      <p:sp>
        <p:nvSpPr>
          <p:cNvPr id="117790" name="Rectangle 33"/>
          <p:cNvSpPr>
            <a:spLocks noChangeArrowheads="1"/>
          </p:cNvSpPr>
          <p:nvPr/>
        </p:nvSpPr>
        <p:spPr bwMode="auto">
          <a:xfrm>
            <a:off x="4829175" y="2636838"/>
            <a:ext cx="981039"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协    议</a:t>
            </a:r>
          </a:p>
        </p:txBody>
      </p:sp>
      <p:sp>
        <p:nvSpPr>
          <p:cNvPr id="117791" name="Rectangle 34"/>
          <p:cNvSpPr>
            <a:spLocks noChangeArrowheads="1"/>
          </p:cNvSpPr>
          <p:nvPr/>
        </p:nvSpPr>
        <p:spPr bwMode="auto">
          <a:xfrm>
            <a:off x="3843338" y="2232025"/>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标    识</a:t>
            </a:r>
          </a:p>
        </p:txBody>
      </p:sp>
      <p:sp>
        <p:nvSpPr>
          <p:cNvPr id="117792" name="Rectangle 35"/>
          <p:cNvSpPr>
            <a:spLocks noChangeArrowheads="1"/>
          </p:cNvSpPr>
          <p:nvPr/>
        </p:nvSpPr>
        <p:spPr bwMode="auto">
          <a:xfrm>
            <a:off x="4654550" y="1755775"/>
            <a:ext cx="1420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区 分 服 务</a:t>
            </a:r>
          </a:p>
        </p:txBody>
      </p:sp>
      <p:sp>
        <p:nvSpPr>
          <p:cNvPr id="117793" name="Rectangle 36"/>
          <p:cNvSpPr>
            <a:spLocks noChangeArrowheads="1"/>
          </p:cNvSpPr>
          <p:nvPr/>
        </p:nvSpPr>
        <p:spPr bwMode="auto">
          <a:xfrm>
            <a:off x="7780338" y="175577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总   长   度</a:t>
            </a:r>
          </a:p>
        </p:txBody>
      </p:sp>
      <p:sp>
        <p:nvSpPr>
          <p:cNvPr id="117794" name="Rectangle 37"/>
          <p:cNvSpPr>
            <a:spLocks noChangeArrowheads="1"/>
          </p:cNvSpPr>
          <p:nvPr/>
        </p:nvSpPr>
        <p:spPr bwMode="auto">
          <a:xfrm>
            <a:off x="8051800" y="223202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片   偏   移</a:t>
            </a:r>
          </a:p>
        </p:txBody>
      </p:sp>
      <p:sp>
        <p:nvSpPr>
          <p:cNvPr id="117795" name="Rectangle 38"/>
          <p:cNvSpPr>
            <a:spLocks noChangeArrowheads="1"/>
          </p:cNvSpPr>
          <p:nvPr/>
        </p:nvSpPr>
        <p:spPr bwMode="auto">
          <a:xfrm>
            <a:off x="8775700" y="3965575"/>
            <a:ext cx="977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填    充</a:t>
            </a:r>
          </a:p>
        </p:txBody>
      </p:sp>
      <p:sp>
        <p:nvSpPr>
          <p:cNvPr id="117796" name="Rectangle 39"/>
          <p:cNvSpPr>
            <a:spLocks noChangeArrowheads="1"/>
          </p:cNvSpPr>
          <p:nvPr/>
        </p:nvSpPr>
        <p:spPr bwMode="auto">
          <a:xfrm>
            <a:off x="7199313" y="2636838"/>
            <a:ext cx="2311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首   部   检   验   和</a:t>
            </a:r>
          </a:p>
        </p:txBody>
      </p:sp>
      <p:sp>
        <p:nvSpPr>
          <p:cNvPr id="117797" name="Rectangle 40"/>
          <p:cNvSpPr>
            <a:spLocks noChangeArrowheads="1"/>
          </p:cNvSpPr>
          <p:nvPr/>
        </p:nvSpPr>
        <p:spPr bwMode="auto">
          <a:xfrm>
            <a:off x="5689600" y="3095625"/>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源   地   址</a:t>
            </a:r>
          </a:p>
        </p:txBody>
      </p:sp>
      <p:sp>
        <p:nvSpPr>
          <p:cNvPr id="117798" name="Rectangle 41"/>
          <p:cNvSpPr>
            <a:spLocks noChangeArrowheads="1"/>
          </p:cNvSpPr>
          <p:nvPr/>
        </p:nvSpPr>
        <p:spPr bwMode="auto">
          <a:xfrm>
            <a:off x="5434013" y="3536950"/>
            <a:ext cx="18430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目   的   地   址</a:t>
            </a:r>
          </a:p>
        </p:txBody>
      </p:sp>
      <p:sp>
        <p:nvSpPr>
          <p:cNvPr id="117799" name="Rectangle 42"/>
          <p:cNvSpPr>
            <a:spLocks noChangeArrowheads="1"/>
          </p:cNvSpPr>
          <p:nvPr/>
        </p:nvSpPr>
        <p:spPr bwMode="auto">
          <a:xfrm>
            <a:off x="3502025" y="3965575"/>
            <a:ext cx="41576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可   选   字   段  （长   度   可   变）</a:t>
            </a:r>
          </a:p>
        </p:txBody>
      </p:sp>
      <p:sp>
        <p:nvSpPr>
          <p:cNvPr id="117800" name="Rectangle 43"/>
          <p:cNvSpPr>
            <a:spLocks noChangeArrowheads="1"/>
          </p:cNvSpPr>
          <p:nvPr/>
        </p:nvSpPr>
        <p:spPr bwMode="auto">
          <a:xfrm>
            <a:off x="1881188" y="1327150"/>
            <a:ext cx="4397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位</a:t>
            </a:r>
          </a:p>
        </p:txBody>
      </p:sp>
      <p:sp>
        <p:nvSpPr>
          <p:cNvPr id="117801" name="Rectangle 44"/>
          <p:cNvSpPr>
            <a:spLocks noChangeArrowheads="1"/>
          </p:cNvSpPr>
          <p:nvPr/>
        </p:nvSpPr>
        <p:spPr bwMode="auto">
          <a:xfrm>
            <a:off x="3265967" y="1736725"/>
            <a:ext cx="12080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首部长度</a:t>
            </a:r>
          </a:p>
        </p:txBody>
      </p:sp>
      <p:grpSp>
        <p:nvGrpSpPr>
          <p:cNvPr id="117802" name="Group 46"/>
          <p:cNvGrpSpPr>
            <a:grpSpLocks/>
          </p:cNvGrpSpPr>
          <p:nvPr/>
        </p:nvGrpSpPr>
        <p:grpSpPr bwMode="auto">
          <a:xfrm>
            <a:off x="2343150" y="4106863"/>
            <a:ext cx="131763" cy="69850"/>
            <a:chOff x="833" y="3024"/>
            <a:chExt cx="78" cy="51"/>
          </a:xfrm>
        </p:grpSpPr>
        <p:sp>
          <p:nvSpPr>
            <p:cNvPr id="117823" name="Rectangle 47"/>
            <p:cNvSpPr>
              <a:spLocks noChangeArrowheads="1"/>
            </p:cNvSpPr>
            <p:nvPr/>
          </p:nvSpPr>
          <p:spPr bwMode="auto">
            <a:xfrm>
              <a:off x="833" y="3024"/>
              <a:ext cx="78" cy="5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824" name="Line 48"/>
            <p:cNvSpPr>
              <a:spLocks noChangeShapeType="1"/>
            </p:cNvSpPr>
            <p:nvPr/>
          </p:nvSpPr>
          <p:spPr bwMode="auto">
            <a:xfrm>
              <a:off x="839" y="3030"/>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825" name="Line 49"/>
            <p:cNvSpPr>
              <a:spLocks noChangeShapeType="1"/>
            </p:cNvSpPr>
            <p:nvPr/>
          </p:nvSpPr>
          <p:spPr bwMode="auto">
            <a:xfrm>
              <a:off x="839" y="3075"/>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grpSp>
        <p:nvGrpSpPr>
          <p:cNvPr id="117803" name="Group 50"/>
          <p:cNvGrpSpPr>
            <a:grpSpLocks/>
          </p:cNvGrpSpPr>
          <p:nvPr/>
        </p:nvGrpSpPr>
        <p:grpSpPr bwMode="auto">
          <a:xfrm>
            <a:off x="10210800" y="4116388"/>
            <a:ext cx="131763" cy="66675"/>
            <a:chOff x="5432" y="3030"/>
            <a:chExt cx="78" cy="51"/>
          </a:xfrm>
        </p:grpSpPr>
        <p:sp>
          <p:nvSpPr>
            <p:cNvPr id="117820" name="Rectangle 51"/>
            <p:cNvSpPr>
              <a:spLocks noChangeArrowheads="1"/>
            </p:cNvSpPr>
            <p:nvPr/>
          </p:nvSpPr>
          <p:spPr bwMode="auto">
            <a:xfrm>
              <a:off x="5432" y="3030"/>
              <a:ext cx="78" cy="5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117821" name="Line 52"/>
            <p:cNvSpPr>
              <a:spLocks noChangeShapeType="1"/>
            </p:cNvSpPr>
            <p:nvPr/>
          </p:nvSpPr>
          <p:spPr bwMode="auto">
            <a:xfrm>
              <a:off x="5438" y="3036"/>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117822" name="Line 53"/>
            <p:cNvSpPr>
              <a:spLocks noChangeShapeType="1"/>
            </p:cNvSpPr>
            <p:nvPr/>
          </p:nvSpPr>
          <p:spPr bwMode="auto">
            <a:xfrm>
              <a:off x="5438" y="3081"/>
              <a:ext cx="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sp>
        <p:nvSpPr>
          <p:cNvPr id="117804" name="Rectangle 75"/>
          <p:cNvSpPr>
            <a:spLocks noChangeArrowheads="1"/>
          </p:cNvSpPr>
          <p:nvPr/>
        </p:nvSpPr>
        <p:spPr bwMode="auto">
          <a:xfrm>
            <a:off x="5084763" y="4508500"/>
            <a:ext cx="29083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defTabSz="762000"/>
            <a:r>
              <a:rPr kumimoji="1" lang="zh-CN" altLang="en-US" sz="2000" b="1">
                <a:solidFill>
                  <a:srgbClr val="333399"/>
                </a:solidFill>
                <a:ea typeface="黑体" pitchFamily="2" charset="-122"/>
              </a:rPr>
              <a:t>数       据       部       分</a:t>
            </a:r>
          </a:p>
        </p:txBody>
      </p:sp>
      <p:grpSp>
        <p:nvGrpSpPr>
          <p:cNvPr id="4" name="Group 94"/>
          <p:cNvGrpSpPr>
            <a:grpSpLocks/>
          </p:cNvGrpSpPr>
          <p:nvPr/>
        </p:nvGrpSpPr>
        <p:grpSpPr bwMode="auto">
          <a:xfrm>
            <a:off x="1449388" y="1700213"/>
            <a:ext cx="439737" cy="2663825"/>
            <a:chOff x="111" y="845"/>
            <a:chExt cx="277" cy="1678"/>
          </a:xfrm>
        </p:grpSpPr>
        <p:sp>
          <p:nvSpPr>
            <p:cNvPr id="117818" name="Line 89"/>
            <p:cNvSpPr>
              <a:spLocks noChangeShapeType="1"/>
            </p:cNvSpPr>
            <p:nvPr/>
          </p:nvSpPr>
          <p:spPr bwMode="auto">
            <a:xfrm>
              <a:off x="249" y="845"/>
              <a:ext cx="0" cy="1678"/>
            </a:xfrm>
            <a:prstGeom prst="line">
              <a:avLst/>
            </a:prstGeom>
            <a:noFill/>
            <a:ln w="28575">
              <a:solidFill>
                <a:schemeClr val="tx2"/>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117819" name="Rectangle 78"/>
            <p:cNvSpPr>
              <a:spLocks noChangeArrowheads="1"/>
            </p:cNvSpPr>
            <p:nvPr/>
          </p:nvSpPr>
          <p:spPr bwMode="auto">
            <a:xfrm>
              <a:off x="111" y="1389"/>
              <a:ext cx="277" cy="444"/>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首</a:t>
              </a:r>
            </a:p>
            <a:p>
              <a:pPr defTabSz="762000"/>
              <a:r>
                <a:rPr kumimoji="1" lang="zh-CN" altLang="en-US" sz="2000" b="1" dirty="0">
                  <a:solidFill>
                    <a:srgbClr val="333399"/>
                  </a:solidFill>
                  <a:ea typeface="黑体" pitchFamily="2" charset="-122"/>
                </a:rPr>
                <a:t>部</a:t>
              </a:r>
            </a:p>
          </p:txBody>
        </p:sp>
      </p:grpSp>
      <p:sp>
        <p:nvSpPr>
          <p:cNvPr id="117811" name="AutoShape 97"/>
          <p:cNvSpPr>
            <a:spLocks/>
          </p:cNvSpPr>
          <p:nvPr/>
        </p:nvSpPr>
        <p:spPr bwMode="auto">
          <a:xfrm>
            <a:off x="2222500" y="1771650"/>
            <a:ext cx="166688" cy="2160588"/>
          </a:xfrm>
          <a:prstGeom prst="leftBrace">
            <a:avLst>
              <a:gd name="adj1" fmla="val 108016"/>
              <a:gd name="adj2" fmla="val 50000"/>
            </a:avLst>
          </a:prstGeom>
          <a:noFill/>
          <a:ln w="2857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66" name="Rectangle 2">
            <a:extLst>
              <a:ext uri="{FF2B5EF4-FFF2-40B4-BE49-F238E27FC236}"/>
            </a:extLst>
          </p:cNvPr>
          <p:cNvSpPr txBox="1">
            <a:spLocks noChangeArrowheads="1"/>
          </p:cNvSpPr>
          <p:nvPr/>
        </p:nvSpPr>
        <p:spPr>
          <a:xfrm>
            <a:off x="609600" y="274638"/>
            <a:ext cx="10972800" cy="817562"/>
          </a:xfrm>
          <a:prstGeom prst="rect">
            <a:avLst/>
          </a:prstGeom>
        </p:spPr>
        <p:txBody>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pPr eaLnBrk="1" hangingPunct="1">
              <a:defRPr/>
            </a:pPr>
            <a:r>
              <a:rPr lang="en-US" altLang="zh-CN" kern="0" dirty="0"/>
              <a:t>IP </a:t>
            </a:r>
            <a:r>
              <a:rPr lang="zh-CN" altLang="en-US" kern="0" dirty="0"/>
              <a:t>数据报首部的固定部分中的各字段 </a:t>
            </a:r>
          </a:p>
        </p:txBody>
      </p:sp>
      <p:sp>
        <p:nvSpPr>
          <p:cNvPr id="65" name="Rectangle 89"/>
          <p:cNvSpPr>
            <a:spLocks noChangeArrowheads="1"/>
          </p:cNvSpPr>
          <p:nvPr/>
        </p:nvSpPr>
        <p:spPr bwMode="auto">
          <a:xfrm>
            <a:off x="2389188" y="3095625"/>
            <a:ext cx="7867650" cy="836613"/>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67" name="Text Box 85"/>
          <p:cNvSpPr txBox="1">
            <a:spLocks noChangeArrowheads="1"/>
          </p:cNvSpPr>
          <p:nvPr/>
        </p:nvSpPr>
        <p:spPr bwMode="auto">
          <a:xfrm>
            <a:off x="2515394" y="5157192"/>
            <a:ext cx="7705542" cy="56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lnSpc>
                <a:spcPct val="110000"/>
              </a:lnSpc>
            </a:pPr>
            <a:r>
              <a:rPr lang="zh-CN" altLang="en-US" sz="2800" b="1" dirty="0">
                <a:latin typeface="Arial" charset="0"/>
                <a:ea typeface="黑体" pitchFamily="2" charset="-122"/>
              </a:rPr>
              <a:t>源地址和目的地址都各占 </a:t>
            </a:r>
            <a:r>
              <a:rPr lang="en-US" altLang="zh-CN" sz="2800" b="1" dirty="0">
                <a:latin typeface="Arial" charset="0"/>
                <a:ea typeface="黑体" pitchFamily="2" charset="-122"/>
              </a:rPr>
              <a:t>4 </a:t>
            </a:r>
            <a:r>
              <a:rPr lang="zh-CN" altLang="en-US" sz="2800" b="1" dirty="0">
                <a:latin typeface="Arial" charset="0"/>
                <a:ea typeface="黑体" pitchFamily="2" charset="-122"/>
              </a:rPr>
              <a:t>字节</a:t>
            </a:r>
          </a:p>
        </p:txBody>
      </p:sp>
    </p:spTree>
    <p:extLst>
      <p:ext uri="{BB962C8B-B14F-4D97-AF65-F5344CB8AC3E}">
        <p14:creationId xmlns:p14="http://schemas.microsoft.com/office/powerpoint/2010/main" val="235322850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5"/>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2000" fill="hold" grpId="1" nodeType="afterEffect">
                                  <p:stCondLst>
                                    <p:cond delay="500"/>
                                  </p:stCondLst>
                                  <p:childTnLst>
                                    <p:anim calcmode="discrete" valueType="str">
                                      <p:cBhvr>
                                        <p:cTn id="9" dur="1000" fill="hold"/>
                                        <p:tgtEl>
                                          <p:spTgt spid="6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65" grpId="1"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页脚占位符 4"/>
          <p:cNvSpPr txBox="1">
            <a:spLocks noGrp="1"/>
          </p:cNvSpPr>
          <p:nvPr/>
        </p:nvSpPr>
        <p:spPr bwMode="auto">
          <a:xfrm>
            <a:off x="7772400" y="6237288"/>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endParaRPr lang="zh-CN" altLang="en-US" sz="1400">
              <a:solidFill>
                <a:schemeClr val="tx1"/>
              </a:solidFill>
              <a:latin typeface="Tahoma" pitchFamily="34" charset="0"/>
              <a:ea typeface="宋体" pitchFamily="2" charset="-122"/>
            </a:endParaRPr>
          </a:p>
        </p:txBody>
      </p:sp>
      <p:sp>
        <p:nvSpPr>
          <p:cNvPr id="152579" name="Rectangle 212"/>
          <p:cNvSpPr>
            <a:spLocks noGrp="1" noChangeArrowheads="1"/>
          </p:cNvSpPr>
          <p:nvPr>
            <p:ph type="title"/>
          </p:nvPr>
        </p:nvSpPr>
        <p:spPr/>
        <p:txBody>
          <a:bodyPr anchor="t"/>
          <a:lstStyle/>
          <a:p>
            <a:pPr eaLnBrk="1" hangingPunct="1"/>
            <a:r>
              <a:rPr lang="en-US" altLang="zh-CN" dirty="0" smtClean="0"/>
              <a:t>IP </a:t>
            </a:r>
            <a:r>
              <a:rPr lang="zh-CN" altLang="en-US" dirty="0" smtClean="0"/>
              <a:t>数据报首部的可变部分 </a:t>
            </a:r>
          </a:p>
        </p:txBody>
      </p:sp>
      <p:sp>
        <p:nvSpPr>
          <p:cNvPr id="251093" name="Rectangle 213"/>
          <p:cNvSpPr>
            <a:spLocks noGrp="1" noChangeArrowheads="1"/>
          </p:cNvSpPr>
          <p:nvPr>
            <p:ph idx="1"/>
          </p:nvPr>
        </p:nvSpPr>
        <p:spPr>
          <a:xfrm>
            <a:off x="442913" y="1277458"/>
            <a:ext cx="10801350" cy="4895850"/>
          </a:xfrm>
        </p:spPr>
        <p:txBody>
          <a:bodyPr/>
          <a:lstStyle/>
          <a:p>
            <a:pPr algn="just" eaLnBrk="1" hangingPunct="1"/>
            <a:r>
              <a:rPr lang="en-US" altLang="zh-CN" b="1" dirty="0" smtClean="0"/>
              <a:t>IP </a:t>
            </a:r>
            <a:r>
              <a:rPr lang="zh-CN" altLang="en-US" b="1" dirty="0" smtClean="0"/>
              <a:t>数据报首部的可变部分就是一个选项字段，用来支持排错、测量以及安全等措施，内容很丰富。</a:t>
            </a:r>
          </a:p>
          <a:p>
            <a:pPr algn="just" eaLnBrk="1" hangingPunct="1"/>
            <a:r>
              <a:rPr lang="zh-CN" altLang="en-US" b="1" dirty="0" smtClean="0"/>
              <a:t>选项字段的长度可变，从 </a:t>
            </a:r>
            <a:r>
              <a:rPr lang="en-US" altLang="zh-CN" b="1" dirty="0" smtClean="0"/>
              <a:t>1 </a:t>
            </a:r>
            <a:r>
              <a:rPr lang="zh-CN" altLang="en-US" b="1" dirty="0" smtClean="0"/>
              <a:t>个字节到 </a:t>
            </a:r>
            <a:r>
              <a:rPr lang="en-US" altLang="zh-CN" b="1" dirty="0" smtClean="0"/>
              <a:t>40 </a:t>
            </a:r>
            <a:r>
              <a:rPr lang="zh-CN" altLang="en-US" b="1" dirty="0" smtClean="0"/>
              <a:t>个字节不等，取决于所选择的项目。最后用全 </a:t>
            </a:r>
            <a:r>
              <a:rPr lang="en-US" altLang="zh-CN" b="1" dirty="0" smtClean="0"/>
              <a:t>0 </a:t>
            </a:r>
            <a:r>
              <a:rPr lang="zh-CN" altLang="en-US" b="1" dirty="0" smtClean="0"/>
              <a:t>的填充字段补齐成为 </a:t>
            </a:r>
            <a:r>
              <a:rPr lang="en-US" altLang="zh-CN" b="1" dirty="0" smtClean="0"/>
              <a:t>4 </a:t>
            </a:r>
            <a:r>
              <a:rPr lang="zh-CN" altLang="en-US" b="1" dirty="0" smtClean="0"/>
              <a:t>字节的整数倍。</a:t>
            </a:r>
          </a:p>
          <a:p>
            <a:pPr algn="just" eaLnBrk="1" hangingPunct="1"/>
            <a:r>
              <a:rPr lang="zh-CN" altLang="en-US" b="1" dirty="0" smtClean="0"/>
              <a:t>增加首部的可变部分是为了增加 </a:t>
            </a:r>
            <a:r>
              <a:rPr lang="en-US" altLang="zh-CN" b="1" dirty="0" smtClean="0"/>
              <a:t>IP </a:t>
            </a:r>
            <a:r>
              <a:rPr lang="zh-CN" altLang="en-US" b="1" dirty="0" smtClean="0"/>
              <a:t>数据报的功能，实际上这些选项很少被使用。  </a:t>
            </a:r>
          </a:p>
        </p:txBody>
      </p:sp>
    </p:spTree>
    <p:extLst>
      <p:ext uri="{BB962C8B-B14F-4D97-AF65-F5344CB8AC3E}">
        <p14:creationId xmlns:p14="http://schemas.microsoft.com/office/powerpoint/2010/main" val="2570147265"/>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109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109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093" grpId="0"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标题 1"/>
          <p:cNvSpPr>
            <a:spLocks noGrp="1" noChangeArrowheads="1"/>
          </p:cNvSpPr>
          <p:nvPr>
            <p:ph type="title"/>
          </p:nvPr>
        </p:nvSpPr>
        <p:spPr/>
        <p:txBody>
          <a:bodyPr anchor="t"/>
          <a:lstStyle/>
          <a:p>
            <a:r>
              <a:rPr lang="zh-CN" altLang="en-US" dirty="0" smtClean="0"/>
              <a:t>动手实验</a:t>
            </a:r>
          </a:p>
        </p:txBody>
      </p:sp>
      <p:sp>
        <p:nvSpPr>
          <p:cNvPr id="154627" name="内容占位符 2"/>
          <p:cNvSpPr>
            <a:spLocks noGrp="1" noChangeArrowheads="1"/>
          </p:cNvSpPr>
          <p:nvPr>
            <p:ph idx="1"/>
          </p:nvPr>
        </p:nvSpPr>
        <p:spPr>
          <a:xfrm>
            <a:off x="442913" y="1268760"/>
            <a:ext cx="11304587" cy="4895850"/>
          </a:xfrm>
        </p:spPr>
        <p:txBody>
          <a:bodyPr/>
          <a:lstStyle/>
          <a:p>
            <a:r>
              <a:rPr lang="zh-CN" altLang="en-US" b="1" dirty="0" smtClean="0"/>
              <a:t>实验</a:t>
            </a:r>
            <a:r>
              <a:rPr lang="en-US" altLang="zh-CN" b="1" dirty="0" smtClean="0"/>
              <a:t>4-2</a:t>
            </a:r>
            <a:r>
              <a:rPr lang="zh-CN" altLang="en-US" b="1" dirty="0" smtClean="0"/>
              <a:t>：抓取 </a:t>
            </a:r>
            <a:r>
              <a:rPr lang="en-US" altLang="zh-CN" b="1" dirty="0" smtClean="0"/>
              <a:t>IP </a:t>
            </a:r>
            <a:r>
              <a:rPr lang="zh-CN" altLang="en-US" b="1" dirty="0" smtClean="0"/>
              <a:t>数据报</a:t>
            </a:r>
          </a:p>
        </p:txBody>
      </p:sp>
    </p:spTree>
    <p:extLst>
      <p:ext uri="{BB962C8B-B14F-4D97-AF65-F5344CB8AC3E}">
        <p14:creationId xmlns:p14="http://schemas.microsoft.com/office/powerpoint/2010/main" val="2887978081"/>
      </p:ext>
    </p:extLst>
  </p:cSld>
  <p:clrMapOvr>
    <a:masterClrMapping/>
  </p:clrMapOvr>
  <p:transition spd="slow"/>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p:txBody>
          <a:bodyPr/>
          <a:lstStyle/>
          <a:p>
            <a:pPr eaLnBrk="1" hangingPunct="1"/>
            <a:r>
              <a:rPr lang="zh-CN" altLang="en-US" smtClean="0"/>
              <a:t>指引</a:t>
            </a:r>
            <a:endParaRPr lang="en-US" altLang="zh-CN" smtClean="0"/>
          </a:p>
        </p:txBody>
      </p:sp>
      <p:grpSp>
        <p:nvGrpSpPr>
          <p:cNvPr id="26" name="Group 24"/>
          <p:cNvGrpSpPr>
            <a:grpSpLocks/>
          </p:cNvGrpSpPr>
          <p:nvPr/>
        </p:nvGrpSpPr>
        <p:grpSpPr bwMode="auto">
          <a:xfrm>
            <a:off x="7967663" y="1773238"/>
            <a:ext cx="2514600" cy="3600450"/>
            <a:chOff x="3379" y="1207"/>
            <a:chExt cx="1584" cy="2268"/>
          </a:xfrm>
        </p:grpSpPr>
        <p:sp>
          <p:nvSpPr>
            <p:cNvPr id="27" name="AutoShape 4">
              <a:extLst>
                <a:ext uri="{FF2B5EF4-FFF2-40B4-BE49-F238E27FC236}"/>
              </a:extLst>
            </p:cNvPr>
            <p:cNvSpPr>
              <a:spLocks noChangeArrowheads="1"/>
            </p:cNvSpPr>
            <p:nvPr/>
          </p:nvSpPr>
          <p:spPr bwMode="auto">
            <a:xfrm>
              <a:off x="3379" y="1207"/>
              <a:ext cx="1584" cy="2268"/>
            </a:xfrm>
            <a:prstGeom prst="cube">
              <a:avLst>
                <a:gd name="adj" fmla="val 12185"/>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nchor="ctr"/>
            <a:lstStyle/>
            <a:p>
              <a:pPr algn="ctr" eaLnBrk="1" hangingPunct="1">
                <a:defRPr/>
              </a:pPr>
              <a:endParaRPr kumimoji="1" lang="zh-CN" altLang="en-US" sz="2400" b="1">
                <a:solidFill>
                  <a:srgbClr val="FF0000"/>
                </a:solidFill>
                <a:effectLst>
                  <a:outerShdw blurRad="38100" dist="38100" dir="2700000" algn="tl">
                    <a:srgbClr val="000000"/>
                  </a:outerShdw>
                </a:effectLst>
              </a:endParaRPr>
            </a:p>
            <a:p>
              <a:pPr algn="ctr" eaLnBrk="1" hangingPunct="1">
                <a:defRPr/>
              </a:pPr>
              <a:endParaRPr kumimoji="1" lang="zh-CN" altLang="en-US" sz="2400" b="1">
                <a:solidFill>
                  <a:srgbClr val="FF0000"/>
                </a:solidFill>
                <a:effectLst>
                  <a:outerShdw blurRad="38100" dist="38100" dir="2700000" algn="tl">
                    <a:srgbClr val="000000"/>
                  </a:outerShdw>
                </a:effectLst>
              </a:endParaRPr>
            </a:p>
            <a:p>
              <a:pPr algn="ctr" eaLnBrk="1" hangingPunct="1">
                <a:defRPr/>
              </a:pPr>
              <a:endParaRPr kumimoji="1" lang="zh-CN" altLang="en-US" sz="2400" b="1">
                <a:solidFill>
                  <a:srgbClr val="FF0000"/>
                </a:solidFill>
                <a:effectLst>
                  <a:outerShdw blurRad="38100" dist="38100" dir="2700000" algn="tl">
                    <a:srgbClr val="000000"/>
                  </a:outerShdw>
                </a:effectLst>
              </a:endParaRPr>
            </a:p>
          </p:txBody>
        </p:sp>
        <p:sp>
          <p:nvSpPr>
            <p:cNvPr id="28" name="Rectangle 6">
              <a:extLst>
                <a:ext uri="{FF2B5EF4-FFF2-40B4-BE49-F238E27FC236}"/>
              </a:extLst>
            </p:cNvPr>
            <p:cNvSpPr>
              <a:spLocks noChangeArrowheads="1"/>
            </p:cNvSpPr>
            <p:nvPr/>
          </p:nvSpPr>
          <p:spPr bwMode="auto">
            <a:xfrm>
              <a:off x="3379" y="1399"/>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rPr>
                <a:t>应用层</a:t>
              </a:r>
            </a:p>
          </p:txBody>
        </p:sp>
        <p:sp>
          <p:nvSpPr>
            <p:cNvPr id="29" name="Line 8">
              <a:extLst>
                <a:ext uri="{FF2B5EF4-FFF2-40B4-BE49-F238E27FC236}"/>
              </a:extLst>
            </p:cNvPr>
            <p:cNvSpPr>
              <a:spLocks noChangeShapeType="1"/>
            </p:cNvSpPr>
            <p:nvPr/>
          </p:nvSpPr>
          <p:spPr bwMode="auto">
            <a:xfrm>
              <a:off x="3379" y="1831"/>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0" name="Line 9">
              <a:extLst>
                <a:ext uri="{FF2B5EF4-FFF2-40B4-BE49-F238E27FC236}"/>
              </a:extLst>
            </p:cNvPr>
            <p:cNvSpPr>
              <a:spLocks noChangeShapeType="1"/>
            </p:cNvSpPr>
            <p:nvPr/>
          </p:nvSpPr>
          <p:spPr bwMode="auto">
            <a:xfrm>
              <a:off x="3379"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1" name="Line 10">
              <a:extLst>
                <a:ext uri="{FF2B5EF4-FFF2-40B4-BE49-F238E27FC236}"/>
              </a:extLst>
            </p:cNvPr>
            <p:cNvSpPr>
              <a:spLocks noChangeShapeType="1"/>
            </p:cNvSpPr>
            <p:nvPr/>
          </p:nvSpPr>
          <p:spPr bwMode="auto">
            <a:xfrm>
              <a:off x="4771"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2" name="Rectangle 21">
              <a:extLst>
                <a:ext uri="{FF2B5EF4-FFF2-40B4-BE49-F238E27FC236}"/>
              </a:extLst>
            </p:cNvPr>
            <p:cNvSpPr>
              <a:spLocks noChangeArrowheads="1"/>
            </p:cNvSpPr>
            <p:nvPr/>
          </p:nvSpPr>
          <p:spPr bwMode="auto">
            <a:xfrm>
              <a:off x="3379" y="1831"/>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rPr>
                <a:t>运输层</a:t>
              </a:r>
              <a:endParaRPr kumimoji="1" lang="zh-CN" altLang="en-US" sz="2400" dirty="0">
                <a:solidFill>
                  <a:srgbClr val="FF0000"/>
                </a:solidFill>
                <a:effectLst>
                  <a:outerShdw blurRad="38100" dist="38100" dir="2700000" algn="tl">
                    <a:srgbClr val="000000"/>
                  </a:outerShdw>
                </a:effectLst>
              </a:endParaRPr>
            </a:p>
          </p:txBody>
        </p:sp>
        <p:sp>
          <p:nvSpPr>
            <p:cNvPr id="33" name="Line 23">
              <a:extLst>
                <a:ext uri="{FF2B5EF4-FFF2-40B4-BE49-F238E27FC236}"/>
              </a:extLst>
            </p:cNvPr>
            <p:cNvSpPr>
              <a:spLocks noChangeShapeType="1"/>
            </p:cNvSpPr>
            <p:nvPr/>
          </p:nvSpPr>
          <p:spPr bwMode="auto">
            <a:xfrm>
              <a:off x="3379" y="2263"/>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4" name="Line 24">
              <a:extLst>
                <a:ext uri="{FF2B5EF4-FFF2-40B4-BE49-F238E27FC236}"/>
              </a:extLst>
            </p:cNvPr>
            <p:cNvSpPr>
              <a:spLocks noChangeShapeType="1"/>
            </p:cNvSpPr>
            <p:nvPr/>
          </p:nvSpPr>
          <p:spPr bwMode="auto">
            <a:xfrm>
              <a:off x="3379"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5" name="Line 25">
              <a:extLst>
                <a:ext uri="{FF2B5EF4-FFF2-40B4-BE49-F238E27FC236}"/>
              </a:extLst>
            </p:cNvPr>
            <p:cNvSpPr>
              <a:spLocks noChangeShapeType="1"/>
            </p:cNvSpPr>
            <p:nvPr/>
          </p:nvSpPr>
          <p:spPr bwMode="auto">
            <a:xfrm>
              <a:off x="4771"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6" name="Line 28">
              <a:extLst>
                <a:ext uri="{FF2B5EF4-FFF2-40B4-BE49-F238E27FC236}"/>
              </a:extLst>
            </p:cNvPr>
            <p:cNvSpPr>
              <a:spLocks noChangeShapeType="1"/>
            </p:cNvSpPr>
            <p:nvPr/>
          </p:nvSpPr>
          <p:spPr bwMode="auto">
            <a:xfrm>
              <a:off x="3379" y="2695"/>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7" name="Line 29">
              <a:extLst>
                <a:ext uri="{FF2B5EF4-FFF2-40B4-BE49-F238E27FC236}"/>
              </a:extLst>
            </p:cNvPr>
            <p:cNvSpPr>
              <a:spLocks noChangeShapeType="1"/>
            </p:cNvSpPr>
            <p:nvPr/>
          </p:nvSpPr>
          <p:spPr bwMode="auto">
            <a:xfrm>
              <a:off x="3379" y="3366"/>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8" name="Line 30">
              <a:extLst>
                <a:ext uri="{FF2B5EF4-FFF2-40B4-BE49-F238E27FC236}"/>
              </a:extLst>
            </p:cNvPr>
            <p:cNvSpPr>
              <a:spLocks noChangeShapeType="1"/>
            </p:cNvSpPr>
            <p:nvPr/>
          </p:nvSpPr>
          <p:spPr bwMode="auto">
            <a:xfrm>
              <a:off x="3379"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9" name="Line 31">
              <a:extLst>
                <a:ext uri="{FF2B5EF4-FFF2-40B4-BE49-F238E27FC236}"/>
              </a:extLst>
            </p:cNvPr>
            <p:cNvSpPr>
              <a:spLocks noChangeShapeType="1"/>
            </p:cNvSpPr>
            <p:nvPr/>
          </p:nvSpPr>
          <p:spPr bwMode="auto">
            <a:xfrm>
              <a:off x="4771"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40" name="Rectangle 33">
              <a:extLst>
                <a:ext uri="{FF2B5EF4-FFF2-40B4-BE49-F238E27FC236}"/>
              </a:extLst>
            </p:cNvPr>
            <p:cNvSpPr>
              <a:spLocks noChangeArrowheads="1"/>
            </p:cNvSpPr>
            <p:nvPr/>
          </p:nvSpPr>
          <p:spPr bwMode="auto">
            <a:xfrm>
              <a:off x="3379" y="2263"/>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spcBef>
                  <a:spcPct val="20000"/>
                </a:spcBef>
                <a:buClr>
                  <a:schemeClr val="tx2"/>
                </a:buClr>
                <a:buSzPct val="90000"/>
                <a:buFont typeface="Symbol" pitchFamily="18" charset="2"/>
                <a:buNone/>
                <a:defRPr/>
              </a:pPr>
              <a:r>
                <a:rPr kumimoji="1" lang="zh-CN" altLang="en-US" sz="2800" dirty="0">
                  <a:solidFill>
                    <a:schemeClr val="tx2">
                      <a:lumMod val="60000"/>
                      <a:lumOff val="40000"/>
                    </a:schemeClr>
                  </a:solidFill>
                  <a:effectLst>
                    <a:outerShdw blurRad="38100" dist="38100" dir="2700000" algn="tl">
                      <a:srgbClr val="000000"/>
                    </a:outerShdw>
                  </a:effectLst>
                  <a:latin typeface="Franklin Gothic Book" pitchFamily="34" charset="0"/>
                </a:rPr>
                <a:t>网络层</a:t>
              </a:r>
              <a:endParaRPr kumimoji="1" lang="zh-CN" altLang="en-US" sz="2400" dirty="0">
                <a:solidFill>
                  <a:schemeClr val="tx2">
                    <a:lumMod val="60000"/>
                    <a:lumOff val="40000"/>
                  </a:schemeClr>
                </a:solidFill>
                <a:effectLst>
                  <a:outerShdw blurRad="38100" dist="38100" dir="2700000" algn="tl">
                    <a:srgbClr val="000000"/>
                  </a:outerShdw>
                </a:effectLst>
                <a:latin typeface="Franklin Gothic Book" pitchFamily="34" charset="0"/>
              </a:endParaRPr>
            </a:p>
          </p:txBody>
        </p:sp>
        <p:sp>
          <p:nvSpPr>
            <p:cNvPr id="41" name="Line 36">
              <a:extLst>
                <a:ext uri="{FF2B5EF4-FFF2-40B4-BE49-F238E27FC236}"/>
              </a:extLst>
            </p:cNvPr>
            <p:cNvSpPr>
              <a:spLocks noChangeShapeType="1"/>
            </p:cNvSpPr>
            <p:nvPr/>
          </p:nvSpPr>
          <p:spPr bwMode="auto">
            <a:xfrm>
              <a:off x="3379" y="2263"/>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42" name="Line 37">
              <a:extLst>
                <a:ext uri="{FF2B5EF4-FFF2-40B4-BE49-F238E27FC236}"/>
              </a:extLst>
            </p:cNvPr>
            <p:cNvSpPr>
              <a:spLocks noChangeShapeType="1"/>
            </p:cNvSpPr>
            <p:nvPr/>
          </p:nvSpPr>
          <p:spPr bwMode="auto">
            <a:xfrm>
              <a:off x="4771" y="2263"/>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44" name="Rectangle 27">
              <a:extLst>
                <a:ext uri="{FF2B5EF4-FFF2-40B4-BE49-F238E27FC236}"/>
              </a:extLst>
            </p:cNvPr>
            <p:cNvSpPr>
              <a:spLocks noChangeArrowheads="1"/>
            </p:cNvSpPr>
            <p:nvPr/>
          </p:nvSpPr>
          <p:spPr bwMode="auto">
            <a:xfrm>
              <a:off x="3379" y="2695"/>
              <a:ext cx="1392" cy="37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latin typeface="Franklin Gothic Book" pitchFamily="34" charset="0"/>
                </a:rPr>
                <a:t>数据链路层</a:t>
              </a:r>
              <a:endParaRPr kumimoji="1" lang="zh-CN" altLang="en-US" sz="2400" dirty="0">
                <a:solidFill>
                  <a:srgbClr val="FF0000"/>
                </a:solidFill>
                <a:effectLst>
                  <a:outerShdw blurRad="38100" dist="38100" dir="2700000" algn="tl">
                    <a:srgbClr val="000000"/>
                  </a:outerShdw>
                </a:effectLst>
                <a:latin typeface="Franklin Gothic Book" pitchFamily="34" charset="0"/>
              </a:endParaRPr>
            </a:p>
          </p:txBody>
        </p:sp>
        <p:sp>
          <p:nvSpPr>
            <p:cNvPr id="43" name="Rectangle 39">
              <a:extLst>
                <a:ext uri="{FF2B5EF4-FFF2-40B4-BE49-F238E27FC236}"/>
              </a:extLst>
            </p:cNvPr>
            <p:cNvSpPr>
              <a:spLocks noChangeArrowheads="1"/>
            </p:cNvSpPr>
            <p:nvPr/>
          </p:nvSpPr>
          <p:spPr bwMode="auto">
            <a:xfrm>
              <a:off x="3379" y="3067"/>
              <a:ext cx="1392" cy="408"/>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latin typeface="Franklin Gothic Book" pitchFamily="34" charset="0"/>
                </a:rPr>
                <a:t>物理层</a:t>
              </a:r>
              <a:endParaRPr kumimoji="1" lang="zh-CN" altLang="en-US" sz="2400" dirty="0">
                <a:solidFill>
                  <a:srgbClr val="FF0000"/>
                </a:solidFill>
                <a:effectLst>
                  <a:outerShdw blurRad="38100" dist="38100" dir="2700000" algn="tl">
                    <a:srgbClr val="000000"/>
                  </a:outerShdw>
                </a:effectLst>
                <a:latin typeface="Franklin Gothic Book" pitchFamily="34" charset="0"/>
              </a:endParaRPr>
            </a:p>
          </p:txBody>
        </p:sp>
      </p:grpSp>
      <p:sp>
        <p:nvSpPr>
          <p:cNvPr id="24" name="Rectangle 3"/>
          <p:cNvSpPr>
            <a:spLocks noGrp="1" noChangeArrowheads="1"/>
          </p:cNvSpPr>
          <p:nvPr>
            <p:ph idx="1"/>
          </p:nvPr>
        </p:nvSpPr>
        <p:spPr>
          <a:xfrm>
            <a:off x="2135188" y="1341438"/>
            <a:ext cx="8281987" cy="5327650"/>
          </a:xfrm>
        </p:spPr>
        <p:txBody>
          <a:bodyPr/>
          <a:lstStyle/>
          <a:p>
            <a:pPr eaLnBrk="1" hangingPunct="1"/>
            <a:r>
              <a:rPr lang="zh-CN" altLang="en-US" sz="2800" b="1" dirty="0" smtClean="0"/>
              <a:t>网络层的几个重要概念</a:t>
            </a:r>
          </a:p>
          <a:p>
            <a:pPr eaLnBrk="1" hangingPunct="1"/>
            <a:r>
              <a:rPr lang="zh-CN" altLang="en-US" sz="2800" b="1" dirty="0" smtClean="0"/>
              <a:t>网际协议 </a:t>
            </a:r>
            <a:r>
              <a:rPr lang="en-US" altLang="zh-CN" sz="2800" b="1" dirty="0" smtClean="0"/>
              <a:t>IP</a:t>
            </a:r>
          </a:p>
          <a:p>
            <a:pPr eaLnBrk="1" hangingPunct="1"/>
            <a:r>
              <a:rPr lang="en-US" altLang="zh-CN" sz="2800" b="1" dirty="0" smtClean="0">
                <a:solidFill>
                  <a:srgbClr val="FF0000"/>
                </a:solidFill>
              </a:rPr>
              <a:t>IP </a:t>
            </a:r>
            <a:r>
              <a:rPr lang="zh-CN" altLang="en-US" sz="2800" b="1" dirty="0" smtClean="0">
                <a:solidFill>
                  <a:srgbClr val="FF0000"/>
                </a:solidFill>
              </a:rPr>
              <a:t>层转发分组的过程</a:t>
            </a:r>
          </a:p>
          <a:p>
            <a:pPr eaLnBrk="1" hangingPunct="1"/>
            <a:r>
              <a:rPr lang="zh-CN" altLang="en-US" sz="2800" b="1" dirty="0" smtClean="0"/>
              <a:t>网际控制报文协议 </a:t>
            </a:r>
            <a:r>
              <a:rPr lang="en-US" altLang="zh-CN" sz="2800" b="1" dirty="0" smtClean="0"/>
              <a:t>ICMP</a:t>
            </a:r>
          </a:p>
          <a:p>
            <a:pPr eaLnBrk="1" hangingPunct="1"/>
            <a:r>
              <a:rPr lang="en-US" altLang="zh-CN" sz="2800" b="1" dirty="0" smtClean="0"/>
              <a:t>IPv6</a:t>
            </a:r>
          </a:p>
          <a:p>
            <a:pPr eaLnBrk="1" hangingPunct="1"/>
            <a:r>
              <a:rPr lang="zh-CN" altLang="en-US" sz="2800" b="1" dirty="0" smtClean="0"/>
              <a:t>互联网</a:t>
            </a:r>
            <a:r>
              <a:rPr lang="zh-CN" altLang="en-US" sz="2800" b="1" dirty="0"/>
              <a:t>的路由选择协议</a:t>
            </a:r>
          </a:p>
          <a:p>
            <a:pPr eaLnBrk="1" hangingPunct="1"/>
            <a:r>
              <a:rPr lang="en-US" altLang="zh-CN" sz="2800" b="1" dirty="0" smtClean="0"/>
              <a:t>IP </a:t>
            </a:r>
            <a:r>
              <a:rPr lang="zh-CN" altLang="en-US" sz="2800" b="1" dirty="0" smtClean="0"/>
              <a:t>多播</a:t>
            </a:r>
          </a:p>
          <a:p>
            <a:pPr eaLnBrk="1" hangingPunct="1"/>
            <a:r>
              <a:rPr lang="zh-CN" altLang="en-US" sz="2800" b="1" dirty="0" smtClean="0"/>
              <a:t>虚拟专用网 </a:t>
            </a:r>
            <a:r>
              <a:rPr lang="en-US" altLang="zh-CN" sz="2800" b="1" dirty="0" smtClean="0"/>
              <a:t>VPN </a:t>
            </a:r>
            <a:r>
              <a:rPr lang="zh-CN" altLang="en-US" sz="2800" b="1" dirty="0" smtClean="0"/>
              <a:t>和网络地址转换 </a:t>
            </a:r>
            <a:r>
              <a:rPr lang="en-US" altLang="zh-CN" sz="2800" b="1" dirty="0" smtClean="0"/>
              <a:t>NAT</a:t>
            </a:r>
          </a:p>
          <a:p>
            <a:pPr eaLnBrk="1" hangingPunct="1">
              <a:buFontTx/>
              <a:buNone/>
            </a:pPr>
            <a:endParaRPr lang="en-US" altLang="zh-CN" sz="1800" b="1" dirty="0" smtClean="0"/>
          </a:p>
          <a:p>
            <a:pPr eaLnBrk="1" hangingPunct="1">
              <a:buFontTx/>
              <a:buNone/>
            </a:pPr>
            <a:endParaRPr lang="en-US" altLang="zh-CN" b="1" dirty="0" smtClean="0"/>
          </a:p>
          <a:p>
            <a:pPr eaLnBrk="1" hangingPunct="1">
              <a:buFont typeface="Wingdings" pitchFamily="2" charset="2"/>
              <a:buNone/>
            </a:pPr>
            <a:endParaRPr lang="zh-CN" altLang="en-US" b="1" dirty="0" smtClean="0"/>
          </a:p>
        </p:txBody>
      </p:sp>
    </p:spTree>
  </p:cSld>
  <p:clrMapOvr>
    <a:masterClrMapping/>
  </p:clrMapOvr>
  <p:transition spd="slow"/>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p:cNvSpPr>
            <a:spLocks noGrp="1" noChangeArrowheads="1"/>
          </p:cNvSpPr>
          <p:nvPr>
            <p:ph type="title"/>
          </p:nvPr>
        </p:nvSpPr>
        <p:spPr/>
        <p:txBody>
          <a:bodyPr anchor="ctr"/>
          <a:lstStyle/>
          <a:p>
            <a:pPr eaLnBrk="1" hangingPunct="1"/>
            <a:r>
              <a:rPr lang="en-US" altLang="zh-CN" dirty="0" smtClean="0"/>
              <a:t>4.3.1 </a:t>
            </a:r>
            <a:r>
              <a:rPr lang="zh-CN" altLang="en-US" dirty="0" smtClean="0"/>
              <a:t>基于终点的转发</a:t>
            </a:r>
            <a:endParaRPr lang="zh-CN" altLang="en-US" dirty="0"/>
          </a:p>
        </p:txBody>
      </p:sp>
      <p:sp>
        <p:nvSpPr>
          <p:cNvPr id="5" name="内容占位符 2"/>
          <p:cNvSpPr>
            <a:spLocks noGrp="1"/>
          </p:cNvSpPr>
          <p:nvPr>
            <p:ph idx="1"/>
          </p:nvPr>
        </p:nvSpPr>
        <p:spPr>
          <a:xfrm>
            <a:off x="442744" y="1267200"/>
            <a:ext cx="11303115" cy="4895850"/>
          </a:xfrm>
        </p:spPr>
        <p:txBody>
          <a:bodyPr/>
          <a:lstStyle/>
          <a:p>
            <a:r>
              <a:rPr lang="zh-CN" altLang="en-US" b="1" dirty="0" smtClean="0"/>
              <a:t>通常</a:t>
            </a:r>
            <a:r>
              <a:rPr lang="zh-CN" altLang="en-US" b="1" dirty="0"/>
              <a:t>转发表中的每一项指明到某一个</a:t>
            </a:r>
            <a:r>
              <a:rPr lang="zh-CN" altLang="en-US" b="1" dirty="0">
                <a:solidFill>
                  <a:schemeClr val="tx2">
                    <a:lumMod val="60000"/>
                    <a:lumOff val="40000"/>
                  </a:schemeClr>
                </a:solidFill>
              </a:rPr>
              <a:t>网络</a:t>
            </a:r>
            <a:r>
              <a:rPr lang="zh-CN" altLang="en-US" b="1" dirty="0"/>
              <a:t>而不是到某一台主机的</a:t>
            </a:r>
            <a:r>
              <a:rPr lang="zh-CN" altLang="en-US" b="1" dirty="0" smtClean="0"/>
              <a:t>路由。</a:t>
            </a:r>
            <a:r>
              <a:rPr lang="zh-CN" altLang="en-US" b="1" dirty="0" smtClean="0">
                <a:solidFill>
                  <a:schemeClr val="tx2">
                    <a:lumMod val="60000"/>
                    <a:lumOff val="40000"/>
                  </a:schemeClr>
                </a:solidFill>
              </a:rPr>
              <a:t>特定主机路由</a:t>
            </a:r>
            <a:r>
              <a:rPr lang="zh-CN" altLang="en-US" b="1" dirty="0" smtClean="0"/>
              <a:t>和</a:t>
            </a:r>
            <a:r>
              <a:rPr lang="zh-CN" altLang="en-US" b="1" dirty="0" smtClean="0">
                <a:solidFill>
                  <a:schemeClr val="tx2">
                    <a:lumMod val="60000"/>
                    <a:lumOff val="40000"/>
                  </a:schemeClr>
                </a:solidFill>
              </a:rPr>
              <a:t>默认路由</a:t>
            </a:r>
            <a:r>
              <a:rPr lang="zh-CN" altLang="en-US" b="1" dirty="0" smtClean="0"/>
              <a:t>除外。</a:t>
            </a:r>
            <a:endParaRPr lang="en-US" altLang="zh-CN" b="1" dirty="0" smtClean="0"/>
          </a:p>
          <a:p>
            <a:r>
              <a:rPr lang="zh-CN" altLang="en-US" b="1" dirty="0" smtClean="0"/>
              <a:t>路由器每收到一个分组，</a:t>
            </a:r>
            <a:r>
              <a:rPr lang="zh-CN" altLang="en-US" b="1" dirty="0"/>
              <a:t>就根据其首部的</a:t>
            </a:r>
            <a:r>
              <a:rPr lang="zh-CN" altLang="en-US" b="1" dirty="0" smtClean="0">
                <a:solidFill>
                  <a:schemeClr val="tx2">
                    <a:lumMod val="60000"/>
                    <a:lumOff val="40000"/>
                  </a:schemeClr>
                </a:solidFill>
              </a:rPr>
              <a:t>目的地址</a:t>
            </a:r>
            <a:r>
              <a:rPr lang="zh-CN" altLang="en-US" b="1" dirty="0" smtClean="0"/>
              <a:t>查找</a:t>
            </a:r>
            <a:r>
              <a:rPr lang="zh-CN" altLang="en-US" b="1" dirty="0"/>
              <a:t>转发表，找到匹配的</a:t>
            </a:r>
            <a:r>
              <a:rPr lang="zh-CN" altLang="en-US" b="1" dirty="0" smtClean="0"/>
              <a:t>项目，根据</a:t>
            </a:r>
            <a:r>
              <a:rPr lang="zh-CN" altLang="en-US" b="1" dirty="0"/>
              <a:t>对应的接口或下一</a:t>
            </a:r>
            <a:r>
              <a:rPr lang="zh-CN" altLang="en-US" b="1" dirty="0" smtClean="0"/>
              <a:t>跳</a:t>
            </a:r>
            <a:r>
              <a:rPr lang="zh-CN" altLang="en-US" b="1" dirty="0"/>
              <a:t>地址</a:t>
            </a:r>
            <a:r>
              <a:rPr lang="zh-CN" altLang="en-US" b="1" dirty="0" smtClean="0"/>
              <a:t>转发出去（可能是直接交付，也可能是转交给下一个路由器）。</a:t>
            </a:r>
            <a:endParaRPr lang="en-US" altLang="zh-CN" b="1" dirty="0" smtClean="0"/>
          </a:p>
          <a:p>
            <a:r>
              <a:rPr lang="zh-CN" altLang="en-US" b="1" dirty="0"/>
              <a:t>如果是转交给下一个路由器，下一个路由器进行同样的查找、转发操作。</a:t>
            </a:r>
            <a:endParaRPr lang="en-US" altLang="zh-CN" b="1" dirty="0"/>
          </a:p>
          <a:p>
            <a:endParaRPr lang="en-US" altLang="zh-CN" b="1" dirty="0" smtClean="0"/>
          </a:p>
          <a:p>
            <a:endParaRPr lang="zh-CN" altLang="en-US" b="1" dirty="0"/>
          </a:p>
        </p:txBody>
      </p:sp>
    </p:spTree>
    <p:extLst>
      <p:ext uri="{BB962C8B-B14F-4D97-AF65-F5344CB8AC3E}">
        <p14:creationId xmlns:p14="http://schemas.microsoft.com/office/powerpoint/2010/main" val="330615863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p:cNvSpPr>
            <a:spLocks noGrp="1" noChangeArrowheads="1"/>
          </p:cNvSpPr>
          <p:nvPr>
            <p:ph type="title"/>
          </p:nvPr>
        </p:nvSpPr>
        <p:spPr/>
        <p:txBody>
          <a:bodyPr anchor="ctr"/>
          <a:lstStyle/>
          <a:p>
            <a:pPr eaLnBrk="1" hangingPunct="1"/>
            <a:r>
              <a:rPr lang="en-US" altLang="zh-CN" dirty="0" smtClean="0"/>
              <a:t>4.3.1 </a:t>
            </a:r>
            <a:r>
              <a:rPr lang="zh-CN" altLang="en-US" dirty="0" smtClean="0"/>
              <a:t>基于终点的转发</a:t>
            </a:r>
            <a:endParaRPr lang="zh-CN" altLang="en-US" dirty="0"/>
          </a:p>
        </p:txBody>
      </p:sp>
      <p:sp>
        <p:nvSpPr>
          <p:cNvPr id="5" name="内容占位符 2"/>
          <p:cNvSpPr>
            <a:spLocks noGrp="1"/>
          </p:cNvSpPr>
          <p:nvPr>
            <p:ph idx="1"/>
          </p:nvPr>
        </p:nvSpPr>
        <p:spPr>
          <a:xfrm>
            <a:off x="442744" y="1267200"/>
            <a:ext cx="11303115" cy="4895850"/>
          </a:xfrm>
        </p:spPr>
        <p:txBody>
          <a:bodyPr/>
          <a:lstStyle/>
          <a:p>
            <a:r>
              <a:rPr lang="zh-CN" altLang="en-US" b="1" dirty="0" smtClean="0"/>
              <a:t>经过一个又一个路由器的接力传送，直到分组到达</a:t>
            </a:r>
            <a:r>
              <a:rPr lang="zh-CN" altLang="en-US" b="1" dirty="0">
                <a:solidFill>
                  <a:schemeClr val="tx2">
                    <a:lumMod val="60000"/>
                    <a:lumOff val="40000"/>
                  </a:schemeClr>
                </a:solidFill>
              </a:rPr>
              <a:t>目的</a:t>
            </a:r>
            <a:r>
              <a:rPr lang="zh-CN" altLang="en-US" b="1" dirty="0" smtClean="0">
                <a:solidFill>
                  <a:schemeClr val="tx2">
                    <a:lumMod val="60000"/>
                    <a:lumOff val="40000"/>
                  </a:schemeClr>
                </a:solidFill>
              </a:rPr>
              <a:t>网络</a:t>
            </a:r>
            <a:r>
              <a:rPr lang="zh-CN" altLang="en-US" b="1" dirty="0" smtClean="0"/>
              <a:t>，就</a:t>
            </a:r>
            <a:r>
              <a:rPr lang="zh-CN" altLang="en-US" b="1" dirty="0"/>
              <a:t>可以直接交付目的主机</a:t>
            </a:r>
            <a:r>
              <a:rPr lang="zh-CN" altLang="en-US" b="1" dirty="0" smtClean="0"/>
              <a:t>。</a:t>
            </a:r>
            <a:endParaRPr lang="en-US" altLang="zh-CN" b="1" dirty="0" smtClean="0"/>
          </a:p>
          <a:p>
            <a:r>
              <a:rPr lang="zh-CN" altLang="en-US" b="1" dirty="0"/>
              <a:t>转发</a:t>
            </a:r>
            <a:r>
              <a:rPr lang="zh-CN" altLang="en-US" b="1" dirty="0" smtClean="0"/>
              <a:t>表中的</a:t>
            </a:r>
            <a:r>
              <a:rPr lang="zh-CN" altLang="en-US" b="1" dirty="0" smtClean="0">
                <a:solidFill>
                  <a:schemeClr val="tx2">
                    <a:lumMod val="60000"/>
                    <a:lumOff val="40000"/>
                  </a:schemeClr>
                </a:solidFill>
              </a:rPr>
              <a:t>网络</a:t>
            </a:r>
            <a:r>
              <a:rPr lang="zh-CN" altLang="en-US" b="1" dirty="0" smtClean="0"/>
              <a:t>通常用</a:t>
            </a:r>
            <a:r>
              <a:rPr lang="zh-CN" altLang="en-US" b="1" dirty="0"/>
              <a:t>“</a:t>
            </a:r>
            <a:r>
              <a:rPr lang="zh-CN" altLang="en-US" b="1" dirty="0">
                <a:solidFill>
                  <a:schemeClr val="tx2">
                    <a:lumMod val="60000"/>
                    <a:lumOff val="40000"/>
                  </a:schemeClr>
                </a:solidFill>
              </a:rPr>
              <a:t>网络地址</a:t>
            </a:r>
            <a:r>
              <a:rPr lang="en-US" altLang="zh-CN" b="1" dirty="0"/>
              <a:t>/</a:t>
            </a:r>
            <a:r>
              <a:rPr lang="zh-CN" altLang="en-US" b="1" dirty="0">
                <a:solidFill>
                  <a:srgbClr val="FF00FF"/>
                </a:solidFill>
              </a:rPr>
              <a:t>前缀长度</a:t>
            </a:r>
            <a:r>
              <a:rPr lang="zh-CN" altLang="en-US" b="1" dirty="0"/>
              <a:t>”的形式来表示，也可用“</a:t>
            </a:r>
            <a:r>
              <a:rPr lang="zh-CN" altLang="en-US" b="1" dirty="0">
                <a:solidFill>
                  <a:schemeClr val="tx2">
                    <a:lumMod val="60000"/>
                    <a:lumOff val="40000"/>
                  </a:schemeClr>
                </a:solidFill>
              </a:rPr>
              <a:t>网络地址 </a:t>
            </a:r>
            <a:r>
              <a:rPr lang="en-US" altLang="zh-CN" b="1" dirty="0"/>
              <a:t>+ </a:t>
            </a:r>
            <a:r>
              <a:rPr lang="zh-CN" altLang="en-US" b="1" dirty="0">
                <a:solidFill>
                  <a:schemeClr val="tx2">
                    <a:lumMod val="60000"/>
                    <a:lumOff val="40000"/>
                  </a:schemeClr>
                </a:solidFill>
              </a:rPr>
              <a:t>网络掩码</a:t>
            </a:r>
            <a:r>
              <a:rPr lang="zh-CN" altLang="en-US" b="1" dirty="0"/>
              <a:t>”的形式来表示。</a:t>
            </a:r>
            <a:endParaRPr lang="en-US" altLang="zh-CN" b="1" dirty="0"/>
          </a:p>
          <a:p>
            <a:r>
              <a:rPr lang="zh-CN" altLang="en-US" b="1" dirty="0"/>
              <a:t>在将分组转发到下一跳路由器的过程中，会用到 </a:t>
            </a:r>
            <a:r>
              <a:rPr lang="en-US" altLang="zh-CN" b="1" dirty="0"/>
              <a:t>ARP </a:t>
            </a:r>
            <a:r>
              <a:rPr lang="zh-CN" altLang="en-US" b="1" dirty="0"/>
              <a:t>协议进行 </a:t>
            </a:r>
            <a:r>
              <a:rPr lang="en-US" altLang="zh-CN" b="1" dirty="0"/>
              <a:t>IP </a:t>
            </a:r>
            <a:r>
              <a:rPr lang="zh-CN" altLang="en-US" b="1" dirty="0"/>
              <a:t>地址到 </a:t>
            </a:r>
            <a:r>
              <a:rPr lang="en-US" altLang="zh-CN" b="1" dirty="0"/>
              <a:t>MAC </a:t>
            </a:r>
            <a:r>
              <a:rPr lang="zh-CN" altLang="en-US" b="1" dirty="0"/>
              <a:t>地址的转换。</a:t>
            </a:r>
          </a:p>
          <a:p>
            <a:endParaRPr lang="en-US" altLang="zh-CN" b="1" dirty="0"/>
          </a:p>
          <a:p>
            <a:endParaRPr lang="en-US" altLang="zh-CN" b="1" dirty="0" smtClean="0"/>
          </a:p>
          <a:p>
            <a:endParaRPr lang="zh-CN" altLang="en-US" b="1"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p:cNvSpPr>
            <a:spLocks noGrp="1" noChangeArrowheads="1"/>
          </p:cNvSpPr>
          <p:nvPr>
            <p:ph type="title"/>
          </p:nvPr>
        </p:nvSpPr>
        <p:spPr/>
        <p:txBody>
          <a:bodyPr anchor="ctr"/>
          <a:lstStyle/>
          <a:p>
            <a:pPr eaLnBrk="1" hangingPunct="1"/>
            <a:r>
              <a:rPr lang="en-US" altLang="zh-CN" dirty="0" smtClean="0"/>
              <a:t>4.3.1 </a:t>
            </a:r>
            <a:r>
              <a:rPr lang="zh-CN" altLang="en-US" dirty="0" smtClean="0"/>
              <a:t>基于终点的转发</a:t>
            </a:r>
            <a:endParaRPr lang="zh-CN" altLang="en-US" dirty="0"/>
          </a:p>
        </p:txBody>
      </p:sp>
      <p:sp>
        <p:nvSpPr>
          <p:cNvPr id="5" name="圆角矩形 4"/>
          <p:cNvSpPr/>
          <p:nvPr/>
        </p:nvSpPr>
        <p:spPr>
          <a:xfrm>
            <a:off x="920840" y="1434884"/>
            <a:ext cx="10071704" cy="465841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椭圆 5"/>
          <p:cNvSpPr/>
          <p:nvPr/>
        </p:nvSpPr>
        <p:spPr bwMode="auto">
          <a:xfrm rot="20475920">
            <a:off x="1674446" y="1725695"/>
            <a:ext cx="3941449" cy="1208578"/>
          </a:xfrm>
          <a:prstGeom prst="ellipse">
            <a:avLst/>
          </a:prstGeom>
          <a:solidFill>
            <a:srgbClr val="FFFF66"/>
          </a:solidFill>
          <a:ln w="9525" cap="flat" cmpd="sng" algn="ctr">
            <a:solidFill>
              <a:schemeClr val="tx1"/>
            </a:solidFill>
            <a:prstDash val="dash"/>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graphicFrame>
        <p:nvGraphicFramePr>
          <p:cNvPr id="7" name="Group 125"/>
          <p:cNvGraphicFramePr>
            <a:graphicFrameLocks noGrp="1"/>
          </p:cNvGraphicFramePr>
          <p:nvPr>
            <p:extLst>
              <p:ext uri="{D42A27DB-BD31-4B8C-83A1-F6EECF244321}">
                <p14:modId xmlns:p14="http://schemas.microsoft.com/office/powerpoint/2010/main" val="3850986658"/>
              </p:ext>
            </p:extLst>
          </p:nvPr>
        </p:nvGraphicFramePr>
        <p:xfrm>
          <a:off x="7096033" y="1969997"/>
          <a:ext cx="3318024" cy="1428298"/>
        </p:xfrm>
        <a:graphic>
          <a:graphicData uri="http://schemas.openxmlformats.org/drawingml/2006/table">
            <a:tbl>
              <a:tblPr/>
              <a:tblGrid>
                <a:gridCol w="1835438">
                  <a:extLst>
                    <a:ext uri="{9D8B030D-6E8A-4147-A177-3AD203B41FA5}">
                      <a16:colId xmlns:a16="http://schemas.microsoft.com/office/drawing/2014/main" xmlns="" val="20000"/>
                    </a:ext>
                  </a:extLst>
                </a:gridCol>
                <a:gridCol w="1482586">
                  <a:extLst>
                    <a:ext uri="{9D8B030D-6E8A-4147-A177-3AD203B41FA5}">
                      <a16:colId xmlns:a16="http://schemas.microsoft.com/office/drawing/2014/main" xmlns="" val="20001"/>
                    </a:ext>
                  </a:extLst>
                </a:gridCol>
              </a:tblGrid>
              <a:tr h="380652">
                <a:tc>
                  <a:txBody>
                    <a:bodyPr/>
                    <a:lstStyle/>
                    <a:p>
                      <a:pPr marL="0" marR="0" lvl="0" indent="0" algn="ctr" defTabSz="914400" rtl="0" eaLnBrk="1" fontAlgn="base" latinLnBrk="0" hangingPunct="1">
                        <a:lnSpc>
                          <a:spcPct val="90000"/>
                        </a:lnSpc>
                        <a:spcBef>
                          <a:spcPct val="20000"/>
                        </a:spcBef>
                        <a:spcAft>
                          <a:spcPct val="0"/>
                        </a:spcAft>
                        <a:buClrTx/>
                        <a:buSzTx/>
                        <a:buFontTx/>
                        <a:buNone/>
                        <a:tabLst/>
                      </a:pPr>
                      <a:r>
                        <a:rPr kumimoji="1" lang="zh-CN" altLang="en-US" sz="1600" b="1"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网络前缀</a:t>
                      </a:r>
                    </a:p>
                  </a:txBody>
                  <a:tcPr marL="91431" marR="91431"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Tx/>
                        <a:buSzTx/>
                        <a:buFontTx/>
                        <a:buNone/>
                        <a:tabLst/>
                      </a:pPr>
                      <a:r>
                        <a:rPr kumimoji="1" lang="zh-CN" altLang="en-US" sz="1600" b="1"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下一跳</a:t>
                      </a:r>
                    </a:p>
                  </a:txBody>
                  <a:tcPr marL="91431" marR="91431"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0"/>
                  </a:ext>
                </a:extLst>
              </a:tr>
              <a:tr h="1047646">
                <a:tc>
                  <a:txBody>
                    <a:bodyPr/>
                    <a:lstStyle/>
                    <a:p>
                      <a:pPr marL="0" marR="0" lvl="0" indent="0" algn="l" defTabSz="914400" rtl="0" eaLnBrk="1" fontAlgn="base" latinLnBrk="0" hangingPunct="1">
                        <a:lnSpc>
                          <a:spcPct val="90000"/>
                        </a:lnSpc>
                        <a:spcBef>
                          <a:spcPct val="20000"/>
                        </a:spcBef>
                        <a:spcAft>
                          <a:spcPct val="0"/>
                        </a:spcAft>
                        <a:buClrTx/>
                        <a:buSzTx/>
                        <a:buFontTx/>
                        <a:buNone/>
                        <a:tabLst/>
                      </a:pPr>
                      <a:r>
                        <a:rPr kumimoji="1" lang="en-US" altLang="zh-CN" sz="1600" b="1"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128.1.2.64/26</a:t>
                      </a:r>
                    </a:p>
                    <a:p>
                      <a:pPr marL="0" marR="0" lvl="0" indent="0" algn="l" defTabSz="914400" rtl="0" eaLnBrk="1" fontAlgn="base" latinLnBrk="0" hangingPunct="1">
                        <a:lnSpc>
                          <a:spcPct val="90000"/>
                        </a:lnSpc>
                        <a:spcBef>
                          <a:spcPct val="20000"/>
                        </a:spcBef>
                        <a:spcAft>
                          <a:spcPct val="0"/>
                        </a:spcAft>
                        <a:buClrTx/>
                        <a:buSzTx/>
                        <a:buFontTx/>
                        <a:buNone/>
                        <a:tabLst/>
                      </a:pPr>
                      <a:r>
                        <a:rPr kumimoji="1" lang="en-US" altLang="zh-CN" sz="1600" b="1"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128.1.2.128/26</a:t>
                      </a:r>
                    </a:p>
                    <a:p>
                      <a:pPr marL="0" marR="0" lvl="0" indent="0" algn="l" defTabSz="914400" rtl="0" eaLnBrk="1" fontAlgn="base" latinLnBrk="0" hangingPunct="1">
                        <a:lnSpc>
                          <a:spcPct val="90000"/>
                        </a:lnSpc>
                        <a:spcBef>
                          <a:spcPct val="20000"/>
                        </a:spcBef>
                        <a:spcAft>
                          <a:spcPct val="0"/>
                        </a:spcAft>
                        <a:buClrTx/>
                        <a:buSzTx/>
                        <a:buFontTx/>
                        <a:buNone/>
                        <a:tabLst/>
                      </a:pPr>
                      <a:r>
                        <a:rPr kumimoji="1" lang="en-US" altLang="zh-CN" sz="1600" b="1"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128.1.2.192/26</a:t>
                      </a:r>
                    </a:p>
                  </a:txBody>
                  <a:tcPr marL="91431" marR="91431"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Tx/>
                        <a:buSzTx/>
                        <a:buFontTx/>
                        <a:buNone/>
                        <a:tabLst/>
                        <a:defRPr/>
                      </a:pPr>
                      <a:r>
                        <a:rPr kumimoji="1" lang="en-US" altLang="zh-CN" sz="1600" b="1"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R</a:t>
                      </a:r>
                      <a:r>
                        <a:rPr kumimoji="1" lang="en-US" altLang="zh-CN" sz="1600" b="1" i="0" u="none" strike="noStrike" cap="none" normalizeH="0" baseline="-25000" dirty="0" smtClean="0">
                          <a:ln>
                            <a:noFill/>
                          </a:ln>
                          <a:solidFill>
                            <a:srgbClr val="000000"/>
                          </a:solidFill>
                          <a:effectLst/>
                          <a:latin typeface="微软雅黑" panose="020B0503020204020204" pitchFamily="34" charset="-122"/>
                          <a:ea typeface="微软雅黑" panose="020B0503020204020204" pitchFamily="34" charset="-122"/>
                        </a:rPr>
                        <a:t>2</a:t>
                      </a:r>
                    </a:p>
                    <a:p>
                      <a:pPr marL="0" marR="0" lvl="0" indent="0" algn="l" defTabSz="914400" rtl="0" eaLnBrk="1" fontAlgn="base" latinLnBrk="0" hangingPunct="1">
                        <a:lnSpc>
                          <a:spcPct val="90000"/>
                        </a:lnSpc>
                        <a:spcBef>
                          <a:spcPct val="20000"/>
                        </a:spcBef>
                        <a:spcAft>
                          <a:spcPct val="0"/>
                        </a:spcAft>
                        <a:buClrTx/>
                        <a:buSzTx/>
                        <a:buFontTx/>
                        <a:buNone/>
                        <a:tabLst/>
                      </a:pPr>
                      <a:r>
                        <a:rPr kumimoji="1" lang="zh-CN" altLang="en-US" sz="1600" b="1"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直接，接口 </a:t>
                      </a:r>
                      <a:r>
                        <a:rPr kumimoji="1" lang="en-US" altLang="zh-CN" sz="1600" b="1"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1</a:t>
                      </a:r>
                    </a:p>
                    <a:p>
                      <a:pPr marL="0" marR="0" lvl="0" indent="0" algn="l" defTabSz="914400" rtl="0" eaLnBrk="1" fontAlgn="base" latinLnBrk="0" hangingPunct="1">
                        <a:lnSpc>
                          <a:spcPct val="90000"/>
                        </a:lnSpc>
                        <a:spcBef>
                          <a:spcPct val="20000"/>
                        </a:spcBef>
                        <a:spcAft>
                          <a:spcPct val="0"/>
                        </a:spcAft>
                        <a:buClrTx/>
                        <a:buSzTx/>
                        <a:buFontTx/>
                        <a:buNone/>
                        <a:tabLst/>
                      </a:pPr>
                      <a:r>
                        <a:rPr kumimoji="1" lang="zh-CN" altLang="en-US" sz="1600" b="1"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直接，接口 </a:t>
                      </a:r>
                      <a:r>
                        <a:rPr kumimoji="1" lang="en-US" altLang="zh-CN" sz="1600" b="1"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0</a:t>
                      </a:r>
                    </a:p>
                  </a:txBody>
                  <a:tcPr marL="91431" marR="91431"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1"/>
                  </a:ext>
                </a:extLst>
              </a:tr>
            </a:tbl>
          </a:graphicData>
        </a:graphic>
      </p:graphicFrame>
      <p:grpSp>
        <p:nvGrpSpPr>
          <p:cNvPr id="8" name="组合 62"/>
          <p:cNvGrpSpPr/>
          <p:nvPr/>
        </p:nvGrpSpPr>
        <p:grpSpPr>
          <a:xfrm>
            <a:off x="1081907" y="1556792"/>
            <a:ext cx="8534933" cy="4320550"/>
            <a:chOff x="481764" y="767327"/>
            <a:chExt cx="7177147" cy="3489879"/>
          </a:xfrm>
        </p:grpSpPr>
        <p:grpSp>
          <p:nvGrpSpPr>
            <p:cNvPr id="9" name="组合 67"/>
            <p:cNvGrpSpPr/>
            <p:nvPr/>
          </p:nvGrpSpPr>
          <p:grpSpPr>
            <a:xfrm>
              <a:off x="481764" y="767327"/>
              <a:ext cx="7177147" cy="3489879"/>
              <a:chOff x="481764" y="767327"/>
              <a:chExt cx="7177147" cy="3489879"/>
            </a:xfrm>
          </p:grpSpPr>
          <p:sp>
            <p:nvSpPr>
              <p:cNvPr id="13" name="直角三角形 12"/>
              <p:cNvSpPr/>
              <p:nvPr/>
            </p:nvSpPr>
            <p:spPr>
              <a:xfrm rot="16200000">
                <a:off x="4357107" y="1079129"/>
                <a:ext cx="1089992" cy="1274054"/>
              </a:xfrm>
              <a:prstGeom prst="rtTriangle">
                <a:avLst/>
              </a:prstGeom>
              <a:gradFill flip="none" rotWithShape="1">
                <a:gsLst>
                  <a:gs pos="0">
                    <a:schemeClr val="bg1">
                      <a:lumMod val="85000"/>
                      <a:shade val="30000"/>
                      <a:satMod val="115000"/>
                    </a:schemeClr>
                  </a:gs>
                  <a:gs pos="50000">
                    <a:schemeClr val="bg1">
                      <a:lumMod val="85000"/>
                      <a:shade val="67500"/>
                      <a:satMod val="115000"/>
                    </a:schemeClr>
                  </a:gs>
                  <a:gs pos="100000">
                    <a:schemeClr val="bg1">
                      <a:lumMod val="85000"/>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0000"/>
                  </a:solidFill>
                </a:endParaRPr>
              </a:p>
            </p:txBody>
          </p:sp>
          <p:sp>
            <p:nvSpPr>
              <p:cNvPr id="14" name="椭圆 13"/>
              <p:cNvSpPr/>
              <p:nvPr/>
            </p:nvSpPr>
            <p:spPr bwMode="auto">
              <a:xfrm>
                <a:off x="3607791" y="2535299"/>
                <a:ext cx="3716460" cy="1197252"/>
              </a:xfrm>
              <a:prstGeom prst="ellipse">
                <a:avLst/>
              </a:prstGeom>
              <a:solidFill>
                <a:srgbClr val="FFFF66"/>
              </a:solidFill>
              <a:ln w="9525" cap="flat" cmpd="sng" algn="ctr">
                <a:solidFill>
                  <a:schemeClr val="tx1"/>
                </a:solidFill>
                <a:prstDash val="dash"/>
                <a:round/>
                <a:headEnd type="none" w="med" len="med"/>
                <a:tailEnd type="none" w="med" len="med"/>
              </a:ln>
              <a:effectLst/>
            </p:spPr>
            <p:txBody>
              <a:bodyPr/>
              <a:lstStyle/>
              <a:p>
                <a:pPr>
                  <a:defRPr/>
                </a:pPr>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15" name="椭圆 14"/>
              <p:cNvSpPr/>
              <p:nvPr/>
            </p:nvSpPr>
            <p:spPr bwMode="auto">
              <a:xfrm rot="16200000">
                <a:off x="883716" y="2425929"/>
                <a:ext cx="1925637" cy="1736917"/>
              </a:xfrm>
              <a:prstGeom prst="ellipse">
                <a:avLst/>
              </a:prstGeom>
              <a:solidFill>
                <a:srgbClr val="FFFF66"/>
              </a:solidFill>
              <a:ln w="9525" cap="flat" cmpd="sng" algn="ctr">
                <a:solidFill>
                  <a:schemeClr val="tx1"/>
                </a:solidFill>
                <a:prstDash val="dash"/>
                <a:round/>
                <a:headEnd type="none" w="med" len="med"/>
                <a:tailEnd type="none" w="med" len="med"/>
              </a:ln>
              <a:effectLst/>
            </p:spPr>
            <p:txBody>
              <a:bodyPr/>
              <a:lstStyle/>
              <a:p>
                <a:pPr>
                  <a:defRPr/>
                </a:pPr>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16" name="Text Box 20"/>
              <p:cNvSpPr txBox="1">
                <a:spLocks noChangeArrowheads="1"/>
              </p:cNvSpPr>
              <p:nvPr/>
            </p:nvSpPr>
            <p:spPr bwMode="auto">
              <a:xfrm>
                <a:off x="2456408" y="2039834"/>
                <a:ext cx="1156844"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128.1.2.194</a:t>
                </a:r>
              </a:p>
            </p:txBody>
          </p:sp>
          <p:sp>
            <p:nvSpPr>
              <p:cNvPr id="17" name="Text Box 25"/>
              <p:cNvSpPr txBox="1">
                <a:spLocks noChangeArrowheads="1"/>
              </p:cNvSpPr>
              <p:nvPr/>
            </p:nvSpPr>
            <p:spPr bwMode="auto">
              <a:xfrm>
                <a:off x="3732139" y="1824581"/>
                <a:ext cx="261780"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smtClean="0">
                    <a:solidFill>
                      <a:srgbClr val="000000"/>
                    </a:solidFill>
                    <a:latin typeface="微软雅黑" panose="020B0503020204020204" pitchFamily="34" charset="-122"/>
                    <a:ea typeface="微软雅黑" panose="020B0503020204020204" pitchFamily="34" charset="-122"/>
                  </a:rPr>
                  <a:t>0</a:t>
                </a:r>
                <a:endParaRPr lang="en-US" altLang="zh-CN" sz="1600" b="1" baseline="-25000" dirty="0">
                  <a:solidFill>
                    <a:srgbClr val="000000"/>
                  </a:solidFill>
                  <a:latin typeface="微软雅黑" panose="020B0503020204020204" pitchFamily="34" charset="-122"/>
                  <a:ea typeface="微软雅黑" panose="020B0503020204020204" pitchFamily="34" charset="-122"/>
                </a:endParaRPr>
              </a:p>
            </p:txBody>
          </p:sp>
          <p:sp>
            <p:nvSpPr>
              <p:cNvPr id="18" name="Line 19"/>
              <p:cNvSpPr>
                <a:spLocks noChangeShapeType="1"/>
              </p:cNvSpPr>
              <p:nvPr/>
            </p:nvSpPr>
            <p:spPr bwMode="auto">
              <a:xfrm>
                <a:off x="2775735" y="1678638"/>
                <a:ext cx="1301162" cy="55733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19" name="Line 16"/>
              <p:cNvSpPr>
                <a:spLocks noChangeShapeType="1"/>
              </p:cNvSpPr>
              <p:nvPr/>
            </p:nvSpPr>
            <p:spPr bwMode="auto">
              <a:xfrm flipH="1">
                <a:off x="1638141" y="1656270"/>
                <a:ext cx="947995" cy="2530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20" name="Line 8"/>
              <p:cNvSpPr>
                <a:spLocks noChangeShapeType="1"/>
              </p:cNvSpPr>
              <p:nvPr/>
            </p:nvSpPr>
            <p:spPr bwMode="auto">
              <a:xfrm flipH="1">
                <a:off x="2658440" y="1101262"/>
                <a:ext cx="956029" cy="55360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b="1">
                  <a:solidFill>
                    <a:srgbClr val="000000"/>
                  </a:solidFill>
                  <a:latin typeface="微软雅黑" panose="020B0503020204020204" pitchFamily="34" charset="-122"/>
                  <a:ea typeface="微软雅黑" panose="020B0503020204020204" pitchFamily="34" charset="-122"/>
                </a:endParaRPr>
              </a:p>
            </p:txBody>
          </p:sp>
          <p:pic>
            <p:nvPicPr>
              <p:cNvPr id="21" name="Picture 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93961" y="824458"/>
                <a:ext cx="345456" cy="311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Text Box 9"/>
              <p:cNvSpPr txBox="1">
                <a:spLocks noChangeArrowheads="1"/>
              </p:cNvSpPr>
              <p:nvPr/>
            </p:nvSpPr>
            <p:spPr bwMode="auto">
              <a:xfrm>
                <a:off x="2171247" y="912225"/>
                <a:ext cx="1156844"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128.1.2.193</a:t>
                </a:r>
              </a:p>
            </p:txBody>
          </p:sp>
          <p:sp>
            <p:nvSpPr>
              <p:cNvPr id="23" name="Text Box 23"/>
              <p:cNvSpPr txBox="1">
                <a:spLocks noChangeArrowheads="1"/>
              </p:cNvSpPr>
              <p:nvPr/>
            </p:nvSpPr>
            <p:spPr bwMode="auto">
              <a:xfrm>
                <a:off x="3839945" y="816458"/>
                <a:ext cx="1225389" cy="273463"/>
              </a:xfrm>
              <a:prstGeom prst="rect">
                <a:avLst/>
              </a:prstGeom>
              <a:solidFill>
                <a:srgbClr val="00FFFF"/>
              </a:solidFill>
              <a:ln w="9525">
                <a:solidFill>
                  <a:schemeClr val="tx1"/>
                </a:solidFill>
                <a:miter lim="800000"/>
                <a:headEnd/>
                <a:tailEnd/>
              </a:ln>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dirty="0">
                    <a:solidFill>
                      <a:srgbClr val="000000"/>
                    </a:solidFill>
                    <a:latin typeface="微软雅黑" panose="020B0503020204020204" pitchFamily="34" charset="-122"/>
                    <a:ea typeface="微软雅黑" panose="020B0503020204020204" pitchFamily="34" charset="-122"/>
                  </a:rPr>
                  <a:t>源主机 </a:t>
                </a:r>
                <a:r>
                  <a:rPr lang="en-US" altLang="zh-CN" sz="1600" b="1" dirty="0">
                    <a:solidFill>
                      <a:srgbClr val="000000"/>
                    </a:solidFill>
                    <a:latin typeface="微软雅黑" panose="020B0503020204020204" pitchFamily="34" charset="-122"/>
                    <a:ea typeface="微软雅黑" panose="020B0503020204020204" pitchFamily="34" charset="-122"/>
                  </a:rPr>
                  <a:t>H</a:t>
                </a:r>
                <a:r>
                  <a:rPr lang="en-US" altLang="zh-CN" sz="1600" b="1" baseline="-25000" dirty="0">
                    <a:solidFill>
                      <a:srgbClr val="000000"/>
                    </a:solidFill>
                    <a:latin typeface="微软雅黑" panose="020B0503020204020204" pitchFamily="34" charset="-122"/>
                    <a:ea typeface="微软雅黑" panose="020B0503020204020204" pitchFamily="34" charset="-122"/>
                  </a:rPr>
                  <a:t>1</a:t>
                </a:r>
              </a:p>
            </p:txBody>
          </p:sp>
          <p:sp>
            <p:nvSpPr>
              <p:cNvPr id="24" name="Text Box 10"/>
              <p:cNvSpPr txBox="1">
                <a:spLocks noChangeArrowheads="1"/>
              </p:cNvSpPr>
              <p:nvPr/>
            </p:nvSpPr>
            <p:spPr bwMode="auto">
              <a:xfrm>
                <a:off x="728120" y="1099476"/>
                <a:ext cx="1452053" cy="472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600" b="1" dirty="0" smtClean="0">
                    <a:solidFill>
                      <a:srgbClr val="000000"/>
                    </a:solidFill>
                    <a:latin typeface="微软雅黑" panose="020B0503020204020204" pitchFamily="34" charset="-122"/>
                    <a:ea typeface="微软雅黑" panose="020B0503020204020204" pitchFamily="34" charset="-122"/>
                  </a:rPr>
                  <a:t>网络前缀</a:t>
                </a:r>
                <a:endParaRPr lang="en-US" altLang="zh-CN" sz="1600" b="1" dirty="0">
                  <a:solidFill>
                    <a:srgbClr val="000000"/>
                  </a:solidFill>
                  <a:latin typeface="微软雅黑" panose="020B0503020204020204" pitchFamily="34" charset="-122"/>
                  <a:ea typeface="微软雅黑" panose="020B0503020204020204" pitchFamily="34" charset="-122"/>
                </a:endParaRPr>
              </a:p>
              <a:p>
                <a:pPr algn="ctr" eaLnBrk="1" hangingPunct="1"/>
                <a:r>
                  <a:rPr lang="en-US" altLang="zh-CN" sz="1600" b="1" dirty="0" smtClean="0">
                    <a:solidFill>
                      <a:srgbClr val="000000"/>
                    </a:solidFill>
                    <a:latin typeface="微软雅黑" panose="020B0503020204020204" pitchFamily="34" charset="-122"/>
                    <a:ea typeface="微软雅黑" panose="020B0503020204020204" pitchFamily="34" charset="-122"/>
                  </a:rPr>
                  <a:t>128.1.2.192/26</a:t>
                </a:r>
                <a:endParaRPr lang="en-US" altLang="zh-CN" sz="1600" b="1" dirty="0">
                  <a:solidFill>
                    <a:srgbClr val="000000"/>
                  </a:solidFill>
                  <a:latin typeface="微软雅黑" panose="020B0503020204020204" pitchFamily="34" charset="-122"/>
                  <a:ea typeface="微软雅黑" panose="020B0503020204020204" pitchFamily="34" charset="-122"/>
                </a:endParaRPr>
              </a:p>
            </p:txBody>
          </p:sp>
          <p:sp>
            <p:nvSpPr>
              <p:cNvPr id="25" name="Line 45"/>
              <p:cNvSpPr>
                <a:spLocks noChangeShapeType="1"/>
              </p:cNvSpPr>
              <p:nvPr/>
            </p:nvSpPr>
            <p:spPr bwMode="auto">
              <a:xfrm flipH="1" flipV="1">
                <a:off x="2294019" y="3312971"/>
                <a:ext cx="808348" cy="22368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26" name="Line 41"/>
              <p:cNvSpPr>
                <a:spLocks noChangeShapeType="1"/>
              </p:cNvSpPr>
              <p:nvPr/>
            </p:nvSpPr>
            <p:spPr bwMode="auto">
              <a:xfrm flipH="1">
                <a:off x="4263353" y="2793929"/>
                <a:ext cx="1332012" cy="4333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27" name="Line 33"/>
              <p:cNvSpPr>
                <a:spLocks noChangeShapeType="1"/>
              </p:cNvSpPr>
              <p:nvPr/>
            </p:nvSpPr>
            <p:spPr bwMode="auto">
              <a:xfrm flipH="1">
                <a:off x="2051398" y="3354911"/>
                <a:ext cx="88372" cy="52285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28" name="Line 32"/>
              <p:cNvSpPr>
                <a:spLocks noChangeShapeType="1"/>
              </p:cNvSpPr>
              <p:nvPr/>
            </p:nvSpPr>
            <p:spPr bwMode="auto">
              <a:xfrm flipH="1">
                <a:off x="3297683" y="2900177"/>
                <a:ext cx="819453" cy="66964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29" name="Line 21"/>
              <p:cNvSpPr>
                <a:spLocks noChangeShapeType="1"/>
              </p:cNvSpPr>
              <p:nvPr/>
            </p:nvSpPr>
            <p:spPr bwMode="auto">
              <a:xfrm>
                <a:off x="4207116" y="2371732"/>
                <a:ext cx="1607" cy="46273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b="1">
                  <a:solidFill>
                    <a:srgbClr val="000000"/>
                  </a:solidFill>
                  <a:latin typeface="微软雅黑" panose="020B0503020204020204" pitchFamily="34" charset="-122"/>
                  <a:ea typeface="微软雅黑" panose="020B0503020204020204" pitchFamily="34" charset="-122"/>
                </a:endParaRPr>
              </a:p>
            </p:txBody>
          </p:sp>
          <p:pic>
            <p:nvPicPr>
              <p:cNvPr id="30" name="Picture 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74653" y="3753341"/>
                <a:ext cx="345455" cy="310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Picture 1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19621" y="1719179"/>
                <a:ext cx="345455" cy="310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2" name="Group 18"/>
              <p:cNvGrpSpPr>
                <a:grpSpLocks/>
              </p:cNvGrpSpPr>
              <p:nvPr/>
            </p:nvGrpSpPr>
            <p:grpSpPr bwMode="auto">
              <a:xfrm>
                <a:off x="3943605" y="2125684"/>
                <a:ext cx="531842" cy="303367"/>
                <a:chOff x="864" y="1824"/>
                <a:chExt cx="432" cy="288"/>
              </a:xfrm>
            </p:grpSpPr>
            <p:pic>
              <p:nvPicPr>
                <p:cNvPr id="66" name="Picture 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67" name="Picture 1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pic>
            <p:nvPicPr>
              <p:cNvPr id="33" name="Picture 1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02173" y="2589821"/>
                <a:ext cx="345456" cy="310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Text Box 22"/>
              <p:cNvSpPr txBox="1">
                <a:spLocks noChangeArrowheads="1"/>
              </p:cNvSpPr>
              <p:nvPr/>
            </p:nvSpPr>
            <p:spPr bwMode="auto">
              <a:xfrm>
                <a:off x="2853215" y="2404897"/>
                <a:ext cx="1156844"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128.1.2.130</a:t>
                </a:r>
              </a:p>
            </p:txBody>
          </p:sp>
          <p:sp>
            <p:nvSpPr>
              <p:cNvPr id="35" name="Text Box 24"/>
              <p:cNvSpPr txBox="1">
                <a:spLocks noChangeArrowheads="1"/>
              </p:cNvSpPr>
              <p:nvPr/>
            </p:nvSpPr>
            <p:spPr bwMode="auto">
              <a:xfrm>
                <a:off x="4108734" y="1835693"/>
                <a:ext cx="346702"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FF00FF"/>
                    </a:solidFill>
                    <a:latin typeface="微软雅黑" panose="020B0503020204020204" pitchFamily="34" charset="-122"/>
                    <a:ea typeface="微软雅黑" panose="020B0503020204020204" pitchFamily="34" charset="-122"/>
                  </a:rPr>
                  <a:t>R</a:t>
                </a:r>
                <a:r>
                  <a:rPr lang="en-US" altLang="zh-CN" sz="1600" b="1" baseline="-25000" dirty="0">
                    <a:solidFill>
                      <a:srgbClr val="FF00FF"/>
                    </a:solidFill>
                    <a:latin typeface="微软雅黑" panose="020B0503020204020204" pitchFamily="34" charset="-122"/>
                    <a:ea typeface="微软雅黑" panose="020B0503020204020204" pitchFamily="34" charset="-122"/>
                  </a:rPr>
                  <a:t>1</a:t>
                </a:r>
              </a:p>
            </p:txBody>
          </p:sp>
          <p:sp>
            <p:nvSpPr>
              <p:cNvPr id="36" name="Text Box 26"/>
              <p:cNvSpPr txBox="1">
                <a:spLocks noChangeArrowheads="1"/>
              </p:cNvSpPr>
              <p:nvPr/>
            </p:nvSpPr>
            <p:spPr bwMode="auto">
              <a:xfrm>
                <a:off x="4178194" y="2368936"/>
                <a:ext cx="261780"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1</a:t>
                </a:r>
                <a:endParaRPr lang="en-US" altLang="zh-CN" sz="1600" b="1" baseline="-25000" dirty="0">
                  <a:solidFill>
                    <a:srgbClr val="000000"/>
                  </a:solidFill>
                  <a:latin typeface="微软雅黑" panose="020B0503020204020204" pitchFamily="34" charset="-122"/>
                  <a:ea typeface="微软雅黑" panose="020B0503020204020204" pitchFamily="34" charset="-122"/>
                </a:endParaRPr>
              </a:p>
            </p:txBody>
          </p:sp>
          <p:sp>
            <p:nvSpPr>
              <p:cNvPr id="37" name="Line 27"/>
              <p:cNvSpPr>
                <a:spLocks noChangeShapeType="1"/>
              </p:cNvSpPr>
              <p:nvPr/>
            </p:nvSpPr>
            <p:spPr bwMode="auto">
              <a:xfrm>
                <a:off x="4263353" y="2837267"/>
                <a:ext cx="1307911" cy="4627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b="1">
                  <a:solidFill>
                    <a:srgbClr val="000000"/>
                  </a:solidFill>
                  <a:latin typeface="微软雅黑" panose="020B0503020204020204" pitchFamily="34" charset="-122"/>
                  <a:ea typeface="微软雅黑" panose="020B0503020204020204" pitchFamily="34" charset="-122"/>
                </a:endParaRPr>
              </a:p>
            </p:txBody>
          </p:sp>
          <p:grpSp>
            <p:nvGrpSpPr>
              <p:cNvPr id="38" name="Group 28"/>
              <p:cNvGrpSpPr>
                <a:grpSpLocks/>
              </p:cNvGrpSpPr>
              <p:nvPr/>
            </p:nvGrpSpPr>
            <p:grpSpPr bwMode="auto">
              <a:xfrm>
                <a:off x="3032567" y="3427224"/>
                <a:ext cx="531841" cy="303366"/>
                <a:chOff x="864" y="1824"/>
                <a:chExt cx="432" cy="288"/>
              </a:xfrm>
            </p:grpSpPr>
            <p:pic>
              <p:nvPicPr>
                <p:cNvPr id="64" name="Picture 2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65" name="Picture 3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sp>
            <p:nvSpPr>
              <p:cNvPr id="39" name="Text Box 31"/>
              <p:cNvSpPr txBox="1">
                <a:spLocks noChangeArrowheads="1"/>
              </p:cNvSpPr>
              <p:nvPr/>
            </p:nvSpPr>
            <p:spPr bwMode="auto">
              <a:xfrm>
                <a:off x="3511384" y="3483144"/>
                <a:ext cx="346702"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FF00FF"/>
                    </a:solidFill>
                    <a:latin typeface="微软雅黑" panose="020B0503020204020204" pitchFamily="34" charset="-122"/>
                    <a:ea typeface="微软雅黑" panose="020B0503020204020204" pitchFamily="34" charset="-122"/>
                  </a:rPr>
                  <a:t>R</a:t>
                </a:r>
                <a:r>
                  <a:rPr lang="en-US" altLang="zh-CN" sz="1600" b="1" baseline="-25000" dirty="0">
                    <a:solidFill>
                      <a:srgbClr val="FF00FF"/>
                    </a:solidFill>
                    <a:latin typeface="微软雅黑" panose="020B0503020204020204" pitchFamily="34" charset="-122"/>
                    <a:ea typeface="微软雅黑" panose="020B0503020204020204" pitchFamily="34" charset="-122"/>
                  </a:rPr>
                  <a:t>2</a:t>
                </a:r>
              </a:p>
            </p:txBody>
          </p:sp>
          <p:sp>
            <p:nvSpPr>
              <p:cNvPr id="40" name="Line 35"/>
              <p:cNvSpPr>
                <a:spLocks noChangeShapeType="1"/>
              </p:cNvSpPr>
              <p:nvPr/>
            </p:nvSpPr>
            <p:spPr bwMode="auto">
              <a:xfrm flipH="1">
                <a:off x="2147804" y="2732799"/>
                <a:ext cx="36955" cy="58017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b="1">
                  <a:solidFill>
                    <a:srgbClr val="000000"/>
                  </a:solidFill>
                  <a:latin typeface="微软雅黑" panose="020B0503020204020204" pitchFamily="34" charset="-122"/>
                  <a:ea typeface="微软雅黑" panose="020B0503020204020204" pitchFamily="34" charset="-122"/>
                </a:endParaRPr>
              </a:p>
            </p:txBody>
          </p:sp>
          <p:pic>
            <p:nvPicPr>
              <p:cNvPr id="41" name="Picture 1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39129" y="3034385"/>
                <a:ext cx="345455" cy="310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Text Box 37"/>
              <p:cNvSpPr txBox="1">
                <a:spLocks noChangeArrowheads="1"/>
              </p:cNvSpPr>
              <p:nvPr/>
            </p:nvSpPr>
            <p:spPr bwMode="auto">
              <a:xfrm>
                <a:off x="5909138" y="2500740"/>
                <a:ext cx="1749773" cy="472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600" b="1" dirty="0" smtClean="0">
                    <a:solidFill>
                      <a:srgbClr val="000000"/>
                    </a:solidFill>
                    <a:latin typeface="微软雅黑" panose="020B0503020204020204" pitchFamily="34" charset="-122"/>
                    <a:ea typeface="微软雅黑" panose="020B0503020204020204" pitchFamily="34" charset="-122"/>
                  </a:rPr>
                  <a:t>网络前缀</a:t>
                </a:r>
                <a:endParaRPr lang="en-US" altLang="zh-CN" sz="1600" b="1" dirty="0">
                  <a:solidFill>
                    <a:srgbClr val="000000"/>
                  </a:solidFill>
                  <a:latin typeface="微软雅黑" panose="020B0503020204020204" pitchFamily="34" charset="-122"/>
                  <a:ea typeface="微软雅黑" panose="020B0503020204020204" pitchFamily="34" charset="-122"/>
                </a:endParaRPr>
              </a:p>
              <a:p>
                <a:pPr algn="ctr" eaLnBrk="1" hangingPunct="1"/>
                <a:r>
                  <a:rPr lang="en-US" altLang="zh-CN" sz="1600" b="1" dirty="0" smtClean="0">
                    <a:solidFill>
                      <a:srgbClr val="000000"/>
                    </a:solidFill>
                    <a:latin typeface="微软雅黑" panose="020B0503020204020204" pitchFamily="34" charset="-122"/>
                    <a:ea typeface="微软雅黑" panose="020B0503020204020204" pitchFamily="34" charset="-122"/>
                  </a:rPr>
                  <a:t>128.1.2.128/26</a:t>
                </a:r>
                <a:endParaRPr lang="en-US" altLang="zh-CN" sz="1600" b="1" baseline="-25000" dirty="0">
                  <a:solidFill>
                    <a:srgbClr val="000000"/>
                  </a:solidFill>
                  <a:latin typeface="微软雅黑" panose="020B0503020204020204" pitchFamily="34" charset="-122"/>
                  <a:ea typeface="微软雅黑" panose="020B0503020204020204" pitchFamily="34" charset="-122"/>
                </a:endParaRPr>
              </a:p>
            </p:txBody>
          </p:sp>
          <p:sp>
            <p:nvSpPr>
              <p:cNvPr id="43" name="Text Box 39"/>
              <p:cNvSpPr txBox="1">
                <a:spLocks noChangeArrowheads="1"/>
              </p:cNvSpPr>
              <p:nvPr/>
            </p:nvSpPr>
            <p:spPr bwMode="auto">
              <a:xfrm>
                <a:off x="5888875" y="3027938"/>
                <a:ext cx="1435376" cy="273463"/>
              </a:xfrm>
              <a:prstGeom prst="rect">
                <a:avLst/>
              </a:prstGeom>
              <a:solidFill>
                <a:srgbClr val="00FFFF"/>
              </a:solidFill>
              <a:ln w="9525">
                <a:solidFill>
                  <a:schemeClr val="tx1"/>
                </a:solidFill>
                <a:miter lim="800000"/>
                <a:headEnd/>
                <a:tailEnd/>
              </a:ln>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dirty="0">
                    <a:solidFill>
                      <a:srgbClr val="000000"/>
                    </a:solidFill>
                    <a:latin typeface="微软雅黑" panose="020B0503020204020204" pitchFamily="34" charset="-122"/>
                    <a:ea typeface="微软雅黑" panose="020B0503020204020204" pitchFamily="34" charset="-122"/>
                  </a:rPr>
                  <a:t>目的主机 </a:t>
                </a:r>
                <a:r>
                  <a:rPr lang="en-US" altLang="zh-CN" sz="1600" b="1" dirty="0">
                    <a:solidFill>
                      <a:srgbClr val="000000"/>
                    </a:solidFill>
                    <a:latin typeface="微软雅黑" panose="020B0503020204020204" pitchFamily="34" charset="-122"/>
                    <a:ea typeface="微软雅黑" panose="020B0503020204020204" pitchFamily="34" charset="-122"/>
                  </a:rPr>
                  <a:t>H</a:t>
                </a:r>
                <a:r>
                  <a:rPr lang="en-US" altLang="zh-CN" sz="1600" b="1" baseline="-25000" dirty="0">
                    <a:solidFill>
                      <a:srgbClr val="000000"/>
                    </a:solidFill>
                    <a:latin typeface="微软雅黑" panose="020B0503020204020204" pitchFamily="34" charset="-122"/>
                    <a:ea typeface="微软雅黑" panose="020B0503020204020204" pitchFamily="34" charset="-122"/>
                  </a:rPr>
                  <a:t>2</a:t>
                </a:r>
              </a:p>
            </p:txBody>
          </p:sp>
          <p:sp>
            <p:nvSpPr>
              <p:cNvPr id="44" name="Text Box 40"/>
              <p:cNvSpPr txBox="1">
                <a:spLocks noChangeArrowheads="1"/>
              </p:cNvSpPr>
              <p:nvPr/>
            </p:nvSpPr>
            <p:spPr bwMode="auto">
              <a:xfrm>
                <a:off x="4856211" y="3344975"/>
                <a:ext cx="1156844"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128.1.2.132</a:t>
                </a:r>
              </a:p>
            </p:txBody>
          </p:sp>
          <p:sp>
            <p:nvSpPr>
              <p:cNvPr id="45" name="Text Box 42"/>
              <p:cNvSpPr txBox="1">
                <a:spLocks noChangeArrowheads="1"/>
              </p:cNvSpPr>
              <p:nvPr/>
            </p:nvSpPr>
            <p:spPr bwMode="auto">
              <a:xfrm>
                <a:off x="3269292" y="3136594"/>
                <a:ext cx="261780"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0</a:t>
                </a:r>
                <a:endParaRPr lang="en-US" altLang="zh-CN" sz="1600" b="1" baseline="-25000" dirty="0">
                  <a:solidFill>
                    <a:srgbClr val="000000"/>
                  </a:solidFill>
                  <a:latin typeface="微软雅黑" panose="020B0503020204020204" pitchFamily="34" charset="-122"/>
                  <a:ea typeface="微软雅黑" panose="020B0503020204020204" pitchFamily="34" charset="-122"/>
                </a:endParaRPr>
              </a:p>
            </p:txBody>
          </p:sp>
          <p:sp>
            <p:nvSpPr>
              <p:cNvPr id="46" name="Text Box 43"/>
              <p:cNvSpPr txBox="1">
                <a:spLocks noChangeArrowheads="1"/>
              </p:cNvSpPr>
              <p:nvPr/>
            </p:nvSpPr>
            <p:spPr bwMode="auto">
              <a:xfrm>
                <a:off x="2804933" y="3156474"/>
                <a:ext cx="261780"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1</a:t>
                </a:r>
                <a:endParaRPr lang="en-US" altLang="zh-CN" sz="1600" b="1" baseline="-25000" dirty="0">
                  <a:solidFill>
                    <a:srgbClr val="000000"/>
                  </a:solidFill>
                  <a:latin typeface="微软雅黑" panose="020B0503020204020204" pitchFamily="34" charset="-122"/>
                  <a:ea typeface="微软雅黑" panose="020B0503020204020204" pitchFamily="34" charset="-122"/>
                </a:endParaRPr>
              </a:p>
            </p:txBody>
          </p:sp>
          <p:sp>
            <p:nvSpPr>
              <p:cNvPr id="47" name="Text Box 44"/>
              <p:cNvSpPr txBox="1">
                <a:spLocks noChangeArrowheads="1"/>
              </p:cNvSpPr>
              <p:nvPr/>
            </p:nvSpPr>
            <p:spPr bwMode="auto">
              <a:xfrm>
                <a:off x="3533879" y="3217524"/>
                <a:ext cx="1156844"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a:solidFill>
                      <a:srgbClr val="000000"/>
                    </a:solidFill>
                    <a:latin typeface="微软雅黑" panose="020B0503020204020204" pitchFamily="34" charset="-122"/>
                    <a:ea typeface="微软雅黑" panose="020B0503020204020204" pitchFamily="34" charset="-122"/>
                  </a:rPr>
                  <a:t>128.1.2.131</a:t>
                </a:r>
              </a:p>
            </p:txBody>
          </p:sp>
          <p:pic>
            <p:nvPicPr>
              <p:cNvPr id="48" name="Picture 3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19263" y="2489547"/>
                <a:ext cx="347062" cy="311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 name="Text Box 46"/>
              <p:cNvSpPr txBox="1">
                <a:spLocks noChangeArrowheads="1"/>
              </p:cNvSpPr>
              <p:nvPr/>
            </p:nvSpPr>
            <p:spPr bwMode="auto">
              <a:xfrm>
                <a:off x="1508068" y="3842425"/>
                <a:ext cx="368270"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H</a:t>
                </a:r>
                <a:r>
                  <a:rPr lang="en-US" altLang="zh-CN" sz="1600" b="1" baseline="-25000" dirty="0">
                    <a:solidFill>
                      <a:srgbClr val="000000"/>
                    </a:solidFill>
                    <a:latin typeface="微软雅黑" panose="020B0503020204020204" pitchFamily="34" charset="-122"/>
                    <a:ea typeface="微软雅黑" panose="020B0503020204020204" pitchFamily="34" charset="-122"/>
                  </a:rPr>
                  <a:t>3</a:t>
                </a:r>
              </a:p>
            </p:txBody>
          </p:sp>
          <p:sp>
            <p:nvSpPr>
              <p:cNvPr id="50" name="Text Box 48"/>
              <p:cNvSpPr txBox="1">
                <a:spLocks noChangeArrowheads="1"/>
              </p:cNvSpPr>
              <p:nvPr/>
            </p:nvSpPr>
            <p:spPr bwMode="auto">
              <a:xfrm>
                <a:off x="2285477" y="3692457"/>
                <a:ext cx="1050352"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smtClean="0">
                    <a:solidFill>
                      <a:srgbClr val="000000"/>
                    </a:solidFill>
                    <a:latin typeface="微软雅黑" panose="020B0503020204020204" pitchFamily="34" charset="-122"/>
                    <a:ea typeface="微软雅黑" panose="020B0503020204020204" pitchFamily="34" charset="-122"/>
                  </a:rPr>
                  <a:t>128.1.2.65</a:t>
                </a:r>
                <a:endParaRPr lang="en-US" altLang="zh-CN" sz="1600" b="1" dirty="0">
                  <a:solidFill>
                    <a:srgbClr val="000000"/>
                  </a:solidFill>
                  <a:latin typeface="微软雅黑" panose="020B0503020204020204" pitchFamily="34" charset="-122"/>
                  <a:ea typeface="微软雅黑" panose="020B0503020204020204" pitchFamily="34" charset="-122"/>
                </a:endParaRPr>
              </a:p>
            </p:txBody>
          </p:sp>
          <p:sp>
            <p:nvSpPr>
              <p:cNvPr id="51" name="Text Box 38"/>
              <p:cNvSpPr txBox="1">
                <a:spLocks noChangeArrowheads="1"/>
              </p:cNvSpPr>
              <p:nvPr/>
            </p:nvSpPr>
            <p:spPr bwMode="auto">
              <a:xfrm>
                <a:off x="481764" y="2585387"/>
                <a:ext cx="1345562" cy="472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600" b="1" dirty="0" smtClean="0">
                    <a:solidFill>
                      <a:srgbClr val="000000"/>
                    </a:solidFill>
                    <a:latin typeface="微软雅黑" panose="020B0503020204020204" pitchFamily="34" charset="-122"/>
                    <a:ea typeface="微软雅黑" panose="020B0503020204020204" pitchFamily="34" charset="-122"/>
                  </a:rPr>
                  <a:t>网络前缀</a:t>
                </a:r>
                <a:endParaRPr lang="en-US" altLang="zh-CN" sz="1600" b="1" dirty="0">
                  <a:solidFill>
                    <a:srgbClr val="000000"/>
                  </a:solidFill>
                  <a:latin typeface="微软雅黑" panose="020B0503020204020204" pitchFamily="34" charset="-122"/>
                  <a:ea typeface="微软雅黑" panose="020B0503020204020204" pitchFamily="34" charset="-122"/>
                </a:endParaRPr>
              </a:p>
              <a:p>
                <a:pPr algn="ctr" eaLnBrk="1" hangingPunct="1"/>
                <a:r>
                  <a:rPr lang="en-US" altLang="zh-CN" sz="1600" b="1" dirty="0" smtClean="0">
                    <a:solidFill>
                      <a:srgbClr val="000000"/>
                    </a:solidFill>
                    <a:latin typeface="微软雅黑" panose="020B0503020204020204" pitchFamily="34" charset="-122"/>
                    <a:ea typeface="微软雅黑" panose="020B0503020204020204" pitchFamily="34" charset="-122"/>
                  </a:rPr>
                  <a:t>128.1.2.64/26</a:t>
                </a:r>
                <a:endParaRPr lang="en-US" altLang="zh-CN" sz="1600" b="1" baseline="-25000" dirty="0">
                  <a:solidFill>
                    <a:srgbClr val="000000"/>
                  </a:solidFill>
                  <a:latin typeface="微软雅黑" panose="020B0503020204020204" pitchFamily="34" charset="-122"/>
                  <a:ea typeface="微软雅黑" panose="020B0503020204020204" pitchFamily="34" charset="-122"/>
                </a:endParaRPr>
              </a:p>
            </p:txBody>
          </p:sp>
          <p:sp>
            <p:nvSpPr>
              <p:cNvPr id="52" name="Text Box 47"/>
              <p:cNvSpPr txBox="1">
                <a:spLocks noChangeArrowheads="1"/>
              </p:cNvSpPr>
              <p:nvPr/>
            </p:nvSpPr>
            <p:spPr bwMode="auto">
              <a:xfrm>
                <a:off x="783205" y="3498904"/>
                <a:ext cx="1050352"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smtClean="0">
                    <a:solidFill>
                      <a:srgbClr val="000000"/>
                    </a:solidFill>
                    <a:latin typeface="微软雅黑" panose="020B0503020204020204" pitchFamily="34" charset="-122"/>
                    <a:ea typeface="微软雅黑" panose="020B0503020204020204" pitchFamily="34" charset="-122"/>
                  </a:rPr>
                  <a:t>128.1.2.68</a:t>
                </a:r>
                <a:endParaRPr lang="en-US" altLang="zh-CN" sz="1600" b="1" dirty="0">
                  <a:solidFill>
                    <a:srgbClr val="000000"/>
                  </a:solidFill>
                  <a:latin typeface="微软雅黑" panose="020B0503020204020204" pitchFamily="34" charset="-122"/>
                  <a:ea typeface="微软雅黑" panose="020B0503020204020204" pitchFamily="34" charset="-122"/>
                </a:endParaRPr>
              </a:p>
            </p:txBody>
          </p:sp>
          <p:sp>
            <p:nvSpPr>
              <p:cNvPr id="53" name="椭圆 67"/>
              <p:cNvSpPr>
                <a:spLocks noChangeArrowheads="1"/>
              </p:cNvSpPr>
              <p:nvPr/>
            </p:nvSpPr>
            <p:spPr bwMode="auto">
              <a:xfrm>
                <a:off x="2872438" y="3447105"/>
                <a:ext cx="72305" cy="62910"/>
              </a:xfrm>
              <a:prstGeom prst="ellipse">
                <a:avLst/>
              </a:prstGeom>
              <a:solidFill>
                <a:schemeClr val="bg1"/>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54" name="椭圆 68"/>
              <p:cNvSpPr>
                <a:spLocks noChangeArrowheads="1"/>
              </p:cNvSpPr>
              <p:nvPr/>
            </p:nvSpPr>
            <p:spPr bwMode="auto">
              <a:xfrm>
                <a:off x="5415407" y="3222106"/>
                <a:ext cx="73911" cy="64308"/>
              </a:xfrm>
              <a:prstGeom prst="ellipse">
                <a:avLst/>
              </a:prstGeom>
              <a:solidFill>
                <a:schemeClr val="bg1"/>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55" name="椭圆 69"/>
              <p:cNvSpPr>
                <a:spLocks noChangeArrowheads="1"/>
              </p:cNvSpPr>
              <p:nvPr/>
            </p:nvSpPr>
            <p:spPr bwMode="auto">
              <a:xfrm>
                <a:off x="3540306" y="3316782"/>
                <a:ext cx="73911" cy="62911"/>
              </a:xfrm>
              <a:prstGeom prst="ellipse">
                <a:avLst/>
              </a:prstGeom>
              <a:solidFill>
                <a:schemeClr val="bg1"/>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56" name="椭圆 70"/>
              <p:cNvSpPr>
                <a:spLocks noChangeArrowheads="1"/>
              </p:cNvSpPr>
              <p:nvPr/>
            </p:nvSpPr>
            <p:spPr bwMode="auto">
              <a:xfrm>
                <a:off x="2046577" y="3633113"/>
                <a:ext cx="72305" cy="62911"/>
              </a:xfrm>
              <a:prstGeom prst="ellipse">
                <a:avLst/>
              </a:prstGeom>
              <a:solidFill>
                <a:schemeClr val="bg1"/>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57" name="椭圆 71"/>
              <p:cNvSpPr>
                <a:spLocks noChangeArrowheads="1"/>
              </p:cNvSpPr>
              <p:nvPr/>
            </p:nvSpPr>
            <p:spPr bwMode="auto">
              <a:xfrm>
                <a:off x="4163733" y="2501747"/>
                <a:ext cx="73911" cy="62910"/>
              </a:xfrm>
              <a:prstGeom prst="ellipse">
                <a:avLst/>
              </a:prstGeom>
              <a:solidFill>
                <a:schemeClr val="bg1"/>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58" name="椭圆 72"/>
              <p:cNvSpPr>
                <a:spLocks noChangeArrowheads="1"/>
              </p:cNvSpPr>
              <p:nvPr/>
            </p:nvSpPr>
            <p:spPr bwMode="auto">
              <a:xfrm>
                <a:off x="3792649" y="2084212"/>
                <a:ext cx="72305" cy="62911"/>
              </a:xfrm>
              <a:prstGeom prst="ellipse">
                <a:avLst/>
              </a:prstGeom>
              <a:solidFill>
                <a:schemeClr val="bg1"/>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59" name="椭圆 73"/>
              <p:cNvSpPr>
                <a:spLocks noChangeArrowheads="1"/>
              </p:cNvSpPr>
              <p:nvPr/>
            </p:nvSpPr>
            <p:spPr bwMode="auto">
              <a:xfrm>
                <a:off x="3418443" y="1171162"/>
                <a:ext cx="72304" cy="64308"/>
              </a:xfrm>
              <a:prstGeom prst="ellipse">
                <a:avLst/>
              </a:prstGeom>
              <a:solidFill>
                <a:schemeClr val="bg1"/>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60" name="Text Box 10"/>
              <p:cNvSpPr txBox="1">
                <a:spLocks noChangeArrowheads="1"/>
              </p:cNvSpPr>
              <p:nvPr/>
            </p:nvSpPr>
            <p:spPr bwMode="auto">
              <a:xfrm>
                <a:off x="1323351" y="861428"/>
                <a:ext cx="373662"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N</a:t>
                </a:r>
                <a:r>
                  <a:rPr lang="en-US" altLang="zh-CN" sz="1600" b="1" baseline="-25000" dirty="0">
                    <a:solidFill>
                      <a:srgbClr val="000000"/>
                    </a:solidFill>
                    <a:latin typeface="微软雅黑" panose="020B0503020204020204" pitchFamily="34" charset="-122"/>
                    <a:ea typeface="微软雅黑" panose="020B0503020204020204" pitchFamily="34" charset="-122"/>
                  </a:rPr>
                  <a:t>1</a:t>
                </a:r>
                <a:endParaRPr lang="en-US" altLang="zh-CN" sz="1600" b="1" dirty="0">
                  <a:solidFill>
                    <a:srgbClr val="000000"/>
                  </a:solidFill>
                  <a:latin typeface="微软雅黑" panose="020B0503020204020204" pitchFamily="34" charset="-122"/>
                  <a:ea typeface="微软雅黑" panose="020B0503020204020204" pitchFamily="34" charset="-122"/>
                </a:endParaRPr>
              </a:p>
            </p:txBody>
          </p:sp>
          <p:sp>
            <p:nvSpPr>
              <p:cNvPr id="61" name="Text Box 37"/>
              <p:cNvSpPr txBox="1">
                <a:spLocks noChangeArrowheads="1"/>
              </p:cNvSpPr>
              <p:nvPr/>
            </p:nvSpPr>
            <p:spPr bwMode="auto">
              <a:xfrm>
                <a:off x="6571928" y="2245549"/>
                <a:ext cx="570405"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N</a:t>
                </a:r>
                <a:r>
                  <a:rPr lang="en-US" altLang="zh-CN" sz="1600" b="1" baseline="-25000" dirty="0">
                    <a:solidFill>
                      <a:srgbClr val="000000"/>
                    </a:solidFill>
                    <a:latin typeface="微软雅黑" panose="020B0503020204020204" pitchFamily="34" charset="-122"/>
                    <a:ea typeface="微软雅黑" panose="020B0503020204020204" pitchFamily="34" charset="-122"/>
                  </a:rPr>
                  <a:t>2 </a:t>
                </a:r>
              </a:p>
            </p:txBody>
          </p:sp>
          <p:sp>
            <p:nvSpPr>
              <p:cNvPr id="62" name="Text Box 38"/>
              <p:cNvSpPr txBox="1">
                <a:spLocks noChangeArrowheads="1"/>
              </p:cNvSpPr>
              <p:nvPr/>
            </p:nvSpPr>
            <p:spPr bwMode="auto">
              <a:xfrm>
                <a:off x="908984" y="2317359"/>
                <a:ext cx="373662"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N</a:t>
                </a:r>
                <a:r>
                  <a:rPr lang="en-US" altLang="zh-CN" sz="1600" b="1" baseline="-25000" dirty="0">
                    <a:solidFill>
                      <a:srgbClr val="000000"/>
                    </a:solidFill>
                    <a:latin typeface="微软雅黑" panose="020B0503020204020204" pitchFamily="34" charset="-122"/>
                    <a:ea typeface="微软雅黑" panose="020B0503020204020204" pitchFamily="34" charset="-122"/>
                  </a:rPr>
                  <a:t>3</a:t>
                </a:r>
              </a:p>
            </p:txBody>
          </p:sp>
          <p:sp>
            <p:nvSpPr>
              <p:cNvPr id="63" name="Text Box 98"/>
              <p:cNvSpPr txBox="1">
                <a:spLocks noChangeArrowheads="1"/>
              </p:cNvSpPr>
              <p:nvPr/>
            </p:nvSpPr>
            <p:spPr bwMode="auto">
              <a:xfrm>
                <a:off x="6138447" y="767327"/>
                <a:ext cx="1433181"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R</a:t>
                </a:r>
                <a:r>
                  <a:rPr lang="en-US" altLang="zh-CN" sz="1600" b="1" baseline="-25000" dirty="0">
                    <a:solidFill>
                      <a:srgbClr val="000000"/>
                    </a:solidFill>
                    <a:latin typeface="微软雅黑" panose="020B0503020204020204" pitchFamily="34" charset="-122"/>
                    <a:ea typeface="微软雅黑" panose="020B0503020204020204" pitchFamily="34" charset="-122"/>
                  </a:rPr>
                  <a:t>1</a:t>
                </a:r>
                <a:r>
                  <a:rPr lang="en-US" altLang="zh-CN" sz="1600" b="1" dirty="0">
                    <a:solidFill>
                      <a:srgbClr val="000000"/>
                    </a:solidFill>
                    <a:latin typeface="微软雅黑" panose="020B0503020204020204" pitchFamily="34" charset="-122"/>
                    <a:ea typeface="微软雅黑" panose="020B0503020204020204" pitchFamily="34" charset="-122"/>
                  </a:rPr>
                  <a:t> </a:t>
                </a:r>
                <a:r>
                  <a:rPr lang="zh-CN" altLang="en-US" sz="1600" b="1" dirty="0">
                    <a:solidFill>
                      <a:srgbClr val="000000"/>
                    </a:solidFill>
                    <a:latin typeface="微软雅黑" panose="020B0503020204020204" pitchFamily="34" charset="-122"/>
                    <a:ea typeface="微软雅黑" panose="020B0503020204020204" pitchFamily="34" charset="-122"/>
                  </a:rPr>
                  <a:t>的部分转发表</a:t>
                </a:r>
                <a:endParaRPr lang="zh-CN" altLang="en-US" sz="1600" b="1" baseline="-25000" dirty="0">
                  <a:solidFill>
                    <a:srgbClr val="000000"/>
                  </a:solidFill>
                  <a:latin typeface="微软雅黑" panose="020B0503020204020204" pitchFamily="34" charset="-122"/>
                  <a:ea typeface="微软雅黑" panose="020B0503020204020204" pitchFamily="34" charset="-122"/>
                </a:endParaRPr>
              </a:p>
            </p:txBody>
          </p:sp>
        </p:grpSp>
        <p:pic>
          <p:nvPicPr>
            <p:cNvPr id="10" name="Picture 5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887487" y="3159838"/>
              <a:ext cx="5810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1" name="Picture 5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922705" y="2689821"/>
              <a:ext cx="5810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2" name="Picture 5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394672" y="1507068"/>
              <a:ext cx="5810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grpSp>
        <p:nvGrpSpPr>
          <p:cNvPr id="68" name="组合 68"/>
          <p:cNvGrpSpPr/>
          <p:nvPr/>
        </p:nvGrpSpPr>
        <p:grpSpPr>
          <a:xfrm>
            <a:off x="1991544" y="2060848"/>
            <a:ext cx="8202534" cy="4472843"/>
            <a:chOff x="1172946" y="1165057"/>
            <a:chExt cx="6897628" cy="3372093"/>
          </a:xfrm>
        </p:grpSpPr>
        <p:sp>
          <p:nvSpPr>
            <p:cNvPr id="69" name="矩形 68"/>
            <p:cNvSpPr/>
            <p:nvPr/>
          </p:nvSpPr>
          <p:spPr>
            <a:xfrm>
              <a:off x="1172946" y="4235506"/>
              <a:ext cx="6897628" cy="301644"/>
            </a:xfrm>
            <a:prstGeom prst="rect">
              <a:avLst/>
            </a:prstGeom>
          </p:spPr>
          <p:txBody>
            <a:bodyPr wrap="square">
              <a:spAutoFit/>
            </a:bodyPr>
            <a:lstStyle/>
            <a:p>
              <a:pPr algn="ctr"/>
              <a:r>
                <a:rPr lang="zh-CN" altLang="en-US" sz="2000" b="1" dirty="0" smtClean="0">
                  <a:solidFill>
                    <a:srgbClr val="C00000"/>
                  </a:solidFill>
                  <a:latin typeface="微软雅黑" panose="020B0503020204020204" pitchFamily="34" charset="-122"/>
                  <a:ea typeface="微软雅黑" panose="020B0503020204020204" pitchFamily="34" charset="-122"/>
                </a:rPr>
                <a:t>主机 </a:t>
              </a:r>
              <a:r>
                <a:rPr lang="en-US" altLang="zh-CN" sz="2000" b="1" dirty="0" smtClean="0">
                  <a:solidFill>
                    <a:srgbClr val="C00000"/>
                  </a:solidFill>
                  <a:latin typeface="微软雅黑" panose="020B0503020204020204" pitchFamily="34" charset="-122"/>
                  <a:ea typeface="微软雅黑" panose="020B0503020204020204" pitchFamily="34" charset="-122"/>
                </a:rPr>
                <a:t>H</a:t>
              </a:r>
              <a:r>
                <a:rPr lang="en-US" altLang="zh-CN" sz="2000" b="1" baseline="-25000" dirty="0" smtClean="0">
                  <a:solidFill>
                    <a:srgbClr val="C00000"/>
                  </a:solidFill>
                  <a:latin typeface="微软雅黑" panose="020B0503020204020204" pitchFamily="34" charset="-122"/>
                  <a:ea typeface="微软雅黑" panose="020B0503020204020204" pitchFamily="34" charset="-122"/>
                </a:rPr>
                <a:t>1</a:t>
              </a:r>
              <a:r>
                <a:rPr lang="en-US" altLang="zh-CN" sz="2000" b="1" dirty="0" smtClean="0">
                  <a:solidFill>
                    <a:srgbClr val="C00000"/>
                  </a:solidFill>
                  <a:latin typeface="微软雅黑" panose="020B0503020204020204" pitchFamily="34" charset="-122"/>
                  <a:ea typeface="微软雅黑" panose="020B0503020204020204" pitchFamily="34" charset="-122"/>
                </a:rPr>
                <a:t> </a:t>
              </a:r>
              <a:r>
                <a:rPr lang="zh-CN" altLang="en-US" sz="2000" b="1" dirty="0" smtClean="0">
                  <a:solidFill>
                    <a:srgbClr val="C00000"/>
                  </a:solidFill>
                  <a:latin typeface="微软雅黑" panose="020B0503020204020204" pitchFamily="34" charset="-122"/>
                  <a:ea typeface="微软雅黑" panose="020B0503020204020204" pitchFamily="34" charset="-122"/>
                </a:rPr>
                <a:t>发送出的、目的地址</a:t>
              </a:r>
              <a:r>
                <a:rPr lang="zh-CN" altLang="en-US" sz="2000" b="1" dirty="0">
                  <a:solidFill>
                    <a:srgbClr val="C00000"/>
                  </a:solidFill>
                  <a:latin typeface="微软雅黑" panose="020B0503020204020204" pitchFamily="34" charset="-122"/>
                  <a:ea typeface="微软雅黑" panose="020B0503020204020204" pitchFamily="34" charset="-122"/>
                </a:rPr>
                <a:t>是 </a:t>
              </a:r>
              <a:r>
                <a:rPr lang="en-US" altLang="zh-CN" sz="2000" b="1" dirty="0" smtClean="0">
                  <a:solidFill>
                    <a:srgbClr val="C00000"/>
                  </a:solidFill>
                  <a:latin typeface="微软雅黑" panose="020B0503020204020204" pitchFamily="34" charset="-122"/>
                  <a:ea typeface="微软雅黑" panose="020B0503020204020204" pitchFamily="34" charset="-122"/>
                </a:rPr>
                <a:t>128.1.2.132 </a:t>
              </a:r>
              <a:r>
                <a:rPr lang="zh-CN" altLang="en-US" sz="2000" b="1" dirty="0" smtClean="0">
                  <a:solidFill>
                    <a:srgbClr val="C00000"/>
                  </a:solidFill>
                  <a:latin typeface="微软雅黑" panose="020B0503020204020204" pitchFamily="34" charset="-122"/>
                  <a:ea typeface="微软雅黑" panose="020B0503020204020204" pitchFamily="34" charset="-122"/>
                </a:rPr>
                <a:t>的分组该如何转发？</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sp>
          <p:nvSpPr>
            <p:cNvPr id="70" name="Line 126"/>
            <p:cNvSpPr>
              <a:spLocks noChangeShapeType="1"/>
            </p:cNvSpPr>
            <p:nvPr/>
          </p:nvSpPr>
          <p:spPr bwMode="auto">
            <a:xfrm>
              <a:off x="3730473" y="1165057"/>
              <a:ext cx="1734912" cy="1853040"/>
            </a:xfrm>
            <a:prstGeom prst="line">
              <a:avLst/>
            </a:prstGeom>
            <a:noFill/>
            <a:ln w="57150" cap="rnd">
              <a:solidFill>
                <a:srgbClr val="C00000">
                  <a:alpha val="96000"/>
                </a:srgbClr>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CN" altLang="en-US" sz="1600" b="1">
                <a:latin typeface="微软雅黑" panose="020B0503020204020204" pitchFamily="34" charset="-122"/>
                <a:ea typeface="微软雅黑" panose="020B0503020204020204" pitchFamily="34" charset="-122"/>
              </a:endParaRPr>
            </a:p>
          </p:txBody>
        </p:sp>
      </p:grpSp>
      <p:sp>
        <p:nvSpPr>
          <p:cNvPr id="137" name="椭圆 73"/>
          <p:cNvSpPr>
            <a:spLocks noChangeArrowheads="1"/>
          </p:cNvSpPr>
          <p:nvPr/>
        </p:nvSpPr>
        <p:spPr bwMode="auto">
          <a:xfrm>
            <a:off x="2711624" y="2845329"/>
            <a:ext cx="85983" cy="79615"/>
          </a:xfrm>
          <a:prstGeom prst="ellipse">
            <a:avLst/>
          </a:prstGeom>
          <a:solidFill>
            <a:schemeClr val="bg1"/>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138" name="椭圆 73"/>
          <p:cNvSpPr>
            <a:spLocks noChangeArrowheads="1"/>
          </p:cNvSpPr>
          <p:nvPr/>
        </p:nvSpPr>
        <p:spPr bwMode="auto">
          <a:xfrm>
            <a:off x="3040132" y="4141473"/>
            <a:ext cx="85983" cy="79615"/>
          </a:xfrm>
          <a:prstGeom prst="ellipse">
            <a:avLst/>
          </a:prstGeom>
          <a:solidFill>
            <a:schemeClr val="bg1"/>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139" name="椭圆 73"/>
          <p:cNvSpPr>
            <a:spLocks noChangeArrowheads="1"/>
          </p:cNvSpPr>
          <p:nvPr/>
        </p:nvSpPr>
        <p:spPr bwMode="auto">
          <a:xfrm>
            <a:off x="6896701" y="4028989"/>
            <a:ext cx="85983" cy="79615"/>
          </a:xfrm>
          <a:prstGeom prst="ellipse">
            <a:avLst/>
          </a:prstGeom>
          <a:solidFill>
            <a:schemeClr val="bg1"/>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600" b="1">
              <a:solidFill>
                <a:srgbClr val="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2768584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0"/>
                                  </p:stCondLst>
                                  <p:childTnLst>
                                    <p:anim calcmode="discrete" valueType="str">
                                      <p:cBhvr>
                                        <p:cTn id="6" dur="1000" fill="hold"/>
                                        <p:tgtEl>
                                          <p:spTgt spid="6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p:cNvSpPr>
            <a:spLocks noGrp="1" noChangeArrowheads="1"/>
          </p:cNvSpPr>
          <p:nvPr>
            <p:ph type="title"/>
          </p:nvPr>
        </p:nvSpPr>
        <p:spPr/>
        <p:txBody>
          <a:bodyPr anchor="ctr"/>
          <a:lstStyle/>
          <a:p>
            <a:pPr eaLnBrk="1" hangingPunct="1"/>
            <a:r>
              <a:rPr lang="en-US" altLang="zh-CN" dirty="0" smtClean="0"/>
              <a:t>4.3.1 </a:t>
            </a:r>
            <a:r>
              <a:rPr lang="zh-CN" altLang="en-US" dirty="0" smtClean="0"/>
              <a:t>基于终点的转发</a:t>
            </a:r>
            <a:endParaRPr lang="zh-CN" altLang="en-US" dirty="0"/>
          </a:p>
        </p:txBody>
      </p:sp>
      <p:sp>
        <p:nvSpPr>
          <p:cNvPr id="5" name="矩形 4"/>
          <p:cNvSpPr/>
          <p:nvPr/>
        </p:nvSpPr>
        <p:spPr>
          <a:xfrm>
            <a:off x="1064302" y="2235028"/>
            <a:ext cx="8632098" cy="4290316"/>
          </a:xfrm>
          <a:prstGeom prst="rect">
            <a:avLst/>
          </a:prstGeom>
          <a:solidFill>
            <a:srgbClr val="C3E3F9"/>
          </a:solidFill>
          <a:ln w="28575">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 Box 64"/>
          <p:cNvSpPr txBox="1">
            <a:spLocks noChangeArrowheads="1"/>
          </p:cNvSpPr>
          <p:nvPr/>
        </p:nvSpPr>
        <p:spPr bwMode="auto">
          <a:xfrm>
            <a:off x="2159286" y="2492896"/>
            <a:ext cx="6601010" cy="7591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lvl="0">
              <a:lnSpc>
                <a:spcPts val="2600"/>
              </a:lnSpc>
              <a:defRPr/>
            </a:pPr>
            <a:r>
              <a:rPr lang="en-US" altLang="zh-CN" sz="2400" b="1" kern="0" dirty="0">
                <a:solidFill>
                  <a:srgbClr val="000000"/>
                </a:solidFill>
                <a:latin typeface="微软雅黑" pitchFamily="34" charset="-122"/>
                <a:ea typeface="微软雅黑" pitchFamily="34" charset="-122"/>
              </a:rPr>
              <a:t>N</a:t>
            </a:r>
            <a:r>
              <a:rPr lang="en-US" altLang="zh-CN" sz="2400" b="1" kern="0" baseline="-25000" dirty="0">
                <a:solidFill>
                  <a:srgbClr val="000000"/>
                </a:solidFill>
                <a:latin typeface="微软雅黑" pitchFamily="34" charset="-122"/>
                <a:ea typeface="微软雅黑" pitchFamily="34" charset="-122"/>
              </a:rPr>
              <a:t>1</a:t>
            </a:r>
            <a:r>
              <a:rPr lang="en-US" altLang="zh-CN" sz="2400" b="1" kern="0" dirty="0">
                <a:solidFill>
                  <a:srgbClr val="000000"/>
                </a:solidFill>
                <a:latin typeface="微软雅黑" pitchFamily="34" charset="-122"/>
                <a:ea typeface="微软雅黑" pitchFamily="34" charset="-122"/>
              </a:rPr>
              <a:t> </a:t>
            </a:r>
            <a:r>
              <a:rPr lang="zh-CN" altLang="en-US" sz="2400" b="1" kern="0" dirty="0">
                <a:solidFill>
                  <a:srgbClr val="000000"/>
                </a:solidFill>
                <a:latin typeface="微软雅黑" pitchFamily="34" charset="-122"/>
                <a:ea typeface="微软雅黑" pitchFamily="34" charset="-122"/>
              </a:rPr>
              <a:t>的 </a:t>
            </a:r>
            <a:r>
              <a:rPr lang="zh-CN" altLang="en-US" sz="2400" b="1" kern="0" dirty="0" smtClean="0">
                <a:solidFill>
                  <a:srgbClr val="000000"/>
                </a:solidFill>
                <a:latin typeface="微软雅黑" pitchFamily="34" charset="-122"/>
                <a:ea typeface="微软雅黑" pitchFamily="34" charset="-122"/>
              </a:rPr>
              <a:t>网络地址为 </a:t>
            </a:r>
            <a:r>
              <a:rPr lang="en-US" altLang="zh-CN" sz="2400" b="1" kern="0" dirty="0" smtClean="0">
                <a:solidFill>
                  <a:srgbClr val="C00000"/>
                </a:solidFill>
                <a:latin typeface="微软雅黑" pitchFamily="34" charset="-122"/>
                <a:ea typeface="微软雅黑" pitchFamily="34" charset="-122"/>
              </a:rPr>
              <a:t>128.1.2.192</a:t>
            </a:r>
            <a:endParaRPr kumimoji="0" lang="en-US" altLang="zh-CN" sz="2400" b="1" i="0" u="none" strike="noStrike" kern="0" cap="none" spc="0" normalizeH="0" baseline="0" noProof="0" dirty="0" smtClean="0">
              <a:ln>
                <a:noFill/>
              </a:ln>
              <a:solidFill>
                <a:srgbClr val="C00000"/>
              </a:solidFill>
              <a:effectLst/>
              <a:uLnTx/>
              <a:uFillTx/>
              <a:latin typeface="微软雅黑" pitchFamily="34" charset="-122"/>
              <a:ea typeface="微软雅黑" pitchFamily="34" charset="-122"/>
            </a:endParaRPr>
          </a:p>
          <a:p>
            <a:pPr lvl="0">
              <a:lnSpc>
                <a:spcPts val="2600"/>
              </a:lnSpc>
              <a:defRPr/>
            </a:pPr>
            <a:r>
              <a:rPr kumimoji="0" lang="en-US" altLang="zh-CN" sz="2400" b="1" i="0" u="none" strike="noStrike" kern="0" cap="none" spc="0" normalizeH="0" baseline="0" noProof="0" dirty="0" smtClean="0">
                <a:ln>
                  <a:noFill/>
                </a:ln>
                <a:solidFill>
                  <a:srgbClr val="000000"/>
                </a:solidFill>
                <a:effectLst/>
                <a:uLnTx/>
                <a:uFillTx/>
                <a:latin typeface="微软雅黑" pitchFamily="34" charset="-122"/>
                <a:ea typeface="微软雅黑" pitchFamily="34" charset="-122"/>
              </a:rPr>
              <a:t>N</a:t>
            </a:r>
            <a:r>
              <a:rPr kumimoji="0" lang="en-US" altLang="zh-CN" sz="2400" b="1" i="0" u="none" strike="noStrike" kern="0" cap="none" spc="0" normalizeH="0" baseline="-25000" noProof="0" dirty="0" smtClean="0">
                <a:ln>
                  <a:noFill/>
                </a:ln>
                <a:solidFill>
                  <a:srgbClr val="000000"/>
                </a:solidFill>
                <a:effectLst/>
                <a:uLnTx/>
                <a:uFillTx/>
                <a:latin typeface="微软雅黑" pitchFamily="34" charset="-122"/>
                <a:ea typeface="微软雅黑" pitchFamily="34" charset="-122"/>
              </a:rPr>
              <a:t>1</a:t>
            </a:r>
            <a:r>
              <a:rPr kumimoji="0" lang="en-US" altLang="zh-CN" sz="2400" b="1" i="0" u="none" strike="noStrike" kern="0" cap="none" spc="0" normalizeH="0" baseline="0" noProof="0" dirty="0" smtClean="0">
                <a:ln>
                  <a:noFill/>
                </a:ln>
                <a:solidFill>
                  <a:srgbClr val="000000"/>
                </a:solidFill>
                <a:effectLst/>
                <a:uLnTx/>
                <a:uFillTx/>
                <a:latin typeface="微软雅黑" pitchFamily="34" charset="-122"/>
                <a:ea typeface="微软雅黑" pitchFamily="34" charset="-122"/>
              </a:rPr>
              <a:t> </a:t>
            </a:r>
            <a:r>
              <a:rPr kumimoji="0" lang="zh-CN" altLang="en-US" sz="2400" b="1" i="0" u="none" strike="noStrike" kern="0" cap="none" spc="0" normalizeH="0" baseline="0" noProof="0" dirty="0" smtClean="0">
                <a:ln>
                  <a:noFill/>
                </a:ln>
                <a:solidFill>
                  <a:srgbClr val="000000"/>
                </a:solidFill>
                <a:effectLst/>
                <a:uLnTx/>
                <a:uFillTx/>
                <a:latin typeface="微软雅黑" pitchFamily="34" charset="-122"/>
                <a:ea typeface="微软雅黑" pitchFamily="34" charset="-122"/>
              </a:rPr>
              <a:t>的 网络掩码为 </a:t>
            </a:r>
            <a:r>
              <a:rPr kumimoji="0" lang="en-US" altLang="zh-CN" sz="2400" b="1" i="0" u="none" strike="noStrike" kern="0" cap="none" spc="0" normalizeH="0" baseline="0" noProof="0" dirty="0" smtClean="0">
                <a:ln>
                  <a:noFill/>
                </a:ln>
                <a:solidFill>
                  <a:srgbClr val="C00000"/>
                </a:solidFill>
                <a:effectLst/>
                <a:uLnTx/>
                <a:uFillTx/>
                <a:latin typeface="微软雅黑" pitchFamily="34" charset="-122"/>
                <a:ea typeface="微软雅黑" pitchFamily="34" charset="-122"/>
              </a:rPr>
              <a:t>/26 </a:t>
            </a:r>
            <a:r>
              <a:rPr kumimoji="0" lang="en-US" altLang="zh-CN" sz="2400" b="1" i="0" u="none" strike="noStrike" kern="0" cap="none" spc="0" normalizeH="0" baseline="0" noProof="0" dirty="0" smtClean="0">
                <a:ln>
                  <a:noFill/>
                </a:ln>
                <a:solidFill>
                  <a:srgbClr val="000000"/>
                </a:solidFill>
                <a:effectLst/>
                <a:uLnTx/>
                <a:uFillTx/>
                <a:latin typeface="微软雅黑" pitchFamily="34" charset="-122"/>
                <a:ea typeface="微软雅黑" pitchFamily="34" charset="-122"/>
              </a:rPr>
              <a:t>= 255.255.255.192 </a:t>
            </a:r>
            <a:endParaRPr kumimoji="0" lang="zh-CN" altLang="en-US" sz="2400" b="1"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grpSp>
        <p:nvGrpSpPr>
          <p:cNvPr id="7" name="组合 6"/>
          <p:cNvGrpSpPr/>
          <p:nvPr/>
        </p:nvGrpSpPr>
        <p:grpSpPr>
          <a:xfrm>
            <a:off x="4269677" y="3319676"/>
            <a:ext cx="3050460" cy="1291067"/>
            <a:chOff x="3613546" y="2110175"/>
            <a:chExt cx="2526816" cy="838167"/>
          </a:xfrm>
        </p:grpSpPr>
        <p:sp>
          <p:nvSpPr>
            <p:cNvPr id="8" name="Text Box 72"/>
            <p:cNvSpPr txBox="1">
              <a:spLocks noChangeArrowheads="1"/>
            </p:cNvSpPr>
            <p:nvPr/>
          </p:nvSpPr>
          <p:spPr bwMode="auto">
            <a:xfrm>
              <a:off x="3628136" y="2110175"/>
              <a:ext cx="2512226" cy="492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ts val="2600"/>
                </a:lnSpc>
                <a:defRPr/>
              </a:pPr>
              <a:r>
                <a:rPr lang="en-US" altLang="zh-CN" sz="2400" b="1" kern="0" dirty="0">
                  <a:solidFill>
                    <a:srgbClr val="CC0099"/>
                  </a:solidFill>
                  <a:latin typeface="微软雅黑" pitchFamily="34" charset="-122"/>
                  <a:ea typeface="微软雅黑" pitchFamily="34" charset="-122"/>
                </a:rPr>
                <a:t>128.  1  .  </a:t>
              </a:r>
              <a:r>
                <a:rPr lang="en-US" altLang="zh-CN" sz="700" b="1" kern="0" dirty="0">
                  <a:solidFill>
                    <a:srgbClr val="CC0099"/>
                  </a:solidFill>
                  <a:latin typeface="微软雅黑" pitchFamily="34" charset="-122"/>
                  <a:ea typeface="微软雅黑" pitchFamily="34" charset="-122"/>
                </a:rPr>
                <a:t> </a:t>
              </a:r>
              <a:r>
                <a:rPr lang="en-US" altLang="zh-CN" sz="2400" b="1" kern="0" dirty="0">
                  <a:solidFill>
                    <a:srgbClr val="CC0099"/>
                  </a:solidFill>
                  <a:latin typeface="微软雅黑" pitchFamily="34" charset="-122"/>
                  <a:ea typeface="微软雅黑" pitchFamily="34" charset="-122"/>
                </a:rPr>
                <a:t>2  .132</a:t>
              </a:r>
            </a:p>
            <a:p>
              <a:pPr marL="0" marR="0" lvl="0" indent="0" defTabSz="914400" eaLnBrk="1" fontAlgn="auto" latinLnBrk="0" hangingPunct="1">
                <a:lnSpc>
                  <a:spcPts val="2600"/>
                </a:lnSpc>
                <a:spcBef>
                  <a:spcPts val="0"/>
                </a:spcBef>
                <a:spcAft>
                  <a:spcPts val="0"/>
                </a:spcAft>
                <a:buClrTx/>
                <a:buSzTx/>
                <a:buFontTx/>
                <a:buNone/>
                <a:tabLst/>
                <a:defRPr/>
              </a:pPr>
              <a:r>
                <a:rPr kumimoji="0" lang="en-US" altLang="zh-CN" sz="2400" b="1" i="0" u="none" strike="noStrike" kern="0" cap="none" spc="0" normalizeH="0" baseline="0" noProof="0" dirty="0" smtClean="0">
                  <a:ln>
                    <a:noFill/>
                  </a:ln>
                  <a:solidFill>
                    <a:srgbClr val="0000FF"/>
                  </a:solidFill>
                  <a:effectLst/>
                  <a:uLnTx/>
                  <a:uFillTx/>
                  <a:latin typeface="微软雅黑" pitchFamily="34" charset="-122"/>
                  <a:ea typeface="微软雅黑" pitchFamily="34" charset="-122"/>
                </a:rPr>
                <a:t>255.255.255.192</a:t>
              </a:r>
              <a:endParaRPr kumimoji="0" lang="en-US" altLang="zh-CN" sz="2400" b="1" i="0" u="none" strike="noStrike" kern="0" cap="none" spc="0" normalizeH="0" baseline="0" noProof="0" dirty="0">
                <a:ln>
                  <a:noFill/>
                </a:ln>
                <a:solidFill>
                  <a:srgbClr val="0000FF"/>
                </a:solidFill>
                <a:effectLst/>
                <a:uLnTx/>
                <a:uFillTx/>
                <a:latin typeface="微软雅黑" pitchFamily="34" charset="-122"/>
                <a:ea typeface="微软雅黑" pitchFamily="34" charset="-122"/>
              </a:endParaRPr>
            </a:p>
          </p:txBody>
        </p:sp>
        <p:sp>
          <p:nvSpPr>
            <p:cNvPr id="9" name="Text Box 73"/>
            <p:cNvSpPr txBox="1">
              <a:spLocks noChangeArrowheads="1"/>
            </p:cNvSpPr>
            <p:nvPr/>
          </p:nvSpPr>
          <p:spPr bwMode="auto">
            <a:xfrm>
              <a:off x="3628136" y="2648627"/>
              <a:ext cx="2258905" cy="299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1" i="0" u="none" strike="noStrike" kern="0" cap="none" spc="0" normalizeH="0" baseline="0" noProof="0" dirty="0">
                  <a:ln>
                    <a:noFill/>
                  </a:ln>
                  <a:solidFill>
                    <a:srgbClr val="0000FF"/>
                  </a:solidFill>
                  <a:effectLst/>
                  <a:uLnTx/>
                  <a:uFillTx/>
                  <a:latin typeface="微软雅黑" pitchFamily="34" charset="-122"/>
                  <a:ea typeface="微软雅黑" pitchFamily="34" charset="-122"/>
                </a:rPr>
                <a:t>128.  </a:t>
              </a:r>
              <a:r>
                <a:rPr kumimoji="0" lang="en-US" altLang="zh-CN" sz="2400" b="1" i="0" u="none" strike="noStrike" kern="0" cap="none" spc="0" normalizeH="0" baseline="0" noProof="0" dirty="0" smtClean="0">
                  <a:ln>
                    <a:noFill/>
                  </a:ln>
                  <a:solidFill>
                    <a:srgbClr val="0000FF"/>
                  </a:solidFill>
                  <a:effectLst/>
                  <a:uLnTx/>
                  <a:uFillTx/>
                  <a:latin typeface="微软雅黑" pitchFamily="34" charset="-122"/>
                  <a:ea typeface="微软雅黑" pitchFamily="34" charset="-122"/>
                </a:rPr>
                <a:t>1  .  </a:t>
              </a:r>
              <a:r>
                <a:rPr kumimoji="0" lang="en-US" altLang="zh-CN" sz="900" b="1" i="0" u="none" strike="noStrike" kern="0" cap="none" spc="0" normalizeH="0" baseline="0" noProof="0" dirty="0" smtClean="0">
                  <a:ln>
                    <a:noFill/>
                  </a:ln>
                  <a:solidFill>
                    <a:srgbClr val="0000FF"/>
                  </a:solidFill>
                  <a:effectLst/>
                  <a:uLnTx/>
                  <a:uFillTx/>
                  <a:latin typeface="微软雅黑" pitchFamily="34" charset="-122"/>
                  <a:ea typeface="微软雅黑" pitchFamily="34" charset="-122"/>
                </a:rPr>
                <a:t> </a:t>
              </a:r>
              <a:r>
                <a:rPr kumimoji="0" lang="en-US" altLang="zh-CN" sz="2400" b="1" i="0" u="none" strike="noStrike" kern="0" cap="none" spc="0" normalizeH="0" baseline="0" noProof="0" dirty="0" smtClean="0">
                  <a:ln>
                    <a:noFill/>
                  </a:ln>
                  <a:solidFill>
                    <a:srgbClr val="0000FF"/>
                  </a:solidFill>
                  <a:effectLst/>
                  <a:uLnTx/>
                  <a:uFillTx/>
                  <a:latin typeface="微软雅黑" pitchFamily="34" charset="-122"/>
                  <a:ea typeface="微软雅黑" pitchFamily="34" charset="-122"/>
                </a:rPr>
                <a:t>2  .128</a:t>
              </a:r>
              <a:endParaRPr kumimoji="0" lang="en-US" altLang="zh-CN" sz="2400" b="1" i="0" u="none" strike="noStrike" kern="0" cap="none" spc="0" normalizeH="0" baseline="0" noProof="0" dirty="0">
                <a:ln>
                  <a:noFill/>
                </a:ln>
                <a:solidFill>
                  <a:srgbClr val="0000FF"/>
                </a:solidFill>
                <a:effectLst/>
                <a:uLnTx/>
                <a:uFillTx/>
                <a:latin typeface="微软雅黑" pitchFamily="34" charset="-122"/>
                <a:ea typeface="微软雅黑" pitchFamily="34" charset="-122"/>
              </a:endParaRPr>
            </a:p>
          </p:txBody>
        </p:sp>
        <p:sp>
          <p:nvSpPr>
            <p:cNvPr id="10" name="Line 74"/>
            <p:cNvSpPr>
              <a:spLocks noChangeShapeType="1"/>
            </p:cNvSpPr>
            <p:nvPr/>
          </p:nvSpPr>
          <p:spPr bwMode="auto">
            <a:xfrm>
              <a:off x="3613546" y="2601878"/>
              <a:ext cx="2228581" cy="0"/>
            </a:xfrm>
            <a:prstGeom prst="line">
              <a:avLst/>
            </a:prstGeom>
            <a:noFill/>
            <a:ln w="3810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b="1" i="0" u="none" strike="noStrike" kern="0" cap="none" spc="0" normalizeH="0" baseline="0" noProof="0">
                <a:ln>
                  <a:noFill/>
                </a:ln>
                <a:solidFill>
                  <a:srgbClr val="0000CC"/>
                </a:solidFill>
                <a:effectLst/>
                <a:uLnTx/>
                <a:uFillTx/>
                <a:latin typeface="微软雅黑" pitchFamily="34" charset="-122"/>
                <a:ea typeface="微软雅黑" pitchFamily="34" charset="-122"/>
              </a:endParaRPr>
            </a:p>
          </p:txBody>
        </p:sp>
      </p:grpSp>
      <p:sp>
        <p:nvSpPr>
          <p:cNvPr id="11" name="Text Box 75"/>
          <p:cNvSpPr txBox="1">
            <a:spLocks noChangeArrowheads="1"/>
          </p:cNvSpPr>
          <p:nvPr/>
        </p:nvSpPr>
        <p:spPr bwMode="auto">
          <a:xfrm>
            <a:off x="1319311" y="3364361"/>
            <a:ext cx="295036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r" defTabSz="914400" eaLnBrk="1" fontAlgn="auto" latinLnBrk="0" hangingPunct="1">
              <a:lnSpc>
                <a:spcPts val="2400"/>
              </a:lnSpc>
              <a:spcBef>
                <a:spcPts val="0"/>
              </a:spcBef>
              <a:spcAft>
                <a:spcPts val="0"/>
              </a:spcAft>
              <a:buClrTx/>
              <a:buSzTx/>
              <a:buFontTx/>
              <a:buNone/>
              <a:tabLst/>
              <a:defRPr/>
            </a:pPr>
            <a:r>
              <a:rPr kumimoji="0" lang="zh-CN" altLang="en-US" sz="2400" b="1" i="0" u="none" strike="noStrike" kern="0" cap="none" spc="0" normalizeH="0" baseline="0" noProof="0" dirty="0" smtClean="0">
                <a:ln>
                  <a:noFill/>
                </a:ln>
                <a:solidFill>
                  <a:srgbClr val="C00000"/>
                </a:solidFill>
                <a:effectLst/>
                <a:uLnTx/>
                <a:uFillTx/>
                <a:latin typeface="微软雅黑" pitchFamily="34" charset="-122"/>
                <a:ea typeface="微软雅黑" pitchFamily="34" charset="-122"/>
              </a:rPr>
              <a:t>目的地址与网络掩码</a:t>
            </a:r>
            <a:endParaRPr kumimoji="0" lang="en-US" altLang="zh-CN" sz="2400" b="1" i="0" u="none" strike="noStrike" kern="0" cap="none" spc="0" normalizeH="0" baseline="0" noProof="0" dirty="0" smtClean="0">
              <a:ln>
                <a:noFill/>
              </a:ln>
              <a:solidFill>
                <a:srgbClr val="C00000"/>
              </a:solidFill>
              <a:effectLst/>
              <a:uLnTx/>
              <a:uFillTx/>
              <a:latin typeface="微软雅黑" pitchFamily="34" charset="-122"/>
              <a:ea typeface="微软雅黑" pitchFamily="34" charset="-122"/>
            </a:endParaRPr>
          </a:p>
          <a:p>
            <a:pPr marL="0" marR="0" lvl="0" indent="0" algn="r" defTabSz="914400" eaLnBrk="1" fontAlgn="auto" latinLnBrk="0" hangingPunct="1">
              <a:lnSpc>
                <a:spcPts val="2400"/>
              </a:lnSpc>
              <a:spcBef>
                <a:spcPts val="0"/>
              </a:spcBef>
              <a:spcAft>
                <a:spcPts val="0"/>
              </a:spcAft>
              <a:buClrTx/>
              <a:buSzTx/>
              <a:buFontTx/>
              <a:buNone/>
              <a:tabLst/>
              <a:defRPr/>
            </a:pPr>
            <a:r>
              <a:rPr lang="zh-CN" altLang="en-US" sz="2400" b="1" kern="0" dirty="0">
                <a:solidFill>
                  <a:srgbClr val="C00000"/>
                </a:solidFill>
                <a:latin typeface="微软雅黑" pitchFamily="34" charset="-122"/>
                <a:ea typeface="微软雅黑" pitchFamily="34" charset="-122"/>
              </a:rPr>
              <a:t>按位</a:t>
            </a:r>
            <a:r>
              <a:rPr kumimoji="0" lang="zh-CN" altLang="en-US" sz="2400" b="1" i="0" u="none" strike="noStrike" kern="0" cap="none" spc="0" normalizeH="0" baseline="0" noProof="0" dirty="0" smtClean="0">
                <a:ln>
                  <a:noFill/>
                </a:ln>
                <a:solidFill>
                  <a:srgbClr val="C00000"/>
                </a:solidFill>
                <a:effectLst/>
                <a:uLnTx/>
                <a:uFillTx/>
                <a:latin typeface="微软雅黑" pitchFamily="34" charset="-122"/>
                <a:ea typeface="微软雅黑" pitchFamily="34" charset="-122"/>
              </a:rPr>
              <a:t> </a:t>
            </a:r>
            <a:r>
              <a:rPr kumimoji="0" lang="en-US" altLang="zh-CN" sz="2400" b="1" i="0" u="none" strike="noStrike" kern="0" cap="none" spc="0" normalizeH="0" baseline="0" noProof="0" dirty="0" smtClean="0">
                <a:ln>
                  <a:noFill/>
                </a:ln>
                <a:solidFill>
                  <a:srgbClr val="C00000"/>
                </a:solidFill>
                <a:effectLst/>
                <a:uLnTx/>
                <a:uFillTx/>
                <a:latin typeface="微软雅黑" pitchFamily="34" charset="-122"/>
                <a:ea typeface="微软雅黑" pitchFamily="34" charset="-122"/>
              </a:rPr>
              <a:t>AND</a:t>
            </a:r>
            <a:endParaRPr kumimoji="0" lang="zh-CN" altLang="en-US" sz="2400" b="1" i="0" u="none" strike="noStrike" kern="0" cap="none" spc="0" normalizeH="0" baseline="0" noProof="0" dirty="0">
              <a:ln>
                <a:noFill/>
              </a:ln>
              <a:solidFill>
                <a:srgbClr val="C00000"/>
              </a:solidFill>
              <a:effectLst/>
              <a:uLnTx/>
              <a:uFillTx/>
              <a:latin typeface="微软雅黑" pitchFamily="34" charset="-122"/>
              <a:ea typeface="微软雅黑" pitchFamily="34" charset="-122"/>
            </a:endParaRPr>
          </a:p>
        </p:txBody>
      </p:sp>
      <p:sp>
        <p:nvSpPr>
          <p:cNvPr id="12" name="Text Box 78"/>
          <p:cNvSpPr txBox="1">
            <a:spLocks noChangeArrowheads="1"/>
          </p:cNvSpPr>
          <p:nvPr/>
        </p:nvSpPr>
        <p:spPr bwMode="auto">
          <a:xfrm>
            <a:off x="7104113" y="4058672"/>
            <a:ext cx="273630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3200" b="1" i="0" u="none" strike="noStrike" kern="0" cap="none" spc="0" normalizeH="0" baseline="0" noProof="0" dirty="0">
                <a:ln>
                  <a:noFill/>
                </a:ln>
                <a:solidFill>
                  <a:srgbClr val="CC0099"/>
                </a:solidFill>
                <a:effectLst/>
                <a:uLnTx/>
                <a:uFillTx/>
                <a:latin typeface="微软雅黑" pitchFamily="34" charset="-122"/>
                <a:ea typeface="微软雅黑" pitchFamily="34" charset="-122"/>
                <a:sym typeface="Symbol" pitchFamily="18" charset="2"/>
              </a:rPr>
              <a:t> </a:t>
            </a:r>
            <a:r>
              <a:rPr kumimoji="0" lang="en-US" altLang="zh-CN" sz="3200" b="1" i="0" u="none" strike="noStrike" kern="0" cap="none" spc="0" normalizeH="0" baseline="0" noProof="0" dirty="0" smtClean="0">
                <a:ln>
                  <a:noFill/>
                </a:ln>
                <a:solidFill>
                  <a:srgbClr val="CC0099"/>
                </a:solidFill>
                <a:effectLst/>
                <a:uLnTx/>
                <a:uFillTx/>
                <a:latin typeface="微软雅黑" pitchFamily="34" charset="-122"/>
                <a:ea typeface="微软雅黑" pitchFamily="34" charset="-122"/>
                <a:sym typeface="Symbol" pitchFamily="18" charset="2"/>
              </a:rPr>
              <a:t> </a:t>
            </a:r>
            <a:r>
              <a:rPr kumimoji="0" lang="en-US" altLang="zh-CN" sz="2400" b="1" i="0" u="none" strike="noStrike" kern="0" cap="none" spc="0" normalizeH="0" baseline="0" noProof="0" dirty="0" smtClean="0">
                <a:ln>
                  <a:noFill/>
                </a:ln>
                <a:solidFill>
                  <a:srgbClr val="CC0099"/>
                </a:solidFill>
                <a:effectLst/>
                <a:uLnTx/>
                <a:uFillTx/>
                <a:latin typeface="微软雅黑" pitchFamily="34" charset="-122"/>
                <a:ea typeface="微软雅黑" pitchFamily="34" charset="-122"/>
                <a:sym typeface="Symbol" pitchFamily="18" charset="2"/>
              </a:rPr>
              <a:t>H</a:t>
            </a:r>
            <a:r>
              <a:rPr kumimoji="0" lang="en-US" altLang="zh-CN" sz="2400" b="1" i="0" u="none" strike="noStrike" kern="0" cap="none" spc="0" normalizeH="0" baseline="-25000" noProof="0" dirty="0" smtClean="0">
                <a:ln>
                  <a:noFill/>
                </a:ln>
                <a:solidFill>
                  <a:srgbClr val="CC0099"/>
                </a:solidFill>
                <a:effectLst/>
                <a:uLnTx/>
                <a:uFillTx/>
                <a:latin typeface="微软雅黑" pitchFamily="34" charset="-122"/>
                <a:ea typeface="微软雅黑" pitchFamily="34" charset="-122"/>
                <a:sym typeface="Symbol" pitchFamily="18" charset="2"/>
              </a:rPr>
              <a:t>1</a:t>
            </a:r>
            <a:r>
              <a:rPr kumimoji="0" lang="en-US" altLang="zh-CN" sz="2400" b="1" i="0" u="none" strike="noStrike" kern="0" cap="none" spc="0" normalizeH="0" baseline="0" noProof="0" dirty="0" smtClean="0">
                <a:ln>
                  <a:noFill/>
                </a:ln>
                <a:solidFill>
                  <a:srgbClr val="CC0099"/>
                </a:solidFill>
                <a:effectLst/>
                <a:uLnTx/>
                <a:uFillTx/>
                <a:latin typeface="微软雅黑" pitchFamily="34" charset="-122"/>
                <a:ea typeface="微软雅黑" pitchFamily="34" charset="-122"/>
                <a:sym typeface="Symbol" pitchFamily="18" charset="2"/>
              </a:rPr>
              <a:t> </a:t>
            </a:r>
            <a:r>
              <a:rPr kumimoji="0" lang="zh-CN" altLang="en-US" sz="2400" b="1" i="0" u="none" strike="noStrike" kern="0" cap="none" spc="0" normalizeH="0" baseline="0" noProof="0" dirty="0">
                <a:ln>
                  <a:noFill/>
                </a:ln>
                <a:solidFill>
                  <a:srgbClr val="CC0099"/>
                </a:solidFill>
                <a:effectLst/>
                <a:uLnTx/>
                <a:uFillTx/>
                <a:latin typeface="微软雅黑" pitchFamily="34" charset="-122"/>
                <a:ea typeface="微软雅黑" pitchFamily="34" charset="-122"/>
                <a:sym typeface="Symbol" pitchFamily="18" charset="2"/>
              </a:rPr>
              <a:t>的网络地址</a:t>
            </a:r>
          </a:p>
        </p:txBody>
      </p:sp>
      <p:sp>
        <p:nvSpPr>
          <p:cNvPr id="13" name="矩形 12"/>
          <p:cNvSpPr/>
          <p:nvPr/>
        </p:nvSpPr>
        <p:spPr>
          <a:xfrm>
            <a:off x="1841927" y="4943490"/>
            <a:ext cx="6731361" cy="861774"/>
          </a:xfrm>
          <a:prstGeom prst="rect">
            <a:avLst/>
          </a:prstGeom>
        </p:spPr>
        <p:txBody>
          <a:bodyPr wrap="square">
            <a:spAutoFit/>
          </a:bodyPr>
          <a:lstStyle/>
          <a:p>
            <a:pPr algn="ctr">
              <a:lnSpc>
                <a:spcPts val="3000"/>
              </a:lnSpc>
            </a:pPr>
            <a:r>
              <a:rPr lang="en-US" altLang="zh-CN" sz="2400" b="1" dirty="0" smtClean="0">
                <a:solidFill>
                  <a:srgbClr val="000000"/>
                </a:solidFill>
                <a:latin typeface="微软雅黑" panose="020B0503020204020204" pitchFamily="34" charset="-122"/>
                <a:ea typeface="微软雅黑" panose="020B0503020204020204" pitchFamily="34" charset="-122"/>
              </a:rPr>
              <a:t>128.1.2.132 </a:t>
            </a:r>
            <a:r>
              <a:rPr lang="zh-CN" altLang="en-US" sz="2400" b="1" dirty="0" smtClean="0">
                <a:solidFill>
                  <a:srgbClr val="000000"/>
                </a:solidFill>
                <a:latin typeface="微软雅黑" panose="020B0503020204020204" pitchFamily="34" charset="-122"/>
                <a:ea typeface="微软雅黑" panose="020B0503020204020204" pitchFamily="34" charset="-122"/>
              </a:rPr>
              <a:t>不在本网络上。</a:t>
            </a:r>
            <a:endParaRPr lang="en-US" altLang="zh-CN" sz="2400" b="1" dirty="0" smtClean="0">
              <a:solidFill>
                <a:srgbClr val="000000"/>
              </a:solidFill>
              <a:latin typeface="微软雅黑" panose="020B0503020204020204" pitchFamily="34" charset="-122"/>
              <a:ea typeface="微软雅黑" panose="020B0503020204020204" pitchFamily="34" charset="-122"/>
            </a:endParaRPr>
          </a:p>
          <a:p>
            <a:pPr algn="ctr">
              <a:lnSpc>
                <a:spcPts val="3000"/>
              </a:lnSpc>
            </a:pPr>
            <a:r>
              <a:rPr lang="zh-CN" altLang="en-US" sz="2400" b="1" dirty="0" smtClean="0">
                <a:solidFill>
                  <a:srgbClr val="000000"/>
                </a:solidFill>
                <a:latin typeface="微软雅黑" panose="020B0503020204020204" pitchFamily="34" charset="-122"/>
                <a:ea typeface="微软雅黑" panose="020B0503020204020204" pitchFamily="34" charset="-122"/>
              </a:rPr>
              <a:t>源主机 </a:t>
            </a:r>
            <a:r>
              <a:rPr lang="en-US" altLang="zh-CN" sz="2400" b="1" dirty="0" smtClean="0">
                <a:solidFill>
                  <a:srgbClr val="000000"/>
                </a:solidFill>
                <a:latin typeface="微软雅黑" panose="020B0503020204020204" pitchFamily="34" charset="-122"/>
                <a:ea typeface="微软雅黑" panose="020B0503020204020204" pitchFamily="34" charset="-122"/>
              </a:rPr>
              <a:t>H</a:t>
            </a:r>
            <a:r>
              <a:rPr lang="en-US" altLang="zh-CN" sz="2400" b="1" baseline="-25000" dirty="0" smtClean="0">
                <a:solidFill>
                  <a:srgbClr val="000000"/>
                </a:solidFill>
                <a:latin typeface="微软雅黑" panose="020B0503020204020204" pitchFamily="34" charset="-122"/>
                <a:ea typeface="微软雅黑" panose="020B0503020204020204" pitchFamily="34" charset="-122"/>
              </a:rPr>
              <a:t>1</a:t>
            </a:r>
            <a:r>
              <a:rPr lang="en-US" altLang="zh-CN" sz="2400" b="1" dirty="0" smtClean="0">
                <a:solidFill>
                  <a:srgbClr val="000000"/>
                </a:solidFill>
                <a:latin typeface="微软雅黑" panose="020B0503020204020204" pitchFamily="34" charset="-122"/>
                <a:ea typeface="微软雅黑" panose="020B0503020204020204" pitchFamily="34" charset="-122"/>
              </a:rPr>
              <a:t> </a:t>
            </a:r>
            <a:r>
              <a:rPr lang="zh-CN" altLang="en-US" sz="2400" b="1" dirty="0" smtClean="0">
                <a:solidFill>
                  <a:srgbClr val="000000"/>
                </a:solidFill>
                <a:latin typeface="微软雅黑" panose="020B0503020204020204" pitchFamily="34" charset="-122"/>
                <a:ea typeface="微软雅黑" panose="020B0503020204020204" pitchFamily="34" charset="-122"/>
              </a:rPr>
              <a:t>必须</a:t>
            </a:r>
            <a:r>
              <a:rPr lang="zh-CN" altLang="en-US" sz="2400" b="1" dirty="0">
                <a:solidFill>
                  <a:srgbClr val="000000"/>
                </a:solidFill>
                <a:latin typeface="微软雅黑" panose="020B0503020204020204" pitchFamily="34" charset="-122"/>
                <a:ea typeface="微软雅黑" panose="020B0503020204020204" pitchFamily="34" charset="-122"/>
              </a:rPr>
              <a:t>把分组发送给</a:t>
            </a:r>
            <a:r>
              <a:rPr lang="zh-CN" altLang="en-US" sz="2400" b="1" dirty="0" smtClean="0">
                <a:solidFill>
                  <a:srgbClr val="000000"/>
                </a:solidFill>
                <a:latin typeface="微软雅黑" panose="020B0503020204020204" pitchFamily="34" charset="-122"/>
                <a:ea typeface="微软雅黑" panose="020B0503020204020204" pitchFamily="34" charset="-122"/>
              </a:rPr>
              <a:t>路由器 </a:t>
            </a:r>
            <a:r>
              <a:rPr lang="en-US" altLang="zh-CN" sz="2400" b="1" dirty="0" smtClean="0">
                <a:solidFill>
                  <a:srgbClr val="000000"/>
                </a:solidFill>
                <a:latin typeface="微软雅黑" panose="020B0503020204020204" pitchFamily="34" charset="-122"/>
                <a:ea typeface="微软雅黑" panose="020B0503020204020204" pitchFamily="34" charset="-122"/>
              </a:rPr>
              <a:t>R</a:t>
            </a:r>
            <a:r>
              <a:rPr lang="en-US" altLang="zh-CN" sz="2400" b="1" baseline="-25000" dirty="0" smtClean="0">
                <a:solidFill>
                  <a:srgbClr val="000000"/>
                </a:solidFill>
                <a:latin typeface="微软雅黑" panose="020B0503020204020204" pitchFamily="34" charset="-122"/>
                <a:ea typeface="微软雅黑" panose="020B0503020204020204" pitchFamily="34" charset="-122"/>
              </a:rPr>
              <a:t>1</a:t>
            </a:r>
            <a:r>
              <a:rPr lang="zh-CN" altLang="en-US" sz="2400" b="1" dirty="0" smtClean="0">
                <a:solidFill>
                  <a:srgbClr val="000000"/>
                </a:solidFill>
                <a:latin typeface="微软雅黑" panose="020B0503020204020204" pitchFamily="34" charset="-122"/>
                <a:ea typeface="微软雅黑" panose="020B0503020204020204" pitchFamily="34" charset="-122"/>
              </a:rPr>
              <a:t>。</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4" name="Text Box 155"/>
          <p:cNvSpPr txBox="1">
            <a:spLocks noChangeArrowheads="1"/>
          </p:cNvSpPr>
          <p:nvPr/>
        </p:nvSpPr>
        <p:spPr bwMode="auto">
          <a:xfrm>
            <a:off x="1333007" y="1330165"/>
            <a:ext cx="7960137" cy="904863"/>
          </a:xfrm>
          <a:prstGeom prst="rect">
            <a:avLst/>
          </a:prstGeom>
          <a:solidFill>
            <a:srgbClr val="000099"/>
          </a:solidFill>
          <a:ln w="9525">
            <a:noFill/>
            <a:miter lim="800000"/>
            <a:headEnd/>
            <a:tailEnd/>
          </a:ln>
          <a:effectLst/>
          <a:extLst/>
        </p:spPr>
        <p:txBody>
          <a:bodyPr wrap="square">
            <a:spAutoFit/>
          </a:bodyPr>
          <a:lstStyle/>
          <a:p>
            <a:pPr algn="ctr">
              <a:lnSpc>
                <a:spcPct val="110000"/>
              </a:lnSpc>
            </a:pPr>
            <a:r>
              <a:rPr lang="zh-CN" altLang="en-US" sz="2400" b="1" dirty="0" smtClean="0">
                <a:solidFill>
                  <a:schemeClr val="bg1"/>
                </a:solidFill>
                <a:latin typeface="微软雅黑" pitchFamily="34" charset="-122"/>
                <a:ea typeface="微软雅黑" pitchFamily="34" charset="-122"/>
              </a:rPr>
              <a:t> </a:t>
            </a:r>
            <a:r>
              <a:rPr lang="en-US" altLang="zh-CN" sz="2400" b="1" dirty="0">
                <a:solidFill>
                  <a:schemeClr val="bg1"/>
                </a:solidFill>
                <a:latin typeface="微软雅黑" pitchFamily="34" charset="-122"/>
                <a:ea typeface="微软雅黑" pitchFamily="34" charset="-122"/>
              </a:rPr>
              <a:t>H</a:t>
            </a:r>
            <a:r>
              <a:rPr lang="en-US" altLang="zh-CN" sz="2400" b="1" baseline="-25000" dirty="0">
                <a:solidFill>
                  <a:schemeClr val="bg1"/>
                </a:solidFill>
                <a:latin typeface="微软雅黑" pitchFamily="34" charset="-122"/>
                <a:ea typeface="微软雅黑" pitchFamily="34" charset="-122"/>
              </a:rPr>
              <a:t>1</a:t>
            </a:r>
            <a:r>
              <a:rPr lang="en-US" altLang="zh-CN" sz="2400" b="1" dirty="0">
                <a:solidFill>
                  <a:schemeClr val="bg1"/>
                </a:solidFill>
                <a:latin typeface="微软雅黑" pitchFamily="34" charset="-122"/>
                <a:ea typeface="微软雅黑" pitchFamily="34" charset="-122"/>
              </a:rPr>
              <a:t> </a:t>
            </a:r>
            <a:r>
              <a:rPr lang="zh-CN" altLang="en-US" sz="2400" b="1" dirty="0">
                <a:solidFill>
                  <a:schemeClr val="bg1"/>
                </a:solidFill>
                <a:latin typeface="微软雅黑" pitchFamily="34" charset="-122"/>
                <a:ea typeface="微软雅黑" pitchFamily="34" charset="-122"/>
              </a:rPr>
              <a:t>首先</a:t>
            </a:r>
            <a:r>
              <a:rPr lang="zh-CN" altLang="en-US" sz="2400" b="1" dirty="0" smtClean="0">
                <a:solidFill>
                  <a:schemeClr val="bg1"/>
                </a:solidFill>
                <a:latin typeface="微软雅黑" pitchFamily="34" charset="-122"/>
                <a:ea typeface="微软雅黑" pitchFamily="34" charset="-122"/>
              </a:rPr>
              <a:t>检查 </a:t>
            </a:r>
            <a:r>
              <a:rPr lang="en-US" altLang="zh-CN" sz="2400" b="1" dirty="0">
                <a:solidFill>
                  <a:srgbClr val="FFFF00"/>
                </a:solidFill>
                <a:latin typeface="微软雅黑" pitchFamily="34" charset="-122"/>
                <a:ea typeface="微软雅黑" pitchFamily="34" charset="-122"/>
              </a:rPr>
              <a:t>128.1.2.132</a:t>
            </a:r>
            <a:r>
              <a:rPr lang="en-US" altLang="zh-CN" sz="2400" b="1" dirty="0">
                <a:solidFill>
                  <a:schemeClr val="bg1"/>
                </a:solidFill>
                <a:latin typeface="微软雅黑" pitchFamily="34" charset="-122"/>
                <a:ea typeface="微软雅黑" pitchFamily="34" charset="-122"/>
              </a:rPr>
              <a:t> </a:t>
            </a:r>
            <a:r>
              <a:rPr lang="zh-CN" altLang="en-US" sz="2400" b="1" dirty="0">
                <a:solidFill>
                  <a:schemeClr val="bg1"/>
                </a:solidFill>
                <a:latin typeface="微软雅黑" pitchFamily="34" charset="-122"/>
                <a:ea typeface="微软雅黑" pitchFamily="34" charset="-122"/>
              </a:rPr>
              <a:t>是否连接在本网络</a:t>
            </a:r>
            <a:r>
              <a:rPr lang="zh-CN" altLang="en-US" sz="2400" b="1" dirty="0" smtClean="0">
                <a:solidFill>
                  <a:schemeClr val="bg1"/>
                </a:solidFill>
                <a:latin typeface="微软雅黑" pitchFamily="34" charset="-122"/>
                <a:ea typeface="微软雅黑" pitchFamily="34" charset="-122"/>
              </a:rPr>
              <a:t>上。</a:t>
            </a:r>
            <a:endParaRPr lang="zh-CN" altLang="en-US" sz="2400" b="1" dirty="0">
              <a:solidFill>
                <a:schemeClr val="bg1"/>
              </a:solidFill>
              <a:latin typeface="微软雅黑" pitchFamily="34" charset="-122"/>
              <a:ea typeface="微软雅黑" pitchFamily="34" charset="-122"/>
            </a:endParaRPr>
          </a:p>
          <a:p>
            <a:pPr algn="ctr">
              <a:lnSpc>
                <a:spcPct val="110000"/>
              </a:lnSpc>
            </a:pPr>
            <a:r>
              <a:rPr lang="zh-CN" altLang="en-US" sz="2400" b="1" dirty="0">
                <a:solidFill>
                  <a:schemeClr val="bg1"/>
                </a:solidFill>
                <a:latin typeface="微软雅黑" pitchFamily="34" charset="-122"/>
                <a:ea typeface="微软雅黑" pitchFamily="34" charset="-122"/>
              </a:rPr>
              <a:t>如果是，则直接交付</a:t>
            </a:r>
            <a:r>
              <a:rPr lang="zh-CN" altLang="en-US" sz="2400" b="1" dirty="0" smtClean="0">
                <a:solidFill>
                  <a:schemeClr val="bg1"/>
                </a:solidFill>
                <a:latin typeface="微软雅黑" pitchFamily="34" charset="-122"/>
                <a:ea typeface="微软雅黑" pitchFamily="34" charset="-122"/>
              </a:rPr>
              <a:t>；否则</a:t>
            </a:r>
            <a:r>
              <a:rPr lang="zh-CN" altLang="en-US" sz="2400" b="1" dirty="0">
                <a:solidFill>
                  <a:schemeClr val="bg1"/>
                </a:solidFill>
                <a:latin typeface="微软雅黑" pitchFamily="34" charset="-122"/>
                <a:ea typeface="微软雅黑" pitchFamily="34" charset="-122"/>
              </a:rPr>
              <a:t>，就送交路由器 </a:t>
            </a:r>
            <a:r>
              <a:rPr lang="en-US" altLang="zh-CN" sz="2400" b="1" dirty="0" smtClean="0">
                <a:solidFill>
                  <a:schemeClr val="bg1"/>
                </a:solidFill>
                <a:latin typeface="微软雅黑" pitchFamily="34" charset="-122"/>
                <a:ea typeface="微软雅黑" pitchFamily="34" charset="-122"/>
              </a:rPr>
              <a:t>R</a:t>
            </a:r>
            <a:r>
              <a:rPr lang="en-US" altLang="zh-CN" sz="2400" b="1" baseline="-25000" dirty="0" smtClean="0">
                <a:solidFill>
                  <a:schemeClr val="bg1"/>
                </a:solidFill>
                <a:latin typeface="微软雅黑" pitchFamily="34" charset="-122"/>
                <a:ea typeface="微软雅黑" pitchFamily="34" charset="-122"/>
              </a:rPr>
              <a:t>1</a:t>
            </a:r>
            <a:r>
              <a:rPr lang="zh-CN" altLang="en-US" sz="2400" b="1" dirty="0" smtClean="0">
                <a:solidFill>
                  <a:schemeClr val="bg1"/>
                </a:solidFill>
                <a:latin typeface="微软雅黑" pitchFamily="34" charset="-122"/>
                <a:ea typeface="微软雅黑" pitchFamily="34" charset="-122"/>
              </a:rPr>
              <a:t>。</a:t>
            </a:r>
            <a:endParaRPr lang="zh-CN" altLang="en-US" sz="24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42471048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up)">
                                      <p:cBhvr>
                                        <p:cTn id="11" dur="10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childTnLst>
                                </p:cTn>
                              </p:par>
                            </p:childTnLst>
                          </p:cTn>
                        </p:par>
                        <p:par>
                          <p:cTn id="16" fill="hold">
                            <p:stCondLst>
                              <p:cond delay="0"/>
                            </p:stCondLst>
                            <p:childTnLst>
                              <p:par>
                                <p:cTn id="17" presetID="35" presetClass="emph" presetSubtype="0" repeatCount="3000" fill="hold" grpId="1" nodeType="afterEffect">
                                  <p:stCondLst>
                                    <p:cond delay="0"/>
                                  </p:stCondLst>
                                  <p:childTnLst>
                                    <p:anim calcmode="discrete" valueType="str">
                                      <p:cBhvr>
                                        <p:cTn id="18" dur="1000" fill="hold"/>
                                        <p:tgtEl>
                                          <p:spTgt spid="12"/>
                                        </p:tgtEl>
                                        <p:attrNameLst>
                                          <p:attrName>style.visibility</p:attrName>
                                        </p:attrNameLst>
                                      </p:cBhvr>
                                      <p:tavLst>
                                        <p:tav tm="0">
                                          <p:val>
                                            <p:strVal val="hidden"/>
                                          </p:val>
                                        </p:tav>
                                        <p:tav tm="50000">
                                          <p:val>
                                            <p:strVal val="visible"/>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2" grpId="1"/>
      <p:bldP spid="13"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p:cNvSpPr>
            <a:spLocks noGrp="1" noChangeArrowheads="1"/>
          </p:cNvSpPr>
          <p:nvPr>
            <p:ph type="title"/>
          </p:nvPr>
        </p:nvSpPr>
        <p:spPr/>
        <p:txBody>
          <a:bodyPr anchor="ctr"/>
          <a:lstStyle/>
          <a:p>
            <a:pPr eaLnBrk="1" hangingPunct="1"/>
            <a:r>
              <a:rPr lang="en-US" altLang="zh-CN" dirty="0" smtClean="0"/>
              <a:t>4.3.1 </a:t>
            </a:r>
            <a:r>
              <a:rPr lang="zh-CN" altLang="en-US" dirty="0" smtClean="0"/>
              <a:t>基于终点的转发</a:t>
            </a:r>
            <a:endParaRPr lang="zh-CN" altLang="en-US" dirty="0"/>
          </a:p>
        </p:txBody>
      </p:sp>
      <p:sp>
        <p:nvSpPr>
          <p:cNvPr id="5" name="圆角矩形 4"/>
          <p:cNvSpPr/>
          <p:nvPr/>
        </p:nvSpPr>
        <p:spPr>
          <a:xfrm>
            <a:off x="920840" y="1434884"/>
            <a:ext cx="10071704" cy="465841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椭圆 5"/>
          <p:cNvSpPr/>
          <p:nvPr/>
        </p:nvSpPr>
        <p:spPr bwMode="auto">
          <a:xfrm rot="20475920">
            <a:off x="1674446" y="1725695"/>
            <a:ext cx="3941449" cy="1208578"/>
          </a:xfrm>
          <a:prstGeom prst="ellipse">
            <a:avLst/>
          </a:prstGeom>
          <a:solidFill>
            <a:srgbClr val="FFFF66"/>
          </a:solidFill>
          <a:ln w="9525" cap="flat" cmpd="sng" algn="ctr">
            <a:solidFill>
              <a:schemeClr val="tx1"/>
            </a:solidFill>
            <a:prstDash val="dash"/>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graphicFrame>
        <p:nvGraphicFramePr>
          <p:cNvPr id="7" name="Group 125"/>
          <p:cNvGraphicFramePr>
            <a:graphicFrameLocks noGrp="1"/>
          </p:cNvGraphicFramePr>
          <p:nvPr>
            <p:extLst>
              <p:ext uri="{D42A27DB-BD31-4B8C-83A1-F6EECF244321}">
                <p14:modId xmlns:p14="http://schemas.microsoft.com/office/powerpoint/2010/main" val="87719464"/>
              </p:ext>
            </p:extLst>
          </p:nvPr>
        </p:nvGraphicFramePr>
        <p:xfrm>
          <a:off x="7096033" y="1969997"/>
          <a:ext cx="3318024" cy="1428298"/>
        </p:xfrm>
        <a:graphic>
          <a:graphicData uri="http://schemas.openxmlformats.org/drawingml/2006/table">
            <a:tbl>
              <a:tblPr/>
              <a:tblGrid>
                <a:gridCol w="1835438">
                  <a:extLst>
                    <a:ext uri="{9D8B030D-6E8A-4147-A177-3AD203B41FA5}">
                      <a16:colId xmlns:a16="http://schemas.microsoft.com/office/drawing/2014/main" xmlns="" val="20000"/>
                    </a:ext>
                  </a:extLst>
                </a:gridCol>
                <a:gridCol w="1482586">
                  <a:extLst>
                    <a:ext uri="{9D8B030D-6E8A-4147-A177-3AD203B41FA5}">
                      <a16:colId xmlns:a16="http://schemas.microsoft.com/office/drawing/2014/main" xmlns="" val="20001"/>
                    </a:ext>
                  </a:extLst>
                </a:gridCol>
              </a:tblGrid>
              <a:tr h="380652">
                <a:tc>
                  <a:txBody>
                    <a:bodyPr/>
                    <a:lstStyle/>
                    <a:p>
                      <a:pPr marL="0" marR="0" lvl="0" indent="0" algn="ctr" defTabSz="914400" rtl="0" eaLnBrk="1" fontAlgn="base" latinLnBrk="0" hangingPunct="1">
                        <a:lnSpc>
                          <a:spcPct val="90000"/>
                        </a:lnSpc>
                        <a:spcBef>
                          <a:spcPct val="20000"/>
                        </a:spcBef>
                        <a:spcAft>
                          <a:spcPct val="0"/>
                        </a:spcAft>
                        <a:buClrTx/>
                        <a:buSzTx/>
                        <a:buFontTx/>
                        <a:buNone/>
                        <a:tabLst/>
                      </a:pPr>
                      <a:r>
                        <a:rPr kumimoji="1" lang="zh-CN" altLang="en-US" sz="1600" b="1"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网络前缀</a:t>
                      </a:r>
                    </a:p>
                  </a:txBody>
                  <a:tcPr marL="91431" marR="91431"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Tx/>
                        <a:buSzTx/>
                        <a:buFontTx/>
                        <a:buNone/>
                        <a:tabLst/>
                      </a:pPr>
                      <a:r>
                        <a:rPr kumimoji="1" lang="zh-CN" altLang="en-US" sz="1600" b="1"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下一跳</a:t>
                      </a:r>
                    </a:p>
                  </a:txBody>
                  <a:tcPr marL="91431" marR="91431"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0"/>
                  </a:ext>
                </a:extLst>
              </a:tr>
              <a:tr h="1047646">
                <a:tc>
                  <a:txBody>
                    <a:bodyPr/>
                    <a:lstStyle/>
                    <a:p>
                      <a:pPr marL="0" marR="0" lvl="0" indent="0" algn="l" defTabSz="914400" rtl="0" eaLnBrk="1" fontAlgn="base" latinLnBrk="0" hangingPunct="1">
                        <a:lnSpc>
                          <a:spcPct val="90000"/>
                        </a:lnSpc>
                        <a:spcBef>
                          <a:spcPct val="20000"/>
                        </a:spcBef>
                        <a:spcAft>
                          <a:spcPct val="0"/>
                        </a:spcAft>
                        <a:buClrTx/>
                        <a:buSzTx/>
                        <a:buFontTx/>
                        <a:buNone/>
                        <a:tabLst/>
                      </a:pPr>
                      <a:r>
                        <a:rPr kumimoji="1" lang="en-US" altLang="zh-CN" sz="1600" b="1"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128.1.2.64/26</a:t>
                      </a:r>
                    </a:p>
                    <a:p>
                      <a:pPr marL="0" marR="0" lvl="0" indent="0" algn="l" defTabSz="914400" rtl="0" eaLnBrk="1" fontAlgn="base" latinLnBrk="0" hangingPunct="1">
                        <a:lnSpc>
                          <a:spcPct val="90000"/>
                        </a:lnSpc>
                        <a:spcBef>
                          <a:spcPct val="20000"/>
                        </a:spcBef>
                        <a:spcAft>
                          <a:spcPct val="0"/>
                        </a:spcAft>
                        <a:buClrTx/>
                        <a:buSzTx/>
                        <a:buFontTx/>
                        <a:buNone/>
                        <a:tabLst/>
                      </a:pPr>
                      <a:r>
                        <a:rPr kumimoji="1" lang="en-US" altLang="zh-CN" sz="1600" b="1"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128.1.2.128/26</a:t>
                      </a:r>
                    </a:p>
                    <a:p>
                      <a:pPr marL="0" marR="0" lvl="0" indent="0" algn="l" defTabSz="914400" rtl="0" eaLnBrk="1" fontAlgn="base" latinLnBrk="0" hangingPunct="1">
                        <a:lnSpc>
                          <a:spcPct val="90000"/>
                        </a:lnSpc>
                        <a:spcBef>
                          <a:spcPct val="20000"/>
                        </a:spcBef>
                        <a:spcAft>
                          <a:spcPct val="0"/>
                        </a:spcAft>
                        <a:buClrTx/>
                        <a:buSzTx/>
                        <a:buFontTx/>
                        <a:buNone/>
                        <a:tabLst/>
                      </a:pPr>
                      <a:r>
                        <a:rPr kumimoji="1" lang="en-US" altLang="zh-CN" sz="1600" b="1"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128.1.2.192/26</a:t>
                      </a:r>
                    </a:p>
                  </a:txBody>
                  <a:tcPr marL="91431" marR="91431"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Tx/>
                        <a:buSzTx/>
                        <a:buFontTx/>
                        <a:buNone/>
                        <a:tabLst/>
                        <a:defRPr/>
                      </a:pPr>
                      <a:r>
                        <a:rPr kumimoji="1" lang="en-US" altLang="zh-CN" sz="1600" b="1"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R</a:t>
                      </a:r>
                      <a:r>
                        <a:rPr kumimoji="1" lang="en-US" altLang="zh-CN" sz="1600" b="1" i="0" u="none" strike="noStrike" cap="none" normalizeH="0" baseline="-25000" dirty="0" smtClean="0">
                          <a:ln>
                            <a:noFill/>
                          </a:ln>
                          <a:solidFill>
                            <a:srgbClr val="000000"/>
                          </a:solidFill>
                          <a:effectLst/>
                          <a:latin typeface="微软雅黑" panose="020B0503020204020204" pitchFamily="34" charset="-122"/>
                          <a:ea typeface="微软雅黑" panose="020B0503020204020204" pitchFamily="34" charset="-122"/>
                        </a:rPr>
                        <a:t>2</a:t>
                      </a:r>
                    </a:p>
                    <a:p>
                      <a:pPr marL="0" marR="0" lvl="0" indent="0" algn="l" defTabSz="914400" rtl="0" eaLnBrk="1" fontAlgn="base" latinLnBrk="0" hangingPunct="1">
                        <a:lnSpc>
                          <a:spcPct val="90000"/>
                        </a:lnSpc>
                        <a:spcBef>
                          <a:spcPct val="20000"/>
                        </a:spcBef>
                        <a:spcAft>
                          <a:spcPct val="0"/>
                        </a:spcAft>
                        <a:buClrTx/>
                        <a:buSzTx/>
                        <a:buFontTx/>
                        <a:buNone/>
                        <a:tabLst/>
                      </a:pPr>
                      <a:r>
                        <a:rPr kumimoji="1" lang="zh-CN" altLang="en-US" sz="1600" b="1"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直接，接口 </a:t>
                      </a:r>
                      <a:r>
                        <a:rPr kumimoji="1" lang="en-US" altLang="zh-CN" sz="1600" b="1"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1</a:t>
                      </a:r>
                    </a:p>
                    <a:p>
                      <a:pPr marL="0" marR="0" lvl="0" indent="0" algn="l" defTabSz="914400" rtl="0" eaLnBrk="1" fontAlgn="base" latinLnBrk="0" hangingPunct="1">
                        <a:lnSpc>
                          <a:spcPct val="90000"/>
                        </a:lnSpc>
                        <a:spcBef>
                          <a:spcPct val="20000"/>
                        </a:spcBef>
                        <a:spcAft>
                          <a:spcPct val="0"/>
                        </a:spcAft>
                        <a:buClrTx/>
                        <a:buSzTx/>
                        <a:buFontTx/>
                        <a:buNone/>
                        <a:tabLst/>
                      </a:pPr>
                      <a:r>
                        <a:rPr kumimoji="1" lang="zh-CN" altLang="en-US" sz="1600" b="1"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直接，接口 </a:t>
                      </a:r>
                      <a:r>
                        <a:rPr kumimoji="1" lang="en-US" altLang="zh-CN" sz="1600" b="1"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0</a:t>
                      </a:r>
                    </a:p>
                  </a:txBody>
                  <a:tcPr marL="91431" marR="91431"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1"/>
                  </a:ext>
                </a:extLst>
              </a:tr>
            </a:tbl>
          </a:graphicData>
        </a:graphic>
      </p:graphicFrame>
      <p:grpSp>
        <p:nvGrpSpPr>
          <p:cNvPr id="8" name="组合 62"/>
          <p:cNvGrpSpPr/>
          <p:nvPr/>
        </p:nvGrpSpPr>
        <p:grpSpPr>
          <a:xfrm>
            <a:off x="1081907" y="1556792"/>
            <a:ext cx="8534933" cy="4320550"/>
            <a:chOff x="481764" y="767327"/>
            <a:chExt cx="7177147" cy="3489879"/>
          </a:xfrm>
        </p:grpSpPr>
        <p:grpSp>
          <p:nvGrpSpPr>
            <p:cNvPr id="9" name="组合 67"/>
            <p:cNvGrpSpPr/>
            <p:nvPr/>
          </p:nvGrpSpPr>
          <p:grpSpPr>
            <a:xfrm>
              <a:off x="481764" y="767327"/>
              <a:ext cx="7177147" cy="3489879"/>
              <a:chOff x="481764" y="767327"/>
              <a:chExt cx="7177147" cy="3489879"/>
            </a:xfrm>
          </p:grpSpPr>
          <p:sp>
            <p:nvSpPr>
              <p:cNvPr id="13" name="直角三角形 12"/>
              <p:cNvSpPr/>
              <p:nvPr/>
            </p:nvSpPr>
            <p:spPr>
              <a:xfrm rot="16200000">
                <a:off x="4357107" y="1079129"/>
                <a:ext cx="1089992" cy="1274054"/>
              </a:xfrm>
              <a:prstGeom prst="rtTriangle">
                <a:avLst/>
              </a:prstGeom>
              <a:gradFill flip="none" rotWithShape="1">
                <a:gsLst>
                  <a:gs pos="0">
                    <a:schemeClr val="bg1">
                      <a:lumMod val="85000"/>
                      <a:shade val="30000"/>
                      <a:satMod val="115000"/>
                    </a:schemeClr>
                  </a:gs>
                  <a:gs pos="50000">
                    <a:schemeClr val="bg1">
                      <a:lumMod val="85000"/>
                      <a:shade val="67500"/>
                      <a:satMod val="115000"/>
                    </a:schemeClr>
                  </a:gs>
                  <a:gs pos="100000">
                    <a:schemeClr val="bg1">
                      <a:lumMod val="85000"/>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0000"/>
                  </a:solidFill>
                </a:endParaRPr>
              </a:p>
            </p:txBody>
          </p:sp>
          <p:sp>
            <p:nvSpPr>
              <p:cNvPr id="14" name="椭圆 13"/>
              <p:cNvSpPr/>
              <p:nvPr/>
            </p:nvSpPr>
            <p:spPr bwMode="auto">
              <a:xfrm>
                <a:off x="3607791" y="2535299"/>
                <a:ext cx="3716460" cy="1197252"/>
              </a:xfrm>
              <a:prstGeom prst="ellipse">
                <a:avLst/>
              </a:prstGeom>
              <a:solidFill>
                <a:srgbClr val="FFFF66"/>
              </a:solidFill>
              <a:ln w="9525" cap="flat" cmpd="sng" algn="ctr">
                <a:solidFill>
                  <a:schemeClr val="tx1"/>
                </a:solidFill>
                <a:prstDash val="dash"/>
                <a:round/>
                <a:headEnd type="none" w="med" len="med"/>
                <a:tailEnd type="none" w="med" len="med"/>
              </a:ln>
              <a:effectLst/>
            </p:spPr>
            <p:txBody>
              <a:bodyPr/>
              <a:lstStyle/>
              <a:p>
                <a:pPr>
                  <a:defRPr/>
                </a:pPr>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15" name="椭圆 14"/>
              <p:cNvSpPr/>
              <p:nvPr/>
            </p:nvSpPr>
            <p:spPr bwMode="auto">
              <a:xfrm rot="16200000">
                <a:off x="883716" y="2425929"/>
                <a:ext cx="1925637" cy="1736917"/>
              </a:xfrm>
              <a:prstGeom prst="ellipse">
                <a:avLst/>
              </a:prstGeom>
              <a:solidFill>
                <a:srgbClr val="FFFF66"/>
              </a:solidFill>
              <a:ln w="9525" cap="flat" cmpd="sng" algn="ctr">
                <a:solidFill>
                  <a:schemeClr val="tx1"/>
                </a:solidFill>
                <a:prstDash val="dash"/>
                <a:round/>
                <a:headEnd type="none" w="med" len="med"/>
                <a:tailEnd type="none" w="med" len="med"/>
              </a:ln>
              <a:effectLst/>
            </p:spPr>
            <p:txBody>
              <a:bodyPr/>
              <a:lstStyle/>
              <a:p>
                <a:pPr>
                  <a:defRPr/>
                </a:pPr>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16" name="Text Box 20"/>
              <p:cNvSpPr txBox="1">
                <a:spLocks noChangeArrowheads="1"/>
              </p:cNvSpPr>
              <p:nvPr/>
            </p:nvSpPr>
            <p:spPr bwMode="auto">
              <a:xfrm>
                <a:off x="2456408" y="2039834"/>
                <a:ext cx="1156844"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128.1.2.194</a:t>
                </a:r>
              </a:p>
            </p:txBody>
          </p:sp>
          <p:sp>
            <p:nvSpPr>
              <p:cNvPr id="17" name="Text Box 25"/>
              <p:cNvSpPr txBox="1">
                <a:spLocks noChangeArrowheads="1"/>
              </p:cNvSpPr>
              <p:nvPr/>
            </p:nvSpPr>
            <p:spPr bwMode="auto">
              <a:xfrm>
                <a:off x="3732139" y="1824581"/>
                <a:ext cx="261780"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smtClean="0">
                    <a:solidFill>
                      <a:srgbClr val="000000"/>
                    </a:solidFill>
                    <a:latin typeface="微软雅黑" panose="020B0503020204020204" pitchFamily="34" charset="-122"/>
                    <a:ea typeface="微软雅黑" panose="020B0503020204020204" pitchFamily="34" charset="-122"/>
                  </a:rPr>
                  <a:t>0</a:t>
                </a:r>
                <a:endParaRPr lang="en-US" altLang="zh-CN" sz="1600" b="1" baseline="-25000" dirty="0">
                  <a:solidFill>
                    <a:srgbClr val="000000"/>
                  </a:solidFill>
                  <a:latin typeface="微软雅黑" panose="020B0503020204020204" pitchFamily="34" charset="-122"/>
                  <a:ea typeface="微软雅黑" panose="020B0503020204020204" pitchFamily="34" charset="-122"/>
                </a:endParaRPr>
              </a:p>
            </p:txBody>
          </p:sp>
          <p:sp>
            <p:nvSpPr>
              <p:cNvPr id="18" name="Line 19"/>
              <p:cNvSpPr>
                <a:spLocks noChangeShapeType="1"/>
              </p:cNvSpPr>
              <p:nvPr/>
            </p:nvSpPr>
            <p:spPr bwMode="auto">
              <a:xfrm>
                <a:off x="2775735" y="1678638"/>
                <a:ext cx="1301162" cy="55733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19" name="Line 16"/>
              <p:cNvSpPr>
                <a:spLocks noChangeShapeType="1"/>
              </p:cNvSpPr>
              <p:nvPr/>
            </p:nvSpPr>
            <p:spPr bwMode="auto">
              <a:xfrm flipH="1">
                <a:off x="1638141" y="1656270"/>
                <a:ext cx="947995" cy="2530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20" name="Line 8"/>
              <p:cNvSpPr>
                <a:spLocks noChangeShapeType="1"/>
              </p:cNvSpPr>
              <p:nvPr/>
            </p:nvSpPr>
            <p:spPr bwMode="auto">
              <a:xfrm flipH="1">
                <a:off x="2658440" y="1101262"/>
                <a:ext cx="956029" cy="55360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b="1">
                  <a:solidFill>
                    <a:srgbClr val="000000"/>
                  </a:solidFill>
                  <a:latin typeface="微软雅黑" panose="020B0503020204020204" pitchFamily="34" charset="-122"/>
                  <a:ea typeface="微软雅黑" panose="020B0503020204020204" pitchFamily="34" charset="-122"/>
                </a:endParaRPr>
              </a:p>
            </p:txBody>
          </p:sp>
          <p:pic>
            <p:nvPicPr>
              <p:cNvPr id="21" name="Picture 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93961" y="824458"/>
                <a:ext cx="345456" cy="311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Text Box 9"/>
              <p:cNvSpPr txBox="1">
                <a:spLocks noChangeArrowheads="1"/>
              </p:cNvSpPr>
              <p:nvPr/>
            </p:nvSpPr>
            <p:spPr bwMode="auto">
              <a:xfrm>
                <a:off x="2171247" y="912225"/>
                <a:ext cx="1156844"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128.1.2.193</a:t>
                </a:r>
              </a:p>
            </p:txBody>
          </p:sp>
          <p:sp>
            <p:nvSpPr>
              <p:cNvPr id="23" name="Text Box 23"/>
              <p:cNvSpPr txBox="1">
                <a:spLocks noChangeArrowheads="1"/>
              </p:cNvSpPr>
              <p:nvPr/>
            </p:nvSpPr>
            <p:spPr bwMode="auto">
              <a:xfrm>
                <a:off x="3839945" y="816458"/>
                <a:ext cx="1225389" cy="273463"/>
              </a:xfrm>
              <a:prstGeom prst="rect">
                <a:avLst/>
              </a:prstGeom>
              <a:solidFill>
                <a:srgbClr val="00FFFF"/>
              </a:solidFill>
              <a:ln w="9525">
                <a:solidFill>
                  <a:schemeClr val="tx1"/>
                </a:solidFill>
                <a:miter lim="800000"/>
                <a:headEnd/>
                <a:tailEnd/>
              </a:ln>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dirty="0">
                    <a:solidFill>
                      <a:srgbClr val="000000"/>
                    </a:solidFill>
                    <a:latin typeface="微软雅黑" panose="020B0503020204020204" pitchFamily="34" charset="-122"/>
                    <a:ea typeface="微软雅黑" panose="020B0503020204020204" pitchFamily="34" charset="-122"/>
                  </a:rPr>
                  <a:t>源主机 </a:t>
                </a:r>
                <a:r>
                  <a:rPr lang="en-US" altLang="zh-CN" sz="1600" b="1" dirty="0">
                    <a:solidFill>
                      <a:srgbClr val="000000"/>
                    </a:solidFill>
                    <a:latin typeface="微软雅黑" panose="020B0503020204020204" pitchFamily="34" charset="-122"/>
                    <a:ea typeface="微软雅黑" panose="020B0503020204020204" pitchFamily="34" charset="-122"/>
                  </a:rPr>
                  <a:t>H</a:t>
                </a:r>
                <a:r>
                  <a:rPr lang="en-US" altLang="zh-CN" sz="1600" b="1" baseline="-25000" dirty="0">
                    <a:solidFill>
                      <a:srgbClr val="000000"/>
                    </a:solidFill>
                    <a:latin typeface="微软雅黑" panose="020B0503020204020204" pitchFamily="34" charset="-122"/>
                    <a:ea typeface="微软雅黑" panose="020B0503020204020204" pitchFamily="34" charset="-122"/>
                  </a:rPr>
                  <a:t>1</a:t>
                </a:r>
              </a:p>
            </p:txBody>
          </p:sp>
          <p:sp>
            <p:nvSpPr>
              <p:cNvPr id="24" name="Text Box 10"/>
              <p:cNvSpPr txBox="1">
                <a:spLocks noChangeArrowheads="1"/>
              </p:cNvSpPr>
              <p:nvPr/>
            </p:nvSpPr>
            <p:spPr bwMode="auto">
              <a:xfrm>
                <a:off x="728120" y="1099476"/>
                <a:ext cx="1452053" cy="472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600" b="1" dirty="0" smtClean="0">
                    <a:solidFill>
                      <a:srgbClr val="000000"/>
                    </a:solidFill>
                    <a:latin typeface="微软雅黑" panose="020B0503020204020204" pitchFamily="34" charset="-122"/>
                    <a:ea typeface="微软雅黑" panose="020B0503020204020204" pitchFamily="34" charset="-122"/>
                  </a:rPr>
                  <a:t>网络前缀</a:t>
                </a:r>
                <a:endParaRPr lang="en-US" altLang="zh-CN" sz="1600" b="1" dirty="0">
                  <a:solidFill>
                    <a:srgbClr val="000000"/>
                  </a:solidFill>
                  <a:latin typeface="微软雅黑" panose="020B0503020204020204" pitchFamily="34" charset="-122"/>
                  <a:ea typeface="微软雅黑" panose="020B0503020204020204" pitchFamily="34" charset="-122"/>
                </a:endParaRPr>
              </a:p>
              <a:p>
                <a:pPr algn="ctr" eaLnBrk="1" hangingPunct="1"/>
                <a:r>
                  <a:rPr lang="en-US" altLang="zh-CN" sz="1600" b="1" dirty="0" smtClean="0">
                    <a:solidFill>
                      <a:srgbClr val="000000"/>
                    </a:solidFill>
                    <a:latin typeface="微软雅黑" panose="020B0503020204020204" pitchFamily="34" charset="-122"/>
                    <a:ea typeface="微软雅黑" panose="020B0503020204020204" pitchFamily="34" charset="-122"/>
                  </a:rPr>
                  <a:t>128.1.2.192/26</a:t>
                </a:r>
                <a:endParaRPr lang="en-US" altLang="zh-CN" sz="1600" b="1" dirty="0">
                  <a:solidFill>
                    <a:srgbClr val="000000"/>
                  </a:solidFill>
                  <a:latin typeface="微软雅黑" panose="020B0503020204020204" pitchFamily="34" charset="-122"/>
                  <a:ea typeface="微软雅黑" panose="020B0503020204020204" pitchFamily="34" charset="-122"/>
                </a:endParaRPr>
              </a:p>
            </p:txBody>
          </p:sp>
          <p:sp>
            <p:nvSpPr>
              <p:cNvPr id="25" name="Line 45"/>
              <p:cNvSpPr>
                <a:spLocks noChangeShapeType="1"/>
              </p:cNvSpPr>
              <p:nvPr/>
            </p:nvSpPr>
            <p:spPr bwMode="auto">
              <a:xfrm flipH="1" flipV="1">
                <a:off x="2294019" y="3312971"/>
                <a:ext cx="808348" cy="22368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26" name="Line 41"/>
              <p:cNvSpPr>
                <a:spLocks noChangeShapeType="1"/>
              </p:cNvSpPr>
              <p:nvPr/>
            </p:nvSpPr>
            <p:spPr bwMode="auto">
              <a:xfrm flipH="1">
                <a:off x="4263353" y="2793929"/>
                <a:ext cx="1332012" cy="4333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27" name="Line 33"/>
              <p:cNvSpPr>
                <a:spLocks noChangeShapeType="1"/>
              </p:cNvSpPr>
              <p:nvPr/>
            </p:nvSpPr>
            <p:spPr bwMode="auto">
              <a:xfrm flipH="1">
                <a:off x="2051398" y="3354911"/>
                <a:ext cx="88372" cy="52285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28" name="Line 32"/>
              <p:cNvSpPr>
                <a:spLocks noChangeShapeType="1"/>
              </p:cNvSpPr>
              <p:nvPr/>
            </p:nvSpPr>
            <p:spPr bwMode="auto">
              <a:xfrm flipH="1">
                <a:off x="3297683" y="2900177"/>
                <a:ext cx="819453" cy="66964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29" name="Line 21"/>
              <p:cNvSpPr>
                <a:spLocks noChangeShapeType="1"/>
              </p:cNvSpPr>
              <p:nvPr/>
            </p:nvSpPr>
            <p:spPr bwMode="auto">
              <a:xfrm>
                <a:off x="4207116" y="2371732"/>
                <a:ext cx="1607" cy="46273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b="1">
                  <a:solidFill>
                    <a:srgbClr val="000000"/>
                  </a:solidFill>
                  <a:latin typeface="微软雅黑" panose="020B0503020204020204" pitchFamily="34" charset="-122"/>
                  <a:ea typeface="微软雅黑" panose="020B0503020204020204" pitchFamily="34" charset="-122"/>
                </a:endParaRPr>
              </a:p>
            </p:txBody>
          </p:sp>
          <p:pic>
            <p:nvPicPr>
              <p:cNvPr id="30" name="Picture 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74653" y="3753341"/>
                <a:ext cx="345455" cy="310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Picture 1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19621" y="1719179"/>
                <a:ext cx="345455" cy="310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2" name="Group 18"/>
              <p:cNvGrpSpPr>
                <a:grpSpLocks/>
              </p:cNvGrpSpPr>
              <p:nvPr/>
            </p:nvGrpSpPr>
            <p:grpSpPr bwMode="auto">
              <a:xfrm>
                <a:off x="3943605" y="2125684"/>
                <a:ext cx="531842" cy="303367"/>
                <a:chOff x="864" y="1824"/>
                <a:chExt cx="432" cy="288"/>
              </a:xfrm>
            </p:grpSpPr>
            <p:pic>
              <p:nvPicPr>
                <p:cNvPr id="66" name="Picture 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67" name="Picture 1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pic>
            <p:nvPicPr>
              <p:cNvPr id="33" name="Picture 1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02173" y="2589821"/>
                <a:ext cx="345456" cy="310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Text Box 22"/>
              <p:cNvSpPr txBox="1">
                <a:spLocks noChangeArrowheads="1"/>
              </p:cNvSpPr>
              <p:nvPr/>
            </p:nvSpPr>
            <p:spPr bwMode="auto">
              <a:xfrm>
                <a:off x="2853215" y="2404897"/>
                <a:ext cx="1156844"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128.1.2.130</a:t>
                </a:r>
              </a:p>
            </p:txBody>
          </p:sp>
          <p:sp>
            <p:nvSpPr>
              <p:cNvPr id="35" name="Text Box 24"/>
              <p:cNvSpPr txBox="1">
                <a:spLocks noChangeArrowheads="1"/>
              </p:cNvSpPr>
              <p:nvPr/>
            </p:nvSpPr>
            <p:spPr bwMode="auto">
              <a:xfrm>
                <a:off x="4108734" y="1835693"/>
                <a:ext cx="346702"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FF00FF"/>
                    </a:solidFill>
                    <a:latin typeface="微软雅黑" panose="020B0503020204020204" pitchFamily="34" charset="-122"/>
                    <a:ea typeface="微软雅黑" panose="020B0503020204020204" pitchFamily="34" charset="-122"/>
                  </a:rPr>
                  <a:t>R</a:t>
                </a:r>
                <a:r>
                  <a:rPr lang="en-US" altLang="zh-CN" sz="1600" b="1" baseline="-25000" dirty="0">
                    <a:solidFill>
                      <a:srgbClr val="FF00FF"/>
                    </a:solidFill>
                    <a:latin typeface="微软雅黑" panose="020B0503020204020204" pitchFamily="34" charset="-122"/>
                    <a:ea typeface="微软雅黑" panose="020B0503020204020204" pitchFamily="34" charset="-122"/>
                  </a:rPr>
                  <a:t>1</a:t>
                </a:r>
              </a:p>
            </p:txBody>
          </p:sp>
          <p:sp>
            <p:nvSpPr>
              <p:cNvPr id="36" name="Text Box 26"/>
              <p:cNvSpPr txBox="1">
                <a:spLocks noChangeArrowheads="1"/>
              </p:cNvSpPr>
              <p:nvPr/>
            </p:nvSpPr>
            <p:spPr bwMode="auto">
              <a:xfrm>
                <a:off x="4178194" y="2368936"/>
                <a:ext cx="261780"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1</a:t>
                </a:r>
                <a:endParaRPr lang="en-US" altLang="zh-CN" sz="1600" b="1" baseline="-25000" dirty="0">
                  <a:solidFill>
                    <a:srgbClr val="000000"/>
                  </a:solidFill>
                  <a:latin typeface="微软雅黑" panose="020B0503020204020204" pitchFamily="34" charset="-122"/>
                  <a:ea typeface="微软雅黑" panose="020B0503020204020204" pitchFamily="34" charset="-122"/>
                </a:endParaRPr>
              </a:p>
            </p:txBody>
          </p:sp>
          <p:sp>
            <p:nvSpPr>
              <p:cNvPr id="37" name="Line 27"/>
              <p:cNvSpPr>
                <a:spLocks noChangeShapeType="1"/>
              </p:cNvSpPr>
              <p:nvPr/>
            </p:nvSpPr>
            <p:spPr bwMode="auto">
              <a:xfrm>
                <a:off x="4263353" y="2837267"/>
                <a:ext cx="1307911" cy="4627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b="1">
                  <a:solidFill>
                    <a:srgbClr val="000000"/>
                  </a:solidFill>
                  <a:latin typeface="微软雅黑" panose="020B0503020204020204" pitchFamily="34" charset="-122"/>
                  <a:ea typeface="微软雅黑" panose="020B0503020204020204" pitchFamily="34" charset="-122"/>
                </a:endParaRPr>
              </a:p>
            </p:txBody>
          </p:sp>
          <p:grpSp>
            <p:nvGrpSpPr>
              <p:cNvPr id="38" name="Group 28"/>
              <p:cNvGrpSpPr>
                <a:grpSpLocks/>
              </p:cNvGrpSpPr>
              <p:nvPr/>
            </p:nvGrpSpPr>
            <p:grpSpPr bwMode="auto">
              <a:xfrm>
                <a:off x="3032567" y="3427224"/>
                <a:ext cx="531841" cy="303366"/>
                <a:chOff x="864" y="1824"/>
                <a:chExt cx="432" cy="288"/>
              </a:xfrm>
            </p:grpSpPr>
            <p:pic>
              <p:nvPicPr>
                <p:cNvPr id="64" name="Picture 2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65" name="Picture 3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sp>
            <p:nvSpPr>
              <p:cNvPr id="39" name="Text Box 31"/>
              <p:cNvSpPr txBox="1">
                <a:spLocks noChangeArrowheads="1"/>
              </p:cNvSpPr>
              <p:nvPr/>
            </p:nvSpPr>
            <p:spPr bwMode="auto">
              <a:xfrm>
                <a:off x="3511384" y="3483144"/>
                <a:ext cx="346702"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FF00FF"/>
                    </a:solidFill>
                    <a:latin typeface="微软雅黑" panose="020B0503020204020204" pitchFamily="34" charset="-122"/>
                    <a:ea typeface="微软雅黑" panose="020B0503020204020204" pitchFamily="34" charset="-122"/>
                  </a:rPr>
                  <a:t>R</a:t>
                </a:r>
                <a:r>
                  <a:rPr lang="en-US" altLang="zh-CN" sz="1600" b="1" baseline="-25000" dirty="0">
                    <a:solidFill>
                      <a:srgbClr val="FF00FF"/>
                    </a:solidFill>
                    <a:latin typeface="微软雅黑" panose="020B0503020204020204" pitchFamily="34" charset="-122"/>
                    <a:ea typeface="微软雅黑" panose="020B0503020204020204" pitchFamily="34" charset="-122"/>
                  </a:rPr>
                  <a:t>2</a:t>
                </a:r>
              </a:p>
            </p:txBody>
          </p:sp>
          <p:sp>
            <p:nvSpPr>
              <p:cNvPr id="40" name="Line 35"/>
              <p:cNvSpPr>
                <a:spLocks noChangeShapeType="1"/>
              </p:cNvSpPr>
              <p:nvPr/>
            </p:nvSpPr>
            <p:spPr bwMode="auto">
              <a:xfrm flipH="1">
                <a:off x="2147804" y="2732799"/>
                <a:ext cx="36955" cy="58017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b="1">
                  <a:solidFill>
                    <a:srgbClr val="000000"/>
                  </a:solidFill>
                  <a:latin typeface="微软雅黑" panose="020B0503020204020204" pitchFamily="34" charset="-122"/>
                  <a:ea typeface="微软雅黑" panose="020B0503020204020204" pitchFamily="34" charset="-122"/>
                </a:endParaRPr>
              </a:p>
            </p:txBody>
          </p:sp>
          <p:pic>
            <p:nvPicPr>
              <p:cNvPr id="41" name="Picture 1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39129" y="3034385"/>
                <a:ext cx="345455" cy="310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Text Box 37"/>
              <p:cNvSpPr txBox="1">
                <a:spLocks noChangeArrowheads="1"/>
              </p:cNvSpPr>
              <p:nvPr/>
            </p:nvSpPr>
            <p:spPr bwMode="auto">
              <a:xfrm>
                <a:off x="5909138" y="2500740"/>
                <a:ext cx="1749773" cy="472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600" b="1" dirty="0" smtClean="0">
                    <a:solidFill>
                      <a:srgbClr val="000000"/>
                    </a:solidFill>
                    <a:latin typeface="微软雅黑" panose="020B0503020204020204" pitchFamily="34" charset="-122"/>
                    <a:ea typeface="微软雅黑" panose="020B0503020204020204" pitchFamily="34" charset="-122"/>
                  </a:rPr>
                  <a:t>网络前缀</a:t>
                </a:r>
                <a:endParaRPr lang="en-US" altLang="zh-CN" sz="1600" b="1" dirty="0">
                  <a:solidFill>
                    <a:srgbClr val="000000"/>
                  </a:solidFill>
                  <a:latin typeface="微软雅黑" panose="020B0503020204020204" pitchFamily="34" charset="-122"/>
                  <a:ea typeface="微软雅黑" panose="020B0503020204020204" pitchFamily="34" charset="-122"/>
                </a:endParaRPr>
              </a:p>
              <a:p>
                <a:pPr algn="ctr" eaLnBrk="1" hangingPunct="1"/>
                <a:r>
                  <a:rPr lang="en-US" altLang="zh-CN" sz="1600" b="1" dirty="0" smtClean="0">
                    <a:solidFill>
                      <a:srgbClr val="000000"/>
                    </a:solidFill>
                    <a:latin typeface="微软雅黑" panose="020B0503020204020204" pitchFamily="34" charset="-122"/>
                    <a:ea typeface="微软雅黑" panose="020B0503020204020204" pitchFamily="34" charset="-122"/>
                  </a:rPr>
                  <a:t>128.1.2.128/26</a:t>
                </a:r>
                <a:endParaRPr lang="en-US" altLang="zh-CN" sz="1600" b="1" baseline="-25000" dirty="0">
                  <a:solidFill>
                    <a:srgbClr val="000000"/>
                  </a:solidFill>
                  <a:latin typeface="微软雅黑" panose="020B0503020204020204" pitchFamily="34" charset="-122"/>
                  <a:ea typeface="微软雅黑" panose="020B0503020204020204" pitchFamily="34" charset="-122"/>
                </a:endParaRPr>
              </a:p>
            </p:txBody>
          </p:sp>
          <p:sp>
            <p:nvSpPr>
              <p:cNvPr id="43" name="Text Box 39"/>
              <p:cNvSpPr txBox="1">
                <a:spLocks noChangeArrowheads="1"/>
              </p:cNvSpPr>
              <p:nvPr/>
            </p:nvSpPr>
            <p:spPr bwMode="auto">
              <a:xfrm>
                <a:off x="5888875" y="3027938"/>
                <a:ext cx="1435376" cy="273463"/>
              </a:xfrm>
              <a:prstGeom prst="rect">
                <a:avLst/>
              </a:prstGeom>
              <a:solidFill>
                <a:srgbClr val="00FFFF"/>
              </a:solidFill>
              <a:ln w="9525">
                <a:solidFill>
                  <a:schemeClr val="tx1"/>
                </a:solidFill>
                <a:miter lim="800000"/>
                <a:headEnd/>
                <a:tailEnd/>
              </a:ln>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dirty="0">
                    <a:solidFill>
                      <a:srgbClr val="000000"/>
                    </a:solidFill>
                    <a:latin typeface="微软雅黑" panose="020B0503020204020204" pitchFamily="34" charset="-122"/>
                    <a:ea typeface="微软雅黑" panose="020B0503020204020204" pitchFamily="34" charset="-122"/>
                  </a:rPr>
                  <a:t>目的主机 </a:t>
                </a:r>
                <a:r>
                  <a:rPr lang="en-US" altLang="zh-CN" sz="1600" b="1" dirty="0">
                    <a:solidFill>
                      <a:srgbClr val="000000"/>
                    </a:solidFill>
                    <a:latin typeface="微软雅黑" panose="020B0503020204020204" pitchFamily="34" charset="-122"/>
                    <a:ea typeface="微软雅黑" panose="020B0503020204020204" pitchFamily="34" charset="-122"/>
                  </a:rPr>
                  <a:t>H</a:t>
                </a:r>
                <a:r>
                  <a:rPr lang="en-US" altLang="zh-CN" sz="1600" b="1" baseline="-25000" dirty="0">
                    <a:solidFill>
                      <a:srgbClr val="000000"/>
                    </a:solidFill>
                    <a:latin typeface="微软雅黑" panose="020B0503020204020204" pitchFamily="34" charset="-122"/>
                    <a:ea typeface="微软雅黑" panose="020B0503020204020204" pitchFamily="34" charset="-122"/>
                  </a:rPr>
                  <a:t>2</a:t>
                </a:r>
              </a:p>
            </p:txBody>
          </p:sp>
          <p:sp>
            <p:nvSpPr>
              <p:cNvPr id="44" name="Text Box 40"/>
              <p:cNvSpPr txBox="1">
                <a:spLocks noChangeArrowheads="1"/>
              </p:cNvSpPr>
              <p:nvPr/>
            </p:nvSpPr>
            <p:spPr bwMode="auto">
              <a:xfrm>
                <a:off x="4856211" y="3344975"/>
                <a:ext cx="1156844"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128.1.2.132</a:t>
                </a:r>
              </a:p>
            </p:txBody>
          </p:sp>
          <p:sp>
            <p:nvSpPr>
              <p:cNvPr id="45" name="Text Box 42"/>
              <p:cNvSpPr txBox="1">
                <a:spLocks noChangeArrowheads="1"/>
              </p:cNvSpPr>
              <p:nvPr/>
            </p:nvSpPr>
            <p:spPr bwMode="auto">
              <a:xfrm>
                <a:off x="3269292" y="3136594"/>
                <a:ext cx="261780"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0</a:t>
                </a:r>
                <a:endParaRPr lang="en-US" altLang="zh-CN" sz="1600" b="1" baseline="-25000" dirty="0">
                  <a:solidFill>
                    <a:srgbClr val="000000"/>
                  </a:solidFill>
                  <a:latin typeface="微软雅黑" panose="020B0503020204020204" pitchFamily="34" charset="-122"/>
                  <a:ea typeface="微软雅黑" panose="020B0503020204020204" pitchFamily="34" charset="-122"/>
                </a:endParaRPr>
              </a:p>
            </p:txBody>
          </p:sp>
          <p:sp>
            <p:nvSpPr>
              <p:cNvPr id="46" name="Text Box 43"/>
              <p:cNvSpPr txBox="1">
                <a:spLocks noChangeArrowheads="1"/>
              </p:cNvSpPr>
              <p:nvPr/>
            </p:nvSpPr>
            <p:spPr bwMode="auto">
              <a:xfrm>
                <a:off x="2804933" y="3156474"/>
                <a:ext cx="261780"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1</a:t>
                </a:r>
                <a:endParaRPr lang="en-US" altLang="zh-CN" sz="1600" b="1" baseline="-25000" dirty="0">
                  <a:solidFill>
                    <a:srgbClr val="000000"/>
                  </a:solidFill>
                  <a:latin typeface="微软雅黑" panose="020B0503020204020204" pitchFamily="34" charset="-122"/>
                  <a:ea typeface="微软雅黑" panose="020B0503020204020204" pitchFamily="34" charset="-122"/>
                </a:endParaRPr>
              </a:p>
            </p:txBody>
          </p:sp>
          <p:sp>
            <p:nvSpPr>
              <p:cNvPr id="47" name="Text Box 44"/>
              <p:cNvSpPr txBox="1">
                <a:spLocks noChangeArrowheads="1"/>
              </p:cNvSpPr>
              <p:nvPr/>
            </p:nvSpPr>
            <p:spPr bwMode="auto">
              <a:xfrm>
                <a:off x="3533879" y="3217524"/>
                <a:ext cx="1156844"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a:solidFill>
                      <a:srgbClr val="000000"/>
                    </a:solidFill>
                    <a:latin typeface="微软雅黑" panose="020B0503020204020204" pitchFamily="34" charset="-122"/>
                    <a:ea typeface="微软雅黑" panose="020B0503020204020204" pitchFamily="34" charset="-122"/>
                  </a:rPr>
                  <a:t>128.1.2.131</a:t>
                </a:r>
              </a:p>
            </p:txBody>
          </p:sp>
          <p:pic>
            <p:nvPicPr>
              <p:cNvPr id="48" name="Picture 3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19263" y="2489547"/>
                <a:ext cx="347062" cy="311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 name="Text Box 46"/>
              <p:cNvSpPr txBox="1">
                <a:spLocks noChangeArrowheads="1"/>
              </p:cNvSpPr>
              <p:nvPr/>
            </p:nvSpPr>
            <p:spPr bwMode="auto">
              <a:xfrm>
                <a:off x="1508068" y="3842425"/>
                <a:ext cx="368270"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H</a:t>
                </a:r>
                <a:r>
                  <a:rPr lang="en-US" altLang="zh-CN" sz="1600" b="1" baseline="-25000" dirty="0">
                    <a:solidFill>
                      <a:srgbClr val="000000"/>
                    </a:solidFill>
                    <a:latin typeface="微软雅黑" panose="020B0503020204020204" pitchFamily="34" charset="-122"/>
                    <a:ea typeface="微软雅黑" panose="020B0503020204020204" pitchFamily="34" charset="-122"/>
                  </a:rPr>
                  <a:t>3</a:t>
                </a:r>
              </a:p>
            </p:txBody>
          </p:sp>
          <p:sp>
            <p:nvSpPr>
              <p:cNvPr id="50" name="Text Box 48"/>
              <p:cNvSpPr txBox="1">
                <a:spLocks noChangeArrowheads="1"/>
              </p:cNvSpPr>
              <p:nvPr/>
            </p:nvSpPr>
            <p:spPr bwMode="auto">
              <a:xfrm>
                <a:off x="2285477" y="3692457"/>
                <a:ext cx="1050352"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smtClean="0">
                    <a:solidFill>
                      <a:srgbClr val="000000"/>
                    </a:solidFill>
                    <a:latin typeface="微软雅黑" panose="020B0503020204020204" pitchFamily="34" charset="-122"/>
                    <a:ea typeface="微软雅黑" panose="020B0503020204020204" pitchFamily="34" charset="-122"/>
                  </a:rPr>
                  <a:t>128.1.2.65</a:t>
                </a:r>
                <a:endParaRPr lang="en-US" altLang="zh-CN" sz="1600" b="1" dirty="0">
                  <a:solidFill>
                    <a:srgbClr val="000000"/>
                  </a:solidFill>
                  <a:latin typeface="微软雅黑" panose="020B0503020204020204" pitchFamily="34" charset="-122"/>
                  <a:ea typeface="微软雅黑" panose="020B0503020204020204" pitchFamily="34" charset="-122"/>
                </a:endParaRPr>
              </a:p>
            </p:txBody>
          </p:sp>
          <p:sp>
            <p:nvSpPr>
              <p:cNvPr id="51" name="Text Box 38"/>
              <p:cNvSpPr txBox="1">
                <a:spLocks noChangeArrowheads="1"/>
              </p:cNvSpPr>
              <p:nvPr/>
            </p:nvSpPr>
            <p:spPr bwMode="auto">
              <a:xfrm>
                <a:off x="481764" y="2585387"/>
                <a:ext cx="1345562" cy="472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600" b="1" dirty="0" smtClean="0">
                    <a:solidFill>
                      <a:srgbClr val="000000"/>
                    </a:solidFill>
                    <a:latin typeface="微软雅黑" panose="020B0503020204020204" pitchFamily="34" charset="-122"/>
                    <a:ea typeface="微软雅黑" panose="020B0503020204020204" pitchFamily="34" charset="-122"/>
                  </a:rPr>
                  <a:t>网络前缀</a:t>
                </a:r>
                <a:endParaRPr lang="en-US" altLang="zh-CN" sz="1600" b="1" dirty="0">
                  <a:solidFill>
                    <a:srgbClr val="000000"/>
                  </a:solidFill>
                  <a:latin typeface="微软雅黑" panose="020B0503020204020204" pitchFamily="34" charset="-122"/>
                  <a:ea typeface="微软雅黑" panose="020B0503020204020204" pitchFamily="34" charset="-122"/>
                </a:endParaRPr>
              </a:p>
              <a:p>
                <a:pPr algn="ctr" eaLnBrk="1" hangingPunct="1"/>
                <a:r>
                  <a:rPr lang="en-US" altLang="zh-CN" sz="1600" b="1" dirty="0" smtClean="0">
                    <a:solidFill>
                      <a:srgbClr val="000000"/>
                    </a:solidFill>
                    <a:latin typeface="微软雅黑" panose="020B0503020204020204" pitchFamily="34" charset="-122"/>
                    <a:ea typeface="微软雅黑" panose="020B0503020204020204" pitchFamily="34" charset="-122"/>
                  </a:rPr>
                  <a:t>128.1.2.64/26</a:t>
                </a:r>
                <a:endParaRPr lang="en-US" altLang="zh-CN" sz="1600" b="1" baseline="-25000" dirty="0">
                  <a:solidFill>
                    <a:srgbClr val="000000"/>
                  </a:solidFill>
                  <a:latin typeface="微软雅黑" panose="020B0503020204020204" pitchFamily="34" charset="-122"/>
                  <a:ea typeface="微软雅黑" panose="020B0503020204020204" pitchFamily="34" charset="-122"/>
                </a:endParaRPr>
              </a:p>
            </p:txBody>
          </p:sp>
          <p:sp>
            <p:nvSpPr>
              <p:cNvPr id="52" name="Text Box 47"/>
              <p:cNvSpPr txBox="1">
                <a:spLocks noChangeArrowheads="1"/>
              </p:cNvSpPr>
              <p:nvPr/>
            </p:nvSpPr>
            <p:spPr bwMode="auto">
              <a:xfrm>
                <a:off x="783205" y="3498904"/>
                <a:ext cx="1050352"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smtClean="0">
                    <a:solidFill>
                      <a:srgbClr val="000000"/>
                    </a:solidFill>
                    <a:latin typeface="微软雅黑" panose="020B0503020204020204" pitchFamily="34" charset="-122"/>
                    <a:ea typeface="微软雅黑" panose="020B0503020204020204" pitchFamily="34" charset="-122"/>
                  </a:rPr>
                  <a:t>128.1.2.68</a:t>
                </a:r>
                <a:endParaRPr lang="en-US" altLang="zh-CN" sz="1600" b="1" dirty="0">
                  <a:solidFill>
                    <a:srgbClr val="000000"/>
                  </a:solidFill>
                  <a:latin typeface="微软雅黑" panose="020B0503020204020204" pitchFamily="34" charset="-122"/>
                  <a:ea typeface="微软雅黑" panose="020B0503020204020204" pitchFamily="34" charset="-122"/>
                </a:endParaRPr>
              </a:p>
            </p:txBody>
          </p:sp>
          <p:sp>
            <p:nvSpPr>
              <p:cNvPr id="53" name="椭圆 67"/>
              <p:cNvSpPr>
                <a:spLocks noChangeArrowheads="1"/>
              </p:cNvSpPr>
              <p:nvPr/>
            </p:nvSpPr>
            <p:spPr bwMode="auto">
              <a:xfrm>
                <a:off x="2872438" y="3447105"/>
                <a:ext cx="72305" cy="62910"/>
              </a:xfrm>
              <a:prstGeom prst="ellipse">
                <a:avLst/>
              </a:prstGeom>
              <a:solidFill>
                <a:schemeClr val="bg1"/>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54" name="椭圆 68"/>
              <p:cNvSpPr>
                <a:spLocks noChangeArrowheads="1"/>
              </p:cNvSpPr>
              <p:nvPr/>
            </p:nvSpPr>
            <p:spPr bwMode="auto">
              <a:xfrm>
                <a:off x="5415407" y="3222106"/>
                <a:ext cx="73911" cy="64308"/>
              </a:xfrm>
              <a:prstGeom prst="ellipse">
                <a:avLst/>
              </a:prstGeom>
              <a:solidFill>
                <a:schemeClr val="bg1"/>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55" name="椭圆 69"/>
              <p:cNvSpPr>
                <a:spLocks noChangeArrowheads="1"/>
              </p:cNvSpPr>
              <p:nvPr/>
            </p:nvSpPr>
            <p:spPr bwMode="auto">
              <a:xfrm>
                <a:off x="3540306" y="3316782"/>
                <a:ext cx="73911" cy="62911"/>
              </a:xfrm>
              <a:prstGeom prst="ellipse">
                <a:avLst/>
              </a:prstGeom>
              <a:solidFill>
                <a:schemeClr val="bg1"/>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56" name="椭圆 70"/>
              <p:cNvSpPr>
                <a:spLocks noChangeArrowheads="1"/>
              </p:cNvSpPr>
              <p:nvPr/>
            </p:nvSpPr>
            <p:spPr bwMode="auto">
              <a:xfrm>
                <a:off x="2046577" y="3633113"/>
                <a:ext cx="72305" cy="62911"/>
              </a:xfrm>
              <a:prstGeom prst="ellipse">
                <a:avLst/>
              </a:prstGeom>
              <a:solidFill>
                <a:schemeClr val="bg1"/>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57" name="椭圆 71"/>
              <p:cNvSpPr>
                <a:spLocks noChangeArrowheads="1"/>
              </p:cNvSpPr>
              <p:nvPr/>
            </p:nvSpPr>
            <p:spPr bwMode="auto">
              <a:xfrm>
                <a:off x="4163733" y="2501747"/>
                <a:ext cx="73911" cy="62910"/>
              </a:xfrm>
              <a:prstGeom prst="ellipse">
                <a:avLst/>
              </a:prstGeom>
              <a:solidFill>
                <a:schemeClr val="bg1"/>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58" name="椭圆 72"/>
              <p:cNvSpPr>
                <a:spLocks noChangeArrowheads="1"/>
              </p:cNvSpPr>
              <p:nvPr/>
            </p:nvSpPr>
            <p:spPr bwMode="auto">
              <a:xfrm>
                <a:off x="3792649" y="2084212"/>
                <a:ext cx="72305" cy="62911"/>
              </a:xfrm>
              <a:prstGeom prst="ellipse">
                <a:avLst/>
              </a:prstGeom>
              <a:solidFill>
                <a:schemeClr val="bg1"/>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59" name="椭圆 73"/>
              <p:cNvSpPr>
                <a:spLocks noChangeArrowheads="1"/>
              </p:cNvSpPr>
              <p:nvPr/>
            </p:nvSpPr>
            <p:spPr bwMode="auto">
              <a:xfrm>
                <a:off x="3418443" y="1171162"/>
                <a:ext cx="72304" cy="64308"/>
              </a:xfrm>
              <a:prstGeom prst="ellipse">
                <a:avLst/>
              </a:prstGeom>
              <a:solidFill>
                <a:schemeClr val="bg1"/>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60" name="Text Box 10"/>
              <p:cNvSpPr txBox="1">
                <a:spLocks noChangeArrowheads="1"/>
              </p:cNvSpPr>
              <p:nvPr/>
            </p:nvSpPr>
            <p:spPr bwMode="auto">
              <a:xfrm>
                <a:off x="1323351" y="861428"/>
                <a:ext cx="373662"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N</a:t>
                </a:r>
                <a:r>
                  <a:rPr lang="en-US" altLang="zh-CN" sz="1600" b="1" baseline="-25000" dirty="0">
                    <a:solidFill>
                      <a:srgbClr val="000000"/>
                    </a:solidFill>
                    <a:latin typeface="微软雅黑" panose="020B0503020204020204" pitchFamily="34" charset="-122"/>
                    <a:ea typeface="微软雅黑" panose="020B0503020204020204" pitchFamily="34" charset="-122"/>
                  </a:rPr>
                  <a:t>1</a:t>
                </a:r>
                <a:endParaRPr lang="en-US" altLang="zh-CN" sz="1600" b="1" dirty="0">
                  <a:solidFill>
                    <a:srgbClr val="000000"/>
                  </a:solidFill>
                  <a:latin typeface="微软雅黑" panose="020B0503020204020204" pitchFamily="34" charset="-122"/>
                  <a:ea typeface="微软雅黑" panose="020B0503020204020204" pitchFamily="34" charset="-122"/>
                </a:endParaRPr>
              </a:p>
            </p:txBody>
          </p:sp>
          <p:sp>
            <p:nvSpPr>
              <p:cNvPr id="61" name="Text Box 37"/>
              <p:cNvSpPr txBox="1">
                <a:spLocks noChangeArrowheads="1"/>
              </p:cNvSpPr>
              <p:nvPr/>
            </p:nvSpPr>
            <p:spPr bwMode="auto">
              <a:xfrm>
                <a:off x="6571928" y="2245549"/>
                <a:ext cx="570405"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N</a:t>
                </a:r>
                <a:r>
                  <a:rPr lang="en-US" altLang="zh-CN" sz="1600" b="1" baseline="-25000" dirty="0">
                    <a:solidFill>
                      <a:srgbClr val="000000"/>
                    </a:solidFill>
                    <a:latin typeface="微软雅黑" panose="020B0503020204020204" pitchFamily="34" charset="-122"/>
                    <a:ea typeface="微软雅黑" panose="020B0503020204020204" pitchFamily="34" charset="-122"/>
                  </a:rPr>
                  <a:t>2 </a:t>
                </a:r>
              </a:p>
            </p:txBody>
          </p:sp>
          <p:sp>
            <p:nvSpPr>
              <p:cNvPr id="62" name="Text Box 38"/>
              <p:cNvSpPr txBox="1">
                <a:spLocks noChangeArrowheads="1"/>
              </p:cNvSpPr>
              <p:nvPr/>
            </p:nvSpPr>
            <p:spPr bwMode="auto">
              <a:xfrm>
                <a:off x="908984" y="2317359"/>
                <a:ext cx="373662"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N</a:t>
                </a:r>
                <a:r>
                  <a:rPr lang="en-US" altLang="zh-CN" sz="1600" b="1" baseline="-25000" dirty="0">
                    <a:solidFill>
                      <a:srgbClr val="000000"/>
                    </a:solidFill>
                    <a:latin typeface="微软雅黑" panose="020B0503020204020204" pitchFamily="34" charset="-122"/>
                    <a:ea typeface="微软雅黑" panose="020B0503020204020204" pitchFamily="34" charset="-122"/>
                  </a:rPr>
                  <a:t>3</a:t>
                </a:r>
              </a:p>
            </p:txBody>
          </p:sp>
          <p:sp>
            <p:nvSpPr>
              <p:cNvPr id="63" name="Text Box 98"/>
              <p:cNvSpPr txBox="1">
                <a:spLocks noChangeArrowheads="1"/>
              </p:cNvSpPr>
              <p:nvPr/>
            </p:nvSpPr>
            <p:spPr bwMode="auto">
              <a:xfrm>
                <a:off x="6138447" y="767327"/>
                <a:ext cx="1433181"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R</a:t>
                </a:r>
                <a:r>
                  <a:rPr lang="en-US" altLang="zh-CN" sz="1600" b="1" baseline="-25000" dirty="0">
                    <a:solidFill>
                      <a:srgbClr val="000000"/>
                    </a:solidFill>
                    <a:latin typeface="微软雅黑" panose="020B0503020204020204" pitchFamily="34" charset="-122"/>
                    <a:ea typeface="微软雅黑" panose="020B0503020204020204" pitchFamily="34" charset="-122"/>
                  </a:rPr>
                  <a:t>1</a:t>
                </a:r>
                <a:r>
                  <a:rPr lang="en-US" altLang="zh-CN" sz="1600" b="1" dirty="0">
                    <a:solidFill>
                      <a:srgbClr val="000000"/>
                    </a:solidFill>
                    <a:latin typeface="微软雅黑" panose="020B0503020204020204" pitchFamily="34" charset="-122"/>
                    <a:ea typeface="微软雅黑" panose="020B0503020204020204" pitchFamily="34" charset="-122"/>
                  </a:rPr>
                  <a:t> </a:t>
                </a:r>
                <a:r>
                  <a:rPr lang="zh-CN" altLang="en-US" sz="1600" b="1" dirty="0">
                    <a:solidFill>
                      <a:srgbClr val="000000"/>
                    </a:solidFill>
                    <a:latin typeface="微软雅黑" panose="020B0503020204020204" pitchFamily="34" charset="-122"/>
                    <a:ea typeface="微软雅黑" panose="020B0503020204020204" pitchFamily="34" charset="-122"/>
                  </a:rPr>
                  <a:t>的部分转发表</a:t>
                </a:r>
                <a:endParaRPr lang="zh-CN" altLang="en-US" sz="1600" b="1" baseline="-25000" dirty="0">
                  <a:solidFill>
                    <a:srgbClr val="000000"/>
                  </a:solidFill>
                  <a:latin typeface="微软雅黑" panose="020B0503020204020204" pitchFamily="34" charset="-122"/>
                  <a:ea typeface="微软雅黑" panose="020B0503020204020204" pitchFamily="34" charset="-122"/>
                </a:endParaRPr>
              </a:p>
            </p:txBody>
          </p:sp>
        </p:grpSp>
        <p:pic>
          <p:nvPicPr>
            <p:cNvPr id="10" name="Picture 5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87487" y="3159838"/>
              <a:ext cx="5810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1" name="Picture 5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22705" y="2689821"/>
              <a:ext cx="5810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2" name="Picture 5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94672" y="1507068"/>
              <a:ext cx="5810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sp>
        <p:nvSpPr>
          <p:cNvPr id="137" name="椭圆 73"/>
          <p:cNvSpPr>
            <a:spLocks noChangeArrowheads="1"/>
          </p:cNvSpPr>
          <p:nvPr/>
        </p:nvSpPr>
        <p:spPr bwMode="auto">
          <a:xfrm>
            <a:off x="2711624" y="2845329"/>
            <a:ext cx="85983" cy="79615"/>
          </a:xfrm>
          <a:prstGeom prst="ellipse">
            <a:avLst/>
          </a:prstGeom>
          <a:solidFill>
            <a:schemeClr val="bg1"/>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138" name="椭圆 73"/>
          <p:cNvSpPr>
            <a:spLocks noChangeArrowheads="1"/>
          </p:cNvSpPr>
          <p:nvPr/>
        </p:nvSpPr>
        <p:spPr bwMode="auto">
          <a:xfrm>
            <a:off x="3040132" y="4141473"/>
            <a:ext cx="85983" cy="79615"/>
          </a:xfrm>
          <a:prstGeom prst="ellipse">
            <a:avLst/>
          </a:prstGeom>
          <a:solidFill>
            <a:schemeClr val="bg1"/>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139" name="椭圆 73"/>
          <p:cNvSpPr>
            <a:spLocks noChangeArrowheads="1"/>
          </p:cNvSpPr>
          <p:nvPr/>
        </p:nvSpPr>
        <p:spPr bwMode="auto">
          <a:xfrm>
            <a:off x="6896701" y="4028989"/>
            <a:ext cx="85983" cy="79615"/>
          </a:xfrm>
          <a:prstGeom prst="ellipse">
            <a:avLst/>
          </a:prstGeom>
          <a:solidFill>
            <a:schemeClr val="bg1"/>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72" name="Text Box 155"/>
          <p:cNvSpPr txBox="1">
            <a:spLocks noChangeArrowheads="1"/>
          </p:cNvSpPr>
          <p:nvPr/>
        </p:nvSpPr>
        <p:spPr bwMode="auto">
          <a:xfrm>
            <a:off x="2400146" y="5885000"/>
            <a:ext cx="6864206" cy="769441"/>
          </a:xfrm>
          <a:prstGeom prst="rect">
            <a:avLst/>
          </a:prstGeom>
          <a:solidFill>
            <a:srgbClr val="0070C0"/>
          </a:solidFill>
          <a:ln w="9525">
            <a:noFill/>
            <a:miter lim="800000"/>
            <a:headEnd/>
            <a:tailEnd/>
          </a:ln>
          <a:effectLst/>
          <a:extLst/>
        </p:spPr>
        <p:txBody>
          <a:bodyPr wrap="square">
            <a:spAutoFit/>
          </a:bodyPr>
          <a:lstStyle/>
          <a:p>
            <a:pPr algn="ctr">
              <a:lnSpc>
                <a:spcPct val="110000"/>
              </a:lnSpc>
            </a:pPr>
            <a:r>
              <a:rPr lang="en-US" altLang="zh-CN" sz="2000" b="1" dirty="0" smtClean="0">
                <a:solidFill>
                  <a:srgbClr val="FFFF00"/>
                </a:solidFill>
                <a:latin typeface="微软雅黑" pitchFamily="34" charset="-122"/>
                <a:ea typeface="微软雅黑" pitchFamily="34" charset="-122"/>
              </a:rPr>
              <a:t>128.1.2.132</a:t>
            </a:r>
            <a:r>
              <a:rPr lang="en-US" altLang="zh-CN" sz="2000" b="1" dirty="0" smtClean="0">
                <a:solidFill>
                  <a:schemeClr val="bg1"/>
                </a:solidFill>
                <a:latin typeface="微软雅黑" pitchFamily="34" charset="-122"/>
                <a:ea typeface="微软雅黑" pitchFamily="34" charset="-122"/>
              </a:rPr>
              <a:t> </a:t>
            </a:r>
            <a:r>
              <a:rPr lang="en-US" altLang="zh-CN" sz="2000" b="1" dirty="0">
                <a:solidFill>
                  <a:srgbClr val="C00000"/>
                </a:solidFill>
                <a:latin typeface="微软雅黑" pitchFamily="34" charset="-122"/>
                <a:ea typeface="微软雅黑" pitchFamily="34" charset="-122"/>
              </a:rPr>
              <a:t>AND</a:t>
            </a:r>
            <a:r>
              <a:rPr lang="en-US" altLang="zh-CN" sz="2000" b="1" dirty="0">
                <a:solidFill>
                  <a:schemeClr val="bg1"/>
                </a:solidFill>
                <a:latin typeface="微软雅黑" pitchFamily="34" charset="-122"/>
                <a:ea typeface="微软雅黑" pitchFamily="34" charset="-122"/>
              </a:rPr>
              <a:t> </a:t>
            </a:r>
            <a:r>
              <a:rPr lang="en-US" altLang="zh-CN" sz="2000" b="1" dirty="0" smtClean="0">
                <a:solidFill>
                  <a:schemeClr val="bg1"/>
                </a:solidFill>
                <a:latin typeface="微软雅黑" pitchFamily="34" charset="-122"/>
                <a:ea typeface="微软雅黑" pitchFamily="34" charset="-122"/>
              </a:rPr>
              <a:t>255.255.255.192 = 128.1.2.128     </a:t>
            </a:r>
            <a:r>
              <a:rPr lang="zh-CN" altLang="en-US" sz="2000" b="1" dirty="0">
                <a:solidFill>
                  <a:srgbClr val="FFFF00"/>
                </a:solidFill>
                <a:latin typeface="微软雅黑" pitchFamily="34" charset="-122"/>
                <a:ea typeface="微软雅黑" pitchFamily="34" charset="-122"/>
              </a:rPr>
              <a:t>不</a:t>
            </a:r>
            <a:r>
              <a:rPr lang="zh-CN" altLang="en-US" sz="2000" b="1" dirty="0" smtClean="0">
                <a:solidFill>
                  <a:srgbClr val="FFFF00"/>
                </a:solidFill>
                <a:latin typeface="微软雅黑" pitchFamily="34" charset="-122"/>
                <a:ea typeface="微软雅黑" pitchFamily="34" charset="-122"/>
              </a:rPr>
              <a:t>匹配</a:t>
            </a:r>
            <a:r>
              <a:rPr lang="en-US" altLang="zh-CN" sz="2000" b="1" dirty="0" smtClean="0">
                <a:solidFill>
                  <a:srgbClr val="FFFF00"/>
                </a:solidFill>
                <a:latin typeface="微软雅黑" pitchFamily="34" charset="-122"/>
                <a:ea typeface="微软雅黑" pitchFamily="34" charset="-122"/>
              </a:rPr>
              <a:t>!</a:t>
            </a:r>
            <a:endParaRPr lang="en-US" altLang="zh-CN" sz="2000" b="1" dirty="0">
              <a:solidFill>
                <a:srgbClr val="FFFF00"/>
              </a:solidFill>
              <a:latin typeface="微软雅黑" pitchFamily="34" charset="-122"/>
              <a:ea typeface="微软雅黑" pitchFamily="34" charset="-122"/>
            </a:endParaRPr>
          </a:p>
        </p:txBody>
      </p:sp>
      <p:sp>
        <p:nvSpPr>
          <p:cNvPr id="73" name="Line 66"/>
          <p:cNvSpPr>
            <a:spLocks noChangeShapeType="1"/>
          </p:cNvSpPr>
          <p:nvPr/>
        </p:nvSpPr>
        <p:spPr bwMode="auto">
          <a:xfrm>
            <a:off x="7117867" y="2636912"/>
            <a:ext cx="1543021"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 name="任意多边形 73"/>
          <p:cNvSpPr/>
          <p:nvPr/>
        </p:nvSpPr>
        <p:spPr>
          <a:xfrm>
            <a:off x="4151833" y="2268320"/>
            <a:ext cx="720031" cy="584616"/>
          </a:xfrm>
          <a:custGeom>
            <a:avLst/>
            <a:gdLst>
              <a:gd name="connsiteX0" fmla="*/ 630090 w 720031"/>
              <a:gd name="connsiteY0" fmla="*/ 0 h 584616"/>
              <a:gd name="connsiteX1" fmla="*/ 503 w 720031"/>
              <a:gd name="connsiteY1" fmla="*/ 269823 h 584616"/>
              <a:gd name="connsiteX2" fmla="*/ 720031 w 720031"/>
              <a:gd name="connsiteY2" fmla="*/ 584616 h 584616"/>
              <a:gd name="connsiteX3" fmla="*/ 720031 w 720031"/>
              <a:gd name="connsiteY3" fmla="*/ 584616 h 584616"/>
            </a:gdLst>
            <a:ahLst/>
            <a:cxnLst>
              <a:cxn ang="0">
                <a:pos x="connsiteX0" y="connsiteY0"/>
              </a:cxn>
              <a:cxn ang="0">
                <a:pos x="connsiteX1" y="connsiteY1"/>
              </a:cxn>
              <a:cxn ang="0">
                <a:pos x="connsiteX2" y="connsiteY2"/>
              </a:cxn>
              <a:cxn ang="0">
                <a:pos x="connsiteX3" y="connsiteY3"/>
              </a:cxn>
            </a:cxnLst>
            <a:rect l="l" t="t" r="r" b="b"/>
            <a:pathLst>
              <a:path w="720031" h="584616">
                <a:moveTo>
                  <a:pt x="630090" y="0"/>
                </a:moveTo>
                <a:cubicBezTo>
                  <a:pt x="307801" y="86193"/>
                  <a:pt x="-14487" y="172387"/>
                  <a:pt x="503" y="269823"/>
                </a:cubicBezTo>
                <a:cubicBezTo>
                  <a:pt x="15493" y="367259"/>
                  <a:pt x="720031" y="584616"/>
                  <a:pt x="720031" y="584616"/>
                </a:cubicBezTo>
                <a:lnTo>
                  <a:pt x="720031" y="584616"/>
                </a:lnTo>
              </a:path>
            </a:pathLst>
          </a:custGeom>
          <a:noFill/>
          <a:ln w="38100">
            <a:solidFill>
              <a:srgbClr val="CC0000"/>
            </a:solidFill>
            <a:prstDash val="sys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AutoShape 63"/>
          <p:cNvSpPr>
            <a:spLocks noChangeArrowheads="1"/>
          </p:cNvSpPr>
          <p:nvPr/>
        </p:nvSpPr>
        <p:spPr bwMode="auto">
          <a:xfrm>
            <a:off x="6528048" y="2460996"/>
            <a:ext cx="547288" cy="142367"/>
          </a:xfrm>
          <a:prstGeom prst="rightArrow">
            <a:avLst>
              <a:gd name="adj1" fmla="val 50000"/>
              <a:gd name="adj2" fmla="val 66728"/>
            </a:avLst>
          </a:prstGeom>
          <a:solidFill>
            <a:srgbClr val="FFFF00"/>
          </a:solidFill>
          <a:ln w="12700">
            <a:solidFill>
              <a:schemeClr val="tx1"/>
            </a:solidFill>
            <a:miter lim="800000"/>
            <a:headEnd/>
            <a:tailEnd/>
          </a:ln>
          <a:effectLst/>
        </p:spPr>
        <p:txBody>
          <a:bodyPr wrap="none" anchor="ctr"/>
          <a:lstStyle/>
          <a:p>
            <a:endParaRPr lang="zh-CN" altLang="en-US">
              <a:solidFill>
                <a:srgbClr val="CC00CC"/>
              </a:solidFill>
            </a:endParaRPr>
          </a:p>
        </p:txBody>
      </p:sp>
      <p:sp>
        <p:nvSpPr>
          <p:cNvPr id="76" name="Text Box 155"/>
          <p:cNvSpPr txBox="1">
            <a:spLocks noChangeArrowheads="1"/>
          </p:cNvSpPr>
          <p:nvPr/>
        </p:nvSpPr>
        <p:spPr bwMode="auto">
          <a:xfrm>
            <a:off x="1968097" y="1196752"/>
            <a:ext cx="6864206" cy="430887"/>
          </a:xfrm>
          <a:prstGeom prst="rect">
            <a:avLst/>
          </a:prstGeom>
          <a:solidFill>
            <a:srgbClr val="C00000"/>
          </a:solidFill>
          <a:ln w="9525">
            <a:noFill/>
            <a:miter lim="800000"/>
            <a:headEnd/>
            <a:tailEnd/>
          </a:ln>
          <a:effectLst/>
          <a:extLst/>
        </p:spPr>
        <p:txBody>
          <a:bodyPr wrap="square">
            <a:spAutoFit/>
          </a:bodyPr>
          <a:lstStyle>
            <a:defPPr>
              <a:defRPr lang="zh-CN"/>
            </a:defPPr>
            <a:lvl1pPr algn="ctr">
              <a:lnSpc>
                <a:spcPct val="110000"/>
              </a:lnSpc>
              <a:defRPr sz="1600" b="1">
                <a:solidFill>
                  <a:schemeClr val="bg1"/>
                </a:solidFill>
                <a:latin typeface="微软雅黑" pitchFamily="34" charset="-122"/>
                <a:ea typeface="微软雅黑" pitchFamily="34" charset="-122"/>
              </a:defRPr>
            </a:lvl1pPr>
          </a:lstStyle>
          <a:p>
            <a:r>
              <a:rPr lang="zh-CN" altLang="en-US" sz="2000" dirty="0"/>
              <a:t>路由器 </a:t>
            </a:r>
            <a:r>
              <a:rPr lang="en-US" altLang="zh-CN" sz="2000" dirty="0"/>
              <a:t>R</a:t>
            </a:r>
            <a:r>
              <a:rPr lang="en-US" altLang="zh-CN" sz="2000" baseline="-25000" dirty="0"/>
              <a:t>1</a:t>
            </a:r>
            <a:r>
              <a:rPr lang="en-US" altLang="zh-CN" sz="2000" dirty="0"/>
              <a:t> </a:t>
            </a:r>
            <a:r>
              <a:rPr lang="zh-CN" altLang="en-US" sz="2000" dirty="0"/>
              <a:t>收到分组后查找转发表。先检查</a:t>
            </a:r>
            <a:r>
              <a:rPr lang="zh-CN" altLang="en-US" sz="2000" dirty="0" smtClean="0"/>
              <a:t>第 </a:t>
            </a:r>
            <a:r>
              <a:rPr lang="en-US" altLang="zh-CN" sz="2000" dirty="0" smtClean="0"/>
              <a:t>1 </a:t>
            </a:r>
            <a:r>
              <a:rPr lang="zh-CN" altLang="en-US" sz="2000" dirty="0" smtClean="0"/>
              <a:t>行</a:t>
            </a:r>
            <a:r>
              <a:rPr lang="zh-CN" altLang="en-US" sz="2000" dirty="0"/>
              <a:t>。 </a:t>
            </a:r>
          </a:p>
        </p:txBody>
      </p:sp>
    </p:spTree>
    <p:extLst>
      <p:ext uri="{BB962C8B-B14F-4D97-AF65-F5344CB8AC3E}">
        <p14:creationId xmlns:p14="http://schemas.microsoft.com/office/powerpoint/2010/main" val="417918135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5"/>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0"/>
                                  </p:stCondLst>
                                  <p:childTnLst>
                                    <p:anim calcmode="discrete" valueType="str">
                                      <p:cBhvr>
                                        <p:cTn id="9" dur="1000" fill="hold"/>
                                        <p:tgtEl>
                                          <p:spTgt spid="75"/>
                                        </p:tgtEl>
                                        <p:attrNameLst>
                                          <p:attrName>style.visibility</p:attrName>
                                        </p:attrNameLst>
                                      </p:cBhvr>
                                      <p:tavLst>
                                        <p:tav tm="0">
                                          <p:val>
                                            <p:strVal val="hidden"/>
                                          </p:val>
                                        </p:tav>
                                        <p:tav tm="50000">
                                          <p:val>
                                            <p:strVal val="visible"/>
                                          </p:val>
                                        </p:tav>
                                      </p:tavLst>
                                    </p:anim>
                                  </p:childTnLst>
                                </p:cTn>
                              </p:par>
                            </p:childTnLst>
                          </p:cTn>
                        </p:par>
                        <p:par>
                          <p:cTn id="10" fill="hold">
                            <p:stCondLst>
                              <p:cond delay="3000"/>
                            </p:stCondLst>
                            <p:childTnLst>
                              <p:par>
                                <p:cTn id="11" presetID="22" presetClass="entr" presetSubtype="1" fill="hold" grpId="0" nodeType="afterEffect">
                                  <p:stCondLst>
                                    <p:cond delay="0"/>
                                  </p:stCondLst>
                                  <p:childTnLst>
                                    <p:set>
                                      <p:cBhvr>
                                        <p:cTn id="12" dur="1" fill="hold">
                                          <p:stCondLst>
                                            <p:cond delay="0"/>
                                          </p:stCondLst>
                                        </p:cTn>
                                        <p:tgtEl>
                                          <p:spTgt spid="72"/>
                                        </p:tgtEl>
                                        <p:attrNameLst>
                                          <p:attrName>style.visibility</p:attrName>
                                        </p:attrNameLst>
                                      </p:cBhvr>
                                      <p:to>
                                        <p:strVal val="visible"/>
                                      </p:to>
                                    </p:set>
                                    <p:animEffect transition="in" filter="wipe(up)">
                                      <p:cBhvr>
                                        <p:cTn id="13"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P spid="75" grpId="0" animBg="1"/>
      <p:bldP spid="75" grpId="1"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p:cNvSpPr>
            <a:spLocks noGrp="1" noChangeArrowheads="1"/>
          </p:cNvSpPr>
          <p:nvPr>
            <p:ph type="title"/>
          </p:nvPr>
        </p:nvSpPr>
        <p:spPr/>
        <p:txBody>
          <a:bodyPr anchor="ctr"/>
          <a:lstStyle/>
          <a:p>
            <a:pPr eaLnBrk="1" hangingPunct="1"/>
            <a:r>
              <a:rPr lang="en-US" altLang="zh-CN" dirty="0" smtClean="0"/>
              <a:t>4.3.1 </a:t>
            </a:r>
            <a:r>
              <a:rPr lang="zh-CN" altLang="en-US" dirty="0" smtClean="0"/>
              <a:t>基于终点的转发</a:t>
            </a:r>
            <a:endParaRPr lang="zh-CN" altLang="en-US" dirty="0"/>
          </a:p>
        </p:txBody>
      </p:sp>
      <p:sp>
        <p:nvSpPr>
          <p:cNvPr id="5" name="圆角矩形 4"/>
          <p:cNvSpPr/>
          <p:nvPr/>
        </p:nvSpPr>
        <p:spPr>
          <a:xfrm>
            <a:off x="920840" y="1434884"/>
            <a:ext cx="10071704" cy="465841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椭圆 5"/>
          <p:cNvSpPr/>
          <p:nvPr/>
        </p:nvSpPr>
        <p:spPr bwMode="auto">
          <a:xfrm rot="20475920">
            <a:off x="1674446" y="1725695"/>
            <a:ext cx="3941449" cy="1208578"/>
          </a:xfrm>
          <a:prstGeom prst="ellipse">
            <a:avLst/>
          </a:prstGeom>
          <a:solidFill>
            <a:srgbClr val="FFFF66"/>
          </a:solidFill>
          <a:ln w="9525" cap="flat" cmpd="sng" algn="ctr">
            <a:solidFill>
              <a:schemeClr val="tx1"/>
            </a:solidFill>
            <a:prstDash val="dash"/>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graphicFrame>
        <p:nvGraphicFramePr>
          <p:cNvPr id="7" name="Group 125"/>
          <p:cNvGraphicFramePr>
            <a:graphicFrameLocks noGrp="1"/>
          </p:cNvGraphicFramePr>
          <p:nvPr>
            <p:extLst>
              <p:ext uri="{D42A27DB-BD31-4B8C-83A1-F6EECF244321}">
                <p14:modId xmlns:p14="http://schemas.microsoft.com/office/powerpoint/2010/main" val="2523498655"/>
              </p:ext>
            </p:extLst>
          </p:nvPr>
        </p:nvGraphicFramePr>
        <p:xfrm>
          <a:off x="7096033" y="1969997"/>
          <a:ext cx="3318024" cy="1428298"/>
        </p:xfrm>
        <a:graphic>
          <a:graphicData uri="http://schemas.openxmlformats.org/drawingml/2006/table">
            <a:tbl>
              <a:tblPr/>
              <a:tblGrid>
                <a:gridCol w="1835438">
                  <a:extLst>
                    <a:ext uri="{9D8B030D-6E8A-4147-A177-3AD203B41FA5}">
                      <a16:colId xmlns:a16="http://schemas.microsoft.com/office/drawing/2014/main" xmlns="" val="20000"/>
                    </a:ext>
                  </a:extLst>
                </a:gridCol>
                <a:gridCol w="1482586">
                  <a:extLst>
                    <a:ext uri="{9D8B030D-6E8A-4147-A177-3AD203B41FA5}">
                      <a16:colId xmlns:a16="http://schemas.microsoft.com/office/drawing/2014/main" xmlns="" val="20001"/>
                    </a:ext>
                  </a:extLst>
                </a:gridCol>
              </a:tblGrid>
              <a:tr h="380652">
                <a:tc>
                  <a:txBody>
                    <a:bodyPr/>
                    <a:lstStyle/>
                    <a:p>
                      <a:pPr marL="0" marR="0" lvl="0" indent="0" algn="ctr" defTabSz="914400" rtl="0" eaLnBrk="1" fontAlgn="base" latinLnBrk="0" hangingPunct="1">
                        <a:lnSpc>
                          <a:spcPct val="90000"/>
                        </a:lnSpc>
                        <a:spcBef>
                          <a:spcPct val="20000"/>
                        </a:spcBef>
                        <a:spcAft>
                          <a:spcPct val="0"/>
                        </a:spcAft>
                        <a:buClrTx/>
                        <a:buSzTx/>
                        <a:buFontTx/>
                        <a:buNone/>
                        <a:tabLst/>
                      </a:pPr>
                      <a:r>
                        <a:rPr kumimoji="1" lang="zh-CN" altLang="en-US" sz="1600" b="1"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网络前缀</a:t>
                      </a:r>
                    </a:p>
                  </a:txBody>
                  <a:tcPr marL="91431" marR="91431"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Tx/>
                        <a:buSzTx/>
                        <a:buFontTx/>
                        <a:buNone/>
                        <a:tabLst/>
                      </a:pPr>
                      <a:r>
                        <a:rPr kumimoji="1" lang="zh-CN" altLang="en-US" sz="1600" b="1"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下一跳</a:t>
                      </a:r>
                    </a:p>
                  </a:txBody>
                  <a:tcPr marL="91431" marR="91431"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0"/>
                  </a:ext>
                </a:extLst>
              </a:tr>
              <a:tr h="1047646">
                <a:tc>
                  <a:txBody>
                    <a:bodyPr/>
                    <a:lstStyle/>
                    <a:p>
                      <a:pPr marL="0" marR="0" lvl="0" indent="0" algn="l" defTabSz="914400" rtl="0" eaLnBrk="1" fontAlgn="base" latinLnBrk="0" hangingPunct="1">
                        <a:lnSpc>
                          <a:spcPct val="90000"/>
                        </a:lnSpc>
                        <a:spcBef>
                          <a:spcPct val="20000"/>
                        </a:spcBef>
                        <a:spcAft>
                          <a:spcPct val="0"/>
                        </a:spcAft>
                        <a:buClrTx/>
                        <a:buSzTx/>
                        <a:buFontTx/>
                        <a:buNone/>
                        <a:tabLst/>
                      </a:pPr>
                      <a:r>
                        <a:rPr kumimoji="1" lang="en-US" altLang="zh-CN" sz="1600" b="1"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128.1.2.64/26</a:t>
                      </a:r>
                    </a:p>
                    <a:p>
                      <a:pPr marL="0" marR="0" lvl="0" indent="0" algn="l" defTabSz="914400" rtl="0" eaLnBrk="1" fontAlgn="base" latinLnBrk="0" hangingPunct="1">
                        <a:lnSpc>
                          <a:spcPct val="90000"/>
                        </a:lnSpc>
                        <a:spcBef>
                          <a:spcPct val="20000"/>
                        </a:spcBef>
                        <a:spcAft>
                          <a:spcPct val="0"/>
                        </a:spcAft>
                        <a:buClrTx/>
                        <a:buSzTx/>
                        <a:buFontTx/>
                        <a:buNone/>
                        <a:tabLst/>
                      </a:pPr>
                      <a:r>
                        <a:rPr kumimoji="1" lang="en-US" altLang="zh-CN" sz="1600" b="1"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128.1.2.128/26</a:t>
                      </a:r>
                    </a:p>
                    <a:p>
                      <a:pPr marL="0" marR="0" lvl="0" indent="0" algn="l" defTabSz="914400" rtl="0" eaLnBrk="1" fontAlgn="base" latinLnBrk="0" hangingPunct="1">
                        <a:lnSpc>
                          <a:spcPct val="90000"/>
                        </a:lnSpc>
                        <a:spcBef>
                          <a:spcPct val="20000"/>
                        </a:spcBef>
                        <a:spcAft>
                          <a:spcPct val="0"/>
                        </a:spcAft>
                        <a:buClrTx/>
                        <a:buSzTx/>
                        <a:buFontTx/>
                        <a:buNone/>
                        <a:tabLst/>
                      </a:pPr>
                      <a:r>
                        <a:rPr kumimoji="1" lang="en-US" altLang="zh-CN" sz="1600" b="1"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128.1.2.192/26</a:t>
                      </a:r>
                    </a:p>
                  </a:txBody>
                  <a:tcPr marL="91431" marR="91431"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Tx/>
                        <a:buSzTx/>
                        <a:buFontTx/>
                        <a:buNone/>
                        <a:tabLst/>
                        <a:defRPr/>
                      </a:pPr>
                      <a:r>
                        <a:rPr kumimoji="1" lang="en-US" altLang="zh-CN" sz="1600" b="1"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R</a:t>
                      </a:r>
                      <a:r>
                        <a:rPr kumimoji="1" lang="en-US" altLang="zh-CN" sz="1600" b="1" i="0" u="none" strike="noStrike" cap="none" normalizeH="0" baseline="-25000" dirty="0" smtClean="0">
                          <a:ln>
                            <a:noFill/>
                          </a:ln>
                          <a:solidFill>
                            <a:srgbClr val="000000"/>
                          </a:solidFill>
                          <a:effectLst/>
                          <a:latin typeface="微软雅黑" panose="020B0503020204020204" pitchFamily="34" charset="-122"/>
                          <a:ea typeface="微软雅黑" panose="020B0503020204020204" pitchFamily="34" charset="-122"/>
                        </a:rPr>
                        <a:t>2</a:t>
                      </a:r>
                    </a:p>
                    <a:p>
                      <a:pPr marL="0" marR="0" lvl="0" indent="0" algn="l" defTabSz="914400" rtl="0" eaLnBrk="1" fontAlgn="base" latinLnBrk="0" hangingPunct="1">
                        <a:lnSpc>
                          <a:spcPct val="90000"/>
                        </a:lnSpc>
                        <a:spcBef>
                          <a:spcPct val="20000"/>
                        </a:spcBef>
                        <a:spcAft>
                          <a:spcPct val="0"/>
                        </a:spcAft>
                        <a:buClrTx/>
                        <a:buSzTx/>
                        <a:buFontTx/>
                        <a:buNone/>
                        <a:tabLst/>
                      </a:pPr>
                      <a:r>
                        <a:rPr kumimoji="1" lang="zh-CN" altLang="en-US" sz="1600" b="1"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直接，接口 </a:t>
                      </a:r>
                      <a:r>
                        <a:rPr kumimoji="1" lang="en-US" altLang="zh-CN" sz="1600" b="1"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1</a:t>
                      </a:r>
                    </a:p>
                    <a:p>
                      <a:pPr marL="0" marR="0" lvl="0" indent="0" algn="l" defTabSz="914400" rtl="0" eaLnBrk="1" fontAlgn="base" latinLnBrk="0" hangingPunct="1">
                        <a:lnSpc>
                          <a:spcPct val="90000"/>
                        </a:lnSpc>
                        <a:spcBef>
                          <a:spcPct val="20000"/>
                        </a:spcBef>
                        <a:spcAft>
                          <a:spcPct val="0"/>
                        </a:spcAft>
                        <a:buClrTx/>
                        <a:buSzTx/>
                        <a:buFontTx/>
                        <a:buNone/>
                        <a:tabLst/>
                      </a:pPr>
                      <a:r>
                        <a:rPr kumimoji="1" lang="zh-CN" altLang="en-US" sz="1600" b="1"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直接，接口 </a:t>
                      </a:r>
                      <a:r>
                        <a:rPr kumimoji="1" lang="en-US" altLang="zh-CN" sz="1600" b="1"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0</a:t>
                      </a:r>
                    </a:p>
                  </a:txBody>
                  <a:tcPr marL="91431" marR="91431"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1"/>
                  </a:ext>
                </a:extLst>
              </a:tr>
            </a:tbl>
          </a:graphicData>
        </a:graphic>
      </p:graphicFrame>
      <p:grpSp>
        <p:nvGrpSpPr>
          <p:cNvPr id="8" name="组合 62"/>
          <p:cNvGrpSpPr/>
          <p:nvPr/>
        </p:nvGrpSpPr>
        <p:grpSpPr>
          <a:xfrm>
            <a:off x="1081907" y="1556792"/>
            <a:ext cx="8534933" cy="4320550"/>
            <a:chOff x="481764" y="767327"/>
            <a:chExt cx="7177147" cy="3489879"/>
          </a:xfrm>
        </p:grpSpPr>
        <p:grpSp>
          <p:nvGrpSpPr>
            <p:cNvPr id="9" name="组合 67"/>
            <p:cNvGrpSpPr/>
            <p:nvPr/>
          </p:nvGrpSpPr>
          <p:grpSpPr>
            <a:xfrm>
              <a:off x="481764" y="767327"/>
              <a:ext cx="7177147" cy="3489879"/>
              <a:chOff x="481764" y="767327"/>
              <a:chExt cx="7177147" cy="3489879"/>
            </a:xfrm>
          </p:grpSpPr>
          <p:sp>
            <p:nvSpPr>
              <p:cNvPr id="13" name="直角三角形 12"/>
              <p:cNvSpPr/>
              <p:nvPr/>
            </p:nvSpPr>
            <p:spPr>
              <a:xfrm rot="16200000">
                <a:off x="4357107" y="1079129"/>
                <a:ext cx="1089992" cy="1274054"/>
              </a:xfrm>
              <a:prstGeom prst="rtTriangle">
                <a:avLst/>
              </a:prstGeom>
              <a:gradFill flip="none" rotWithShape="1">
                <a:gsLst>
                  <a:gs pos="0">
                    <a:schemeClr val="bg1">
                      <a:lumMod val="85000"/>
                      <a:shade val="30000"/>
                      <a:satMod val="115000"/>
                    </a:schemeClr>
                  </a:gs>
                  <a:gs pos="50000">
                    <a:schemeClr val="bg1">
                      <a:lumMod val="85000"/>
                      <a:shade val="67500"/>
                      <a:satMod val="115000"/>
                    </a:schemeClr>
                  </a:gs>
                  <a:gs pos="100000">
                    <a:schemeClr val="bg1">
                      <a:lumMod val="85000"/>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0000"/>
                  </a:solidFill>
                </a:endParaRPr>
              </a:p>
            </p:txBody>
          </p:sp>
          <p:sp>
            <p:nvSpPr>
              <p:cNvPr id="14" name="椭圆 13"/>
              <p:cNvSpPr/>
              <p:nvPr/>
            </p:nvSpPr>
            <p:spPr bwMode="auto">
              <a:xfrm>
                <a:off x="3607791" y="2535299"/>
                <a:ext cx="3716460" cy="1197252"/>
              </a:xfrm>
              <a:prstGeom prst="ellipse">
                <a:avLst/>
              </a:prstGeom>
              <a:solidFill>
                <a:srgbClr val="FFFF66"/>
              </a:solidFill>
              <a:ln w="9525" cap="flat" cmpd="sng" algn="ctr">
                <a:solidFill>
                  <a:schemeClr val="tx1"/>
                </a:solidFill>
                <a:prstDash val="dash"/>
                <a:round/>
                <a:headEnd type="none" w="med" len="med"/>
                <a:tailEnd type="none" w="med" len="med"/>
              </a:ln>
              <a:effectLst/>
            </p:spPr>
            <p:txBody>
              <a:bodyPr/>
              <a:lstStyle/>
              <a:p>
                <a:pPr>
                  <a:defRPr/>
                </a:pPr>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15" name="椭圆 14"/>
              <p:cNvSpPr/>
              <p:nvPr/>
            </p:nvSpPr>
            <p:spPr bwMode="auto">
              <a:xfrm rot="16200000">
                <a:off x="883716" y="2425929"/>
                <a:ext cx="1925637" cy="1736917"/>
              </a:xfrm>
              <a:prstGeom prst="ellipse">
                <a:avLst/>
              </a:prstGeom>
              <a:solidFill>
                <a:srgbClr val="FFFF66"/>
              </a:solidFill>
              <a:ln w="9525" cap="flat" cmpd="sng" algn="ctr">
                <a:solidFill>
                  <a:schemeClr val="tx1"/>
                </a:solidFill>
                <a:prstDash val="dash"/>
                <a:round/>
                <a:headEnd type="none" w="med" len="med"/>
                <a:tailEnd type="none" w="med" len="med"/>
              </a:ln>
              <a:effectLst/>
            </p:spPr>
            <p:txBody>
              <a:bodyPr/>
              <a:lstStyle/>
              <a:p>
                <a:pPr>
                  <a:defRPr/>
                </a:pPr>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16" name="Text Box 20"/>
              <p:cNvSpPr txBox="1">
                <a:spLocks noChangeArrowheads="1"/>
              </p:cNvSpPr>
              <p:nvPr/>
            </p:nvSpPr>
            <p:spPr bwMode="auto">
              <a:xfrm>
                <a:off x="2456408" y="2039834"/>
                <a:ext cx="1156844"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128.1.2.194</a:t>
                </a:r>
              </a:p>
            </p:txBody>
          </p:sp>
          <p:sp>
            <p:nvSpPr>
              <p:cNvPr id="17" name="Text Box 25"/>
              <p:cNvSpPr txBox="1">
                <a:spLocks noChangeArrowheads="1"/>
              </p:cNvSpPr>
              <p:nvPr/>
            </p:nvSpPr>
            <p:spPr bwMode="auto">
              <a:xfrm>
                <a:off x="3732139" y="1824581"/>
                <a:ext cx="261780"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smtClean="0">
                    <a:solidFill>
                      <a:srgbClr val="000000"/>
                    </a:solidFill>
                    <a:latin typeface="微软雅黑" panose="020B0503020204020204" pitchFamily="34" charset="-122"/>
                    <a:ea typeface="微软雅黑" panose="020B0503020204020204" pitchFamily="34" charset="-122"/>
                  </a:rPr>
                  <a:t>0</a:t>
                </a:r>
                <a:endParaRPr lang="en-US" altLang="zh-CN" sz="1600" b="1" baseline="-25000" dirty="0">
                  <a:solidFill>
                    <a:srgbClr val="000000"/>
                  </a:solidFill>
                  <a:latin typeface="微软雅黑" panose="020B0503020204020204" pitchFamily="34" charset="-122"/>
                  <a:ea typeface="微软雅黑" panose="020B0503020204020204" pitchFamily="34" charset="-122"/>
                </a:endParaRPr>
              </a:p>
            </p:txBody>
          </p:sp>
          <p:sp>
            <p:nvSpPr>
              <p:cNvPr id="18" name="Line 19"/>
              <p:cNvSpPr>
                <a:spLocks noChangeShapeType="1"/>
              </p:cNvSpPr>
              <p:nvPr/>
            </p:nvSpPr>
            <p:spPr bwMode="auto">
              <a:xfrm>
                <a:off x="2775735" y="1678638"/>
                <a:ext cx="1301162" cy="55733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19" name="Line 16"/>
              <p:cNvSpPr>
                <a:spLocks noChangeShapeType="1"/>
              </p:cNvSpPr>
              <p:nvPr/>
            </p:nvSpPr>
            <p:spPr bwMode="auto">
              <a:xfrm flipH="1">
                <a:off x="1638141" y="1656270"/>
                <a:ext cx="947995" cy="2530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20" name="Line 8"/>
              <p:cNvSpPr>
                <a:spLocks noChangeShapeType="1"/>
              </p:cNvSpPr>
              <p:nvPr/>
            </p:nvSpPr>
            <p:spPr bwMode="auto">
              <a:xfrm flipH="1">
                <a:off x="2658440" y="1101262"/>
                <a:ext cx="956029" cy="55360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b="1">
                  <a:solidFill>
                    <a:srgbClr val="000000"/>
                  </a:solidFill>
                  <a:latin typeface="微软雅黑" panose="020B0503020204020204" pitchFamily="34" charset="-122"/>
                  <a:ea typeface="微软雅黑" panose="020B0503020204020204" pitchFamily="34" charset="-122"/>
                </a:endParaRPr>
              </a:p>
            </p:txBody>
          </p:sp>
          <p:pic>
            <p:nvPicPr>
              <p:cNvPr id="21" name="Picture 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93961" y="824458"/>
                <a:ext cx="345456" cy="311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Text Box 9"/>
              <p:cNvSpPr txBox="1">
                <a:spLocks noChangeArrowheads="1"/>
              </p:cNvSpPr>
              <p:nvPr/>
            </p:nvSpPr>
            <p:spPr bwMode="auto">
              <a:xfrm>
                <a:off x="2171247" y="912225"/>
                <a:ext cx="1156844"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128.1.2.193</a:t>
                </a:r>
              </a:p>
            </p:txBody>
          </p:sp>
          <p:sp>
            <p:nvSpPr>
              <p:cNvPr id="23" name="Text Box 23"/>
              <p:cNvSpPr txBox="1">
                <a:spLocks noChangeArrowheads="1"/>
              </p:cNvSpPr>
              <p:nvPr/>
            </p:nvSpPr>
            <p:spPr bwMode="auto">
              <a:xfrm>
                <a:off x="3839945" y="816458"/>
                <a:ext cx="1225389" cy="273463"/>
              </a:xfrm>
              <a:prstGeom prst="rect">
                <a:avLst/>
              </a:prstGeom>
              <a:solidFill>
                <a:srgbClr val="00FFFF"/>
              </a:solidFill>
              <a:ln w="9525">
                <a:solidFill>
                  <a:schemeClr val="tx1"/>
                </a:solidFill>
                <a:miter lim="800000"/>
                <a:headEnd/>
                <a:tailEnd/>
              </a:ln>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dirty="0">
                    <a:solidFill>
                      <a:srgbClr val="000000"/>
                    </a:solidFill>
                    <a:latin typeface="微软雅黑" panose="020B0503020204020204" pitchFamily="34" charset="-122"/>
                    <a:ea typeface="微软雅黑" panose="020B0503020204020204" pitchFamily="34" charset="-122"/>
                  </a:rPr>
                  <a:t>源主机 </a:t>
                </a:r>
                <a:r>
                  <a:rPr lang="en-US" altLang="zh-CN" sz="1600" b="1" dirty="0">
                    <a:solidFill>
                      <a:srgbClr val="000000"/>
                    </a:solidFill>
                    <a:latin typeface="微软雅黑" panose="020B0503020204020204" pitchFamily="34" charset="-122"/>
                    <a:ea typeface="微软雅黑" panose="020B0503020204020204" pitchFamily="34" charset="-122"/>
                  </a:rPr>
                  <a:t>H</a:t>
                </a:r>
                <a:r>
                  <a:rPr lang="en-US" altLang="zh-CN" sz="1600" b="1" baseline="-25000" dirty="0">
                    <a:solidFill>
                      <a:srgbClr val="000000"/>
                    </a:solidFill>
                    <a:latin typeface="微软雅黑" panose="020B0503020204020204" pitchFamily="34" charset="-122"/>
                    <a:ea typeface="微软雅黑" panose="020B0503020204020204" pitchFamily="34" charset="-122"/>
                  </a:rPr>
                  <a:t>1</a:t>
                </a:r>
              </a:p>
            </p:txBody>
          </p:sp>
          <p:sp>
            <p:nvSpPr>
              <p:cNvPr id="24" name="Text Box 10"/>
              <p:cNvSpPr txBox="1">
                <a:spLocks noChangeArrowheads="1"/>
              </p:cNvSpPr>
              <p:nvPr/>
            </p:nvSpPr>
            <p:spPr bwMode="auto">
              <a:xfrm>
                <a:off x="728120" y="1099476"/>
                <a:ext cx="1452053" cy="472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600" b="1" dirty="0" smtClean="0">
                    <a:solidFill>
                      <a:srgbClr val="000000"/>
                    </a:solidFill>
                    <a:latin typeface="微软雅黑" panose="020B0503020204020204" pitchFamily="34" charset="-122"/>
                    <a:ea typeface="微软雅黑" panose="020B0503020204020204" pitchFamily="34" charset="-122"/>
                  </a:rPr>
                  <a:t>网络前缀</a:t>
                </a:r>
                <a:endParaRPr lang="en-US" altLang="zh-CN" sz="1600" b="1" dirty="0">
                  <a:solidFill>
                    <a:srgbClr val="000000"/>
                  </a:solidFill>
                  <a:latin typeface="微软雅黑" panose="020B0503020204020204" pitchFamily="34" charset="-122"/>
                  <a:ea typeface="微软雅黑" panose="020B0503020204020204" pitchFamily="34" charset="-122"/>
                </a:endParaRPr>
              </a:p>
              <a:p>
                <a:pPr algn="ctr" eaLnBrk="1" hangingPunct="1"/>
                <a:r>
                  <a:rPr lang="en-US" altLang="zh-CN" sz="1600" b="1" dirty="0" smtClean="0">
                    <a:solidFill>
                      <a:srgbClr val="000000"/>
                    </a:solidFill>
                    <a:latin typeface="微软雅黑" panose="020B0503020204020204" pitchFamily="34" charset="-122"/>
                    <a:ea typeface="微软雅黑" panose="020B0503020204020204" pitchFamily="34" charset="-122"/>
                  </a:rPr>
                  <a:t>128.1.2.192/26</a:t>
                </a:r>
                <a:endParaRPr lang="en-US" altLang="zh-CN" sz="1600" b="1" dirty="0">
                  <a:solidFill>
                    <a:srgbClr val="000000"/>
                  </a:solidFill>
                  <a:latin typeface="微软雅黑" panose="020B0503020204020204" pitchFamily="34" charset="-122"/>
                  <a:ea typeface="微软雅黑" panose="020B0503020204020204" pitchFamily="34" charset="-122"/>
                </a:endParaRPr>
              </a:p>
            </p:txBody>
          </p:sp>
          <p:sp>
            <p:nvSpPr>
              <p:cNvPr id="25" name="Line 45"/>
              <p:cNvSpPr>
                <a:spLocks noChangeShapeType="1"/>
              </p:cNvSpPr>
              <p:nvPr/>
            </p:nvSpPr>
            <p:spPr bwMode="auto">
              <a:xfrm flipH="1" flipV="1">
                <a:off x="2294019" y="3312971"/>
                <a:ext cx="808348" cy="22368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26" name="Line 41"/>
              <p:cNvSpPr>
                <a:spLocks noChangeShapeType="1"/>
              </p:cNvSpPr>
              <p:nvPr/>
            </p:nvSpPr>
            <p:spPr bwMode="auto">
              <a:xfrm flipH="1">
                <a:off x="4263353" y="2793929"/>
                <a:ext cx="1332012" cy="4333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27" name="Line 33"/>
              <p:cNvSpPr>
                <a:spLocks noChangeShapeType="1"/>
              </p:cNvSpPr>
              <p:nvPr/>
            </p:nvSpPr>
            <p:spPr bwMode="auto">
              <a:xfrm flipH="1">
                <a:off x="2051398" y="3354911"/>
                <a:ext cx="88372" cy="52285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28" name="Line 32"/>
              <p:cNvSpPr>
                <a:spLocks noChangeShapeType="1"/>
              </p:cNvSpPr>
              <p:nvPr/>
            </p:nvSpPr>
            <p:spPr bwMode="auto">
              <a:xfrm flipH="1">
                <a:off x="3297683" y="2900177"/>
                <a:ext cx="819453" cy="66964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29" name="Line 21"/>
              <p:cNvSpPr>
                <a:spLocks noChangeShapeType="1"/>
              </p:cNvSpPr>
              <p:nvPr/>
            </p:nvSpPr>
            <p:spPr bwMode="auto">
              <a:xfrm>
                <a:off x="4207116" y="2371732"/>
                <a:ext cx="1607" cy="46273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b="1">
                  <a:solidFill>
                    <a:srgbClr val="000000"/>
                  </a:solidFill>
                  <a:latin typeface="微软雅黑" panose="020B0503020204020204" pitchFamily="34" charset="-122"/>
                  <a:ea typeface="微软雅黑" panose="020B0503020204020204" pitchFamily="34" charset="-122"/>
                </a:endParaRPr>
              </a:p>
            </p:txBody>
          </p:sp>
          <p:pic>
            <p:nvPicPr>
              <p:cNvPr id="30" name="Picture 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74653" y="3753341"/>
                <a:ext cx="345455" cy="310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Picture 1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19621" y="1719179"/>
                <a:ext cx="345455" cy="310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2" name="Group 18"/>
              <p:cNvGrpSpPr>
                <a:grpSpLocks/>
              </p:cNvGrpSpPr>
              <p:nvPr/>
            </p:nvGrpSpPr>
            <p:grpSpPr bwMode="auto">
              <a:xfrm>
                <a:off x="3943605" y="2125684"/>
                <a:ext cx="531842" cy="303367"/>
                <a:chOff x="864" y="1824"/>
                <a:chExt cx="432" cy="288"/>
              </a:xfrm>
            </p:grpSpPr>
            <p:pic>
              <p:nvPicPr>
                <p:cNvPr id="66" name="Picture 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67" name="Picture 1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pic>
            <p:nvPicPr>
              <p:cNvPr id="33" name="Picture 1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02173" y="2589821"/>
                <a:ext cx="345456" cy="310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Text Box 22"/>
              <p:cNvSpPr txBox="1">
                <a:spLocks noChangeArrowheads="1"/>
              </p:cNvSpPr>
              <p:nvPr/>
            </p:nvSpPr>
            <p:spPr bwMode="auto">
              <a:xfrm>
                <a:off x="2853215" y="2404897"/>
                <a:ext cx="1156844"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128.1.2.130</a:t>
                </a:r>
              </a:p>
            </p:txBody>
          </p:sp>
          <p:sp>
            <p:nvSpPr>
              <p:cNvPr id="35" name="Text Box 24"/>
              <p:cNvSpPr txBox="1">
                <a:spLocks noChangeArrowheads="1"/>
              </p:cNvSpPr>
              <p:nvPr/>
            </p:nvSpPr>
            <p:spPr bwMode="auto">
              <a:xfrm>
                <a:off x="4108734" y="1835693"/>
                <a:ext cx="346702"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FF00FF"/>
                    </a:solidFill>
                    <a:latin typeface="微软雅黑" panose="020B0503020204020204" pitchFamily="34" charset="-122"/>
                    <a:ea typeface="微软雅黑" panose="020B0503020204020204" pitchFamily="34" charset="-122"/>
                  </a:rPr>
                  <a:t>R</a:t>
                </a:r>
                <a:r>
                  <a:rPr lang="en-US" altLang="zh-CN" sz="1600" b="1" baseline="-25000" dirty="0">
                    <a:solidFill>
                      <a:srgbClr val="FF00FF"/>
                    </a:solidFill>
                    <a:latin typeface="微软雅黑" panose="020B0503020204020204" pitchFamily="34" charset="-122"/>
                    <a:ea typeface="微软雅黑" panose="020B0503020204020204" pitchFamily="34" charset="-122"/>
                  </a:rPr>
                  <a:t>1</a:t>
                </a:r>
              </a:p>
            </p:txBody>
          </p:sp>
          <p:sp>
            <p:nvSpPr>
              <p:cNvPr id="36" name="Text Box 26"/>
              <p:cNvSpPr txBox="1">
                <a:spLocks noChangeArrowheads="1"/>
              </p:cNvSpPr>
              <p:nvPr/>
            </p:nvSpPr>
            <p:spPr bwMode="auto">
              <a:xfrm>
                <a:off x="4178194" y="2368936"/>
                <a:ext cx="261780"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1</a:t>
                </a:r>
                <a:endParaRPr lang="en-US" altLang="zh-CN" sz="1600" b="1" baseline="-25000" dirty="0">
                  <a:solidFill>
                    <a:srgbClr val="000000"/>
                  </a:solidFill>
                  <a:latin typeface="微软雅黑" panose="020B0503020204020204" pitchFamily="34" charset="-122"/>
                  <a:ea typeface="微软雅黑" panose="020B0503020204020204" pitchFamily="34" charset="-122"/>
                </a:endParaRPr>
              </a:p>
            </p:txBody>
          </p:sp>
          <p:sp>
            <p:nvSpPr>
              <p:cNvPr id="37" name="Line 27"/>
              <p:cNvSpPr>
                <a:spLocks noChangeShapeType="1"/>
              </p:cNvSpPr>
              <p:nvPr/>
            </p:nvSpPr>
            <p:spPr bwMode="auto">
              <a:xfrm>
                <a:off x="4263353" y="2837267"/>
                <a:ext cx="1307911" cy="4627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b="1">
                  <a:solidFill>
                    <a:srgbClr val="000000"/>
                  </a:solidFill>
                  <a:latin typeface="微软雅黑" panose="020B0503020204020204" pitchFamily="34" charset="-122"/>
                  <a:ea typeface="微软雅黑" panose="020B0503020204020204" pitchFamily="34" charset="-122"/>
                </a:endParaRPr>
              </a:p>
            </p:txBody>
          </p:sp>
          <p:grpSp>
            <p:nvGrpSpPr>
              <p:cNvPr id="38" name="Group 28"/>
              <p:cNvGrpSpPr>
                <a:grpSpLocks/>
              </p:cNvGrpSpPr>
              <p:nvPr/>
            </p:nvGrpSpPr>
            <p:grpSpPr bwMode="auto">
              <a:xfrm>
                <a:off x="3032567" y="3427224"/>
                <a:ext cx="531841" cy="303366"/>
                <a:chOff x="864" y="1824"/>
                <a:chExt cx="432" cy="288"/>
              </a:xfrm>
            </p:grpSpPr>
            <p:pic>
              <p:nvPicPr>
                <p:cNvPr id="64" name="Picture 2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65" name="Picture 3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4" y="182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sp>
            <p:nvSpPr>
              <p:cNvPr id="39" name="Text Box 31"/>
              <p:cNvSpPr txBox="1">
                <a:spLocks noChangeArrowheads="1"/>
              </p:cNvSpPr>
              <p:nvPr/>
            </p:nvSpPr>
            <p:spPr bwMode="auto">
              <a:xfrm>
                <a:off x="3511384" y="3483144"/>
                <a:ext cx="346702"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FF00FF"/>
                    </a:solidFill>
                    <a:latin typeface="微软雅黑" panose="020B0503020204020204" pitchFamily="34" charset="-122"/>
                    <a:ea typeface="微软雅黑" panose="020B0503020204020204" pitchFamily="34" charset="-122"/>
                  </a:rPr>
                  <a:t>R</a:t>
                </a:r>
                <a:r>
                  <a:rPr lang="en-US" altLang="zh-CN" sz="1600" b="1" baseline="-25000" dirty="0">
                    <a:solidFill>
                      <a:srgbClr val="FF00FF"/>
                    </a:solidFill>
                    <a:latin typeface="微软雅黑" panose="020B0503020204020204" pitchFamily="34" charset="-122"/>
                    <a:ea typeface="微软雅黑" panose="020B0503020204020204" pitchFamily="34" charset="-122"/>
                  </a:rPr>
                  <a:t>2</a:t>
                </a:r>
              </a:p>
            </p:txBody>
          </p:sp>
          <p:sp>
            <p:nvSpPr>
              <p:cNvPr id="40" name="Line 35"/>
              <p:cNvSpPr>
                <a:spLocks noChangeShapeType="1"/>
              </p:cNvSpPr>
              <p:nvPr/>
            </p:nvSpPr>
            <p:spPr bwMode="auto">
              <a:xfrm flipH="1">
                <a:off x="2147804" y="2732799"/>
                <a:ext cx="36955" cy="58017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b="1">
                  <a:solidFill>
                    <a:srgbClr val="000000"/>
                  </a:solidFill>
                  <a:latin typeface="微软雅黑" panose="020B0503020204020204" pitchFamily="34" charset="-122"/>
                  <a:ea typeface="微软雅黑" panose="020B0503020204020204" pitchFamily="34" charset="-122"/>
                </a:endParaRPr>
              </a:p>
            </p:txBody>
          </p:sp>
          <p:pic>
            <p:nvPicPr>
              <p:cNvPr id="41" name="Picture 1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39129" y="3034385"/>
                <a:ext cx="345455" cy="310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Text Box 37"/>
              <p:cNvSpPr txBox="1">
                <a:spLocks noChangeArrowheads="1"/>
              </p:cNvSpPr>
              <p:nvPr/>
            </p:nvSpPr>
            <p:spPr bwMode="auto">
              <a:xfrm>
                <a:off x="5909138" y="2500740"/>
                <a:ext cx="1749773" cy="472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600" b="1" dirty="0" smtClean="0">
                    <a:solidFill>
                      <a:srgbClr val="000000"/>
                    </a:solidFill>
                    <a:latin typeface="微软雅黑" panose="020B0503020204020204" pitchFamily="34" charset="-122"/>
                    <a:ea typeface="微软雅黑" panose="020B0503020204020204" pitchFamily="34" charset="-122"/>
                  </a:rPr>
                  <a:t>网络前缀</a:t>
                </a:r>
                <a:endParaRPr lang="en-US" altLang="zh-CN" sz="1600" b="1" dirty="0">
                  <a:solidFill>
                    <a:srgbClr val="000000"/>
                  </a:solidFill>
                  <a:latin typeface="微软雅黑" panose="020B0503020204020204" pitchFamily="34" charset="-122"/>
                  <a:ea typeface="微软雅黑" panose="020B0503020204020204" pitchFamily="34" charset="-122"/>
                </a:endParaRPr>
              </a:p>
              <a:p>
                <a:pPr algn="ctr" eaLnBrk="1" hangingPunct="1"/>
                <a:r>
                  <a:rPr lang="en-US" altLang="zh-CN" sz="1600" b="1" dirty="0" smtClean="0">
                    <a:solidFill>
                      <a:srgbClr val="000000"/>
                    </a:solidFill>
                    <a:latin typeface="微软雅黑" panose="020B0503020204020204" pitchFamily="34" charset="-122"/>
                    <a:ea typeface="微软雅黑" panose="020B0503020204020204" pitchFamily="34" charset="-122"/>
                  </a:rPr>
                  <a:t>128.1.2.128/26</a:t>
                </a:r>
                <a:endParaRPr lang="en-US" altLang="zh-CN" sz="1600" b="1" baseline="-25000" dirty="0">
                  <a:solidFill>
                    <a:srgbClr val="000000"/>
                  </a:solidFill>
                  <a:latin typeface="微软雅黑" panose="020B0503020204020204" pitchFamily="34" charset="-122"/>
                  <a:ea typeface="微软雅黑" panose="020B0503020204020204" pitchFamily="34" charset="-122"/>
                </a:endParaRPr>
              </a:p>
            </p:txBody>
          </p:sp>
          <p:sp>
            <p:nvSpPr>
              <p:cNvPr id="43" name="Text Box 39"/>
              <p:cNvSpPr txBox="1">
                <a:spLocks noChangeArrowheads="1"/>
              </p:cNvSpPr>
              <p:nvPr/>
            </p:nvSpPr>
            <p:spPr bwMode="auto">
              <a:xfrm>
                <a:off x="5888875" y="3027938"/>
                <a:ext cx="1435376" cy="273463"/>
              </a:xfrm>
              <a:prstGeom prst="rect">
                <a:avLst/>
              </a:prstGeom>
              <a:solidFill>
                <a:srgbClr val="00FFFF"/>
              </a:solidFill>
              <a:ln w="9525">
                <a:solidFill>
                  <a:schemeClr val="tx1"/>
                </a:solidFill>
                <a:miter lim="800000"/>
                <a:headEnd/>
                <a:tailEnd/>
              </a:ln>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dirty="0">
                    <a:solidFill>
                      <a:srgbClr val="000000"/>
                    </a:solidFill>
                    <a:latin typeface="微软雅黑" panose="020B0503020204020204" pitchFamily="34" charset="-122"/>
                    <a:ea typeface="微软雅黑" panose="020B0503020204020204" pitchFamily="34" charset="-122"/>
                  </a:rPr>
                  <a:t>目的主机 </a:t>
                </a:r>
                <a:r>
                  <a:rPr lang="en-US" altLang="zh-CN" sz="1600" b="1" dirty="0">
                    <a:solidFill>
                      <a:srgbClr val="000000"/>
                    </a:solidFill>
                    <a:latin typeface="微软雅黑" panose="020B0503020204020204" pitchFamily="34" charset="-122"/>
                    <a:ea typeface="微软雅黑" panose="020B0503020204020204" pitchFamily="34" charset="-122"/>
                  </a:rPr>
                  <a:t>H</a:t>
                </a:r>
                <a:r>
                  <a:rPr lang="en-US" altLang="zh-CN" sz="1600" b="1" baseline="-25000" dirty="0">
                    <a:solidFill>
                      <a:srgbClr val="000000"/>
                    </a:solidFill>
                    <a:latin typeface="微软雅黑" panose="020B0503020204020204" pitchFamily="34" charset="-122"/>
                    <a:ea typeface="微软雅黑" panose="020B0503020204020204" pitchFamily="34" charset="-122"/>
                  </a:rPr>
                  <a:t>2</a:t>
                </a:r>
              </a:p>
            </p:txBody>
          </p:sp>
          <p:sp>
            <p:nvSpPr>
              <p:cNvPr id="44" name="Text Box 40"/>
              <p:cNvSpPr txBox="1">
                <a:spLocks noChangeArrowheads="1"/>
              </p:cNvSpPr>
              <p:nvPr/>
            </p:nvSpPr>
            <p:spPr bwMode="auto">
              <a:xfrm>
                <a:off x="4856211" y="3344975"/>
                <a:ext cx="1156844"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128.1.2.132</a:t>
                </a:r>
              </a:p>
            </p:txBody>
          </p:sp>
          <p:sp>
            <p:nvSpPr>
              <p:cNvPr id="45" name="Text Box 42"/>
              <p:cNvSpPr txBox="1">
                <a:spLocks noChangeArrowheads="1"/>
              </p:cNvSpPr>
              <p:nvPr/>
            </p:nvSpPr>
            <p:spPr bwMode="auto">
              <a:xfrm>
                <a:off x="3269292" y="3136594"/>
                <a:ext cx="261780"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0</a:t>
                </a:r>
                <a:endParaRPr lang="en-US" altLang="zh-CN" sz="1600" b="1" baseline="-25000" dirty="0">
                  <a:solidFill>
                    <a:srgbClr val="000000"/>
                  </a:solidFill>
                  <a:latin typeface="微软雅黑" panose="020B0503020204020204" pitchFamily="34" charset="-122"/>
                  <a:ea typeface="微软雅黑" panose="020B0503020204020204" pitchFamily="34" charset="-122"/>
                </a:endParaRPr>
              </a:p>
            </p:txBody>
          </p:sp>
          <p:sp>
            <p:nvSpPr>
              <p:cNvPr id="46" name="Text Box 43"/>
              <p:cNvSpPr txBox="1">
                <a:spLocks noChangeArrowheads="1"/>
              </p:cNvSpPr>
              <p:nvPr/>
            </p:nvSpPr>
            <p:spPr bwMode="auto">
              <a:xfrm>
                <a:off x="2804933" y="3156474"/>
                <a:ext cx="261780"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1</a:t>
                </a:r>
                <a:endParaRPr lang="en-US" altLang="zh-CN" sz="1600" b="1" baseline="-25000" dirty="0">
                  <a:solidFill>
                    <a:srgbClr val="000000"/>
                  </a:solidFill>
                  <a:latin typeface="微软雅黑" panose="020B0503020204020204" pitchFamily="34" charset="-122"/>
                  <a:ea typeface="微软雅黑" panose="020B0503020204020204" pitchFamily="34" charset="-122"/>
                </a:endParaRPr>
              </a:p>
            </p:txBody>
          </p:sp>
          <p:sp>
            <p:nvSpPr>
              <p:cNvPr id="47" name="Text Box 44"/>
              <p:cNvSpPr txBox="1">
                <a:spLocks noChangeArrowheads="1"/>
              </p:cNvSpPr>
              <p:nvPr/>
            </p:nvSpPr>
            <p:spPr bwMode="auto">
              <a:xfrm>
                <a:off x="3533879" y="3217524"/>
                <a:ext cx="1156844"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a:solidFill>
                      <a:srgbClr val="000000"/>
                    </a:solidFill>
                    <a:latin typeface="微软雅黑" panose="020B0503020204020204" pitchFamily="34" charset="-122"/>
                    <a:ea typeface="微软雅黑" panose="020B0503020204020204" pitchFamily="34" charset="-122"/>
                  </a:rPr>
                  <a:t>128.1.2.131</a:t>
                </a:r>
              </a:p>
            </p:txBody>
          </p:sp>
          <p:pic>
            <p:nvPicPr>
              <p:cNvPr id="48" name="Picture 3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19263" y="2489547"/>
                <a:ext cx="347062" cy="311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 name="Text Box 46"/>
              <p:cNvSpPr txBox="1">
                <a:spLocks noChangeArrowheads="1"/>
              </p:cNvSpPr>
              <p:nvPr/>
            </p:nvSpPr>
            <p:spPr bwMode="auto">
              <a:xfrm>
                <a:off x="1508068" y="3842425"/>
                <a:ext cx="368270"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H</a:t>
                </a:r>
                <a:r>
                  <a:rPr lang="en-US" altLang="zh-CN" sz="1600" b="1" baseline="-25000" dirty="0">
                    <a:solidFill>
                      <a:srgbClr val="000000"/>
                    </a:solidFill>
                    <a:latin typeface="微软雅黑" panose="020B0503020204020204" pitchFamily="34" charset="-122"/>
                    <a:ea typeface="微软雅黑" panose="020B0503020204020204" pitchFamily="34" charset="-122"/>
                  </a:rPr>
                  <a:t>3</a:t>
                </a:r>
              </a:p>
            </p:txBody>
          </p:sp>
          <p:sp>
            <p:nvSpPr>
              <p:cNvPr id="50" name="Text Box 48"/>
              <p:cNvSpPr txBox="1">
                <a:spLocks noChangeArrowheads="1"/>
              </p:cNvSpPr>
              <p:nvPr/>
            </p:nvSpPr>
            <p:spPr bwMode="auto">
              <a:xfrm>
                <a:off x="2285477" y="3692457"/>
                <a:ext cx="1050352"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smtClean="0">
                    <a:solidFill>
                      <a:srgbClr val="000000"/>
                    </a:solidFill>
                    <a:latin typeface="微软雅黑" panose="020B0503020204020204" pitchFamily="34" charset="-122"/>
                    <a:ea typeface="微软雅黑" panose="020B0503020204020204" pitchFamily="34" charset="-122"/>
                  </a:rPr>
                  <a:t>128.1.2.65</a:t>
                </a:r>
                <a:endParaRPr lang="en-US" altLang="zh-CN" sz="1600" b="1" dirty="0">
                  <a:solidFill>
                    <a:srgbClr val="000000"/>
                  </a:solidFill>
                  <a:latin typeface="微软雅黑" panose="020B0503020204020204" pitchFamily="34" charset="-122"/>
                  <a:ea typeface="微软雅黑" panose="020B0503020204020204" pitchFamily="34" charset="-122"/>
                </a:endParaRPr>
              </a:p>
            </p:txBody>
          </p:sp>
          <p:sp>
            <p:nvSpPr>
              <p:cNvPr id="51" name="Text Box 38"/>
              <p:cNvSpPr txBox="1">
                <a:spLocks noChangeArrowheads="1"/>
              </p:cNvSpPr>
              <p:nvPr/>
            </p:nvSpPr>
            <p:spPr bwMode="auto">
              <a:xfrm>
                <a:off x="481764" y="2585387"/>
                <a:ext cx="1345562" cy="472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600" b="1" dirty="0" smtClean="0">
                    <a:solidFill>
                      <a:srgbClr val="000000"/>
                    </a:solidFill>
                    <a:latin typeface="微软雅黑" panose="020B0503020204020204" pitchFamily="34" charset="-122"/>
                    <a:ea typeface="微软雅黑" panose="020B0503020204020204" pitchFamily="34" charset="-122"/>
                  </a:rPr>
                  <a:t>网络前缀</a:t>
                </a:r>
                <a:endParaRPr lang="en-US" altLang="zh-CN" sz="1600" b="1" dirty="0">
                  <a:solidFill>
                    <a:srgbClr val="000000"/>
                  </a:solidFill>
                  <a:latin typeface="微软雅黑" panose="020B0503020204020204" pitchFamily="34" charset="-122"/>
                  <a:ea typeface="微软雅黑" panose="020B0503020204020204" pitchFamily="34" charset="-122"/>
                </a:endParaRPr>
              </a:p>
              <a:p>
                <a:pPr algn="ctr" eaLnBrk="1" hangingPunct="1"/>
                <a:r>
                  <a:rPr lang="en-US" altLang="zh-CN" sz="1600" b="1" dirty="0" smtClean="0">
                    <a:solidFill>
                      <a:srgbClr val="000000"/>
                    </a:solidFill>
                    <a:latin typeface="微软雅黑" panose="020B0503020204020204" pitchFamily="34" charset="-122"/>
                    <a:ea typeface="微软雅黑" panose="020B0503020204020204" pitchFamily="34" charset="-122"/>
                  </a:rPr>
                  <a:t>128.1.2.64/26</a:t>
                </a:r>
                <a:endParaRPr lang="en-US" altLang="zh-CN" sz="1600" b="1" baseline="-25000" dirty="0">
                  <a:solidFill>
                    <a:srgbClr val="000000"/>
                  </a:solidFill>
                  <a:latin typeface="微软雅黑" panose="020B0503020204020204" pitchFamily="34" charset="-122"/>
                  <a:ea typeface="微软雅黑" panose="020B0503020204020204" pitchFamily="34" charset="-122"/>
                </a:endParaRPr>
              </a:p>
            </p:txBody>
          </p:sp>
          <p:sp>
            <p:nvSpPr>
              <p:cNvPr id="52" name="Text Box 47"/>
              <p:cNvSpPr txBox="1">
                <a:spLocks noChangeArrowheads="1"/>
              </p:cNvSpPr>
              <p:nvPr/>
            </p:nvSpPr>
            <p:spPr bwMode="auto">
              <a:xfrm>
                <a:off x="783205" y="3498904"/>
                <a:ext cx="1050352"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smtClean="0">
                    <a:solidFill>
                      <a:srgbClr val="000000"/>
                    </a:solidFill>
                    <a:latin typeface="微软雅黑" panose="020B0503020204020204" pitchFamily="34" charset="-122"/>
                    <a:ea typeface="微软雅黑" panose="020B0503020204020204" pitchFamily="34" charset="-122"/>
                  </a:rPr>
                  <a:t>128.1.2.68</a:t>
                </a:r>
                <a:endParaRPr lang="en-US" altLang="zh-CN" sz="1600" b="1" dirty="0">
                  <a:solidFill>
                    <a:srgbClr val="000000"/>
                  </a:solidFill>
                  <a:latin typeface="微软雅黑" panose="020B0503020204020204" pitchFamily="34" charset="-122"/>
                  <a:ea typeface="微软雅黑" panose="020B0503020204020204" pitchFamily="34" charset="-122"/>
                </a:endParaRPr>
              </a:p>
            </p:txBody>
          </p:sp>
          <p:sp>
            <p:nvSpPr>
              <p:cNvPr id="53" name="椭圆 67"/>
              <p:cNvSpPr>
                <a:spLocks noChangeArrowheads="1"/>
              </p:cNvSpPr>
              <p:nvPr/>
            </p:nvSpPr>
            <p:spPr bwMode="auto">
              <a:xfrm>
                <a:off x="2872438" y="3447105"/>
                <a:ext cx="72305" cy="62910"/>
              </a:xfrm>
              <a:prstGeom prst="ellipse">
                <a:avLst/>
              </a:prstGeom>
              <a:solidFill>
                <a:schemeClr val="bg1"/>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54" name="椭圆 68"/>
              <p:cNvSpPr>
                <a:spLocks noChangeArrowheads="1"/>
              </p:cNvSpPr>
              <p:nvPr/>
            </p:nvSpPr>
            <p:spPr bwMode="auto">
              <a:xfrm>
                <a:off x="5415407" y="3222106"/>
                <a:ext cx="73911" cy="64308"/>
              </a:xfrm>
              <a:prstGeom prst="ellipse">
                <a:avLst/>
              </a:prstGeom>
              <a:solidFill>
                <a:schemeClr val="bg1"/>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55" name="椭圆 69"/>
              <p:cNvSpPr>
                <a:spLocks noChangeArrowheads="1"/>
              </p:cNvSpPr>
              <p:nvPr/>
            </p:nvSpPr>
            <p:spPr bwMode="auto">
              <a:xfrm>
                <a:off x="3540306" y="3316782"/>
                <a:ext cx="73911" cy="62911"/>
              </a:xfrm>
              <a:prstGeom prst="ellipse">
                <a:avLst/>
              </a:prstGeom>
              <a:solidFill>
                <a:schemeClr val="bg1"/>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56" name="椭圆 70"/>
              <p:cNvSpPr>
                <a:spLocks noChangeArrowheads="1"/>
              </p:cNvSpPr>
              <p:nvPr/>
            </p:nvSpPr>
            <p:spPr bwMode="auto">
              <a:xfrm>
                <a:off x="2046577" y="3633113"/>
                <a:ext cx="72305" cy="62911"/>
              </a:xfrm>
              <a:prstGeom prst="ellipse">
                <a:avLst/>
              </a:prstGeom>
              <a:solidFill>
                <a:schemeClr val="bg1"/>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57" name="椭圆 71"/>
              <p:cNvSpPr>
                <a:spLocks noChangeArrowheads="1"/>
              </p:cNvSpPr>
              <p:nvPr/>
            </p:nvSpPr>
            <p:spPr bwMode="auto">
              <a:xfrm>
                <a:off x="4163733" y="2501747"/>
                <a:ext cx="73911" cy="62910"/>
              </a:xfrm>
              <a:prstGeom prst="ellipse">
                <a:avLst/>
              </a:prstGeom>
              <a:solidFill>
                <a:schemeClr val="bg1"/>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58" name="椭圆 72"/>
              <p:cNvSpPr>
                <a:spLocks noChangeArrowheads="1"/>
              </p:cNvSpPr>
              <p:nvPr/>
            </p:nvSpPr>
            <p:spPr bwMode="auto">
              <a:xfrm>
                <a:off x="3792649" y="2084212"/>
                <a:ext cx="72305" cy="62911"/>
              </a:xfrm>
              <a:prstGeom prst="ellipse">
                <a:avLst/>
              </a:prstGeom>
              <a:solidFill>
                <a:schemeClr val="bg1"/>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59" name="椭圆 73"/>
              <p:cNvSpPr>
                <a:spLocks noChangeArrowheads="1"/>
              </p:cNvSpPr>
              <p:nvPr/>
            </p:nvSpPr>
            <p:spPr bwMode="auto">
              <a:xfrm>
                <a:off x="3418443" y="1171162"/>
                <a:ext cx="72304" cy="64308"/>
              </a:xfrm>
              <a:prstGeom prst="ellipse">
                <a:avLst/>
              </a:prstGeom>
              <a:solidFill>
                <a:schemeClr val="bg1"/>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60" name="Text Box 10"/>
              <p:cNvSpPr txBox="1">
                <a:spLocks noChangeArrowheads="1"/>
              </p:cNvSpPr>
              <p:nvPr/>
            </p:nvSpPr>
            <p:spPr bwMode="auto">
              <a:xfrm>
                <a:off x="1323351" y="861428"/>
                <a:ext cx="373662"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N</a:t>
                </a:r>
                <a:r>
                  <a:rPr lang="en-US" altLang="zh-CN" sz="1600" b="1" baseline="-25000" dirty="0">
                    <a:solidFill>
                      <a:srgbClr val="000000"/>
                    </a:solidFill>
                    <a:latin typeface="微软雅黑" panose="020B0503020204020204" pitchFamily="34" charset="-122"/>
                    <a:ea typeface="微软雅黑" panose="020B0503020204020204" pitchFamily="34" charset="-122"/>
                  </a:rPr>
                  <a:t>1</a:t>
                </a:r>
                <a:endParaRPr lang="en-US" altLang="zh-CN" sz="1600" b="1" dirty="0">
                  <a:solidFill>
                    <a:srgbClr val="000000"/>
                  </a:solidFill>
                  <a:latin typeface="微软雅黑" panose="020B0503020204020204" pitchFamily="34" charset="-122"/>
                  <a:ea typeface="微软雅黑" panose="020B0503020204020204" pitchFamily="34" charset="-122"/>
                </a:endParaRPr>
              </a:p>
            </p:txBody>
          </p:sp>
          <p:sp>
            <p:nvSpPr>
              <p:cNvPr id="61" name="Text Box 37"/>
              <p:cNvSpPr txBox="1">
                <a:spLocks noChangeArrowheads="1"/>
              </p:cNvSpPr>
              <p:nvPr/>
            </p:nvSpPr>
            <p:spPr bwMode="auto">
              <a:xfrm>
                <a:off x="6571928" y="2245549"/>
                <a:ext cx="570405"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N</a:t>
                </a:r>
                <a:r>
                  <a:rPr lang="en-US" altLang="zh-CN" sz="1600" b="1" baseline="-25000" dirty="0">
                    <a:solidFill>
                      <a:srgbClr val="000000"/>
                    </a:solidFill>
                    <a:latin typeface="微软雅黑" panose="020B0503020204020204" pitchFamily="34" charset="-122"/>
                    <a:ea typeface="微软雅黑" panose="020B0503020204020204" pitchFamily="34" charset="-122"/>
                  </a:rPr>
                  <a:t>2 </a:t>
                </a:r>
              </a:p>
            </p:txBody>
          </p:sp>
          <p:sp>
            <p:nvSpPr>
              <p:cNvPr id="62" name="Text Box 38"/>
              <p:cNvSpPr txBox="1">
                <a:spLocks noChangeArrowheads="1"/>
              </p:cNvSpPr>
              <p:nvPr/>
            </p:nvSpPr>
            <p:spPr bwMode="auto">
              <a:xfrm>
                <a:off x="908984" y="2317359"/>
                <a:ext cx="373662"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N</a:t>
                </a:r>
                <a:r>
                  <a:rPr lang="en-US" altLang="zh-CN" sz="1600" b="1" baseline="-25000" dirty="0">
                    <a:solidFill>
                      <a:srgbClr val="000000"/>
                    </a:solidFill>
                    <a:latin typeface="微软雅黑" panose="020B0503020204020204" pitchFamily="34" charset="-122"/>
                    <a:ea typeface="微软雅黑" panose="020B0503020204020204" pitchFamily="34" charset="-122"/>
                  </a:rPr>
                  <a:t>3</a:t>
                </a:r>
              </a:p>
            </p:txBody>
          </p:sp>
          <p:sp>
            <p:nvSpPr>
              <p:cNvPr id="63" name="Text Box 98"/>
              <p:cNvSpPr txBox="1">
                <a:spLocks noChangeArrowheads="1"/>
              </p:cNvSpPr>
              <p:nvPr/>
            </p:nvSpPr>
            <p:spPr bwMode="auto">
              <a:xfrm>
                <a:off x="6138447" y="767327"/>
                <a:ext cx="1433181" cy="27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dirty="0">
                    <a:solidFill>
                      <a:srgbClr val="000000"/>
                    </a:solidFill>
                    <a:latin typeface="微软雅黑" panose="020B0503020204020204" pitchFamily="34" charset="-122"/>
                    <a:ea typeface="微软雅黑" panose="020B0503020204020204" pitchFamily="34" charset="-122"/>
                  </a:rPr>
                  <a:t>R</a:t>
                </a:r>
                <a:r>
                  <a:rPr lang="en-US" altLang="zh-CN" sz="1600" b="1" baseline="-25000" dirty="0">
                    <a:solidFill>
                      <a:srgbClr val="000000"/>
                    </a:solidFill>
                    <a:latin typeface="微软雅黑" panose="020B0503020204020204" pitchFamily="34" charset="-122"/>
                    <a:ea typeface="微软雅黑" panose="020B0503020204020204" pitchFamily="34" charset="-122"/>
                  </a:rPr>
                  <a:t>1</a:t>
                </a:r>
                <a:r>
                  <a:rPr lang="en-US" altLang="zh-CN" sz="1600" b="1" dirty="0">
                    <a:solidFill>
                      <a:srgbClr val="000000"/>
                    </a:solidFill>
                    <a:latin typeface="微软雅黑" panose="020B0503020204020204" pitchFamily="34" charset="-122"/>
                    <a:ea typeface="微软雅黑" panose="020B0503020204020204" pitchFamily="34" charset="-122"/>
                  </a:rPr>
                  <a:t> </a:t>
                </a:r>
                <a:r>
                  <a:rPr lang="zh-CN" altLang="en-US" sz="1600" b="1" dirty="0">
                    <a:solidFill>
                      <a:srgbClr val="000000"/>
                    </a:solidFill>
                    <a:latin typeface="微软雅黑" panose="020B0503020204020204" pitchFamily="34" charset="-122"/>
                    <a:ea typeface="微软雅黑" panose="020B0503020204020204" pitchFamily="34" charset="-122"/>
                  </a:rPr>
                  <a:t>的部分转发表</a:t>
                </a:r>
                <a:endParaRPr lang="zh-CN" altLang="en-US" sz="1600" b="1" baseline="-25000" dirty="0">
                  <a:solidFill>
                    <a:srgbClr val="000000"/>
                  </a:solidFill>
                  <a:latin typeface="微软雅黑" panose="020B0503020204020204" pitchFamily="34" charset="-122"/>
                  <a:ea typeface="微软雅黑" panose="020B0503020204020204" pitchFamily="34" charset="-122"/>
                </a:endParaRPr>
              </a:p>
            </p:txBody>
          </p:sp>
        </p:grpSp>
        <p:pic>
          <p:nvPicPr>
            <p:cNvPr id="10" name="Picture 5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87487" y="3159838"/>
              <a:ext cx="5810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1" name="Picture 5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22705" y="2689821"/>
              <a:ext cx="5810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2" name="Picture 5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94672" y="1507068"/>
              <a:ext cx="5810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sp>
        <p:nvSpPr>
          <p:cNvPr id="137" name="椭圆 73"/>
          <p:cNvSpPr>
            <a:spLocks noChangeArrowheads="1"/>
          </p:cNvSpPr>
          <p:nvPr/>
        </p:nvSpPr>
        <p:spPr bwMode="auto">
          <a:xfrm>
            <a:off x="2711624" y="2845329"/>
            <a:ext cx="85983" cy="79615"/>
          </a:xfrm>
          <a:prstGeom prst="ellipse">
            <a:avLst/>
          </a:prstGeom>
          <a:solidFill>
            <a:schemeClr val="bg1"/>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138" name="椭圆 73"/>
          <p:cNvSpPr>
            <a:spLocks noChangeArrowheads="1"/>
          </p:cNvSpPr>
          <p:nvPr/>
        </p:nvSpPr>
        <p:spPr bwMode="auto">
          <a:xfrm>
            <a:off x="3040132" y="4141473"/>
            <a:ext cx="85983" cy="79615"/>
          </a:xfrm>
          <a:prstGeom prst="ellipse">
            <a:avLst/>
          </a:prstGeom>
          <a:solidFill>
            <a:schemeClr val="bg1"/>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139" name="椭圆 73"/>
          <p:cNvSpPr>
            <a:spLocks noChangeArrowheads="1"/>
          </p:cNvSpPr>
          <p:nvPr/>
        </p:nvSpPr>
        <p:spPr bwMode="auto">
          <a:xfrm>
            <a:off x="6896701" y="4028989"/>
            <a:ext cx="85983" cy="79615"/>
          </a:xfrm>
          <a:prstGeom prst="ellipse">
            <a:avLst/>
          </a:prstGeom>
          <a:solidFill>
            <a:schemeClr val="bg1"/>
          </a:solidFill>
          <a:ln w="9525" algn="ctr">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72" name="Text Box 155"/>
          <p:cNvSpPr txBox="1">
            <a:spLocks noChangeArrowheads="1"/>
          </p:cNvSpPr>
          <p:nvPr/>
        </p:nvSpPr>
        <p:spPr bwMode="auto">
          <a:xfrm>
            <a:off x="2400146" y="5885000"/>
            <a:ext cx="7440270" cy="430887"/>
          </a:xfrm>
          <a:prstGeom prst="rect">
            <a:avLst/>
          </a:prstGeom>
          <a:solidFill>
            <a:srgbClr val="0070C0"/>
          </a:solidFill>
          <a:ln w="9525">
            <a:noFill/>
            <a:miter lim="800000"/>
            <a:headEnd/>
            <a:tailEnd/>
          </a:ln>
          <a:effectLst/>
          <a:extLst/>
        </p:spPr>
        <p:txBody>
          <a:bodyPr wrap="square">
            <a:spAutoFit/>
          </a:bodyPr>
          <a:lstStyle/>
          <a:p>
            <a:pPr algn="ctr">
              <a:lnSpc>
                <a:spcPct val="110000"/>
              </a:lnSpc>
            </a:pPr>
            <a:r>
              <a:rPr lang="en-US" altLang="zh-CN" sz="2000" b="1" dirty="0">
                <a:solidFill>
                  <a:srgbClr val="FFFF00"/>
                </a:solidFill>
                <a:latin typeface="微软雅黑" pitchFamily="34" charset="-122"/>
                <a:ea typeface="微软雅黑" pitchFamily="34" charset="-122"/>
              </a:rPr>
              <a:t>128.1.2.132</a:t>
            </a:r>
            <a:r>
              <a:rPr lang="en-US" altLang="zh-CN" sz="2000" b="1" dirty="0">
                <a:solidFill>
                  <a:schemeClr val="bg1"/>
                </a:solidFill>
                <a:latin typeface="微软雅黑" pitchFamily="34" charset="-122"/>
                <a:ea typeface="微软雅黑" pitchFamily="34" charset="-122"/>
              </a:rPr>
              <a:t> </a:t>
            </a:r>
            <a:r>
              <a:rPr lang="en-US" altLang="zh-CN" sz="2000" b="1" dirty="0">
                <a:solidFill>
                  <a:srgbClr val="C00000"/>
                </a:solidFill>
                <a:latin typeface="微软雅黑" pitchFamily="34" charset="-122"/>
                <a:ea typeface="微软雅黑" pitchFamily="34" charset="-122"/>
              </a:rPr>
              <a:t>AND</a:t>
            </a:r>
            <a:r>
              <a:rPr lang="en-US" altLang="zh-CN" sz="2000" b="1" dirty="0">
                <a:solidFill>
                  <a:schemeClr val="bg1"/>
                </a:solidFill>
                <a:latin typeface="微软雅黑" pitchFamily="34" charset="-122"/>
                <a:ea typeface="微软雅黑" pitchFamily="34" charset="-122"/>
              </a:rPr>
              <a:t> 255.255.255.192 = 128.1.2.128     </a:t>
            </a:r>
            <a:r>
              <a:rPr lang="zh-CN" altLang="en-US" sz="2000" b="1" dirty="0">
                <a:solidFill>
                  <a:srgbClr val="FFFF00"/>
                </a:solidFill>
                <a:latin typeface="微软雅黑" pitchFamily="34" charset="-122"/>
                <a:ea typeface="微软雅黑" pitchFamily="34" charset="-122"/>
              </a:rPr>
              <a:t>匹配</a:t>
            </a:r>
            <a:r>
              <a:rPr lang="en-US" altLang="zh-CN" sz="2000" b="1" dirty="0" smtClean="0">
                <a:solidFill>
                  <a:srgbClr val="FFFF00"/>
                </a:solidFill>
                <a:latin typeface="微软雅黑" pitchFamily="34" charset="-122"/>
                <a:ea typeface="微软雅黑" pitchFamily="34" charset="-122"/>
              </a:rPr>
              <a:t>!</a:t>
            </a:r>
            <a:endParaRPr lang="en-US" altLang="zh-CN" sz="2000" b="1" dirty="0">
              <a:solidFill>
                <a:srgbClr val="FFFF00"/>
              </a:solidFill>
              <a:latin typeface="微软雅黑" pitchFamily="34" charset="-122"/>
              <a:ea typeface="微软雅黑" pitchFamily="34" charset="-122"/>
            </a:endParaRPr>
          </a:p>
        </p:txBody>
      </p:sp>
      <p:sp>
        <p:nvSpPr>
          <p:cNvPr id="73" name="Line 66"/>
          <p:cNvSpPr>
            <a:spLocks noChangeShapeType="1"/>
          </p:cNvSpPr>
          <p:nvPr/>
        </p:nvSpPr>
        <p:spPr bwMode="auto">
          <a:xfrm>
            <a:off x="7180931" y="2900602"/>
            <a:ext cx="1543021"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 name="任意多边形 73"/>
          <p:cNvSpPr/>
          <p:nvPr/>
        </p:nvSpPr>
        <p:spPr>
          <a:xfrm>
            <a:off x="4151833" y="2268320"/>
            <a:ext cx="720031" cy="584616"/>
          </a:xfrm>
          <a:custGeom>
            <a:avLst/>
            <a:gdLst>
              <a:gd name="connsiteX0" fmla="*/ 630090 w 720031"/>
              <a:gd name="connsiteY0" fmla="*/ 0 h 584616"/>
              <a:gd name="connsiteX1" fmla="*/ 503 w 720031"/>
              <a:gd name="connsiteY1" fmla="*/ 269823 h 584616"/>
              <a:gd name="connsiteX2" fmla="*/ 720031 w 720031"/>
              <a:gd name="connsiteY2" fmla="*/ 584616 h 584616"/>
              <a:gd name="connsiteX3" fmla="*/ 720031 w 720031"/>
              <a:gd name="connsiteY3" fmla="*/ 584616 h 584616"/>
            </a:gdLst>
            <a:ahLst/>
            <a:cxnLst>
              <a:cxn ang="0">
                <a:pos x="connsiteX0" y="connsiteY0"/>
              </a:cxn>
              <a:cxn ang="0">
                <a:pos x="connsiteX1" y="connsiteY1"/>
              </a:cxn>
              <a:cxn ang="0">
                <a:pos x="connsiteX2" y="connsiteY2"/>
              </a:cxn>
              <a:cxn ang="0">
                <a:pos x="connsiteX3" y="connsiteY3"/>
              </a:cxn>
            </a:cxnLst>
            <a:rect l="l" t="t" r="r" b="b"/>
            <a:pathLst>
              <a:path w="720031" h="584616">
                <a:moveTo>
                  <a:pt x="630090" y="0"/>
                </a:moveTo>
                <a:cubicBezTo>
                  <a:pt x="307801" y="86193"/>
                  <a:pt x="-14487" y="172387"/>
                  <a:pt x="503" y="269823"/>
                </a:cubicBezTo>
                <a:cubicBezTo>
                  <a:pt x="15493" y="367259"/>
                  <a:pt x="720031" y="584616"/>
                  <a:pt x="720031" y="584616"/>
                </a:cubicBezTo>
                <a:lnTo>
                  <a:pt x="720031" y="584616"/>
                </a:lnTo>
              </a:path>
            </a:pathLst>
          </a:custGeom>
          <a:noFill/>
          <a:ln w="38100">
            <a:solidFill>
              <a:srgbClr val="CC0000"/>
            </a:solidFill>
            <a:prstDash val="sys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AutoShape 63"/>
          <p:cNvSpPr>
            <a:spLocks noChangeArrowheads="1"/>
          </p:cNvSpPr>
          <p:nvPr/>
        </p:nvSpPr>
        <p:spPr bwMode="auto">
          <a:xfrm>
            <a:off x="6528048" y="2724686"/>
            <a:ext cx="547288" cy="142367"/>
          </a:xfrm>
          <a:prstGeom prst="rightArrow">
            <a:avLst>
              <a:gd name="adj1" fmla="val 50000"/>
              <a:gd name="adj2" fmla="val 66728"/>
            </a:avLst>
          </a:prstGeom>
          <a:solidFill>
            <a:srgbClr val="FFFF00"/>
          </a:solidFill>
          <a:ln w="12700">
            <a:solidFill>
              <a:schemeClr val="tx1"/>
            </a:solidFill>
            <a:miter lim="800000"/>
            <a:headEnd/>
            <a:tailEnd/>
          </a:ln>
          <a:effectLst/>
        </p:spPr>
        <p:txBody>
          <a:bodyPr wrap="none" anchor="ctr"/>
          <a:lstStyle/>
          <a:p>
            <a:endParaRPr lang="zh-CN" altLang="en-US">
              <a:solidFill>
                <a:srgbClr val="CC00CC"/>
              </a:solidFill>
            </a:endParaRPr>
          </a:p>
        </p:txBody>
      </p:sp>
      <p:sp>
        <p:nvSpPr>
          <p:cNvPr id="76" name="Text Box 155"/>
          <p:cNvSpPr txBox="1">
            <a:spLocks noChangeArrowheads="1"/>
          </p:cNvSpPr>
          <p:nvPr/>
        </p:nvSpPr>
        <p:spPr bwMode="auto">
          <a:xfrm>
            <a:off x="5303912" y="1196752"/>
            <a:ext cx="2615434" cy="430887"/>
          </a:xfrm>
          <a:prstGeom prst="rect">
            <a:avLst/>
          </a:prstGeom>
          <a:solidFill>
            <a:srgbClr val="C00000"/>
          </a:solidFill>
          <a:ln w="9525">
            <a:noFill/>
            <a:miter lim="800000"/>
            <a:headEnd/>
            <a:tailEnd/>
          </a:ln>
          <a:effectLst/>
          <a:extLst/>
        </p:spPr>
        <p:txBody>
          <a:bodyPr wrap="square">
            <a:spAutoFit/>
          </a:bodyPr>
          <a:lstStyle>
            <a:defPPr>
              <a:defRPr lang="zh-CN"/>
            </a:defPPr>
            <a:lvl1pPr algn="ctr">
              <a:lnSpc>
                <a:spcPct val="110000"/>
              </a:lnSpc>
              <a:defRPr sz="1600" b="1">
                <a:solidFill>
                  <a:schemeClr val="bg1"/>
                </a:solidFill>
                <a:latin typeface="微软雅黑" pitchFamily="34" charset="-122"/>
                <a:ea typeface="微软雅黑" pitchFamily="34" charset="-122"/>
              </a:defRPr>
            </a:lvl1pPr>
          </a:lstStyle>
          <a:p>
            <a:r>
              <a:rPr lang="zh-CN" altLang="en-US" sz="2000" dirty="0"/>
              <a:t>接着检查第 </a:t>
            </a:r>
            <a:r>
              <a:rPr lang="en-US" altLang="zh-CN" sz="2000" dirty="0"/>
              <a:t>2 </a:t>
            </a:r>
            <a:r>
              <a:rPr lang="zh-CN" altLang="en-US" sz="2000" dirty="0"/>
              <a:t>行。</a:t>
            </a:r>
          </a:p>
        </p:txBody>
      </p:sp>
      <p:sp>
        <p:nvSpPr>
          <p:cNvPr id="77" name="Text Box 155"/>
          <p:cNvSpPr txBox="1">
            <a:spLocks noChangeArrowheads="1"/>
          </p:cNvSpPr>
          <p:nvPr/>
        </p:nvSpPr>
        <p:spPr bwMode="auto">
          <a:xfrm>
            <a:off x="2400146" y="6302545"/>
            <a:ext cx="7440270" cy="407291"/>
          </a:xfrm>
          <a:prstGeom prst="rect">
            <a:avLst/>
          </a:prstGeom>
          <a:solidFill>
            <a:srgbClr val="0070C0"/>
          </a:solidFill>
          <a:ln w="9525">
            <a:noFill/>
            <a:miter lim="800000"/>
            <a:headEnd/>
            <a:tailEnd/>
          </a:ln>
          <a:effectLst/>
          <a:extLst/>
        </p:spPr>
        <p:txBody>
          <a:bodyPr wrap="square">
            <a:spAutoFit/>
          </a:bodyPr>
          <a:lstStyle/>
          <a:p>
            <a:pPr algn="ctr">
              <a:lnSpc>
                <a:spcPct val="110000"/>
              </a:lnSpc>
            </a:pPr>
            <a:r>
              <a:rPr lang="zh-CN" altLang="en-US" sz="2000" b="1" dirty="0">
                <a:solidFill>
                  <a:schemeClr val="bg1"/>
                </a:solidFill>
                <a:latin typeface="微软雅黑" pitchFamily="34" charset="-122"/>
                <a:ea typeface="微软雅黑" pitchFamily="34" charset="-122"/>
              </a:rPr>
              <a:t>进行分组的直接交付（通过路由器 </a:t>
            </a:r>
            <a:r>
              <a:rPr lang="en-US" altLang="zh-CN" sz="2000" b="1" dirty="0">
                <a:solidFill>
                  <a:schemeClr val="bg1"/>
                </a:solidFill>
                <a:latin typeface="微软雅黑" pitchFamily="34" charset="-122"/>
                <a:ea typeface="微软雅黑" pitchFamily="34" charset="-122"/>
              </a:rPr>
              <a:t>R</a:t>
            </a:r>
            <a:r>
              <a:rPr lang="en-US" altLang="zh-CN" sz="2000" b="1" baseline="-25000" dirty="0">
                <a:solidFill>
                  <a:schemeClr val="bg1"/>
                </a:solidFill>
                <a:latin typeface="微软雅黑" pitchFamily="34" charset="-122"/>
                <a:ea typeface="微软雅黑" pitchFamily="34" charset="-122"/>
              </a:rPr>
              <a:t>1</a:t>
            </a:r>
            <a:r>
              <a:rPr lang="en-US" altLang="zh-CN" sz="2000" b="1" dirty="0">
                <a:solidFill>
                  <a:schemeClr val="bg1"/>
                </a:solidFill>
                <a:latin typeface="微软雅黑" pitchFamily="34" charset="-122"/>
                <a:ea typeface="微软雅黑" pitchFamily="34" charset="-122"/>
              </a:rPr>
              <a:t> </a:t>
            </a:r>
            <a:r>
              <a:rPr lang="zh-CN" altLang="en-US" sz="2000" b="1" dirty="0">
                <a:solidFill>
                  <a:schemeClr val="bg1"/>
                </a:solidFill>
                <a:latin typeface="微软雅黑" pitchFamily="34" charset="-122"/>
                <a:ea typeface="微软雅黑" pitchFamily="34" charset="-122"/>
              </a:rPr>
              <a:t>的接口 </a:t>
            </a:r>
            <a:r>
              <a:rPr lang="en-US" altLang="zh-CN" sz="2000" b="1" dirty="0">
                <a:solidFill>
                  <a:schemeClr val="bg1"/>
                </a:solidFill>
                <a:latin typeface="微软雅黑" pitchFamily="34" charset="-122"/>
                <a:ea typeface="微软雅黑" pitchFamily="34" charset="-122"/>
              </a:rPr>
              <a:t>1</a:t>
            </a:r>
            <a:r>
              <a:rPr lang="zh-CN" altLang="en-US" sz="2000" b="1" dirty="0">
                <a:solidFill>
                  <a:schemeClr val="bg1"/>
                </a:solidFill>
                <a:latin typeface="微软雅黑" pitchFamily="34" charset="-122"/>
                <a:ea typeface="微软雅黑" pitchFamily="34" charset="-122"/>
              </a:rPr>
              <a:t>）。</a:t>
            </a:r>
            <a:endParaRPr lang="en-US" altLang="zh-CN" sz="2000" b="1" dirty="0">
              <a:solidFill>
                <a:schemeClr val="bg1"/>
              </a:solidFill>
              <a:latin typeface="微软雅黑" pitchFamily="34" charset="-122"/>
              <a:ea typeface="微软雅黑" pitchFamily="34" charset="-122"/>
            </a:endParaRPr>
          </a:p>
        </p:txBody>
      </p:sp>
      <p:sp>
        <p:nvSpPr>
          <p:cNvPr id="78" name="任意多边形 77"/>
          <p:cNvSpPr/>
          <p:nvPr/>
        </p:nvSpPr>
        <p:spPr>
          <a:xfrm>
            <a:off x="5686103" y="3709738"/>
            <a:ext cx="1296581" cy="776956"/>
          </a:xfrm>
          <a:custGeom>
            <a:avLst/>
            <a:gdLst>
              <a:gd name="connsiteX0" fmla="*/ 2833 w 1057969"/>
              <a:gd name="connsiteY0" fmla="*/ 0 h 655366"/>
              <a:gd name="connsiteX1" fmla="*/ 17823 w 1057969"/>
              <a:gd name="connsiteY1" fmla="*/ 164892 h 655366"/>
              <a:gd name="connsiteX2" fmla="*/ 137744 w 1057969"/>
              <a:gd name="connsiteY2" fmla="*/ 314793 h 655366"/>
              <a:gd name="connsiteX3" fmla="*/ 977194 w 1057969"/>
              <a:gd name="connsiteY3" fmla="*/ 629587 h 655366"/>
              <a:gd name="connsiteX4" fmla="*/ 977194 w 1057969"/>
              <a:gd name="connsiteY4" fmla="*/ 614597 h 65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7969" h="655366">
                <a:moveTo>
                  <a:pt x="2833" y="0"/>
                </a:moveTo>
                <a:cubicBezTo>
                  <a:pt x="-915" y="56213"/>
                  <a:pt x="-4662" y="112427"/>
                  <a:pt x="17823" y="164892"/>
                </a:cubicBezTo>
                <a:cubicBezTo>
                  <a:pt x="40308" y="217358"/>
                  <a:pt x="-22151" y="237344"/>
                  <a:pt x="137744" y="314793"/>
                </a:cubicBezTo>
                <a:cubicBezTo>
                  <a:pt x="297639" y="392242"/>
                  <a:pt x="977194" y="629587"/>
                  <a:pt x="977194" y="629587"/>
                </a:cubicBezTo>
                <a:cubicBezTo>
                  <a:pt x="1117102" y="679554"/>
                  <a:pt x="1047148" y="647075"/>
                  <a:pt x="977194" y="614597"/>
                </a:cubicBezTo>
              </a:path>
            </a:pathLst>
          </a:custGeom>
          <a:noFill/>
          <a:ln w="38100">
            <a:solidFill>
              <a:srgbClr val="CC0000"/>
            </a:solidFill>
            <a:prstDash val="sys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4078454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5"/>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0"/>
                                  </p:stCondLst>
                                  <p:childTnLst>
                                    <p:anim calcmode="discrete" valueType="str">
                                      <p:cBhvr>
                                        <p:cTn id="9" dur="1000" fill="hold"/>
                                        <p:tgtEl>
                                          <p:spTgt spid="75"/>
                                        </p:tgtEl>
                                        <p:attrNameLst>
                                          <p:attrName>style.visibility</p:attrName>
                                        </p:attrNameLst>
                                      </p:cBhvr>
                                      <p:tavLst>
                                        <p:tav tm="0">
                                          <p:val>
                                            <p:strVal val="hidden"/>
                                          </p:val>
                                        </p:tav>
                                        <p:tav tm="50000">
                                          <p:val>
                                            <p:strVal val="visible"/>
                                          </p:val>
                                        </p:tav>
                                      </p:tavLst>
                                    </p:anim>
                                  </p:childTnLst>
                                </p:cTn>
                              </p:par>
                            </p:childTnLst>
                          </p:cTn>
                        </p:par>
                        <p:par>
                          <p:cTn id="10" fill="hold">
                            <p:stCondLst>
                              <p:cond delay="3000"/>
                            </p:stCondLst>
                            <p:childTnLst>
                              <p:par>
                                <p:cTn id="11" presetID="22" presetClass="entr" presetSubtype="1" fill="hold" grpId="0" nodeType="afterEffect">
                                  <p:stCondLst>
                                    <p:cond delay="0"/>
                                  </p:stCondLst>
                                  <p:childTnLst>
                                    <p:set>
                                      <p:cBhvr>
                                        <p:cTn id="12" dur="1" fill="hold">
                                          <p:stCondLst>
                                            <p:cond delay="0"/>
                                          </p:stCondLst>
                                        </p:cTn>
                                        <p:tgtEl>
                                          <p:spTgt spid="72"/>
                                        </p:tgtEl>
                                        <p:attrNameLst>
                                          <p:attrName>style.visibility</p:attrName>
                                        </p:attrNameLst>
                                      </p:cBhvr>
                                      <p:to>
                                        <p:strVal val="visible"/>
                                      </p:to>
                                    </p:set>
                                    <p:animEffect transition="in" filter="wipe(up)">
                                      <p:cBhvr>
                                        <p:cTn id="13" dur="500"/>
                                        <p:tgtEl>
                                          <p:spTgt spid="7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77"/>
                                        </p:tgtEl>
                                        <p:attrNameLst>
                                          <p:attrName>style.visibility</p:attrName>
                                        </p:attrNameLst>
                                      </p:cBhvr>
                                      <p:to>
                                        <p:strVal val="visible"/>
                                      </p:to>
                                    </p:set>
                                    <p:animEffect transition="in" filter="wipe(up)">
                                      <p:cBhvr>
                                        <p:cTn id="18" dur="500"/>
                                        <p:tgtEl>
                                          <p:spTgt spid="77"/>
                                        </p:tgtEl>
                                      </p:cBhvr>
                                    </p:animEffect>
                                  </p:childTnLst>
                                </p:cTn>
                              </p:par>
                            </p:childTnLst>
                          </p:cTn>
                        </p:par>
                        <p:par>
                          <p:cTn id="19" fill="hold">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78"/>
                                        </p:tgtEl>
                                        <p:attrNameLst>
                                          <p:attrName>style.visibility</p:attrName>
                                        </p:attrNameLst>
                                      </p:cBhvr>
                                      <p:to>
                                        <p:strVal val="visible"/>
                                      </p:to>
                                    </p:set>
                                    <p:animEffect transition="in" filter="wipe(left)">
                                      <p:cBhvr>
                                        <p:cTn id="22" dur="20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P spid="75" grpId="0" animBg="1"/>
      <p:bldP spid="75" grpId="1" animBg="1"/>
      <p:bldP spid="77" grpId="0" animBg="1"/>
      <p:bldP spid="78"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p:cNvSpPr>
            <a:spLocks noGrp="1" noChangeArrowheads="1"/>
          </p:cNvSpPr>
          <p:nvPr>
            <p:ph type="title"/>
          </p:nvPr>
        </p:nvSpPr>
        <p:spPr/>
        <p:txBody>
          <a:bodyPr anchor="ctr"/>
          <a:lstStyle/>
          <a:p>
            <a:pPr eaLnBrk="1" hangingPunct="1"/>
            <a:r>
              <a:rPr lang="en-US" altLang="zh-CN" dirty="0" smtClean="0"/>
              <a:t>4.3.2 </a:t>
            </a:r>
            <a:r>
              <a:rPr lang="zh-CN" altLang="en-US" dirty="0" smtClean="0"/>
              <a:t>最</a:t>
            </a:r>
            <a:r>
              <a:rPr lang="zh-CN" altLang="en-US" dirty="0"/>
              <a:t>长前缀匹配</a:t>
            </a:r>
          </a:p>
        </p:txBody>
      </p:sp>
      <p:sp>
        <p:nvSpPr>
          <p:cNvPr id="228355" name="Rectangle 3"/>
          <p:cNvSpPr>
            <a:spLocks noGrp="1" noChangeArrowheads="1"/>
          </p:cNvSpPr>
          <p:nvPr>
            <p:ph idx="1"/>
          </p:nvPr>
        </p:nvSpPr>
        <p:spPr>
          <a:xfrm>
            <a:off x="442913" y="1266825"/>
            <a:ext cx="10801350" cy="4895850"/>
          </a:xfrm>
        </p:spPr>
        <p:txBody>
          <a:bodyPr/>
          <a:lstStyle/>
          <a:p>
            <a:pPr algn="just" eaLnBrk="1" hangingPunct="1"/>
            <a:r>
              <a:rPr lang="zh-CN" altLang="en-US" b="1" dirty="0" smtClean="0"/>
              <a:t>在使用 </a:t>
            </a:r>
            <a:r>
              <a:rPr lang="en-US" altLang="zh-CN" b="1" dirty="0" smtClean="0"/>
              <a:t>CIDR </a:t>
            </a:r>
            <a:r>
              <a:rPr lang="zh-CN" altLang="en-US" b="1" dirty="0" smtClean="0"/>
              <a:t>时，</a:t>
            </a:r>
            <a:r>
              <a:rPr lang="zh-CN" altLang="en-US" b="1" dirty="0"/>
              <a:t>转发</a:t>
            </a:r>
            <a:r>
              <a:rPr lang="zh-CN" altLang="en-US" b="1" dirty="0" smtClean="0"/>
              <a:t>表中的每个项目由“网络前缀”和“下一跳”组成。</a:t>
            </a:r>
          </a:p>
          <a:p>
            <a:pPr algn="just" eaLnBrk="1" hangingPunct="1"/>
            <a:r>
              <a:rPr lang="zh-CN" altLang="en-US" b="1" dirty="0"/>
              <a:t>在</a:t>
            </a:r>
            <a:r>
              <a:rPr lang="zh-CN" altLang="en-US" b="1" dirty="0" smtClean="0"/>
              <a:t>查找转发表时有时可能</a:t>
            </a:r>
            <a:r>
              <a:rPr lang="zh-CN" altLang="en-US" b="1" dirty="0"/>
              <a:t>会得到不止一个匹配结果。应当</a:t>
            </a:r>
            <a:r>
              <a:rPr lang="zh-CN" altLang="en-US" b="1" dirty="0" smtClean="0"/>
              <a:t>从所有匹配结果中选择具有最长网络前缀的路由，即</a:t>
            </a:r>
            <a:r>
              <a:rPr lang="zh-CN" altLang="en-US" b="1" dirty="0" smtClean="0">
                <a:solidFill>
                  <a:srgbClr val="FF0000"/>
                </a:solidFill>
              </a:rPr>
              <a:t>最长前缀匹配</a:t>
            </a:r>
            <a:r>
              <a:rPr lang="en-US" altLang="zh-CN" b="1" dirty="0" smtClean="0"/>
              <a:t>(longest-prefix matching)</a:t>
            </a:r>
            <a:r>
              <a:rPr lang="zh-CN" altLang="en-US" b="1" dirty="0" smtClean="0"/>
              <a:t>。</a:t>
            </a:r>
            <a:endParaRPr lang="en-US" altLang="zh-CN" b="1" dirty="0" smtClean="0"/>
          </a:p>
          <a:p>
            <a:pPr algn="just" eaLnBrk="1" hangingPunct="1"/>
            <a:r>
              <a:rPr lang="zh-CN" altLang="en-US" b="1" dirty="0"/>
              <a:t>网络前缀越长，其地址块就越小，因而路由就越具体</a:t>
            </a:r>
            <a:r>
              <a:rPr lang="en-US" altLang="zh-CN" b="1" dirty="0"/>
              <a:t>(more specific)</a:t>
            </a:r>
            <a:r>
              <a:rPr lang="zh-CN" altLang="en-US" b="1" dirty="0"/>
              <a:t>。</a:t>
            </a:r>
            <a:endParaRPr lang="en-US" altLang="zh-CN" b="1" dirty="0"/>
          </a:p>
          <a:p>
            <a:pPr algn="just" eaLnBrk="1" hangingPunct="1"/>
            <a:endParaRPr lang="zh-CN" altLang="en-US" b="1" dirty="0" smtClean="0"/>
          </a:p>
        </p:txBody>
      </p:sp>
    </p:spTree>
    <p:extLst>
      <p:ext uri="{BB962C8B-B14F-4D97-AF65-F5344CB8AC3E}">
        <p14:creationId xmlns:p14="http://schemas.microsoft.com/office/powerpoint/2010/main" val="2504981494"/>
      </p:ext>
    </p:extLst>
  </p:cSld>
  <p:clrMapOvr>
    <a:masterClrMapping/>
  </p:clrMapOvr>
  <p:transition spd="slow"/>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6" name="Rectangle 2"/>
          <p:cNvSpPr>
            <a:spLocks noChangeArrowheads="1"/>
          </p:cNvSpPr>
          <p:nvPr/>
        </p:nvSpPr>
        <p:spPr bwMode="auto">
          <a:xfrm>
            <a:off x="3648397" y="4441825"/>
            <a:ext cx="4019550" cy="1584325"/>
          </a:xfrm>
          <a:prstGeom prst="rect">
            <a:avLst/>
          </a:prstGeom>
          <a:solidFill>
            <a:srgbClr val="CCECFF"/>
          </a:solidFill>
          <a:ln w="28575">
            <a:solidFill>
              <a:schemeClr val="hlink"/>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29379" name="Rectangle 3"/>
          <p:cNvSpPr>
            <a:spLocks noGrp="1" noChangeArrowheads="1"/>
          </p:cNvSpPr>
          <p:nvPr>
            <p:ph type="title"/>
          </p:nvPr>
        </p:nvSpPr>
        <p:spPr/>
        <p:txBody>
          <a:bodyPr anchor="ctr"/>
          <a:lstStyle/>
          <a:p>
            <a:pPr eaLnBrk="1" hangingPunct="1"/>
            <a:r>
              <a:rPr lang="zh-CN" altLang="en-US" dirty="0" smtClean="0"/>
              <a:t>最长前缀匹配举例</a:t>
            </a:r>
          </a:p>
        </p:txBody>
      </p:sp>
      <p:sp>
        <p:nvSpPr>
          <p:cNvPr id="130052" name="Text Box 4"/>
          <p:cNvSpPr txBox="1">
            <a:spLocks noChangeArrowheads="1"/>
          </p:cNvSpPr>
          <p:nvPr/>
        </p:nvSpPr>
        <p:spPr bwMode="auto">
          <a:xfrm>
            <a:off x="1632272" y="1266825"/>
            <a:ext cx="801937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zh-CN" altLang="en-US" sz="2400" b="1" dirty="0" smtClean="0">
                <a:solidFill>
                  <a:srgbClr val="FF3300"/>
                </a:solidFill>
                <a:latin typeface="Arial" charset="0"/>
                <a:ea typeface="黑体" pitchFamily="2" charset="-122"/>
              </a:rPr>
              <a:t>假设某路由器收到</a:t>
            </a:r>
            <a:r>
              <a:rPr lang="zh-CN" altLang="en-US" sz="2400" b="1" dirty="0">
                <a:solidFill>
                  <a:srgbClr val="FF3300"/>
                </a:solidFill>
                <a:latin typeface="Arial" charset="0"/>
                <a:ea typeface="黑体" pitchFamily="2" charset="-122"/>
              </a:rPr>
              <a:t>的分组的</a:t>
            </a:r>
            <a:r>
              <a:rPr lang="zh-CN" altLang="en-US" sz="2400" b="1" dirty="0" smtClean="0">
                <a:solidFill>
                  <a:srgbClr val="FF3300"/>
                </a:solidFill>
                <a:latin typeface="Arial" charset="0"/>
                <a:ea typeface="黑体" pitchFamily="2" charset="-122"/>
              </a:rPr>
              <a:t>目的 </a:t>
            </a:r>
            <a:r>
              <a:rPr lang="en-US" altLang="zh-CN" sz="2400" b="1" dirty="0" smtClean="0">
                <a:solidFill>
                  <a:srgbClr val="FF3300"/>
                </a:solidFill>
                <a:latin typeface="Arial" charset="0"/>
                <a:ea typeface="黑体" pitchFamily="2" charset="-122"/>
              </a:rPr>
              <a:t>IP </a:t>
            </a:r>
            <a:r>
              <a:rPr lang="zh-CN" altLang="en-US" sz="2400" b="1" dirty="0" smtClean="0">
                <a:solidFill>
                  <a:srgbClr val="FF3300"/>
                </a:solidFill>
                <a:latin typeface="Arial" charset="0"/>
                <a:ea typeface="黑体" pitchFamily="2" charset="-122"/>
              </a:rPr>
              <a:t>地址 </a:t>
            </a:r>
            <a:r>
              <a:rPr lang="en-US" altLang="zh-CN" sz="2400" b="1" i="1" dirty="0">
                <a:solidFill>
                  <a:srgbClr val="FF3300"/>
                </a:solidFill>
                <a:latin typeface="Arial" charset="0"/>
                <a:ea typeface="黑体" pitchFamily="2" charset="-122"/>
              </a:rPr>
              <a:t>D</a:t>
            </a:r>
            <a:r>
              <a:rPr lang="en-US" altLang="zh-CN" sz="2400" b="1" dirty="0">
                <a:solidFill>
                  <a:srgbClr val="FF3300"/>
                </a:solidFill>
                <a:latin typeface="Arial" charset="0"/>
                <a:ea typeface="黑体" pitchFamily="2" charset="-122"/>
              </a:rPr>
              <a:t> = 206.0.71.130</a:t>
            </a:r>
          </a:p>
          <a:p>
            <a:pPr eaLnBrk="1" hangingPunct="1"/>
            <a:r>
              <a:rPr lang="zh-CN" altLang="en-US" sz="2400" b="1" dirty="0">
                <a:solidFill>
                  <a:srgbClr val="FF3300"/>
                </a:solidFill>
                <a:latin typeface="Arial" charset="0"/>
                <a:ea typeface="黑体" pitchFamily="2" charset="-122"/>
              </a:rPr>
              <a:t>转发</a:t>
            </a:r>
            <a:r>
              <a:rPr lang="zh-CN" altLang="en-US" sz="2400" b="1" dirty="0" smtClean="0">
                <a:solidFill>
                  <a:srgbClr val="FF3300"/>
                </a:solidFill>
                <a:latin typeface="Arial" charset="0"/>
                <a:ea typeface="黑体" pitchFamily="2" charset="-122"/>
              </a:rPr>
              <a:t>表中的部分项目</a:t>
            </a:r>
            <a:r>
              <a:rPr lang="zh-CN" altLang="en-US" sz="2400" b="1" dirty="0">
                <a:solidFill>
                  <a:srgbClr val="FF3300"/>
                </a:solidFill>
                <a:latin typeface="Arial" charset="0"/>
                <a:ea typeface="黑体" pitchFamily="2" charset="-122"/>
              </a:rPr>
              <a:t>：</a:t>
            </a:r>
            <a:r>
              <a:rPr lang="en-US" altLang="zh-CN" sz="2400" b="1" dirty="0">
                <a:solidFill>
                  <a:srgbClr val="FF3300"/>
                </a:solidFill>
                <a:latin typeface="Arial" charset="0"/>
                <a:ea typeface="黑体" pitchFamily="2" charset="-122"/>
              </a:rPr>
              <a:t>206.0.68.0/22 </a:t>
            </a:r>
            <a:r>
              <a:rPr lang="en-US" altLang="zh-CN" sz="2400" b="1" dirty="0" smtClean="0">
                <a:solidFill>
                  <a:srgbClr val="FF3300"/>
                </a:solidFill>
                <a:latin typeface="Arial" charset="0"/>
                <a:ea typeface="黑体" pitchFamily="2" charset="-122"/>
              </a:rPr>
              <a:t>           R</a:t>
            </a:r>
            <a:r>
              <a:rPr lang="en-US" altLang="zh-CN" sz="2400" b="1" baseline="-25000" dirty="0" smtClean="0">
                <a:solidFill>
                  <a:srgbClr val="FF3300"/>
                </a:solidFill>
                <a:latin typeface="Arial" charset="0"/>
                <a:ea typeface="黑体" pitchFamily="2" charset="-122"/>
              </a:rPr>
              <a:t>1</a:t>
            </a:r>
            <a:r>
              <a:rPr lang="en-US" altLang="zh-CN" sz="2400" b="1" dirty="0" smtClean="0">
                <a:solidFill>
                  <a:srgbClr val="FF3300"/>
                </a:solidFill>
                <a:latin typeface="Arial" charset="0"/>
                <a:ea typeface="黑体" pitchFamily="2" charset="-122"/>
              </a:rPr>
              <a:t>      </a:t>
            </a:r>
            <a:endParaRPr lang="zh-CN" altLang="en-US" sz="2400" b="1" dirty="0" smtClean="0">
              <a:solidFill>
                <a:srgbClr val="FF3300"/>
              </a:solidFill>
              <a:latin typeface="Arial" charset="0"/>
              <a:ea typeface="黑体" pitchFamily="2" charset="-122"/>
            </a:endParaRPr>
          </a:p>
          <a:p>
            <a:pPr eaLnBrk="1" hangingPunct="1"/>
            <a:r>
              <a:rPr lang="zh-CN" altLang="en-US" sz="2400" b="1" dirty="0" smtClean="0">
                <a:solidFill>
                  <a:srgbClr val="FF3300"/>
                </a:solidFill>
                <a:latin typeface="Arial" charset="0"/>
                <a:ea typeface="黑体" pitchFamily="2" charset="-122"/>
              </a:rPr>
              <a:t>                                    </a:t>
            </a:r>
            <a:r>
              <a:rPr lang="en-US" altLang="zh-CN" sz="2400" b="1" dirty="0" smtClean="0">
                <a:solidFill>
                  <a:srgbClr val="FF3300"/>
                </a:solidFill>
                <a:latin typeface="Arial" charset="0"/>
                <a:ea typeface="黑体" pitchFamily="2" charset="-122"/>
              </a:rPr>
              <a:t>206.0.71.128/25        R</a:t>
            </a:r>
            <a:r>
              <a:rPr lang="en-US" altLang="zh-CN" sz="2400" b="1" baseline="-25000" dirty="0" smtClean="0">
                <a:solidFill>
                  <a:srgbClr val="FF3300"/>
                </a:solidFill>
                <a:latin typeface="Arial" charset="0"/>
                <a:ea typeface="黑体" pitchFamily="2" charset="-122"/>
              </a:rPr>
              <a:t>2</a:t>
            </a:r>
            <a:r>
              <a:rPr lang="en-US" altLang="zh-CN" sz="2400" b="1" dirty="0" smtClean="0">
                <a:solidFill>
                  <a:srgbClr val="FF3300"/>
                </a:solidFill>
                <a:latin typeface="Arial" charset="0"/>
                <a:ea typeface="黑体" pitchFamily="2" charset="-122"/>
              </a:rPr>
              <a:t>  </a:t>
            </a:r>
            <a:endParaRPr lang="zh-CN" altLang="en-US" sz="2400" b="1" dirty="0">
              <a:solidFill>
                <a:srgbClr val="FF3300"/>
              </a:solidFill>
              <a:latin typeface="Arial" charset="0"/>
              <a:ea typeface="黑体" pitchFamily="2" charset="-122"/>
            </a:endParaRPr>
          </a:p>
        </p:txBody>
      </p:sp>
      <p:sp>
        <p:nvSpPr>
          <p:cNvPr id="130053" name="Text Box 5"/>
          <p:cNvSpPr txBox="1">
            <a:spLocks noChangeArrowheads="1"/>
          </p:cNvSpPr>
          <p:nvPr/>
        </p:nvSpPr>
        <p:spPr bwMode="auto">
          <a:xfrm>
            <a:off x="1632272" y="2492375"/>
            <a:ext cx="391164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zh-CN" altLang="en-US" sz="2400" b="1" dirty="0" smtClean="0">
                <a:solidFill>
                  <a:srgbClr val="333399"/>
                </a:solidFill>
                <a:latin typeface="Arial" charset="0"/>
                <a:ea typeface="黑体" pitchFamily="2" charset="-122"/>
              </a:rPr>
              <a:t>先判断第 </a:t>
            </a:r>
            <a:r>
              <a:rPr lang="en-US" altLang="zh-CN" sz="2400" b="1" dirty="0">
                <a:solidFill>
                  <a:srgbClr val="333399"/>
                </a:solidFill>
                <a:latin typeface="Arial" charset="0"/>
                <a:ea typeface="黑体" pitchFamily="2" charset="-122"/>
              </a:rPr>
              <a:t>1 </a:t>
            </a:r>
            <a:r>
              <a:rPr lang="zh-CN" altLang="en-US" sz="2400" b="1" dirty="0">
                <a:solidFill>
                  <a:srgbClr val="333399"/>
                </a:solidFill>
                <a:latin typeface="Arial" charset="0"/>
                <a:ea typeface="黑体" pitchFamily="2" charset="-122"/>
              </a:rPr>
              <a:t>个</a:t>
            </a:r>
            <a:r>
              <a:rPr lang="zh-CN" altLang="en-US" sz="2400" b="1" dirty="0" smtClean="0">
                <a:solidFill>
                  <a:srgbClr val="333399"/>
                </a:solidFill>
                <a:latin typeface="Arial" charset="0"/>
                <a:ea typeface="黑体" pitchFamily="2" charset="-122"/>
              </a:rPr>
              <a:t>项目是否匹配</a:t>
            </a:r>
            <a:endParaRPr lang="zh-CN" altLang="en-US" sz="2400" b="1" dirty="0">
              <a:solidFill>
                <a:srgbClr val="333399"/>
              </a:solidFill>
              <a:latin typeface="Arial" charset="0"/>
              <a:ea typeface="黑体" pitchFamily="2" charset="-122"/>
            </a:endParaRPr>
          </a:p>
        </p:txBody>
      </p:sp>
      <p:sp>
        <p:nvSpPr>
          <p:cNvPr id="130054" name="Text Box 6"/>
          <p:cNvSpPr txBox="1">
            <a:spLocks noChangeArrowheads="1"/>
          </p:cNvSpPr>
          <p:nvPr/>
        </p:nvSpPr>
        <p:spPr bwMode="auto">
          <a:xfrm>
            <a:off x="1559247" y="4946650"/>
            <a:ext cx="86471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800" b="1" dirty="0">
                <a:solidFill>
                  <a:srgbClr val="FF0000"/>
                </a:solidFill>
                <a:latin typeface="Arial" charset="0"/>
                <a:ea typeface="黑体" pitchFamily="2" charset="-122"/>
              </a:rPr>
              <a:t>AND</a:t>
            </a:r>
            <a:r>
              <a:rPr lang="en-US" altLang="zh-CN" sz="2800" b="1" dirty="0">
                <a:solidFill>
                  <a:srgbClr val="333399"/>
                </a:solidFill>
                <a:latin typeface="Arial" charset="0"/>
                <a:ea typeface="黑体" pitchFamily="2" charset="-122"/>
              </a:rPr>
              <a:t>      </a:t>
            </a:r>
            <a:r>
              <a:rPr lang="en-US" altLang="zh-CN" sz="2800" b="1" i="1" dirty="0">
                <a:solidFill>
                  <a:srgbClr val="333399"/>
                </a:solidFill>
                <a:latin typeface="Arial" charset="0"/>
                <a:ea typeface="黑体" pitchFamily="2" charset="-122"/>
              </a:rPr>
              <a:t>D</a:t>
            </a:r>
            <a:r>
              <a:rPr lang="en-US" altLang="zh-CN" sz="2800" b="1" dirty="0">
                <a:solidFill>
                  <a:srgbClr val="333399"/>
                </a:solidFill>
                <a:latin typeface="Arial" charset="0"/>
                <a:ea typeface="黑体" pitchFamily="2" charset="-122"/>
              </a:rPr>
              <a:t> =       206.       0.      </a:t>
            </a:r>
            <a:r>
              <a:rPr lang="en-US" altLang="zh-CN" sz="2800" b="1" dirty="0" smtClean="0">
                <a:solidFill>
                  <a:srgbClr val="333399"/>
                </a:solidFill>
                <a:latin typeface="Arial" charset="0"/>
                <a:ea typeface="黑体" pitchFamily="2" charset="-122"/>
              </a:rPr>
              <a:t>01000111</a:t>
            </a:r>
            <a:r>
              <a:rPr lang="en-US" altLang="zh-CN" sz="2800" b="1" dirty="0">
                <a:solidFill>
                  <a:srgbClr val="333399"/>
                </a:solidFill>
                <a:latin typeface="Arial" charset="0"/>
                <a:ea typeface="黑体" pitchFamily="2" charset="-122"/>
              </a:rPr>
              <a:t>. 10000010</a:t>
            </a:r>
          </a:p>
        </p:txBody>
      </p:sp>
      <p:sp>
        <p:nvSpPr>
          <p:cNvPr id="130055" name="Text Box 7"/>
          <p:cNvSpPr txBox="1">
            <a:spLocks noChangeArrowheads="1"/>
          </p:cNvSpPr>
          <p:nvPr/>
        </p:nvSpPr>
        <p:spPr bwMode="auto">
          <a:xfrm>
            <a:off x="1632272" y="2925763"/>
            <a:ext cx="77771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zh-CN" altLang="en-US" sz="2400" b="1" dirty="0">
                <a:solidFill>
                  <a:srgbClr val="333399"/>
                </a:solidFill>
                <a:latin typeface="Arial" charset="0"/>
                <a:ea typeface="黑体" pitchFamily="2" charset="-122"/>
              </a:rPr>
              <a:t>第 </a:t>
            </a:r>
            <a:r>
              <a:rPr lang="en-US" altLang="zh-CN" sz="2400" b="1" dirty="0">
                <a:solidFill>
                  <a:srgbClr val="333399"/>
                </a:solidFill>
                <a:latin typeface="Arial" charset="0"/>
                <a:ea typeface="黑体" pitchFamily="2" charset="-122"/>
              </a:rPr>
              <a:t>1 </a:t>
            </a:r>
            <a:r>
              <a:rPr lang="zh-CN" altLang="en-US" sz="2400" b="1" dirty="0">
                <a:solidFill>
                  <a:srgbClr val="333399"/>
                </a:solidFill>
                <a:latin typeface="Arial" charset="0"/>
                <a:ea typeface="黑体" pitchFamily="2" charset="-122"/>
              </a:rPr>
              <a:t>个项目 </a:t>
            </a:r>
            <a:r>
              <a:rPr lang="en-US" altLang="zh-CN" sz="2400" b="1" dirty="0">
                <a:solidFill>
                  <a:srgbClr val="333399"/>
                </a:solidFill>
                <a:latin typeface="Arial" charset="0"/>
                <a:ea typeface="黑体" pitchFamily="2" charset="-122"/>
              </a:rPr>
              <a:t>206.0.68.0/22 </a:t>
            </a:r>
            <a:r>
              <a:rPr lang="zh-CN" altLang="en-US" sz="2400" b="1" dirty="0">
                <a:solidFill>
                  <a:srgbClr val="333399"/>
                </a:solidFill>
                <a:latin typeface="Arial" charset="0"/>
                <a:ea typeface="黑体" pitchFamily="2" charset="-122"/>
              </a:rPr>
              <a:t>的掩码 </a:t>
            </a:r>
            <a:r>
              <a:rPr lang="en-US" altLang="zh-CN" sz="2400" b="1" i="1" dirty="0">
                <a:solidFill>
                  <a:srgbClr val="333399"/>
                </a:solidFill>
                <a:latin typeface="Arial" charset="0"/>
                <a:ea typeface="黑体" pitchFamily="2" charset="-122"/>
              </a:rPr>
              <a:t>M</a:t>
            </a:r>
            <a:r>
              <a:rPr lang="en-US" altLang="zh-CN" sz="2400" b="1" dirty="0">
                <a:solidFill>
                  <a:srgbClr val="333399"/>
                </a:solidFill>
                <a:latin typeface="Arial" charset="0"/>
                <a:ea typeface="黑体" pitchFamily="2" charset="-122"/>
              </a:rPr>
              <a:t> </a:t>
            </a:r>
            <a:r>
              <a:rPr lang="zh-CN" altLang="en-US" sz="2400" b="1" dirty="0">
                <a:solidFill>
                  <a:srgbClr val="333399"/>
                </a:solidFill>
                <a:latin typeface="Arial" charset="0"/>
                <a:ea typeface="黑体" pitchFamily="2" charset="-122"/>
              </a:rPr>
              <a:t>有 </a:t>
            </a:r>
            <a:r>
              <a:rPr lang="en-US" altLang="zh-CN" sz="2400" b="1" dirty="0">
                <a:solidFill>
                  <a:srgbClr val="333399"/>
                </a:solidFill>
                <a:latin typeface="Arial" charset="0"/>
                <a:ea typeface="黑体" pitchFamily="2" charset="-122"/>
              </a:rPr>
              <a:t>22 </a:t>
            </a:r>
            <a:r>
              <a:rPr lang="zh-CN" altLang="en-US" sz="2400" b="1" dirty="0">
                <a:solidFill>
                  <a:srgbClr val="333399"/>
                </a:solidFill>
                <a:latin typeface="Arial" charset="0"/>
                <a:ea typeface="黑体" pitchFamily="2" charset="-122"/>
              </a:rPr>
              <a:t>个连续的 </a:t>
            </a:r>
            <a:r>
              <a:rPr lang="en-US" altLang="zh-CN" sz="2400" b="1" dirty="0">
                <a:solidFill>
                  <a:srgbClr val="333399"/>
                </a:solidFill>
                <a:latin typeface="Arial" charset="0"/>
                <a:ea typeface="黑体" pitchFamily="2" charset="-122"/>
              </a:rPr>
              <a:t>1</a:t>
            </a:r>
            <a:r>
              <a:rPr lang="zh-CN" altLang="en-US" sz="2400" b="1" dirty="0">
                <a:solidFill>
                  <a:srgbClr val="333399"/>
                </a:solidFill>
                <a:latin typeface="Arial" charset="0"/>
                <a:ea typeface="黑体" pitchFamily="2" charset="-122"/>
              </a:rPr>
              <a:t>。</a:t>
            </a:r>
          </a:p>
        </p:txBody>
      </p:sp>
      <p:sp>
        <p:nvSpPr>
          <p:cNvPr id="130056" name="Text Box 8"/>
          <p:cNvSpPr txBox="1">
            <a:spLocks noChangeArrowheads="1"/>
          </p:cNvSpPr>
          <p:nvPr/>
        </p:nvSpPr>
        <p:spPr bwMode="auto">
          <a:xfrm>
            <a:off x="2886397" y="3490913"/>
            <a:ext cx="621131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400" b="1" i="1" dirty="0">
                <a:solidFill>
                  <a:srgbClr val="333399"/>
                </a:solidFill>
                <a:latin typeface="Arial" charset="0"/>
                <a:ea typeface="黑体" pitchFamily="2" charset="-122"/>
              </a:rPr>
              <a:t>M</a:t>
            </a:r>
            <a:r>
              <a:rPr lang="en-US" altLang="zh-CN" sz="2400" b="1" dirty="0">
                <a:solidFill>
                  <a:srgbClr val="333399"/>
                </a:solidFill>
                <a:latin typeface="Arial" charset="0"/>
                <a:ea typeface="黑体" pitchFamily="2" charset="-122"/>
              </a:rPr>
              <a:t> = 11111111 11111111 11111100 00000000</a:t>
            </a:r>
          </a:p>
        </p:txBody>
      </p:sp>
      <p:sp>
        <p:nvSpPr>
          <p:cNvPr id="130057" name="Text Box 9"/>
          <p:cNvSpPr txBox="1">
            <a:spLocks noChangeArrowheads="1"/>
          </p:cNvSpPr>
          <p:nvPr/>
        </p:nvSpPr>
        <p:spPr bwMode="auto">
          <a:xfrm>
            <a:off x="1632272" y="3995738"/>
            <a:ext cx="61515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zh-CN" altLang="en-US" sz="2400" b="1" dirty="0">
                <a:solidFill>
                  <a:srgbClr val="333399"/>
                </a:solidFill>
                <a:latin typeface="Arial" charset="0"/>
                <a:ea typeface="黑体" pitchFamily="2" charset="-122"/>
              </a:rPr>
              <a:t>因此只需把 </a:t>
            </a:r>
            <a:r>
              <a:rPr lang="en-US" altLang="zh-CN" sz="2400" b="1" i="1" dirty="0">
                <a:solidFill>
                  <a:srgbClr val="333399"/>
                </a:solidFill>
                <a:latin typeface="Arial" charset="0"/>
                <a:ea typeface="黑体" pitchFamily="2" charset="-122"/>
              </a:rPr>
              <a:t>D</a:t>
            </a:r>
            <a:r>
              <a:rPr lang="en-US" altLang="zh-CN" sz="2400" b="1" dirty="0">
                <a:solidFill>
                  <a:srgbClr val="333399"/>
                </a:solidFill>
                <a:latin typeface="Arial" charset="0"/>
                <a:ea typeface="黑体" pitchFamily="2" charset="-122"/>
              </a:rPr>
              <a:t> </a:t>
            </a:r>
            <a:r>
              <a:rPr lang="zh-CN" altLang="en-US" sz="2400" b="1" dirty="0">
                <a:solidFill>
                  <a:srgbClr val="333399"/>
                </a:solidFill>
                <a:latin typeface="Arial" charset="0"/>
                <a:ea typeface="黑体" pitchFamily="2" charset="-122"/>
              </a:rPr>
              <a:t>的第 </a:t>
            </a:r>
            <a:r>
              <a:rPr lang="en-US" altLang="zh-CN" sz="2400" b="1" dirty="0">
                <a:solidFill>
                  <a:srgbClr val="333399"/>
                </a:solidFill>
                <a:latin typeface="Arial" charset="0"/>
                <a:ea typeface="黑体" pitchFamily="2" charset="-122"/>
              </a:rPr>
              <a:t>3 </a:t>
            </a:r>
            <a:r>
              <a:rPr lang="zh-CN" altLang="en-US" sz="2400" b="1" dirty="0">
                <a:solidFill>
                  <a:srgbClr val="333399"/>
                </a:solidFill>
                <a:latin typeface="Arial" charset="0"/>
                <a:ea typeface="黑体" pitchFamily="2" charset="-122"/>
              </a:rPr>
              <a:t>个字节转换成二进制。</a:t>
            </a:r>
          </a:p>
        </p:txBody>
      </p:sp>
      <p:sp>
        <p:nvSpPr>
          <p:cNvPr id="130058" name="Text Box 10"/>
          <p:cNvSpPr txBox="1">
            <a:spLocks noChangeArrowheads="1"/>
          </p:cNvSpPr>
          <p:nvPr/>
        </p:nvSpPr>
        <p:spPr bwMode="auto">
          <a:xfrm>
            <a:off x="2845122" y="4427538"/>
            <a:ext cx="7321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800" b="1" i="1" dirty="0">
                <a:solidFill>
                  <a:srgbClr val="333399"/>
                </a:solidFill>
                <a:latin typeface="Arial" charset="0"/>
                <a:ea typeface="黑体" pitchFamily="2" charset="-122"/>
              </a:rPr>
              <a:t>M</a:t>
            </a:r>
            <a:r>
              <a:rPr lang="en-US" altLang="zh-CN" sz="2800" b="1" dirty="0">
                <a:solidFill>
                  <a:srgbClr val="333399"/>
                </a:solidFill>
                <a:latin typeface="Arial" charset="0"/>
                <a:ea typeface="黑体" pitchFamily="2" charset="-122"/>
              </a:rPr>
              <a:t> = 11111111 11111111 11111100  00000000</a:t>
            </a:r>
          </a:p>
        </p:txBody>
      </p:sp>
      <p:sp>
        <p:nvSpPr>
          <p:cNvPr id="130059" name="Line 11"/>
          <p:cNvSpPr>
            <a:spLocks noChangeShapeType="1"/>
          </p:cNvSpPr>
          <p:nvPr/>
        </p:nvSpPr>
        <p:spPr bwMode="auto">
          <a:xfrm>
            <a:off x="1524322" y="5449888"/>
            <a:ext cx="8820150"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0060" name="Text Box 12"/>
          <p:cNvSpPr txBox="1">
            <a:spLocks noChangeArrowheads="1"/>
          </p:cNvSpPr>
          <p:nvPr/>
        </p:nvSpPr>
        <p:spPr bwMode="auto">
          <a:xfrm>
            <a:off x="4177035" y="5522913"/>
            <a:ext cx="52736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800" b="1" dirty="0">
                <a:solidFill>
                  <a:srgbClr val="333399"/>
                </a:solidFill>
                <a:latin typeface="Arial" charset="0"/>
                <a:ea typeface="黑体" pitchFamily="2" charset="-122"/>
              </a:rPr>
              <a:t>206.       0.      </a:t>
            </a:r>
            <a:r>
              <a:rPr lang="en-US" altLang="zh-CN" sz="2800" b="1" dirty="0" smtClean="0">
                <a:solidFill>
                  <a:srgbClr val="333399"/>
                </a:solidFill>
                <a:latin typeface="Arial" charset="0"/>
                <a:ea typeface="黑体" pitchFamily="2" charset="-122"/>
              </a:rPr>
              <a:t>01000100</a:t>
            </a:r>
            <a:r>
              <a:rPr lang="en-US" altLang="zh-CN" sz="2800" b="1" dirty="0">
                <a:solidFill>
                  <a:srgbClr val="333399"/>
                </a:solidFill>
                <a:latin typeface="Arial" charset="0"/>
                <a:ea typeface="黑体" pitchFamily="2" charset="-122"/>
              </a:rPr>
              <a:t>.       0</a:t>
            </a:r>
          </a:p>
        </p:txBody>
      </p:sp>
      <p:sp>
        <p:nvSpPr>
          <p:cNvPr id="533517" name="Text Box 13"/>
          <p:cNvSpPr txBox="1">
            <a:spLocks noChangeArrowheads="1"/>
          </p:cNvSpPr>
          <p:nvPr/>
        </p:nvSpPr>
        <p:spPr bwMode="auto">
          <a:xfrm>
            <a:off x="1632272" y="6154738"/>
            <a:ext cx="36663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zh-CN" altLang="en-US" sz="2800" b="1">
                <a:solidFill>
                  <a:srgbClr val="333399"/>
                </a:solidFill>
                <a:latin typeface="Arial" charset="0"/>
                <a:ea typeface="黑体" pitchFamily="2" charset="-122"/>
              </a:rPr>
              <a:t>与 </a:t>
            </a:r>
            <a:r>
              <a:rPr lang="en-US" altLang="zh-CN" sz="2800" b="1">
                <a:solidFill>
                  <a:srgbClr val="333399"/>
                </a:solidFill>
                <a:latin typeface="Arial" charset="0"/>
                <a:ea typeface="黑体" pitchFamily="2" charset="-122"/>
              </a:rPr>
              <a:t>206.0.68.0/22 </a:t>
            </a:r>
            <a:r>
              <a:rPr lang="zh-CN" altLang="en-US" sz="2800" b="1">
                <a:solidFill>
                  <a:srgbClr val="333399"/>
                </a:solidFill>
                <a:latin typeface="Arial" charset="0"/>
                <a:ea typeface="黑体" pitchFamily="2" charset="-122"/>
              </a:rPr>
              <a:t>匹配</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005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005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005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005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0058"/>
                                        </p:tgtEl>
                                        <p:attrNameLst>
                                          <p:attrName>style.visibility</p:attrName>
                                        </p:attrNameLst>
                                      </p:cBhvr>
                                      <p:to>
                                        <p:strVal val="visible"/>
                                      </p:to>
                                    </p:set>
                                    <p:animEffect transition="in" filter="wipe(left)">
                                      <p:cBhvr>
                                        <p:cTn id="23" dur="500"/>
                                        <p:tgtEl>
                                          <p:spTgt spid="130058"/>
                                        </p:tgtEl>
                                      </p:cBhvr>
                                    </p:animEffect>
                                  </p:childTnLst>
                                </p:cTn>
                              </p:par>
                            </p:childTnLst>
                          </p:cTn>
                        </p:par>
                        <p:par>
                          <p:cTn id="24" fill="hold" nodeType="withGroup">
                            <p:stCondLst>
                              <p:cond delay="500"/>
                            </p:stCondLst>
                            <p:childTnLst>
                              <p:par>
                                <p:cTn id="25" presetID="22" presetClass="entr" presetSubtype="8" fill="hold" grpId="0" nodeType="afterEffect">
                                  <p:stCondLst>
                                    <p:cond delay="0"/>
                                  </p:stCondLst>
                                  <p:childTnLst>
                                    <p:set>
                                      <p:cBhvr>
                                        <p:cTn id="26" dur="1" fill="hold">
                                          <p:stCondLst>
                                            <p:cond delay="0"/>
                                          </p:stCondLst>
                                        </p:cTn>
                                        <p:tgtEl>
                                          <p:spTgt spid="130054"/>
                                        </p:tgtEl>
                                        <p:attrNameLst>
                                          <p:attrName>style.visibility</p:attrName>
                                        </p:attrNameLst>
                                      </p:cBhvr>
                                      <p:to>
                                        <p:strVal val="visible"/>
                                      </p:to>
                                    </p:set>
                                    <p:animEffect transition="in" filter="wipe(left)">
                                      <p:cBhvr>
                                        <p:cTn id="27" dur="500"/>
                                        <p:tgtEl>
                                          <p:spTgt spid="130054"/>
                                        </p:tgtEl>
                                      </p:cBhvr>
                                    </p:animEffect>
                                  </p:childTnLst>
                                </p:cTn>
                              </p:par>
                            </p:childTnLst>
                          </p:cTn>
                        </p:par>
                        <p:par>
                          <p:cTn id="28" fill="hold" nodeType="withGroup">
                            <p:stCondLst>
                              <p:cond delay="1000"/>
                            </p:stCondLst>
                            <p:childTnLst>
                              <p:par>
                                <p:cTn id="29" presetID="22" presetClass="entr" presetSubtype="8" fill="hold" grpId="0" nodeType="afterEffect">
                                  <p:stCondLst>
                                    <p:cond delay="0"/>
                                  </p:stCondLst>
                                  <p:childTnLst>
                                    <p:set>
                                      <p:cBhvr>
                                        <p:cTn id="30" dur="1" fill="hold">
                                          <p:stCondLst>
                                            <p:cond delay="0"/>
                                          </p:stCondLst>
                                        </p:cTn>
                                        <p:tgtEl>
                                          <p:spTgt spid="130059"/>
                                        </p:tgtEl>
                                        <p:attrNameLst>
                                          <p:attrName>style.visibility</p:attrName>
                                        </p:attrNameLst>
                                      </p:cBhvr>
                                      <p:to>
                                        <p:strVal val="visible"/>
                                      </p:to>
                                    </p:set>
                                    <p:animEffect transition="in" filter="wipe(left)">
                                      <p:cBhvr>
                                        <p:cTn id="31" dur="500"/>
                                        <p:tgtEl>
                                          <p:spTgt spid="130059"/>
                                        </p:tgtEl>
                                      </p:cBhvr>
                                    </p:animEffect>
                                  </p:childTnLst>
                                </p:cTn>
                              </p:par>
                            </p:childTnLst>
                          </p:cTn>
                        </p:par>
                        <p:par>
                          <p:cTn id="32" fill="hold">
                            <p:stCondLst>
                              <p:cond delay="1500"/>
                            </p:stCondLst>
                            <p:childTnLst>
                              <p:par>
                                <p:cTn id="33" presetID="1" presetClass="entr" presetSubtype="0" fill="hold" grpId="0" nodeType="afterEffect">
                                  <p:stCondLst>
                                    <p:cond delay="0"/>
                                  </p:stCondLst>
                                  <p:childTnLst>
                                    <p:set>
                                      <p:cBhvr>
                                        <p:cTn id="34" dur="1" fill="hold">
                                          <p:stCondLst>
                                            <p:cond delay="0"/>
                                          </p:stCondLst>
                                        </p:cTn>
                                        <p:tgtEl>
                                          <p:spTgt spid="533506"/>
                                        </p:tgtEl>
                                        <p:attrNameLst>
                                          <p:attrName>style.visibility</p:attrName>
                                        </p:attrNameLst>
                                      </p:cBhvr>
                                      <p:to>
                                        <p:strVal val="visible"/>
                                      </p:to>
                                    </p:set>
                                  </p:childTnLst>
                                </p:cTn>
                              </p:par>
                            </p:childTnLst>
                          </p:cTn>
                        </p:par>
                        <p:par>
                          <p:cTn id="35" fill="hold" nodeType="afterGroup">
                            <p:stCondLst>
                              <p:cond delay="1500"/>
                            </p:stCondLst>
                            <p:childTnLst>
                              <p:par>
                                <p:cTn id="36" presetID="35" presetClass="emph" presetSubtype="0" repeatCount="3000" fill="hold" grpId="1" nodeType="afterEffect">
                                  <p:stCondLst>
                                    <p:cond delay="500"/>
                                  </p:stCondLst>
                                  <p:childTnLst>
                                    <p:anim calcmode="discrete" valueType="str">
                                      <p:cBhvr>
                                        <p:cTn id="37" dur="1000" fill="hold"/>
                                        <p:tgtEl>
                                          <p:spTgt spid="533506"/>
                                        </p:tgtEl>
                                        <p:attrNameLst>
                                          <p:attrName>style.visibility</p:attrName>
                                        </p:attrNameLst>
                                      </p:cBhvr>
                                      <p:tavLst>
                                        <p:tav tm="0">
                                          <p:val>
                                            <p:strVal val="hidden"/>
                                          </p:val>
                                        </p:tav>
                                        <p:tav tm="50000">
                                          <p:val>
                                            <p:strVal val="visible"/>
                                          </p:val>
                                        </p:tav>
                                      </p:tavLst>
                                    </p:anim>
                                  </p:childTnLst>
                                </p:cTn>
                              </p:par>
                            </p:childTnLst>
                          </p:cTn>
                        </p:par>
                        <p:par>
                          <p:cTn id="38" fill="hold" nodeType="withGroup">
                            <p:stCondLst>
                              <p:cond delay="5000"/>
                            </p:stCondLst>
                            <p:childTnLst>
                              <p:par>
                                <p:cTn id="39" presetID="22" presetClass="entr" presetSubtype="8" fill="hold" grpId="0" nodeType="afterEffect">
                                  <p:stCondLst>
                                    <p:cond delay="0"/>
                                  </p:stCondLst>
                                  <p:childTnLst>
                                    <p:set>
                                      <p:cBhvr>
                                        <p:cTn id="40" dur="1" fill="hold">
                                          <p:stCondLst>
                                            <p:cond delay="0"/>
                                          </p:stCondLst>
                                        </p:cTn>
                                        <p:tgtEl>
                                          <p:spTgt spid="130060"/>
                                        </p:tgtEl>
                                        <p:attrNameLst>
                                          <p:attrName>style.visibility</p:attrName>
                                        </p:attrNameLst>
                                      </p:cBhvr>
                                      <p:to>
                                        <p:strVal val="visible"/>
                                      </p:to>
                                    </p:set>
                                    <p:animEffect transition="in" filter="wipe(left)">
                                      <p:cBhvr>
                                        <p:cTn id="41" dur="500"/>
                                        <p:tgtEl>
                                          <p:spTgt spid="130060"/>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5335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506" grpId="0" animBg="1"/>
      <p:bldP spid="533506" grpId="1" animBg="1"/>
      <p:bldP spid="130053" grpId="0"/>
      <p:bldP spid="130054" grpId="0"/>
      <p:bldP spid="130055" grpId="0"/>
      <p:bldP spid="130056" grpId="0"/>
      <p:bldP spid="130057" grpId="0"/>
      <p:bldP spid="130058" grpId="0"/>
      <p:bldP spid="130059" grpId="0" animBg="1"/>
      <p:bldP spid="130060" grpId="0"/>
      <p:bldP spid="533517"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6" name="Rectangle 2"/>
          <p:cNvSpPr>
            <a:spLocks noChangeArrowheads="1"/>
          </p:cNvSpPr>
          <p:nvPr/>
        </p:nvSpPr>
        <p:spPr bwMode="auto">
          <a:xfrm>
            <a:off x="3648397" y="4441825"/>
            <a:ext cx="4660032" cy="1584325"/>
          </a:xfrm>
          <a:prstGeom prst="rect">
            <a:avLst/>
          </a:prstGeom>
          <a:solidFill>
            <a:srgbClr val="CCECFF"/>
          </a:solidFill>
          <a:ln w="28575">
            <a:solidFill>
              <a:schemeClr val="hlink"/>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29379" name="Rectangle 3"/>
          <p:cNvSpPr>
            <a:spLocks noGrp="1" noChangeArrowheads="1"/>
          </p:cNvSpPr>
          <p:nvPr>
            <p:ph type="title"/>
          </p:nvPr>
        </p:nvSpPr>
        <p:spPr/>
        <p:txBody>
          <a:bodyPr anchor="ctr"/>
          <a:lstStyle/>
          <a:p>
            <a:pPr eaLnBrk="1" hangingPunct="1"/>
            <a:r>
              <a:rPr lang="zh-CN" altLang="en-US" dirty="0" smtClean="0"/>
              <a:t>最长前缀匹配举例</a:t>
            </a:r>
          </a:p>
        </p:txBody>
      </p:sp>
      <p:sp>
        <p:nvSpPr>
          <p:cNvPr id="130052" name="Text Box 4"/>
          <p:cNvSpPr txBox="1">
            <a:spLocks noChangeArrowheads="1"/>
          </p:cNvSpPr>
          <p:nvPr/>
        </p:nvSpPr>
        <p:spPr bwMode="auto">
          <a:xfrm>
            <a:off x="1632272" y="1266825"/>
            <a:ext cx="801937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zh-CN" altLang="en-US" sz="2400" b="1" dirty="0" smtClean="0">
                <a:solidFill>
                  <a:srgbClr val="FF3300"/>
                </a:solidFill>
                <a:latin typeface="Arial" charset="0"/>
                <a:ea typeface="黑体" pitchFamily="2" charset="-122"/>
              </a:rPr>
              <a:t>假设某路由器收到</a:t>
            </a:r>
            <a:r>
              <a:rPr lang="zh-CN" altLang="en-US" sz="2400" b="1" dirty="0">
                <a:solidFill>
                  <a:srgbClr val="FF3300"/>
                </a:solidFill>
                <a:latin typeface="Arial" charset="0"/>
                <a:ea typeface="黑体" pitchFamily="2" charset="-122"/>
              </a:rPr>
              <a:t>的分组的</a:t>
            </a:r>
            <a:r>
              <a:rPr lang="zh-CN" altLang="en-US" sz="2400" b="1" dirty="0" smtClean="0">
                <a:solidFill>
                  <a:srgbClr val="FF3300"/>
                </a:solidFill>
                <a:latin typeface="Arial" charset="0"/>
                <a:ea typeface="黑体" pitchFamily="2" charset="-122"/>
              </a:rPr>
              <a:t>目的 </a:t>
            </a:r>
            <a:r>
              <a:rPr lang="en-US" altLang="zh-CN" sz="2400" b="1" dirty="0" smtClean="0">
                <a:solidFill>
                  <a:srgbClr val="FF3300"/>
                </a:solidFill>
                <a:latin typeface="Arial" charset="0"/>
                <a:ea typeface="黑体" pitchFamily="2" charset="-122"/>
              </a:rPr>
              <a:t>IP </a:t>
            </a:r>
            <a:r>
              <a:rPr lang="zh-CN" altLang="en-US" sz="2400" b="1" dirty="0" smtClean="0">
                <a:solidFill>
                  <a:srgbClr val="FF3300"/>
                </a:solidFill>
                <a:latin typeface="Arial" charset="0"/>
                <a:ea typeface="黑体" pitchFamily="2" charset="-122"/>
              </a:rPr>
              <a:t>地址 </a:t>
            </a:r>
            <a:r>
              <a:rPr lang="en-US" altLang="zh-CN" sz="2400" b="1" i="1" dirty="0">
                <a:solidFill>
                  <a:srgbClr val="FF3300"/>
                </a:solidFill>
                <a:latin typeface="Arial" charset="0"/>
                <a:ea typeface="黑体" pitchFamily="2" charset="-122"/>
              </a:rPr>
              <a:t>D</a:t>
            </a:r>
            <a:r>
              <a:rPr lang="en-US" altLang="zh-CN" sz="2400" b="1" dirty="0">
                <a:solidFill>
                  <a:srgbClr val="FF3300"/>
                </a:solidFill>
                <a:latin typeface="Arial" charset="0"/>
                <a:ea typeface="黑体" pitchFamily="2" charset="-122"/>
              </a:rPr>
              <a:t> = 206.0.71.130</a:t>
            </a:r>
          </a:p>
          <a:p>
            <a:pPr eaLnBrk="1" hangingPunct="1"/>
            <a:r>
              <a:rPr lang="zh-CN" altLang="en-US" sz="2400" b="1" dirty="0">
                <a:solidFill>
                  <a:srgbClr val="FF3300"/>
                </a:solidFill>
                <a:latin typeface="Arial" charset="0"/>
                <a:ea typeface="黑体" pitchFamily="2" charset="-122"/>
              </a:rPr>
              <a:t>转发</a:t>
            </a:r>
            <a:r>
              <a:rPr lang="zh-CN" altLang="en-US" sz="2400" b="1" dirty="0" smtClean="0">
                <a:solidFill>
                  <a:srgbClr val="FF3300"/>
                </a:solidFill>
                <a:latin typeface="Arial" charset="0"/>
                <a:ea typeface="黑体" pitchFamily="2" charset="-122"/>
              </a:rPr>
              <a:t>表中的部分项目</a:t>
            </a:r>
            <a:r>
              <a:rPr lang="zh-CN" altLang="en-US" sz="2400" b="1" dirty="0">
                <a:solidFill>
                  <a:srgbClr val="FF3300"/>
                </a:solidFill>
                <a:latin typeface="Arial" charset="0"/>
                <a:ea typeface="黑体" pitchFamily="2" charset="-122"/>
              </a:rPr>
              <a:t>：</a:t>
            </a:r>
            <a:r>
              <a:rPr lang="en-US" altLang="zh-CN" sz="2400" b="1" dirty="0">
                <a:solidFill>
                  <a:srgbClr val="FF3300"/>
                </a:solidFill>
                <a:latin typeface="Arial" charset="0"/>
                <a:ea typeface="黑体" pitchFamily="2" charset="-122"/>
              </a:rPr>
              <a:t>206.0.68.0/22 </a:t>
            </a:r>
            <a:r>
              <a:rPr lang="en-US" altLang="zh-CN" sz="2400" b="1" dirty="0" smtClean="0">
                <a:solidFill>
                  <a:srgbClr val="FF3300"/>
                </a:solidFill>
                <a:latin typeface="Arial" charset="0"/>
                <a:ea typeface="黑体" pitchFamily="2" charset="-122"/>
              </a:rPr>
              <a:t>           R</a:t>
            </a:r>
            <a:r>
              <a:rPr lang="en-US" altLang="zh-CN" sz="2400" b="1" baseline="-25000" dirty="0" smtClean="0">
                <a:solidFill>
                  <a:srgbClr val="FF3300"/>
                </a:solidFill>
                <a:latin typeface="Arial" charset="0"/>
                <a:ea typeface="黑体" pitchFamily="2" charset="-122"/>
              </a:rPr>
              <a:t>1</a:t>
            </a:r>
            <a:r>
              <a:rPr lang="en-US" altLang="zh-CN" sz="2400" b="1" dirty="0" smtClean="0">
                <a:solidFill>
                  <a:srgbClr val="FF3300"/>
                </a:solidFill>
                <a:latin typeface="Arial" charset="0"/>
                <a:ea typeface="黑体" pitchFamily="2" charset="-122"/>
              </a:rPr>
              <a:t>      </a:t>
            </a:r>
            <a:endParaRPr lang="zh-CN" altLang="en-US" sz="2400" b="1" dirty="0" smtClean="0">
              <a:solidFill>
                <a:srgbClr val="FF3300"/>
              </a:solidFill>
              <a:latin typeface="Arial" charset="0"/>
              <a:ea typeface="黑体" pitchFamily="2" charset="-122"/>
            </a:endParaRPr>
          </a:p>
          <a:p>
            <a:pPr eaLnBrk="1" hangingPunct="1"/>
            <a:r>
              <a:rPr lang="zh-CN" altLang="en-US" sz="2400" b="1" dirty="0" smtClean="0">
                <a:solidFill>
                  <a:srgbClr val="FF3300"/>
                </a:solidFill>
                <a:latin typeface="Arial" charset="0"/>
                <a:ea typeface="黑体" pitchFamily="2" charset="-122"/>
              </a:rPr>
              <a:t>                                    </a:t>
            </a:r>
            <a:r>
              <a:rPr lang="en-US" altLang="zh-CN" sz="2400" b="1" dirty="0" smtClean="0">
                <a:solidFill>
                  <a:srgbClr val="FF3300"/>
                </a:solidFill>
                <a:latin typeface="Arial" charset="0"/>
                <a:ea typeface="黑体" pitchFamily="2" charset="-122"/>
              </a:rPr>
              <a:t>206.0.71.128/25        R</a:t>
            </a:r>
            <a:r>
              <a:rPr lang="en-US" altLang="zh-CN" sz="2400" b="1" baseline="-25000" dirty="0" smtClean="0">
                <a:solidFill>
                  <a:srgbClr val="FF3300"/>
                </a:solidFill>
                <a:latin typeface="Arial" charset="0"/>
                <a:ea typeface="黑体" pitchFamily="2" charset="-122"/>
              </a:rPr>
              <a:t>2</a:t>
            </a:r>
            <a:r>
              <a:rPr lang="en-US" altLang="zh-CN" sz="2400" b="1" dirty="0" smtClean="0">
                <a:solidFill>
                  <a:srgbClr val="FF3300"/>
                </a:solidFill>
                <a:latin typeface="Arial" charset="0"/>
                <a:ea typeface="黑体" pitchFamily="2" charset="-122"/>
              </a:rPr>
              <a:t>  </a:t>
            </a:r>
            <a:endParaRPr lang="zh-CN" altLang="en-US" sz="2400" b="1" dirty="0">
              <a:solidFill>
                <a:srgbClr val="FF3300"/>
              </a:solidFill>
              <a:latin typeface="Arial" charset="0"/>
              <a:ea typeface="黑体" pitchFamily="2" charset="-122"/>
            </a:endParaRPr>
          </a:p>
        </p:txBody>
      </p:sp>
      <p:sp>
        <p:nvSpPr>
          <p:cNvPr id="130053" name="Text Box 5"/>
          <p:cNvSpPr txBox="1">
            <a:spLocks noChangeArrowheads="1"/>
          </p:cNvSpPr>
          <p:nvPr/>
        </p:nvSpPr>
        <p:spPr bwMode="auto">
          <a:xfrm>
            <a:off x="1632272" y="2492375"/>
            <a:ext cx="391164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zh-CN" altLang="en-US" sz="2400" b="1" dirty="0">
                <a:solidFill>
                  <a:srgbClr val="333399"/>
                </a:solidFill>
                <a:latin typeface="Arial" charset="0"/>
                <a:ea typeface="黑体" pitchFamily="2" charset="-122"/>
              </a:rPr>
              <a:t>再</a:t>
            </a:r>
            <a:r>
              <a:rPr lang="zh-CN" altLang="en-US" sz="2400" b="1" dirty="0" smtClean="0">
                <a:solidFill>
                  <a:srgbClr val="333399"/>
                </a:solidFill>
                <a:latin typeface="Arial" charset="0"/>
                <a:ea typeface="黑体" pitchFamily="2" charset="-122"/>
              </a:rPr>
              <a:t>判断第 </a:t>
            </a:r>
            <a:r>
              <a:rPr lang="en-US" altLang="zh-CN" sz="2400" b="1" dirty="0" smtClean="0">
                <a:solidFill>
                  <a:srgbClr val="333399"/>
                </a:solidFill>
                <a:latin typeface="Arial" charset="0"/>
                <a:ea typeface="黑体" pitchFamily="2" charset="-122"/>
              </a:rPr>
              <a:t>2 </a:t>
            </a:r>
            <a:r>
              <a:rPr lang="zh-CN" altLang="en-US" sz="2400" b="1" dirty="0" smtClean="0">
                <a:solidFill>
                  <a:srgbClr val="333399"/>
                </a:solidFill>
                <a:latin typeface="Arial" charset="0"/>
                <a:ea typeface="黑体" pitchFamily="2" charset="-122"/>
              </a:rPr>
              <a:t>个项目是否匹配</a:t>
            </a:r>
            <a:endParaRPr lang="zh-CN" altLang="en-US" sz="2400" b="1" dirty="0">
              <a:solidFill>
                <a:srgbClr val="333399"/>
              </a:solidFill>
              <a:latin typeface="Arial" charset="0"/>
              <a:ea typeface="黑体" pitchFamily="2" charset="-122"/>
            </a:endParaRPr>
          </a:p>
        </p:txBody>
      </p:sp>
      <p:sp>
        <p:nvSpPr>
          <p:cNvPr id="130054" name="Text Box 6"/>
          <p:cNvSpPr txBox="1">
            <a:spLocks noChangeArrowheads="1"/>
          </p:cNvSpPr>
          <p:nvPr/>
        </p:nvSpPr>
        <p:spPr bwMode="auto">
          <a:xfrm>
            <a:off x="1559247" y="4946650"/>
            <a:ext cx="839204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800" b="1" dirty="0">
                <a:solidFill>
                  <a:srgbClr val="FF0000"/>
                </a:solidFill>
                <a:latin typeface="Arial" charset="0"/>
                <a:ea typeface="黑体" pitchFamily="2" charset="-122"/>
              </a:rPr>
              <a:t>AND</a:t>
            </a:r>
            <a:r>
              <a:rPr lang="en-US" altLang="zh-CN" sz="2800" b="1" dirty="0">
                <a:solidFill>
                  <a:srgbClr val="333399"/>
                </a:solidFill>
                <a:latin typeface="Arial" charset="0"/>
                <a:ea typeface="黑体" pitchFamily="2" charset="-122"/>
              </a:rPr>
              <a:t>      </a:t>
            </a:r>
            <a:r>
              <a:rPr lang="en-US" altLang="zh-CN" sz="2800" b="1" i="1" dirty="0">
                <a:solidFill>
                  <a:srgbClr val="333399"/>
                </a:solidFill>
                <a:latin typeface="Arial" charset="0"/>
                <a:ea typeface="黑体" pitchFamily="2" charset="-122"/>
              </a:rPr>
              <a:t>D</a:t>
            </a:r>
            <a:r>
              <a:rPr lang="en-US" altLang="zh-CN" sz="2800" b="1" dirty="0">
                <a:solidFill>
                  <a:srgbClr val="333399"/>
                </a:solidFill>
                <a:latin typeface="Arial" charset="0"/>
                <a:ea typeface="黑体" pitchFamily="2" charset="-122"/>
              </a:rPr>
              <a:t> =       206.       0.      </a:t>
            </a:r>
            <a:r>
              <a:rPr lang="en-US" altLang="zh-CN" sz="2800" b="1" dirty="0" smtClean="0">
                <a:solidFill>
                  <a:srgbClr val="333399"/>
                </a:solidFill>
                <a:latin typeface="Arial" charset="0"/>
                <a:ea typeface="黑体" pitchFamily="2" charset="-122"/>
              </a:rPr>
              <a:t>     71</a:t>
            </a:r>
            <a:r>
              <a:rPr lang="en-US" altLang="zh-CN" sz="2800" b="1" dirty="0">
                <a:solidFill>
                  <a:srgbClr val="333399"/>
                </a:solidFill>
                <a:latin typeface="Arial" charset="0"/>
                <a:ea typeface="黑体" pitchFamily="2" charset="-122"/>
              </a:rPr>
              <a:t>. </a:t>
            </a:r>
            <a:r>
              <a:rPr lang="en-US" altLang="zh-CN" sz="2800" b="1" dirty="0" smtClean="0">
                <a:solidFill>
                  <a:srgbClr val="333399"/>
                </a:solidFill>
                <a:latin typeface="Arial" charset="0"/>
                <a:ea typeface="黑体" pitchFamily="2" charset="-122"/>
              </a:rPr>
              <a:t>     10000010</a:t>
            </a:r>
            <a:endParaRPr lang="en-US" altLang="zh-CN" sz="2800" b="1" dirty="0">
              <a:solidFill>
                <a:srgbClr val="333399"/>
              </a:solidFill>
              <a:latin typeface="Arial" charset="0"/>
              <a:ea typeface="黑体" pitchFamily="2" charset="-122"/>
            </a:endParaRPr>
          </a:p>
        </p:txBody>
      </p:sp>
      <p:sp>
        <p:nvSpPr>
          <p:cNvPr id="130055" name="Text Box 7"/>
          <p:cNvSpPr txBox="1">
            <a:spLocks noChangeArrowheads="1"/>
          </p:cNvSpPr>
          <p:nvPr/>
        </p:nvSpPr>
        <p:spPr bwMode="auto">
          <a:xfrm>
            <a:off x="1632272" y="2925763"/>
            <a:ext cx="811953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zh-CN" altLang="en-US" sz="2400" b="1" dirty="0">
                <a:solidFill>
                  <a:srgbClr val="333399"/>
                </a:solidFill>
                <a:latin typeface="Arial" charset="0"/>
                <a:ea typeface="黑体" pitchFamily="2" charset="-122"/>
              </a:rPr>
              <a:t>第 </a:t>
            </a:r>
            <a:r>
              <a:rPr lang="en-US" altLang="zh-CN" sz="2400" b="1" dirty="0">
                <a:solidFill>
                  <a:srgbClr val="333399"/>
                </a:solidFill>
                <a:latin typeface="Arial" charset="0"/>
                <a:ea typeface="黑体" pitchFamily="2" charset="-122"/>
              </a:rPr>
              <a:t>2</a:t>
            </a:r>
            <a:r>
              <a:rPr lang="en-US" altLang="zh-CN" sz="2400" b="1" dirty="0" smtClean="0">
                <a:solidFill>
                  <a:srgbClr val="333399"/>
                </a:solidFill>
                <a:latin typeface="Arial" charset="0"/>
                <a:ea typeface="黑体" pitchFamily="2" charset="-122"/>
              </a:rPr>
              <a:t> </a:t>
            </a:r>
            <a:r>
              <a:rPr lang="zh-CN" altLang="en-US" sz="2400" b="1" dirty="0">
                <a:solidFill>
                  <a:srgbClr val="333399"/>
                </a:solidFill>
                <a:latin typeface="Arial" charset="0"/>
                <a:ea typeface="黑体" pitchFamily="2" charset="-122"/>
              </a:rPr>
              <a:t>个项目 </a:t>
            </a:r>
            <a:r>
              <a:rPr lang="en-US" altLang="zh-CN" sz="2400" b="1" dirty="0" smtClean="0">
                <a:solidFill>
                  <a:srgbClr val="333399"/>
                </a:solidFill>
                <a:latin typeface="Arial" charset="0"/>
                <a:ea typeface="黑体" pitchFamily="2" charset="-122"/>
              </a:rPr>
              <a:t>206.0.71.128/25 </a:t>
            </a:r>
            <a:r>
              <a:rPr lang="zh-CN" altLang="en-US" sz="2400" b="1" dirty="0">
                <a:solidFill>
                  <a:srgbClr val="333399"/>
                </a:solidFill>
                <a:latin typeface="Arial" charset="0"/>
                <a:ea typeface="黑体" pitchFamily="2" charset="-122"/>
              </a:rPr>
              <a:t>的掩码 </a:t>
            </a:r>
            <a:r>
              <a:rPr lang="en-US" altLang="zh-CN" sz="2400" b="1" i="1" dirty="0">
                <a:solidFill>
                  <a:srgbClr val="333399"/>
                </a:solidFill>
                <a:latin typeface="Arial" charset="0"/>
                <a:ea typeface="黑体" pitchFamily="2" charset="-122"/>
              </a:rPr>
              <a:t>M</a:t>
            </a:r>
            <a:r>
              <a:rPr lang="en-US" altLang="zh-CN" sz="2400" b="1" dirty="0">
                <a:solidFill>
                  <a:srgbClr val="333399"/>
                </a:solidFill>
                <a:latin typeface="Arial" charset="0"/>
                <a:ea typeface="黑体" pitchFamily="2" charset="-122"/>
              </a:rPr>
              <a:t> </a:t>
            </a:r>
            <a:r>
              <a:rPr lang="zh-CN" altLang="en-US" sz="2400" b="1" dirty="0">
                <a:solidFill>
                  <a:srgbClr val="333399"/>
                </a:solidFill>
                <a:latin typeface="Arial" charset="0"/>
                <a:ea typeface="黑体" pitchFamily="2" charset="-122"/>
              </a:rPr>
              <a:t>有 </a:t>
            </a:r>
            <a:r>
              <a:rPr lang="en-US" altLang="zh-CN" sz="2400" b="1" dirty="0" smtClean="0">
                <a:solidFill>
                  <a:srgbClr val="333399"/>
                </a:solidFill>
                <a:latin typeface="Arial" charset="0"/>
                <a:ea typeface="黑体" pitchFamily="2" charset="-122"/>
              </a:rPr>
              <a:t>25 </a:t>
            </a:r>
            <a:r>
              <a:rPr lang="zh-CN" altLang="en-US" sz="2400" b="1" dirty="0">
                <a:solidFill>
                  <a:srgbClr val="333399"/>
                </a:solidFill>
                <a:latin typeface="Arial" charset="0"/>
                <a:ea typeface="黑体" pitchFamily="2" charset="-122"/>
              </a:rPr>
              <a:t>个连续的 </a:t>
            </a:r>
            <a:r>
              <a:rPr lang="en-US" altLang="zh-CN" sz="2400" b="1" dirty="0">
                <a:solidFill>
                  <a:srgbClr val="333399"/>
                </a:solidFill>
                <a:latin typeface="Arial" charset="0"/>
                <a:ea typeface="黑体" pitchFamily="2" charset="-122"/>
              </a:rPr>
              <a:t>1</a:t>
            </a:r>
            <a:r>
              <a:rPr lang="zh-CN" altLang="en-US" sz="2400" b="1" dirty="0">
                <a:solidFill>
                  <a:srgbClr val="333399"/>
                </a:solidFill>
                <a:latin typeface="Arial" charset="0"/>
                <a:ea typeface="黑体" pitchFamily="2" charset="-122"/>
              </a:rPr>
              <a:t>。</a:t>
            </a:r>
          </a:p>
        </p:txBody>
      </p:sp>
      <p:sp>
        <p:nvSpPr>
          <p:cNvPr id="130056" name="Text Box 8"/>
          <p:cNvSpPr txBox="1">
            <a:spLocks noChangeArrowheads="1"/>
          </p:cNvSpPr>
          <p:nvPr/>
        </p:nvSpPr>
        <p:spPr bwMode="auto">
          <a:xfrm>
            <a:off x="2886397" y="3490913"/>
            <a:ext cx="617733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400" b="1" i="1" dirty="0">
                <a:solidFill>
                  <a:srgbClr val="333399"/>
                </a:solidFill>
                <a:latin typeface="Arial" charset="0"/>
                <a:ea typeface="黑体" pitchFamily="2" charset="-122"/>
              </a:rPr>
              <a:t>M</a:t>
            </a:r>
            <a:r>
              <a:rPr lang="en-US" altLang="zh-CN" sz="2400" b="1" dirty="0">
                <a:solidFill>
                  <a:srgbClr val="333399"/>
                </a:solidFill>
                <a:latin typeface="Arial" charset="0"/>
                <a:ea typeface="黑体" pitchFamily="2" charset="-122"/>
              </a:rPr>
              <a:t> = 11111111 11111111 </a:t>
            </a:r>
            <a:r>
              <a:rPr lang="en-US" altLang="zh-CN" sz="2400" b="1" dirty="0" smtClean="0">
                <a:solidFill>
                  <a:srgbClr val="333399"/>
                </a:solidFill>
                <a:latin typeface="Arial" charset="0"/>
                <a:ea typeface="黑体" pitchFamily="2" charset="-122"/>
              </a:rPr>
              <a:t>11111111 </a:t>
            </a:r>
            <a:r>
              <a:rPr lang="en-US" altLang="zh-CN" sz="2400" b="1" dirty="0">
                <a:solidFill>
                  <a:srgbClr val="333399"/>
                </a:solidFill>
                <a:latin typeface="Arial" charset="0"/>
                <a:ea typeface="黑体" pitchFamily="2" charset="-122"/>
              </a:rPr>
              <a:t>1</a:t>
            </a:r>
            <a:r>
              <a:rPr lang="en-US" altLang="zh-CN" sz="2400" b="1" dirty="0" smtClean="0">
                <a:solidFill>
                  <a:srgbClr val="333399"/>
                </a:solidFill>
                <a:latin typeface="Arial" charset="0"/>
                <a:ea typeface="黑体" pitchFamily="2" charset="-122"/>
              </a:rPr>
              <a:t>0000000</a:t>
            </a:r>
            <a:endParaRPr lang="en-US" altLang="zh-CN" sz="2400" b="1" dirty="0">
              <a:solidFill>
                <a:srgbClr val="333399"/>
              </a:solidFill>
              <a:latin typeface="Arial" charset="0"/>
              <a:ea typeface="黑体" pitchFamily="2" charset="-122"/>
            </a:endParaRPr>
          </a:p>
        </p:txBody>
      </p:sp>
      <p:sp>
        <p:nvSpPr>
          <p:cNvPr id="130057" name="Text Box 9"/>
          <p:cNvSpPr txBox="1">
            <a:spLocks noChangeArrowheads="1"/>
          </p:cNvSpPr>
          <p:nvPr/>
        </p:nvSpPr>
        <p:spPr bwMode="auto">
          <a:xfrm>
            <a:off x="1632272" y="3995738"/>
            <a:ext cx="61515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zh-CN" altLang="en-US" sz="2400" b="1" dirty="0">
                <a:solidFill>
                  <a:srgbClr val="333399"/>
                </a:solidFill>
                <a:latin typeface="Arial" charset="0"/>
                <a:ea typeface="黑体" pitchFamily="2" charset="-122"/>
              </a:rPr>
              <a:t>因此只需把 </a:t>
            </a:r>
            <a:r>
              <a:rPr lang="en-US" altLang="zh-CN" sz="2400" b="1" i="1" dirty="0">
                <a:solidFill>
                  <a:srgbClr val="333399"/>
                </a:solidFill>
                <a:latin typeface="Arial" charset="0"/>
                <a:ea typeface="黑体" pitchFamily="2" charset="-122"/>
              </a:rPr>
              <a:t>D</a:t>
            </a:r>
            <a:r>
              <a:rPr lang="en-US" altLang="zh-CN" sz="2400" b="1" dirty="0">
                <a:solidFill>
                  <a:srgbClr val="333399"/>
                </a:solidFill>
                <a:latin typeface="Arial" charset="0"/>
                <a:ea typeface="黑体" pitchFamily="2" charset="-122"/>
              </a:rPr>
              <a:t> </a:t>
            </a:r>
            <a:r>
              <a:rPr lang="zh-CN" altLang="en-US" sz="2400" b="1" dirty="0">
                <a:solidFill>
                  <a:srgbClr val="333399"/>
                </a:solidFill>
                <a:latin typeface="Arial" charset="0"/>
                <a:ea typeface="黑体" pitchFamily="2" charset="-122"/>
              </a:rPr>
              <a:t>的第 </a:t>
            </a:r>
            <a:r>
              <a:rPr lang="en-US" altLang="zh-CN" sz="2400" b="1" dirty="0">
                <a:solidFill>
                  <a:srgbClr val="333399"/>
                </a:solidFill>
                <a:latin typeface="Arial" charset="0"/>
                <a:ea typeface="黑体" pitchFamily="2" charset="-122"/>
              </a:rPr>
              <a:t>4</a:t>
            </a:r>
            <a:r>
              <a:rPr lang="en-US" altLang="zh-CN" sz="2400" b="1" dirty="0" smtClean="0">
                <a:solidFill>
                  <a:srgbClr val="333399"/>
                </a:solidFill>
                <a:latin typeface="Arial" charset="0"/>
                <a:ea typeface="黑体" pitchFamily="2" charset="-122"/>
              </a:rPr>
              <a:t> </a:t>
            </a:r>
            <a:r>
              <a:rPr lang="zh-CN" altLang="en-US" sz="2400" b="1" dirty="0">
                <a:solidFill>
                  <a:srgbClr val="333399"/>
                </a:solidFill>
                <a:latin typeface="Arial" charset="0"/>
                <a:ea typeface="黑体" pitchFamily="2" charset="-122"/>
              </a:rPr>
              <a:t>个字节转换成二进制。</a:t>
            </a:r>
          </a:p>
        </p:txBody>
      </p:sp>
      <p:sp>
        <p:nvSpPr>
          <p:cNvPr id="130058" name="Text Box 10"/>
          <p:cNvSpPr txBox="1">
            <a:spLocks noChangeArrowheads="1"/>
          </p:cNvSpPr>
          <p:nvPr/>
        </p:nvSpPr>
        <p:spPr bwMode="auto">
          <a:xfrm>
            <a:off x="2845122" y="4427538"/>
            <a:ext cx="71425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800" b="1" i="1" dirty="0">
                <a:solidFill>
                  <a:srgbClr val="333399"/>
                </a:solidFill>
                <a:latin typeface="Arial" charset="0"/>
                <a:ea typeface="黑体" pitchFamily="2" charset="-122"/>
              </a:rPr>
              <a:t>M</a:t>
            </a:r>
            <a:r>
              <a:rPr lang="en-US" altLang="zh-CN" sz="2800" b="1" dirty="0">
                <a:solidFill>
                  <a:srgbClr val="333399"/>
                </a:solidFill>
                <a:latin typeface="Arial" charset="0"/>
                <a:ea typeface="黑体" pitchFamily="2" charset="-122"/>
              </a:rPr>
              <a:t> = 11111111 11111111 </a:t>
            </a:r>
            <a:r>
              <a:rPr lang="en-US" altLang="zh-CN" sz="2800" b="1" dirty="0" smtClean="0">
                <a:solidFill>
                  <a:srgbClr val="333399"/>
                </a:solidFill>
                <a:latin typeface="Arial" charset="0"/>
                <a:ea typeface="黑体" pitchFamily="2" charset="-122"/>
              </a:rPr>
              <a:t>11111111 10000000</a:t>
            </a:r>
            <a:endParaRPr lang="en-US" altLang="zh-CN" sz="2800" b="1" dirty="0">
              <a:solidFill>
                <a:srgbClr val="333399"/>
              </a:solidFill>
              <a:latin typeface="Arial" charset="0"/>
              <a:ea typeface="黑体" pitchFamily="2" charset="-122"/>
            </a:endParaRPr>
          </a:p>
        </p:txBody>
      </p:sp>
      <p:sp>
        <p:nvSpPr>
          <p:cNvPr id="130059" name="Line 11"/>
          <p:cNvSpPr>
            <a:spLocks noChangeShapeType="1"/>
          </p:cNvSpPr>
          <p:nvPr/>
        </p:nvSpPr>
        <p:spPr bwMode="auto">
          <a:xfrm>
            <a:off x="1524322" y="5449888"/>
            <a:ext cx="8820150"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0060" name="Text Box 12"/>
          <p:cNvSpPr txBox="1">
            <a:spLocks noChangeArrowheads="1"/>
          </p:cNvSpPr>
          <p:nvPr/>
        </p:nvSpPr>
        <p:spPr bwMode="auto">
          <a:xfrm>
            <a:off x="4177035" y="5522913"/>
            <a:ext cx="567334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800" b="1" dirty="0">
                <a:solidFill>
                  <a:srgbClr val="333399"/>
                </a:solidFill>
                <a:latin typeface="Arial" charset="0"/>
                <a:ea typeface="黑体" pitchFamily="2" charset="-122"/>
              </a:rPr>
              <a:t>206.       0.      </a:t>
            </a:r>
            <a:r>
              <a:rPr lang="en-US" altLang="zh-CN" sz="2800" b="1" dirty="0" smtClean="0">
                <a:solidFill>
                  <a:srgbClr val="333399"/>
                </a:solidFill>
                <a:latin typeface="Arial" charset="0"/>
                <a:ea typeface="黑体" pitchFamily="2" charset="-122"/>
              </a:rPr>
              <a:t>     71.      10000000</a:t>
            </a:r>
            <a:endParaRPr lang="en-US" altLang="zh-CN" sz="2800" b="1" dirty="0">
              <a:solidFill>
                <a:srgbClr val="333399"/>
              </a:solidFill>
              <a:latin typeface="Arial" charset="0"/>
              <a:ea typeface="黑体" pitchFamily="2" charset="-122"/>
            </a:endParaRPr>
          </a:p>
        </p:txBody>
      </p:sp>
      <p:sp>
        <p:nvSpPr>
          <p:cNvPr id="533517" name="Text Box 13"/>
          <p:cNvSpPr txBox="1">
            <a:spLocks noChangeArrowheads="1"/>
          </p:cNvSpPr>
          <p:nvPr/>
        </p:nvSpPr>
        <p:spPr bwMode="auto">
          <a:xfrm>
            <a:off x="1632272" y="6154738"/>
            <a:ext cx="406233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zh-CN" altLang="en-US" sz="2800" b="1" dirty="0">
                <a:solidFill>
                  <a:srgbClr val="333399"/>
                </a:solidFill>
                <a:latin typeface="Arial" charset="0"/>
                <a:ea typeface="黑体" pitchFamily="2" charset="-122"/>
              </a:rPr>
              <a:t>与 </a:t>
            </a:r>
            <a:r>
              <a:rPr lang="en-US" altLang="zh-CN" sz="2800" b="1" dirty="0" smtClean="0">
                <a:solidFill>
                  <a:srgbClr val="333399"/>
                </a:solidFill>
                <a:latin typeface="Arial" charset="0"/>
                <a:ea typeface="黑体" pitchFamily="2" charset="-122"/>
              </a:rPr>
              <a:t>206.0.71.128/25 </a:t>
            </a:r>
            <a:r>
              <a:rPr lang="zh-CN" altLang="en-US" sz="2800" b="1" dirty="0">
                <a:solidFill>
                  <a:srgbClr val="333399"/>
                </a:solidFill>
                <a:latin typeface="Arial" charset="0"/>
                <a:ea typeface="黑体" pitchFamily="2" charset="-122"/>
              </a:rPr>
              <a:t>匹配</a:t>
            </a:r>
          </a:p>
        </p:txBody>
      </p:sp>
    </p:spTree>
    <p:extLst>
      <p:ext uri="{BB962C8B-B14F-4D97-AF65-F5344CB8AC3E}">
        <p14:creationId xmlns:p14="http://schemas.microsoft.com/office/powerpoint/2010/main" val="222987012"/>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005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005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005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005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0058"/>
                                        </p:tgtEl>
                                        <p:attrNameLst>
                                          <p:attrName>style.visibility</p:attrName>
                                        </p:attrNameLst>
                                      </p:cBhvr>
                                      <p:to>
                                        <p:strVal val="visible"/>
                                      </p:to>
                                    </p:set>
                                    <p:animEffect transition="in" filter="wipe(left)">
                                      <p:cBhvr>
                                        <p:cTn id="23" dur="500"/>
                                        <p:tgtEl>
                                          <p:spTgt spid="130058"/>
                                        </p:tgtEl>
                                      </p:cBhvr>
                                    </p:animEffect>
                                  </p:childTnLst>
                                </p:cTn>
                              </p:par>
                            </p:childTnLst>
                          </p:cTn>
                        </p:par>
                        <p:par>
                          <p:cTn id="24" fill="hold" nodeType="withGroup">
                            <p:stCondLst>
                              <p:cond delay="500"/>
                            </p:stCondLst>
                            <p:childTnLst>
                              <p:par>
                                <p:cTn id="25" presetID="22" presetClass="entr" presetSubtype="8" fill="hold" grpId="0" nodeType="afterEffect">
                                  <p:stCondLst>
                                    <p:cond delay="0"/>
                                  </p:stCondLst>
                                  <p:childTnLst>
                                    <p:set>
                                      <p:cBhvr>
                                        <p:cTn id="26" dur="1" fill="hold">
                                          <p:stCondLst>
                                            <p:cond delay="0"/>
                                          </p:stCondLst>
                                        </p:cTn>
                                        <p:tgtEl>
                                          <p:spTgt spid="130054"/>
                                        </p:tgtEl>
                                        <p:attrNameLst>
                                          <p:attrName>style.visibility</p:attrName>
                                        </p:attrNameLst>
                                      </p:cBhvr>
                                      <p:to>
                                        <p:strVal val="visible"/>
                                      </p:to>
                                    </p:set>
                                    <p:animEffect transition="in" filter="wipe(left)">
                                      <p:cBhvr>
                                        <p:cTn id="27" dur="500"/>
                                        <p:tgtEl>
                                          <p:spTgt spid="130054"/>
                                        </p:tgtEl>
                                      </p:cBhvr>
                                    </p:animEffect>
                                  </p:childTnLst>
                                </p:cTn>
                              </p:par>
                            </p:childTnLst>
                          </p:cTn>
                        </p:par>
                        <p:par>
                          <p:cTn id="28" fill="hold" nodeType="withGroup">
                            <p:stCondLst>
                              <p:cond delay="1000"/>
                            </p:stCondLst>
                            <p:childTnLst>
                              <p:par>
                                <p:cTn id="29" presetID="22" presetClass="entr" presetSubtype="8" fill="hold" grpId="0" nodeType="afterEffect">
                                  <p:stCondLst>
                                    <p:cond delay="0"/>
                                  </p:stCondLst>
                                  <p:childTnLst>
                                    <p:set>
                                      <p:cBhvr>
                                        <p:cTn id="30" dur="1" fill="hold">
                                          <p:stCondLst>
                                            <p:cond delay="0"/>
                                          </p:stCondLst>
                                        </p:cTn>
                                        <p:tgtEl>
                                          <p:spTgt spid="130059"/>
                                        </p:tgtEl>
                                        <p:attrNameLst>
                                          <p:attrName>style.visibility</p:attrName>
                                        </p:attrNameLst>
                                      </p:cBhvr>
                                      <p:to>
                                        <p:strVal val="visible"/>
                                      </p:to>
                                    </p:set>
                                    <p:animEffect transition="in" filter="wipe(left)">
                                      <p:cBhvr>
                                        <p:cTn id="31" dur="500"/>
                                        <p:tgtEl>
                                          <p:spTgt spid="130059"/>
                                        </p:tgtEl>
                                      </p:cBhvr>
                                    </p:animEffect>
                                  </p:childTnLst>
                                </p:cTn>
                              </p:par>
                            </p:childTnLst>
                          </p:cTn>
                        </p:par>
                        <p:par>
                          <p:cTn id="32" fill="hold">
                            <p:stCondLst>
                              <p:cond delay="1500"/>
                            </p:stCondLst>
                            <p:childTnLst>
                              <p:par>
                                <p:cTn id="33" presetID="1" presetClass="entr" presetSubtype="0" fill="hold" grpId="0" nodeType="afterEffect">
                                  <p:stCondLst>
                                    <p:cond delay="0"/>
                                  </p:stCondLst>
                                  <p:childTnLst>
                                    <p:set>
                                      <p:cBhvr>
                                        <p:cTn id="34" dur="1" fill="hold">
                                          <p:stCondLst>
                                            <p:cond delay="0"/>
                                          </p:stCondLst>
                                        </p:cTn>
                                        <p:tgtEl>
                                          <p:spTgt spid="533506"/>
                                        </p:tgtEl>
                                        <p:attrNameLst>
                                          <p:attrName>style.visibility</p:attrName>
                                        </p:attrNameLst>
                                      </p:cBhvr>
                                      <p:to>
                                        <p:strVal val="visible"/>
                                      </p:to>
                                    </p:set>
                                  </p:childTnLst>
                                </p:cTn>
                              </p:par>
                            </p:childTnLst>
                          </p:cTn>
                        </p:par>
                        <p:par>
                          <p:cTn id="35" fill="hold" nodeType="afterGroup">
                            <p:stCondLst>
                              <p:cond delay="1500"/>
                            </p:stCondLst>
                            <p:childTnLst>
                              <p:par>
                                <p:cTn id="36" presetID="35" presetClass="emph" presetSubtype="0" repeatCount="3000" fill="hold" grpId="1" nodeType="afterEffect">
                                  <p:stCondLst>
                                    <p:cond delay="500"/>
                                  </p:stCondLst>
                                  <p:childTnLst>
                                    <p:anim calcmode="discrete" valueType="str">
                                      <p:cBhvr>
                                        <p:cTn id="37" dur="1000" fill="hold"/>
                                        <p:tgtEl>
                                          <p:spTgt spid="533506"/>
                                        </p:tgtEl>
                                        <p:attrNameLst>
                                          <p:attrName>style.visibility</p:attrName>
                                        </p:attrNameLst>
                                      </p:cBhvr>
                                      <p:tavLst>
                                        <p:tav tm="0">
                                          <p:val>
                                            <p:strVal val="hidden"/>
                                          </p:val>
                                        </p:tav>
                                        <p:tav tm="50000">
                                          <p:val>
                                            <p:strVal val="visible"/>
                                          </p:val>
                                        </p:tav>
                                      </p:tavLst>
                                    </p:anim>
                                  </p:childTnLst>
                                </p:cTn>
                              </p:par>
                            </p:childTnLst>
                          </p:cTn>
                        </p:par>
                        <p:par>
                          <p:cTn id="38" fill="hold" nodeType="withGroup">
                            <p:stCondLst>
                              <p:cond delay="5000"/>
                            </p:stCondLst>
                            <p:childTnLst>
                              <p:par>
                                <p:cTn id="39" presetID="22" presetClass="entr" presetSubtype="8" fill="hold" grpId="0" nodeType="afterEffect">
                                  <p:stCondLst>
                                    <p:cond delay="0"/>
                                  </p:stCondLst>
                                  <p:childTnLst>
                                    <p:set>
                                      <p:cBhvr>
                                        <p:cTn id="40" dur="1" fill="hold">
                                          <p:stCondLst>
                                            <p:cond delay="0"/>
                                          </p:stCondLst>
                                        </p:cTn>
                                        <p:tgtEl>
                                          <p:spTgt spid="130060"/>
                                        </p:tgtEl>
                                        <p:attrNameLst>
                                          <p:attrName>style.visibility</p:attrName>
                                        </p:attrNameLst>
                                      </p:cBhvr>
                                      <p:to>
                                        <p:strVal val="visible"/>
                                      </p:to>
                                    </p:set>
                                    <p:animEffect transition="in" filter="wipe(left)">
                                      <p:cBhvr>
                                        <p:cTn id="41" dur="500"/>
                                        <p:tgtEl>
                                          <p:spTgt spid="130060"/>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5335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506" grpId="0" animBg="1"/>
      <p:bldP spid="533506" grpId="1" animBg="1"/>
      <p:bldP spid="130053" grpId="0"/>
      <p:bldP spid="130054" grpId="0"/>
      <p:bldP spid="130055" grpId="0"/>
      <p:bldP spid="130056" grpId="0"/>
      <p:bldP spid="130057" grpId="0"/>
      <p:bldP spid="130058" grpId="0"/>
      <p:bldP spid="130059" grpId="0" animBg="1"/>
      <p:bldP spid="130060" grpId="0"/>
      <p:bldP spid="533517"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8" name="Rectangle 6"/>
          <p:cNvSpPr>
            <a:spLocks noGrp="1" noChangeArrowheads="1"/>
          </p:cNvSpPr>
          <p:nvPr>
            <p:ph type="title"/>
          </p:nvPr>
        </p:nvSpPr>
        <p:spPr/>
        <p:txBody>
          <a:bodyPr anchor="ctr"/>
          <a:lstStyle/>
          <a:p>
            <a:pPr eaLnBrk="1" hangingPunct="1"/>
            <a:r>
              <a:rPr lang="zh-CN" altLang="en-US" dirty="0" smtClean="0"/>
              <a:t>最长前缀匹配举例</a:t>
            </a:r>
          </a:p>
        </p:txBody>
      </p:sp>
      <p:sp>
        <p:nvSpPr>
          <p:cNvPr id="535561" name="Rectangle 9"/>
          <p:cNvSpPr>
            <a:spLocks noGrp="1" noChangeArrowheads="1"/>
          </p:cNvSpPr>
          <p:nvPr>
            <p:ph idx="1"/>
          </p:nvPr>
        </p:nvSpPr>
        <p:spPr>
          <a:xfrm>
            <a:off x="442913" y="1266825"/>
            <a:ext cx="10801350" cy="4895850"/>
          </a:xfrm>
        </p:spPr>
        <p:txBody>
          <a:bodyPr/>
          <a:lstStyle/>
          <a:p>
            <a:pPr eaLnBrk="1" hangingPunct="1">
              <a:buFontTx/>
              <a:buNone/>
            </a:pPr>
            <a:r>
              <a:rPr lang="en-US" altLang="zh-CN" b="1" i="1" dirty="0" smtClean="0"/>
              <a:t>D </a:t>
            </a:r>
            <a:r>
              <a:rPr lang="en-US" altLang="zh-CN" b="1" dirty="0" smtClean="0">
                <a:solidFill>
                  <a:srgbClr val="FF0000"/>
                </a:solidFill>
              </a:rPr>
              <a:t>AND</a:t>
            </a:r>
            <a:r>
              <a:rPr lang="en-US" altLang="zh-CN" b="1" dirty="0" smtClean="0"/>
              <a:t> (11111111 11111111 11111100 00000000)</a:t>
            </a:r>
          </a:p>
          <a:p>
            <a:pPr eaLnBrk="1" hangingPunct="1">
              <a:buFontTx/>
              <a:buNone/>
            </a:pPr>
            <a:r>
              <a:rPr lang="en-US" altLang="zh-CN" b="1" dirty="0" smtClean="0"/>
              <a:t>          = 206.0.68.0/22            </a:t>
            </a:r>
            <a:r>
              <a:rPr lang="zh-CN" altLang="en-US" b="1" dirty="0" smtClean="0"/>
              <a:t>匹配</a:t>
            </a:r>
            <a:endParaRPr lang="zh-CN" altLang="en-US" b="1" i="1" dirty="0" smtClean="0"/>
          </a:p>
          <a:p>
            <a:pPr eaLnBrk="1" hangingPunct="1">
              <a:buFontTx/>
              <a:buNone/>
            </a:pPr>
            <a:r>
              <a:rPr lang="en-US" altLang="zh-CN" b="1" i="1" dirty="0" smtClean="0"/>
              <a:t>D </a:t>
            </a:r>
            <a:r>
              <a:rPr lang="en-US" altLang="zh-CN" b="1" dirty="0" smtClean="0">
                <a:solidFill>
                  <a:srgbClr val="FF0000"/>
                </a:solidFill>
              </a:rPr>
              <a:t>AND</a:t>
            </a:r>
            <a:r>
              <a:rPr lang="en-US" altLang="zh-CN" b="1" dirty="0" smtClean="0"/>
              <a:t> (11111111 11111111 11111111 10000000)</a:t>
            </a:r>
          </a:p>
          <a:p>
            <a:pPr eaLnBrk="1" hangingPunct="1">
              <a:buFontTx/>
              <a:buNone/>
            </a:pPr>
            <a:r>
              <a:rPr lang="en-US" altLang="zh-CN" b="1" dirty="0" smtClean="0"/>
              <a:t>         = 206.0.71.128/25         </a:t>
            </a:r>
            <a:r>
              <a:rPr lang="zh-CN" altLang="en-US" b="1" dirty="0" smtClean="0"/>
              <a:t>匹配</a:t>
            </a:r>
          </a:p>
          <a:p>
            <a:pPr eaLnBrk="1" hangingPunct="1">
              <a:buNone/>
            </a:pPr>
            <a:r>
              <a:rPr lang="zh-CN" altLang="en-US" b="1" dirty="0" smtClean="0"/>
              <a:t>选择两个匹配的地址中更具体的一个，即选择</a:t>
            </a:r>
            <a:r>
              <a:rPr lang="zh-CN" altLang="en-US" b="1" dirty="0" smtClean="0">
                <a:solidFill>
                  <a:srgbClr val="FF0000"/>
                </a:solidFill>
              </a:rPr>
              <a:t>网络</a:t>
            </a:r>
            <a:r>
              <a:rPr lang="zh-CN" altLang="en-US" b="1" dirty="0">
                <a:solidFill>
                  <a:srgbClr val="FF0000"/>
                </a:solidFill>
              </a:rPr>
              <a:t>前缀最长</a:t>
            </a:r>
            <a:r>
              <a:rPr lang="zh-CN" altLang="en-US" b="1" dirty="0" smtClean="0"/>
              <a:t>的那个路由。</a:t>
            </a:r>
          </a:p>
        </p:txBody>
      </p:sp>
      <p:sp>
        <p:nvSpPr>
          <p:cNvPr id="535562" name="Line 10"/>
          <p:cNvSpPr>
            <a:spLocks noChangeShapeType="1"/>
          </p:cNvSpPr>
          <p:nvPr/>
        </p:nvSpPr>
        <p:spPr bwMode="auto">
          <a:xfrm>
            <a:off x="839788" y="4221088"/>
            <a:ext cx="8496300"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53556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35561">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35561">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35561">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35561">
                                            <p:txEl>
                                              <p:pRg st="4" end="4"/>
                                            </p:txEl>
                                          </p:spTgt>
                                        </p:tgtEl>
                                        <p:attrNameLst>
                                          <p:attrName>style.visibility</p:attrName>
                                        </p:attrNameLst>
                                      </p:cBhvr>
                                      <p:to>
                                        <p:strVal val="visible"/>
                                      </p:to>
                                    </p:set>
                                  </p:childTnLst>
                                </p:cTn>
                              </p:par>
                            </p:childTnLst>
                          </p:cTn>
                        </p:par>
                        <p:par>
                          <p:cTn id="19" fill="hold" nodeType="afterGroup">
                            <p:stCondLst>
                              <p:cond delay="0"/>
                            </p:stCondLst>
                            <p:childTnLst>
                              <p:par>
                                <p:cTn id="20" presetID="1" presetClass="entr" presetSubtype="0" repeatCount="3000" fill="hold" grpId="0" nodeType="afterEffect">
                                  <p:stCondLst>
                                    <p:cond delay="500"/>
                                  </p:stCondLst>
                                  <p:childTnLst>
                                    <p:set>
                                      <p:cBhvr>
                                        <p:cTn id="21" dur="1" fill="hold">
                                          <p:stCondLst>
                                            <p:cond delay="0"/>
                                          </p:stCondLst>
                                        </p:cTn>
                                        <p:tgtEl>
                                          <p:spTgt spid="535562"/>
                                        </p:tgtEl>
                                        <p:attrNameLst>
                                          <p:attrName>style.visibility</p:attrName>
                                        </p:attrNameLst>
                                      </p:cBhvr>
                                      <p:to>
                                        <p:strVal val="visible"/>
                                      </p:to>
                                    </p:set>
                                  </p:childTnLst>
                                </p:cTn>
                              </p:par>
                            </p:childTnLst>
                          </p:cTn>
                        </p:par>
                        <p:par>
                          <p:cTn id="22" fill="hold" nodeType="afterGroup">
                            <p:stCondLst>
                              <p:cond delay="500"/>
                            </p:stCondLst>
                            <p:childTnLst>
                              <p:par>
                                <p:cTn id="23" presetID="35" presetClass="emph" presetSubtype="0" repeatCount="3000" fill="hold" grpId="1" nodeType="afterEffect">
                                  <p:stCondLst>
                                    <p:cond delay="500"/>
                                  </p:stCondLst>
                                  <p:childTnLst>
                                    <p:anim calcmode="discrete" valueType="str">
                                      <p:cBhvr>
                                        <p:cTn id="24" dur="1000" fill="hold"/>
                                        <p:tgtEl>
                                          <p:spTgt spid="53556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5561" grpId="0" build="p"/>
      <p:bldP spid="535562" grpId="0" animBg="1"/>
      <p:bldP spid="535562" grpId="1"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p:cNvSpPr>
            <a:spLocks noGrp="1" noChangeArrowheads="1"/>
          </p:cNvSpPr>
          <p:nvPr>
            <p:ph type="title"/>
          </p:nvPr>
        </p:nvSpPr>
        <p:spPr/>
        <p:txBody>
          <a:bodyPr anchor="ctr"/>
          <a:lstStyle/>
          <a:p>
            <a:pPr eaLnBrk="1" hangingPunct="1"/>
            <a:r>
              <a:rPr lang="en-US" altLang="zh-CN" dirty="0" smtClean="0"/>
              <a:t>4.3.2 </a:t>
            </a:r>
            <a:r>
              <a:rPr lang="zh-CN" altLang="en-US" dirty="0" smtClean="0"/>
              <a:t>最</a:t>
            </a:r>
            <a:r>
              <a:rPr lang="zh-CN" altLang="en-US" dirty="0"/>
              <a:t>长前缀匹配</a:t>
            </a:r>
          </a:p>
        </p:txBody>
      </p:sp>
      <p:sp>
        <p:nvSpPr>
          <p:cNvPr id="228355" name="Rectangle 3"/>
          <p:cNvSpPr>
            <a:spLocks noGrp="1" noChangeArrowheads="1"/>
          </p:cNvSpPr>
          <p:nvPr>
            <p:ph idx="1"/>
          </p:nvPr>
        </p:nvSpPr>
        <p:spPr>
          <a:xfrm>
            <a:off x="442913" y="1266825"/>
            <a:ext cx="10801350" cy="4895850"/>
          </a:xfrm>
        </p:spPr>
        <p:txBody>
          <a:bodyPr/>
          <a:lstStyle/>
          <a:p>
            <a:pPr algn="just" eaLnBrk="1" hangingPunct="1"/>
            <a:r>
              <a:rPr lang="zh-CN" altLang="en-US" b="1" dirty="0" smtClean="0"/>
              <a:t>在采用最长前缀匹配时，为了提高查找的效率，转发表中的项目要按照网络前缀的长短进行排序，网络前缀越长，其在转发表中的位置就越靠前</a:t>
            </a:r>
            <a:r>
              <a:rPr lang="en-US" altLang="zh-CN" b="1" dirty="0" smtClean="0"/>
              <a:t> </a:t>
            </a:r>
            <a:r>
              <a:rPr lang="zh-CN" altLang="en-US" b="1" dirty="0" smtClean="0"/>
              <a:t>。</a:t>
            </a:r>
            <a:endParaRPr lang="en-US" altLang="zh-CN" b="1" dirty="0" smtClean="0"/>
          </a:p>
          <a:p>
            <a:pPr algn="just" eaLnBrk="1" hangingPunct="1"/>
            <a:r>
              <a:rPr lang="zh-CN" altLang="en-US" b="1" dirty="0" smtClean="0"/>
              <a:t>在进行前缀匹配时，从转发表的第一行开始匹配，只要检查到匹配的，就不再继续往下查找。</a:t>
            </a:r>
          </a:p>
        </p:txBody>
      </p:sp>
    </p:spTree>
    <p:extLst>
      <p:ext uri="{BB962C8B-B14F-4D97-AF65-F5344CB8AC3E}">
        <p14:creationId xmlns:p14="http://schemas.microsoft.com/office/powerpoint/2010/main" val="841859989"/>
      </p:ext>
    </p:extLst>
  </p:cSld>
  <p:clrMapOvr>
    <a:masterClrMapping/>
  </p:clrMapOvr>
  <p:transition spd="slow"/>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页脚占位符 4"/>
          <p:cNvSpPr txBox="1">
            <a:spLocks noGrp="1"/>
          </p:cNvSpPr>
          <p:nvPr/>
        </p:nvSpPr>
        <p:spPr bwMode="auto">
          <a:xfrm>
            <a:off x="7772400" y="6237288"/>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endParaRPr lang="zh-CN" altLang="en-US" sz="1400">
              <a:solidFill>
                <a:schemeClr val="tx1"/>
              </a:solidFill>
              <a:latin typeface="Tahoma" pitchFamily="34" charset="0"/>
              <a:ea typeface="宋体" pitchFamily="2" charset="-122"/>
            </a:endParaRPr>
          </a:p>
        </p:txBody>
      </p:sp>
      <p:sp>
        <p:nvSpPr>
          <p:cNvPr id="160771" name="Rectangle 2"/>
          <p:cNvSpPr>
            <a:spLocks noGrp="1" noChangeArrowheads="1"/>
          </p:cNvSpPr>
          <p:nvPr>
            <p:ph type="title"/>
          </p:nvPr>
        </p:nvSpPr>
        <p:spPr/>
        <p:txBody>
          <a:bodyPr anchor="ctr"/>
          <a:lstStyle/>
          <a:p>
            <a:pPr eaLnBrk="1" hangingPunct="1"/>
            <a:r>
              <a:rPr lang="zh-CN" altLang="en-US" dirty="0" smtClean="0"/>
              <a:t>两种特殊的路由</a:t>
            </a:r>
          </a:p>
        </p:txBody>
      </p:sp>
      <p:sp>
        <p:nvSpPr>
          <p:cNvPr id="160772" name="Rectangle 3"/>
          <p:cNvSpPr>
            <a:spLocks noGrp="1" noChangeArrowheads="1"/>
          </p:cNvSpPr>
          <p:nvPr>
            <p:ph idx="1"/>
          </p:nvPr>
        </p:nvSpPr>
        <p:spPr>
          <a:xfrm>
            <a:off x="458679" y="1269454"/>
            <a:ext cx="10801350" cy="4895850"/>
          </a:xfrm>
        </p:spPr>
        <p:txBody>
          <a:bodyPr/>
          <a:lstStyle/>
          <a:p>
            <a:pPr marL="342000" lvl="1" indent="-14400" eaLnBrk="1" hangingPunct="1">
              <a:buClr>
                <a:srgbClr val="000000"/>
              </a:buClr>
              <a:buFont typeface="Wingdings" pitchFamily="2" charset="2"/>
              <a:buChar char="Ø"/>
            </a:pPr>
            <a:r>
              <a:rPr lang="zh-CN" altLang="en-US" sz="3200" b="1" dirty="0" smtClean="0"/>
              <a:t>虽然互联网中几乎所有的分组转发都是基于目的主机所在的网络进行的，但在大多数情况下都允许对特定的目的主机指明一个路由，这种路由叫做</a:t>
            </a:r>
            <a:r>
              <a:rPr lang="zh-CN" altLang="en-US" sz="3200" b="1" dirty="0" smtClean="0">
                <a:solidFill>
                  <a:srgbClr val="FF0000"/>
                </a:solidFill>
              </a:rPr>
              <a:t>特定主机路由</a:t>
            </a:r>
            <a:r>
              <a:rPr lang="zh-CN" altLang="en-US" sz="3200" b="1" dirty="0" smtClean="0"/>
              <a:t>。</a:t>
            </a:r>
            <a:endParaRPr lang="en-US" altLang="zh-CN" sz="3200" b="1" dirty="0" smtClean="0"/>
          </a:p>
          <a:p>
            <a:pPr marL="342000" lvl="1" indent="-14400" eaLnBrk="1" hangingPunct="1">
              <a:buClr>
                <a:srgbClr val="000000"/>
              </a:buClr>
              <a:buFont typeface="Wingdings" pitchFamily="2" charset="2"/>
              <a:buChar char="Ø"/>
            </a:pPr>
            <a:r>
              <a:rPr lang="zh-CN" altLang="en-US" sz="3200" b="1" dirty="0" smtClean="0"/>
              <a:t>假设特定主机的 </a:t>
            </a:r>
            <a:r>
              <a:rPr lang="en-US" altLang="zh-CN" sz="3200" b="1" dirty="0" smtClean="0"/>
              <a:t>IP </a:t>
            </a:r>
            <a:r>
              <a:rPr lang="zh-CN" altLang="en-US" sz="3200" b="1" dirty="0" smtClean="0"/>
              <a:t>地址是 </a:t>
            </a:r>
            <a:r>
              <a:rPr lang="en-US" altLang="zh-CN" sz="3200" b="1" dirty="0" err="1" smtClean="0"/>
              <a:t>a.b.c.d</a:t>
            </a:r>
            <a:r>
              <a:rPr lang="zh-CN" altLang="en-US" sz="3200" b="1" dirty="0" smtClean="0"/>
              <a:t>，那么在转发表中对应于特定主机路由的网络前缀就是 </a:t>
            </a:r>
            <a:r>
              <a:rPr lang="en-US" altLang="zh-CN" sz="3200" b="1" dirty="0" err="1" smtClean="0"/>
              <a:t>a.b.c.d</a:t>
            </a:r>
            <a:r>
              <a:rPr lang="en-US" altLang="zh-CN" sz="3200" b="1" dirty="0" smtClean="0"/>
              <a:t>/32</a:t>
            </a:r>
            <a:r>
              <a:rPr lang="zh-CN" altLang="en-US" sz="3200" b="1" dirty="0" smtClean="0"/>
              <a:t>。特定主机路由一般位于转发表的最前面。</a:t>
            </a:r>
            <a:endParaRPr lang="en-US" altLang="zh-CN" sz="3200" b="1" dirty="0" smtClean="0"/>
          </a:p>
          <a:p>
            <a:pPr marL="342000" lvl="1" indent="-14400" eaLnBrk="1" hangingPunct="1">
              <a:buClr>
                <a:srgbClr val="000000"/>
              </a:buClr>
              <a:buFont typeface="Wingdings" pitchFamily="2" charset="2"/>
              <a:buChar char="Ø"/>
            </a:pPr>
            <a:r>
              <a:rPr lang="zh-CN" altLang="en-US" sz="3200" b="1" dirty="0"/>
              <a:t>还有一种特殊路由叫</a:t>
            </a:r>
            <a:r>
              <a:rPr lang="zh-CN" altLang="en-US" sz="3200" b="1" dirty="0">
                <a:solidFill>
                  <a:srgbClr val="FF0000"/>
                </a:solidFill>
              </a:rPr>
              <a:t>默认路由</a:t>
            </a:r>
            <a:r>
              <a:rPr lang="en-US" altLang="zh-CN" sz="3200" b="1" dirty="0"/>
              <a:t>(default route)</a:t>
            </a:r>
            <a:r>
              <a:rPr lang="zh-CN" altLang="en-US" sz="3200" b="1" dirty="0"/>
              <a:t> 。</a:t>
            </a:r>
            <a:endParaRPr lang="zh-CN" altLang="en-US" sz="3200" b="1" dirty="0" smtClean="0"/>
          </a:p>
          <a:p>
            <a:pPr lvl="1" eaLnBrk="1" hangingPunct="1"/>
            <a:endParaRPr lang="zh-CN" altLang="en-US" b="1" dirty="0" smtClean="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0772">
                                            <p:txEl>
                                              <p:pRg st="1" end="1"/>
                                            </p:txEl>
                                          </p:spTgt>
                                        </p:tgtEl>
                                        <p:attrNameLst>
                                          <p:attrName>style.visibility</p:attrName>
                                        </p:attrNameLst>
                                      </p:cBhvr>
                                      <p:to>
                                        <p:strVal val="visible"/>
                                      </p:to>
                                    </p:set>
                                    <p:anim calcmode="lin" valueType="num">
                                      <p:cBhvr additive="base">
                                        <p:cTn id="7" dur="500" fill="hold"/>
                                        <p:tgtEl>
                                          <p:spTgt spid="16077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077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0772">
                                            <p:txEl>
                                              <p:pRg st="2" end="2"/>
                                            </p:txEl>
                                          </p:spTgt>
                                        </p:tgtEl>
                                        <p:attrNameLst>
                                          <p:attrName>style.visibility</p:attrName>
                                        </p:attrNameLst>
                                      </p:cBhvr>
                                      <p:to>
                                        <p:strVal val="visible"/>
                                      </p:to>
                                    </p:set>
                                    <p:anim calcmode="lin" valueType="num">
                                      <p:cBhvr additive="base">
                                        <p:cTn id="13" dur="500" fill="hold"/>
                                        <p:tgtEl>
                                          <p:spTgt spid="16077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077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页脚占位符 4"/>
          <p:cNvSpPr txBox="1">
            <a:spLocks noGrp="1"/>
          </p:cNvSpPr>
          <p:nvPr/>
        </p:nvSpPr>
        <p:spPr bwMode="auto">
          <a:xfrm>
            <a:off x="7772400" y="6237288"/>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endParaRPr lang="zh-CN" altLang="en-US" sz="1400">
              <a:solidFill>
                <a:schemeClr val="tx1"/>
              </a:solidFill>
              <a:latin typeface="Tahoma" pitchFamily="34" charset="0"/>
              <a:ea typeface="宋体" pitchFamily="2" charset="-122"/>
            </a:endParaRPr>
          </a:p>
        </p:txBody>
      </p:sp>
      <p:sp>
        <p:nvSpPr>
          <p:cNvPr id="164867" name="Rectangle 2"/>
          <p:cNvSpPr>
            <a:spLocks noGrp="1" noChangeArrowheads="1"/>
          </p:cNvSpPr>
          <p:nvPr>
            <p:ph type="title"/>
          </p:nvPr>
        </p:nvSpPr>
        <p:spPr/>
        <p:txBody>
          <a:bodyPr anchor="ctr"/>
          <a:lstStyle/>
          <a:p>
            <a:pPr eaLnBrk="1" hangingPunct="1"/>
            <a:r>
              <a:rPr lang="zh-CN" altLang="en-US" dirty="0"/>
              <a:t>两种特殊的路由</a:t>
            </a:r>
            <a:endParaRPr lang="en-US" altLang="zh-CN" dirty="0" smtClean="0"/>
          </a:p>
        </p:txBody>
      </p:sp>
      <p:sp>
        <p:nvSpPr>
          <p:cNvPr id="164868" name="Rectangle 3"/>
          <p:cNvSpPr>
            <a:spLocks noGrp="1" noChangeArrowheads="1"/>
          </p:cNvSpPr>
          <p:nvPr>
            <p:ph idx="1"/>
          </p:nvPr>
        </p:nvSpPr>
        <p:spPr/>
        <p:txBody>
          <a:bodyPr/>
          <a:lstStyle/>
          <a:p>
            <a:pPr eaLnBrk="1" hangingPunct="1"/>
            <a:r>
              <a:rPr lang="zh-CN" altLang="en-US" b="1" dirty="0" smtClean="0"/>
              <a:t>在实际的转发表中，对应于默认路由的网络前缀是 </a:t>
            </a:r>
            <a:r>
              <a:rPr lang="en-US" altLang="zh-CN" b="1" dirty="0" smtClean="0"/>
              <a:t>0.0.0.0/0</a:t>
            </a:r>
            <a:r>
              <a:rPr lang="zh-CN" altLang="en-US" b="1" dirty="0" smtClean="0"/>
              <a:t>。网络前缀长度为 </a:t>
            </a:r>
            <a:r>
              <a:rPr lang="en-US" altLang="zh-CN" b="1" dirty="0" smtClean="0"/>
              <a:t>0</a:t>
            </a:r>
            <a:r>
              <a:rPr lang="zh-CN" altLang="en-US" b="1" dirty="0" smtClean="0"/>
              <a:t>，表明地址掩码是 </a:t>
            </a:r>
            <a:r>
              <a:rPr lang="en-US" altLang="zh-CN" b="1" dirty="0" smtClean="0"/>
              <a:t>32 </a:t>
            </a:r>
            <a:r>
              <a:rPr lang="zh-CN" altLang="en-US" b="1" dirty="0" smtClean="0"/>
              <a:t>个 </a:t>
            </a:r>
            <a:r>
              <a:rPr lang="en-US" altLang="zh-CN" b="1" dirty="0" smtClean="0"/>
              <a:t>0</a:t>
            </a:r>
            <a:r>
              <a:rPr lang="zh-CN" altLang="en-US" b="1" dirty="0" smtClean="0"/>
              <a:t>，而任何目的地址与全 </a:t>
            </a:r>
            <a:r>
              <a:rPr lang="en-US" altLang="zh-CN" b="1" dirty="0" smtClean="0"/>
              <a:t>0 </a:t>
            </a:r>
            <a:r>
              <a:rPr lang="zh-CN" altLang="en-US" b="1" dirty="0" smtClean="0"/>
              <a:t>的掩码</a:t>
            </a:r>
            <a:r>
              <a:rPr lang="zh-CN" altLang="en-US" b="1" dirty="0" smtClean="0">
                <a:solidFill>
                  <a:srgbClr val="FF0000"/>
                </a:solidFill>
              </a:rPr>
              <a:t>按位 </a:t>
            </a:r>
            <a:r>
              <a:rPr lang="en-US" altLang="zh-CN" b="1" dirty="0" smtClean="0">
                <a:solidFill>
                  <a:srgbClr val="FF0000"/>
                </a:solidFill>
              </a:rPr>
              <a:t>AND </a:t>
            </a:r>
            <a:r>
              <a:rPr lang="zh-CN" altLang="en-US" b="1" dirty="0" smtClean="0"/>
              <a:t>运算的结果都是 </a:t>
            </a:r>
            <a:r>
              <a:rPr lang="en-US" altLang="zh-CN" b="1" dirty="0" smtClean="0"/>
              <a:t>0.0.0.0</a:t>
            </a:r>
            <a:r>
              <a:rPr lang="zh-CN" altLang="en-US" b="1" dirty="0" smtClean="0"/>
              <a:t>，都能与默认路由匹配。 </a:t>
            </a:r>
            <a:endParaRPr lang="en-US" altLang="zh-CN" b="1" dirty="0" smtClean="0"/>
          </a:p>
          <a:p>
            <a:pPr eaLnBrk="1" hangingPunct="1"/>
            <a:r>
              <a:rPr lang="zh-CN" altLang="en-US" b="1" dirty="0"/>
              <a:t>默认</a:t>
            </a:r>
            <a:r>
              <a:rPr lang="zh-CN" altLang="en-US" b="1" dirty="0" smtClean="0"/>
              <a:t>路由一般位于转发表的最后一条，只有在</a:t>
            </a:r>
            <a:r>
              <a:rPr lang="zh-CN" altLang="en-US" b="1" dirty="0"/>
              <a:t>转发表中的其他路由都不匹配的时候才会用</a:t>
            </a:r>
            <a:r>
              <a:rPr lang="zh-CN" altLang="en-US" b="1" dirty="0" smtClean="0"/>
              <a:t>到默认路由。</a:t>
            </a:r>
            <a:endParaRPr lang="en-US" altLang="zh-CN" b="1" dirty="0" smtClean="0"/>
          </a:p>
          <a:p>
            <a:pPr eaLnBrk="1" hangingPunct="1"/>
            <a:r>
              <a:rPr lang="zh-CN" altLang="en-US" b="1" dirty="0" smtClean="0"/>
              <a:t>在网络只有很少的对外连接时使用默认路由非常有用。</a:t>
            </a:r>
            <a:endParaRPr lang="en-US" altLang="zh-CN" b="1" dirty="0"/>
          </a:p>
          <a:p>
            <a:pPr eaLnBrk="1" hangingPunct="1"/>
            <a:endParaRPr lang="zh-CN" altLang="en-US" b="1" dirty="0" smtClean="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4868">
                                            <p:txEl>
                                              <p:pRg st="1" end="1"/>
                                            </p:txEl>
                                          </p:spTgt>
                                        </p:tgtEl>
                                        <p:attrNameLst>
                                          <p:attrName>style.visibility</p:attrName>
                                        </p:attrNameLst>
                                      </p:cBhvr>
                                      <p:to>
                                        <p:strVal val="visible"/>
                                      </p:to>
                                    </p:set>
                                    <p:anim calcmode="lin" valueType="num">
                                      <p:cBhvr additive="base">
                                        <p:cTn id="7" dur="500" fill="hold"/>
                                        <p:tgtEl>
                                          <p:spTgt spid="16486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486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4868">
                                            <p:txEl>
                                              <p:pRg st="2" end="2"/>
                                            </p:txEl>
                                          </p:spTgt>
                                        </p:tgtEl>
                                        <p:attrNameLst>
                                          <p:attrName>style.visibility</p:attrName>
                                        </p:attrNameLst>
                                      </p:cBhvr>
                                      <p:to>
                                        <p:strVal val="visible"/>
                                      </p:to>
                                    </p:set>
                                    <p:anim calcmode="lin" valueType="num">
                                      <p:cBhvr additive="base">
                                        <p:cTn id="13" dur="500" fill="hold"/>
                                        <p:tgtEl>
                                          <p:spTgt spid="16486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486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36"/>
          <p:cNvSpPr>
            <a:spLocks noChangeArrowheads="1"/>
          </p:cNvSpPr>
          <p:nvPr/>
        </p:nvSpPr>
        <p:spPr bwMode="auto">
          <a:xfrm>
            <a:off x="1714500" y="4511253"/>
            <a:ext cx="2165350" cy="1436687"/>
          </a:xfrm>
          <a:prstGeom prst="rect">
            <a:avLst/>
          </a:prstGeom>
          <a:solidFill>
            <a:srgbClr val="FFFFCC"/>
          </a:solidFill>
          <a:ln w="1905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166915" name="Line 4"/>
          <p:cNvSpPr>
            <a:spLocks noChangeShapeType="1"/>
          </p:cNvSpPr>
          <p:nvPr/>
        </p:nvSpPr>
        <p:spPr bwMode="auto">
          <a:xfrm flipV="1">
            <a:off x="6665913" y="4088978"/>
            <a:ext cx="690562" cy="3730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66916" name="Line 5"/>
          <p:cNvSpPr>
            <a:spLocks noChangeShapeType="1"/>
          </p:cNvSpPr>
          <p:nvPr/>
        </p:nvSpPr>
        <p:spPr bwMode="auto">
          <a:xfrm flipV="1">
            <a:off x="6173788" y="4554115"/>
            <a:ext cx="395287" cy="3730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66917" name="Line 6"/>
          <p:cNvSpPr>
            <a:spLocks noChangeShapeType="1"/>
          </p:cNvSpPr>
          <p:nvPr/>
        </p:nvSpPr>
        <p:spPr bwMode="auto">
          <a:xfrm flipV="1">
            <a:off x="6488113" y="5165303"/>
            <a:ext cx="1131887" cy="222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66918" name="Line 7"/>
          <p:cNvSpPr>
            <a:spLocks noChangeShapeType="1"/>
          </p:cNvSpPr>
          <p:nvPr/>
        </p:nvSpPr>
        <p:spPr bwMode="auto">
          <a:xfrm flipH="1">
            <a:off x="5189538" y="5298653"/>
            <a:ext cx="590550" cy="6524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66919" name="Line 8"/>
          <p:cNvSpPr>
            <a:spLocks noChangeShapeType="1"/>
          </p:cNvSpPr>
          <p:nvPr/>
        </p:nvSpPr>
        <p:spPr bwMode="auto">
          <a:xfrm>
            <a:off x="6173788" y="5390728"/>
            <a:ext cx="295275" cy="6524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66920" name="Line 9"/>
          <p:cNvSpPr>
            <a:spLocks noChangeShapeType="1"/>
          </p:cNvSpPr>
          <p:nvPr/>
        </p:nvSpPr>
        <p:spPr bwMode="auto">
          <a:xfrm flipV="1">
            <a:off x="4794250" y="5206578"/>
            <a:ext cx="788988" cy="920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166921" name="Group 10"/>
          <p:cNvGrpSpPr>
            <a:grpSpLocks/>
          </p:cNvGrpSpPr>
          <p:nvPr/>
        </p:nvGrpSpPr>
        <p:grpSpPr bwMode="auto">
          <a:xfrm>
            <a:off x="5284788" y="4741440"/>
            <a:ext cx="1379537" cy="836613"/>
            <a:chOff x="1746" y="2024"/>
            <a:chExt cx="1678" cy="1451"/>
          </a:xfrm>
        </p:grpSpPr>
        <p:sp>
          <p:nvSpPr>
            <p:cNvPr id="166962" name="Oval 11"/>
            <p:cNvSpPr>
              <a:spLocks noChangeArrowheads="1"/>
            </p:cNvSpPr>
            <p:nvPr/>
          </p:nvSpPr>
          <p:spPr bwMode="auto">
            <a:xfrm>
              <a:off x="2333" y="2052"/>
              <a:ext cx="716" cy="573"/>
            </a:xfrm>
            <a:prstGeom prst="ellipse">
              <a:avLst/>
            </a:prstGeom>
            <a:solidFill>
              <a:srgbClr val="DDDDDD"/>
            </a:solidFill>
            <a:ln>
              <a:noFill/>
            </a:ln>
            <a:effectLst>
              <a:outerShdw dist="35921" dir="2700000" algn="ctr" rotWithShape="0">
                <a:srgbClr val="DDDDDD"/>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solidFill>
                  <a:srgbClr val="000000"/>
                </a:solidFill>
                <a:latin typeface="Tahoma" pitchFamily="34" charset="0"/>
                <a:ea typeface="黑体" pitchFamily="2" charset="-122"/>
              </a:endParaRPr>
            </a:p>
          </p:txBody>
        </p:sp>
        <p:sp>
          <p:nvSpPr>
            <p:cNvPr id="166963" name="Oval 12"/>
            <p:cNvSpPr>
              <a:spLocks noChangeArrowheads="1"/>
            </p:cNvSpPr>
            <p:nvPr/>
          </p:nvSpPr>
          <p:spPr bwMode="auto">
            <a:xfrm>
              <a:off x="1928" y="2208"/>
              <a:ext cx="546" cy="570"/>
            </a:xfrm>
            <a:prstGeom prst="ellipse">
              <a:avLst/>
            </a:prstGeom>
            <a:solidFill>
              <a:srgbClr val="DDDDDD"/>
            </a:solidFill>
            <a:ln>
              <a:noFill/>
            </a:ln>
            <a:effectLst>
              <a:outerShdw dist="35921" dir="2700000" algn="ctr" rotWithShape="0">
                <a:srgbClr val="DDDDDD"/>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solidFill>
                  <a:srgbClr val="000000"/>
                </a:solidFill>
                <a:latin typeface="Tahoma" pitchFamily="34" charset="0"/>
                <a:ea typeface="黑体" pitchFamily="2" charset="-122"/>
              </a:endParaRPr>
            </a:p>
          </p:txBody>
        </p:sp>
        <p:sp>
          <p:nvSpPr>
            <p:cNvPr id="166964" name="Oval 13"/>
            <p:cNvSpPr>
              <a:spLocks noChangeArrowheads="1"/>
            </p:cNvSpPr>
            <p:nvPr/>
          </p:nvSpPr>
          <p:spPr bwMode="auto">
            <a:xfrm>
              <a:off x="1756" y="2566"/>
              <a:ext cx="365" cy="454"/>
            </a:xfrm>
            <a:prstGeom prst="ellipse">
              <a:avLst/>
            </a:prstGeom>
            <a:solidFill>
              <a:srgbClr val="DDDDDD"/>
            </a:solidFill>
            <a:ln>
              <a:noFill/>
            </a:ln>
            <a:effectLst>
              <a:outerShdw dist="35921" dir="2700000" algn="ctr" rotWithShape="0">
                <a:srgbClr val="DDDDDD"/>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solidFill>
                  <a:srgbClr val="000000"/>
                </a:solidFill>
                <a:latin typeface="Tahoma" pitchFamily="34" charset="0"/>
                <a:ea typeface="黑体" pitchFamily="2" charset="-122"/>
              </a:endParaRPr>
            </a:p>
          </p:txBody>
        </p:sp>
        <p:sp>
          <p:nvSpPr>
            <p:cNvPr id="166965" name="Oval 14"/>
            <p:cNvSpPr>
              <a:spLocks noChangeArrowheads="1"/>
            </p:cNvSpPr>
            <p:nvPr/>
          </p:nvSpPr>
          <p:spPr bwMode="auto">
            <a:xfrm>
              <a:off x="1868" y="2778"/>
              <a:ext cx="556" cy="501"/>
            </a:xfrm>
            <a:prstGeom prst="ellipse">
              <a:avLst/>
            </a:prstGeom>
            <a:solidFill>
              <a:srgbClr val="DDDDDD"/>
            </a:solidFill>
            <a:ln>
              <a:noFill/>
            </a:ln>
            <a:effectLst>
              <a:outerShdw dist="35921" dir="2700000" algn="ctr" rotWithShape="0">
                <a:srgbClr val="DDDDDD"/>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solidFill>
                  <a:srgbClr val="000000"/>
                </a:solidFill>
                <a:latin typeface="Tahoma" pitchFamily="34" charset="0"/>
                <a:ea typeface="黑体" pitchFamily="2" charset="-122"/>
              </a:endParaRPr>
            </a:p>
          </p:txBody>
        </p:sp>
        <p:sp>
          <p:nvSpPr>
            <p:cNvPr id="166966" name="Oval 15"/>
            <p:cNvSpPr>
              <a:spLocks noChangeArrowheads="1"/>
            </p:cNvSpPr>
            <p:nvPr/>
          </p:nvSpPr>
          <p:spPr bwMode="auto">
            <a:xfrm>
              <a:off x="2271" y="2864"/>
              <a:ext cx="840" cy="600"/>
            </a:xfrm>
            <a:prstGeom prst="ellipse">
              <a:avLst/>
            </a:prstGeom>
            <a:solidFill>
              <a:srgbClr val="000000"/>
            </a:solidFill>
            <a:ln>
              <a:noFill/>
            </a:ln>
            <a:effectLst>
              <a:outerShdw dist="35921" dir="2700000" algn="ctr" rotWithShape="0">
                <a:srgbClr val="DDDDDD"/>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solidFill>
                  <a:srgbClr val="000000"/>
                </a:solidFill>
                <a:latin typeface="Tahoma" pitchFamily="34" charset="0"/>
                <a:ea typeface="黑体" pitchFamily="2" charset="-122"/>
              </a:endParaRPr>
            </a:p>
          </p:txBody>
        </p:sp>
        <p:sp>
          <p:nvSpPr>
            <p:cNvPr id="166967" name="Oval 16"/>
            <p:cNvSpPr>
              <a:spLocks noChangeArrowheads="1"/>
            </p:cNvSpPr>
            <p:nvPr/>
          </p:nvSpPr>
          <p:spPr bwMode="auto">
            <a:xfrm>
              <a:off x="2818" y="2225"/>
              <a:ext cx="525" cy="441"/>
            </a:xfrm>
            <a:prstGeom prst="ellipse">
              <a:avLst/>
            </a:prstGeom>
            <a:solidFill>
              <a:srgbClr val="DDDDDD"/>
            </a:solidFill>
            <a:ln>
              <a:noFill/>
            </a:ln>
            <a:effectLst>
              <a:outerShdw dist="35921" dir="2700000" algn="ctr" rotWithShape="0">
                <a:srgbClr val="DDDDDD"/>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solidFill>
                  <a:srgbClr val="000000"/>
                </a:solidFill>
                <a:latin typeface="Tahoma" pitchFamily="34" charset="0"/>
                <a:ea typeface="黑体" pitchFamily="2" charset="-122"/>
              </a:endParaRPr>
            </a:p>
          </p:txBody>
        </p:sp>
        <p:sp>
          <p:nvSpPr>
            <p:cNvPr id="166968" name="Oval 17"/>
            <p:cNvSpPr>
              <a:spLocks noChangeArrowheads="1"/>
            </p:cNvSpPr>
            <p:nvPr/>
          </p:nvSpPr>
          <p:spPr bwMode="auto">
            <a:xfrm>
              <a:off x="2899" y="2522"/>
              <a:ext cx="525" cy="443"/>
            </a:xfrm>
            <a:prstGeom prst="ellipse">
              <a:avLst/>
            </a:prstGeom>
            <a:solidFill>
              <a:srgbClr val="DDDDDD"/>
            </a:solidFill>
            <a:ln>
              <a:noFill/>
            </a:ln>
            <a:effectLst>
              <a:outerShdw dist="35921" dir="2700000" algn="ctr" rotWithShape="0">
                <a:srgbClr val="DDDDDD"/>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solidFill>
                  <a:srgbClr val="000000"/>
                </a:solidFill>
                <a:latin typeface="Tahoma" pitchFamily="34" charset="0"/>
                <a:ea typeface="黑体" pitchFamily="2" charset="-122"/>
              </a:endParaRPr>
            </a:p>
          </p:txBody>
        </p:sp>
        <p:sp>
          <p:nvSpPr>
            <p:cNvPr id="166969" name="Oval 18"/>
            <p:cNvSpPr>
              <a:spLocks noChangeArrowheads="1"/>
            </p:cNvSpPr>
            <p:nvPr/>
          </p:nvSpPr>
          <p:spPr bwMode="auto">
            <a:xfrm rot="1140760">
              <a:off x="2849" y="2624"/>
              <a:ext cx="525" cy="741"/>
            </a:xfrm>
            <a:prstGeom prst="ellipse">
              <a:avLst/>
            </a:prstGeom>
            <a:solidFill>
              <a:srgbClr val="DDDDDD"/>
            </a:solidFill>
            <a:ln>
              <a:noFill/>
            </a:ln>
            <a:effectLst>
              <a:outerShdw dist="35921" dir="2700000" algn="ctr" rotWithShape="0">
                <a:srgbClr val="DDDDDD"/>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solidFill>
                  <a:srgbClr val="000000"/>
                </a:solidFill>
                <a:latin typeface="Tahoma" pitchFamily="34" charset="0"/>
                <a:ea typeface="黑体" pitchFamily="2" charset="-122"/>
              </a:endParaRPr>
            </a:p>
          </p:txBody>
        </p:sp>
        <p:sp>
          <p:nvSpPr>
            <p:cNvPr id="166970" name="Oval 19"/>
            <p:cNvSpPr>
              <a:spLocks noChangeArrowheads="1"/>
            </p:cNvSpPr>
            <p:nvPr/>
          </p:nvSpPr>
          <p:spPr bwMode="auto">
            <a:xfrm>
              <a:off x="2059" y="2396"/>
              <a:ext cx="1081" cy="741"/>
            </a:xfrm>
            <a:prstGeom prst="ellipse">
              <a:avLst/>
            </a:prstGeom>
            <a:solidFill>
              <a:srgbClr val="DDDDDD"/>
            </a:solidFill>
            <a:ln>
              <a:noFill/>
            </a:ln>
            <a:effectLst>
              <a:outerShdw dist="35921" dir="2700000" algn="ctr" rotWithShape="0">
                <a:srgbClr val="DDDDDD"/>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solidFill>
                  <a:srgbClr val="000000"/>
                </a:solidFill>
                <a:latin typeface="Tahoma" pitchFamily="34" charset="0"/>
                <a:ea typeface="黑体" pitchFamily="2" charset="-122"/>
              </a:endParaRPr>
            </a:p>
          </p:txBody>
        </p:sp>
        <p:sp>
          <p:nvSpPr>
            <p:cNvPr id="166971" name="Oval 20"/>
            <p:cNvSpPr>
              <a:spLocks noChangeArrowheads="1"/>
            </p:cNvSpPr>
            <p:nvPr/>
          </p:nvSpPr>
          <p:spPr bwMode="auto">
            <a:xfrm>
              <a:off x="2321" y="2024"/>
              <a:ext cx="718" cy="570"/>
            </a:xfrm>
            <a:prstGeom prst="ellipse">
              <a:avLst/>
            </a:prstGeom>
            <a:solidFill>
              <a:srgbClr val="DDDDDD"/>
            </a:solidFill>
            <a:ln>
              <a:noFill/>
            </a:ln>
            <a:effectLst>
              <a:outerShdw dist="35921" dir="2700000" algn="ctr" rotWithShape="0">
                <a:srgbClr val="DDDDDD"/>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solidFill>
                  <a:srgbClr val="000000"/>
                </a:solidFill>
                <a:latin typeface="Tahoma" pitchFamily="34" charset="0"/>
                <a:ea typeface="黑体" pitchFamily="2" charset="-122"/>
              </a:endParaRPr>
            </a:p>
          </p:txBody>
        </p:sp>
        <p:sp>
          <p:nvSpPr>
            <p:cNvPr id="166972" name="Oval 21"/>
            <p:cNvSpPr>
              <a:spLocks noChangeArrowheads="1"/>
            </p:cNvSpPr>
            <p:nvPr/>
          </p:nvSpPr>
          <p:spPr bwMode="auto">
            <a:xfrm>
              <a:off x="1918" y="2181"/>
              <a:ext cx="546" cy="570"/>
            </a:xfrm>
            <a:prstGeom prst="ellipse">
              <a:avLst/>
            </a:prstGeom>
            <a:solidFill>
              <a:srgbClr val="DDDDDD"/>
            </a:solidFill>
            <a:ln>
              <a:noFill/>
            </a:ln>
            <a:effectLst>
              <a:outerShdw dist="35921" dir="2700000" algn="ctr" rotWithShape="0">
                <a:srgbClr val="DDDDDD"/>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solidFill>
                  <a:srgbClr val="000000"/>
                </a:solidFill>
                <a:latin typeface="Tahoma" pitchFamily="34" charset="0"/>
                <a:ea typeface="黑体" pitchFamily="2" charset="-122"/>
              </a:endParaRPr>
            </a:p>
          </p:txBody>
        </p:sp>
        <p:sp>
          <p:nvSpPr>
            <p:cNvPr id="166973" name="Oval 22"/>
            <p:cNvSpPr>
              <a:spLocks noChangeArrowheads="1"/>
            </p:cNvSpPr>
            <p:nvPr/>
          </p:nvSpPr>
          <p:spPr bwMode="auto">
            <a:xfrm>
              <a:off x="1746" y="2539"/>
              <a:ext cx="365" cy="454"/>
            </a:xfrm>
            <a:prstGeom prst="ellipse">
              <a:avLst/>
            </a:prstGeom>
            <a:solidFill>
              <a:srgbClr val="DDDDDD"/>
            </a:solidFill>
            <a:ln>
              <a:noFill/>
            </a:ln>
            <a:effectLst>
              <a:outerShdw dist="35921" dir="2700000" algn="ctr" rotWithShape="0">
                <a:srgbClr val="DDDDDD"/>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solidFill>
                  <a:srgbClr val="000000"/>
                </a:solidFill>
                <a:latin typeface="Tahoma" pitchFamily="34" charset="0"/>
                <a:ea typeface="黑体" pitchFamily="2" charset="-122"/>
              </a:endParaRPr>
            </a:p>
          </p:txBody>
        </p:sp>
        <p:sp>
          <p:nvSpPr>
            <p:cNvPr id="166974" name="Oval 23"/>
            <p:cNvSpPr>
              <a:spLocks noChangeArrowheads="1"/>
            </p:cNvSpPr>
            <p:nvPr/>
          </p:nvSpPr>
          <p:spPr bwMode="auto">
            <a:xfrm>
              <a:off x="1856" y="2751"/>
              <a:ext cx="556" cy="501"/>
            </a:xfrm>
            <a:prstGeom prst="ellipse">
              <a:avLst/>
            </a:prstGeom>
            <a:solidFill>
              <a:srgbClr val="DDDDDD"/>
            </a:solidFill>
            <a:ln>
              <a:noFill/>
            </a:ln>
            <a:effectLst>
              <a:outerShdw dist="35921" dir="2700000" algn="ctr" rotWithShape="0">
                <a:srgbClr val="DDDDDD"/>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solidFill>
                  <a:srgbClr val="000000"/>
                </a:solidFill>
                <a:latin typeface="Tahoma" pitchFamily="34" charset="0"/>
                <a:ea typeface="黑体" pitchFamily="2" charset="-122"/>
              </a:endParaRPr>
            </a:p>
          </p:txBody>
        </p:sp>
        <p:sp>
          <p:nvSpPr>
            <p:cNvPr id="166975" name="Oval 24"/>
            <p:cNvSpPr>
              <a:spLocks noChangeArrowheads="1"/>
            </p:cNvSpPr>
            <p:nvPr/>
          </p:nvSpPr>
          <p:spPr bwMode="auto">
            <a:xfrm>
              <a:off x="2262" y="2875"/>
              <a:ext cx="838" cy="600"/>
            </a:xfrm>
            <a:prstGeom prst="ellipse">
              <a:avLst/>
            </a:prstGeom>
            <a:solidFill>
              <a:srgbClr val="DDDDDD"/>
            </a:solidFill>
            <a:ln>
              <a:noFill/>
            </a:ln>
            <a:effectLst>
              <a:outerShdw dist="28398" dir="20006097" algn="ctr" rotWithShape="0">
                <a:srgbClr val="DDDDDD"/>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solidFill>
                  <a:srgbClr val="000000"/>
                </a:solidFill>
                <a:latin typeface="Tahoma" pitchFamily="34" charset="0"/>
                <a:ea typeface="黑体" pitchFamily="2" charset="-122"/>
              </a:endParaRPr>
            </a:p>
          </p:txBody>
        </p:sp>
        <p:sp>
          <p:nvSpPr>
            <p:cNvPr id="166976" name="Oval 25"/>
            <p:cNvSpPr>
              <a:spLocks noChangeArrowheads="1"/>
            </p:cNvSpPr>
            <p:nvPr/>
          </p:nvSpPr>
          <p:spPr bwMode="auto">
            <a:xfrm>
              <a:off x="2806" y="2195"/>
              <a:ext cx="527" cy="443"/>
            </a:xfrm>
            <a:prstGeom prst="ellipse">
              <a:avLst/>
            </a:prstGeom>
            <a:solidFill>
              <a:srgbClr val="DDDDDD"/>
            </a:solidFill>
            <a:ln>
              <a:noFill/>
            </a:ln>
            <a:effectLst>
              <a:outerShdw dist="35921" dir="2700000" algn="ctr" rotWithShape="0">
                <a:srgbClr val="DDDDDD"/>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solidFill>
                  <a:srgbClr val="000000"/>
                </a:solidFill>
                <a:latin typeface="Tahoma" pitchFamily="34" charset="0"/>
                <a:ea typeface="黑体" pitchFamily="2" charset="-122"/>
              </a:endParaRPr>
            </a:p>
          </p:txBody>
        </p:sp>
        <p:sp>
          <p:nvSpPr>
            <p:cNvPr id="166977" name="Oval 26"/>
            <p:cNvSpPr>
              <a:spLocks noChangeArrowheads="1"/>
            </p:cNvSpPr>
            <p:nvPr/>
          </p:nvSpPr>
          <p:spPr bwMode="auto">
            <a:xfrm>
              <a:off x="2887" y="2495"/>
              <a:ext cx="527" cy="443"/>
            </a:xfrm>
            <a:prstGeom prst="ellipse">
              <a:avLst/>
            </a:prstGeom>
            <a:solidFill>
              <a:srgbClr val="DDDDDD"/>
            </a:solidFill>
            <a:ln>
              <a:noFill/>
            </a:ln>
            <a:effectLst>
              <a:outerShdw dist="35921" dir="2700000" algn="ctr" rotWithShape="0">
                <a:srgbClr val="DDDDDD"/>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solidFill>
                  <a:srgbClr val="000000"/>
                </a:solidFill>
                <a:latin typeface="Tahoma" pitchFamily="34" charset="0"/>
                <a:ea typeface="黑体" pitchFamily="2" charset="-122"/>
              </a:endParaRPr>
            </a:p>
          </p:txBody>
        </p:sp>
        <p:sp>
          <p:nvSpPr>
            <p:cNvPr id="166978" name="Oval 27"/>
            <p:cNvSpPr>
              <a:spLocks noChangeArrowheads="1"/>
            </p:cNvSpPr>
            <p:nvPr/>
          </p:nvSpPr>
          <p:spPr bwMode="auto">
            <a:xfrm rot="1336630">
              <a:off x="2837" y="2594"/>
              <a:ext cx="525" cy="743"/>
            </a:xfrm>
            <a:prstGeom prst="ellipse">
              <a:avLst/>
            </a:prstGeom>
            <a:solidFill>
              <a:srgbClr val="DDDDDD"/>
            </a:solidFill>
            <a:ln>
              <a:noFill/>
            </a:ln>
            <a:effectLst>
              <a:outerShdw dist="35921" dir="2700000" algn="ctr" rotWithShape="0">
                <a:srgbClr val="DDDDDD"/>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solidFill>
                  <a:srgbClr val="000000"/>
                </a:solidFill>
                <a:latin typeface="Tahoma" pitchFamily="34" charset="0"/>
                <a:ea typeface="黑体" pitchFamily="2" charset="-122"/>
              </a:endParaRPr>
            </a:p>
          </p:txBody>
        </p:sp>
        <p:sp>
          <p:nvSpPr>
            <p:cNvPr id="166979" name="Oval 28"/>
            <p:cNvSpPr>
              <a:spLocks noChangeArrowheads="1"/>
            </p:cNvSpPr>
            <p:nvPr/>
          </p:nvSpPr>
          <p:spPr bwMode="auto">
            <a:xfrm>
              <a:off x="2049" y="2365"/>
              <a:ext cx="1081" cy="743"/>
            </a:xfrm>
            <a:prstGeom prst="ellipse">
              <a:avLst/>
            </a:prstGeom>
            <a:solidFill>
              <a:srgbClr val="DDDDDD"/>
            </a:solidFill>
            <a:ln>
              <a:noFill/>
            </a:ln>
            <a:effectLst>
              <a:outerShdw dist="35921" dir="2700000" algn="ctr" rotWithShape="0">
                <a:srgbClr val="DDDDDD"/>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solidFill>
                  <a:srgbClr val="000000"/>
                </a:solidFill>
                <a:latin typeface="Tahoma" pitchFamily="34" charset="0"/>
                <a:ea typeface="黑体" pitchFamily="2" charset="-122"/>
              </a:endParaRPr>
            </a:p>
          </p:txBody>
        </p:sp>
      </p:grpSp>
      <p:pic>
        <p:nvPicPr>
          <p:cNvPr id="166922" name="Picture 2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64350" y="5074815"/>
            <a:ext cx="51435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66923" name="Text Box 30"/>
          <p:cNvSpPr txBox="1">
            <a:spLocks noChangeArrowheads="1"/>
          </p:cNvSpPr>
          <p:nvPr/>
        </p:nvSpPr>
        <p:spPr bwMode="auto">
          <a:xfrm>
            <a:off x="5780088" y="4893840"/>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000" b="1" dirty="0">
                <a:solidFill>
                  <a:srgbClr val="000000"/>
                </a:solidFill>
                <a:latin typeface="Arial" charset="0"/>
                <a:ea typeface="黑体" pitchFamily="2" charset="-122"/>
              </a:rPr>
              <a:t>N</a:t>
            </a:r>
            <a:r>
              <a:rPr lang="en-US" altLang="zh-CN" sz="2000" b="1" baseline="-25000" dirty="0">
                <a:solidFill>
                  <a:srgbClr val="000000"/>
                </a:solidFill>
                <a:latin typeface="Arial" charset="0"/>
                <a:ea typeface="黑体" pitchFamily="2" charset="-122"/>
              </a:rPr>
              <a:t>1</a:t>
            </a:r>
          </a:p>
        </p:txBody>
      </p:sp>
      <p:sp>
        <p:nvSpPr>
          <p:cNvPr id="166924" name="Text Box 31"/>
          <p:cNvSpPr txBox="1">
            <a:spLocks noChangeArrowheads="1"/>
          </p:cNvSpPr>
          <p:nvPr/>
        </p:nvSpPr>
        <p:spPr bwMode="auto">
          <a:xfrm>
            <a:off x="6923088" y="4700165"/>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000" b="1" dirty="0">
                <a:solidFill>
                  <a:schemeClr val="tx2">
                    <a:lumMod val="60000"/>
                    <a:lumOff val="40000"/>
                  </a:schemeClr>
                </a:solidFill>
                <a:latin typeface="Arial" charset="0"/>
                <a:ea typeface="黑体" pitchFamily="2" charset="-122"/>
              </a:rPr>
              <a:t>R</a:t>
            </a:r>
            <a:r>
              <a:rPr lang="en-US" altLang="zh-CN" sz="2000" b="1" baseline="-25000" dirty="0">
                <a:solidFill>
                  <a:schemeClr val="tx2">
                    <a:lumMod val="60000"/>
                    <a:lumOff val="40000"/>
                  </a:schemeClr>
                </a:solidFill>
                <a:latin typeface="Arial" charset="0"/>
                <a:ea typeface="黑体" pitchFamily="2" charset="-122"/>
              </a:rPr>
              <a:t>1</a:t>
            </a:r>
          </a:p>
        </p:txBody>
      </p:sp>
      <p:graphicFrame>
        <p:nvGraphicFramePr>
          <p:cNvPr id="166925" name="Object 32"/>
          <p:cNvGraphicFramePr>
            <a:graphicFrameLocks noChangeAspect="1"/>
          </p:cNvGraphicFramePr>
          <p:nvPr>
            <p:extLst>
              <p:ext uri="{D42A27DB-BD31-4B8C-83A1-F6EECF244321}">
                <p14:modId xmlns:p14="http://schemas.microsoft.com/office/powerpoint/2010/main" val="2933182566"/>
              </p:ext>
            </p:extLst>
          </p:nvPr>
        </p:nvGraphicFramePr>
        <p:xfrm>
          <a:off x="7553325" y="4414415"/>
          <a:ext cx="3052763" cy="1966913"/>
        </p:xfrm>
        <a:graphic>
          <a:graphicData uri="http://schemas.openxmlformats.org/presentationml/2006/ole">
            <mc:AlternateContent xmlns:mc="http://schemas.openxmlformats.org/markup-compatibility/2006">
              <mc:Choice xmlns:v="urn:schemas-microsoft-com:vml" Requires="v">
                <p:oleObj spid="_x0000_s375934" name="VISIO" r:id="rId5" imgW="1687068" imgH="964692" progId="Visio.Drawing.6">
                  <p:embed/>
                </p:oleObj>
              </mc:Choice>
              <mc:Fallback>
                <p:oleObj name="VISIO" r:id="rId5" imgW="1687068" imgH="964692" progId="Visio.Drawing.6">
                  <p:embed/>
                  <p:pic>
                    <p:nvPicPr>
                      <p:cNvPr id="0" name="Object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53325" y="4414415"/>
                        <a:ext cx="3052763" cy="1966913"/>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66926" name="Text Box 33"/>
          <p:cNvSpPr txBox="1">
            <a:spLocks noChangeArrowheads="1"/>
          </p:cNvSpPr>
          <p:nvPr/>
        </p:nvSpPr>
        <p:spPr bwMode="auto">
          <a:xfrm>
            <a:off x="8539163" y="5060528"/>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zh-CN" altLang="en-US" sz="2400" b="1" dirty="0">
                <a:solidFill>
                  <a:srgbClr val="000000"/>
                </a:solidFill>
                <a:latin typeface="Arial" charset="0"/>
                <a:ea typeface="黑体" pitchFamily="2" charset="-122"/>
              </a:rPr>
              <a:t>互联</a:t>
            </a:r>
            <a:r>
              <a:rPr lang="zh-CN" altLang="en-US" sz="2400" b="1" dirty="0" smtClean="0">
                <a:solidFill>
                  <a:srgbClr val="000000"/>
                </a:solidFill>
                <a:latin typeface="Arial" charset="0"/>
                <a:ea typeface="黑体" pitchFamily="2" charset="-122"/>
              </a:rPr>
              <a:t>网</a:t>
            </a:r>
            <a:endParaRPr lang="zh-CN" altLang="en-US" sz="2400" b="1" baseline="-25000" dirty="0">
              <a:solidFill>
                <a:srgbClr val="000000"/>
              </a:solidFill>
              <a:latin typeface="Arial" charset="0"/>
              <a:ea typeface="黑体" pitchFamily="2" charset="-122"/>
            </a:endParaRPr>
          </a:p>
        </p:txBody>
      </p:sp>
      <p:pic>
        <p:nvPicPr>
          <p:cNvPr id="166927" name="Picture 34"/>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273800" y="5855865"/>
            <a:ext cx="450850"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6928" name="Text Box 35"/>
          <p:cNvSpPr txBox="1">
            <a:spLocks noChangeArrowheads="1"/>
          </p:cNvSpPr>
          <p:nvPr/>
        </p:nvSpPr>
        <p:spPr bwMode="auto">
          <a:xfrm>
            <a:off x="1714500" y="4438228"/>
            <a:ext cx="2177199"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lnSpc>
                <a:spcPct val="120000"/>
              </a:lnSpc>
            </a:pPr>
            <a:r>
              <a:rPr lang="zh-CN" altLang="en-US" sz="2000" b="1" dirty="0" smtClean="0">
                <a:solidFill>
                  <a:srgbClr val="000000"/>
                </a:solidFill>
                <a:latin typeface="Arial" charset="0"/>
                <a:ea typeface="黑体" pitchFamily="2" charset="-122"/>
              </a:rPr>
              <a:t>网络前缀  </a:t>
            </a:r>
            <a:r>
              <a:rPr lang="zh-CN" altLang="en-US" sz="2000" b="1" dirty="0">
                <a:solidFill>
                  <a:srgbClr val="000000"/>
                </a:solidFill>
                <a:latin typeface="Arial" charset="0"/>
                <a:ea typeface="黑体" pitchFamily="2" charset="-122"/>
              </a:rPr>
              <a:t>下一跳</a:t>
            </a:r>
          </a:p>
          <a:p>
            <a:pPr eaLnBrk="1" hangingPunct="1">
              <a:lnSpc>
                <a:spcPct val="120000"/>
              </a:lnSpc>
            </a:pPr>
            <a:r>
              <a:rPr lang="zh-CN" altLang="en-US" sz="2000" b="1" dirty="0">
                <a:solidFill>
                  <a:srgbClr val="000000"/>
                </a:solidFill>
                <a:latin typeface="Arial" charset="0"/>
                <a:ea typeface="黑体" pitchFamily="2" charset="-122"/>
              </a:rPr>
              <a:t>      </a:t>
            </a:r>
            <a:r>
              <a:rPr lang="en-US" altLang="zh-CN" sz="2000" b="1" dirty="0">
                <a:solidFill>
                  <a:srgbClr val="000000"/>
                </a:solidFill>
                <a:latin typeface="Arial" charset="0"/>
                <a:ea typeface="黑体" pitchFamily="2" charset="-122"/>
              </a:rPr>
              <a:t>N</a:t>
            </a:r>
            <a:r>
              <a:rPr lang="en-US" altLang="zh-CN" sz="2000" b="1" baseline="-25000" dirty="0">
                <a:solidFill>
                  <a:srgbClr val="000000"/>
                </a:solidFill>
                <a:latin typeface="Arial" charset="0"/>
                <a:ea typeface="黑体" pitchFamily="2" charset="-122"/>
              </a:rPr>
              <a:t>1</a:t>
            </a:r>
            <a:r>
              <a:rPr lang="en-US" altLang="zh-CN" sz="2000" b="1" dirty="0">
                <a:solidFill>
                  <a:srgbClr val="000000"/>
                </a:solidFill>
                <a:latin typeface="Arial" charset="0"/>
                <a:ea typeface="黑体" pitchFamily="2" charset="-122"/>
              </a:rPr>
              <a:t>          </a:t>
            </a:r>
            <a:r>
              <a:rPr lang="zh-CN" altLang="en-US" sz="2000" b="1" dirty="0" smtClean="0">
                <a:solidFill>
                  <a:srgbClr val="000000"/>
                </a:solidFill>
                <a:latin typeface="Arial" charset="0"/>
                <a:ea typeface="黑体" pitchFamily="2" charset="-122"/>
              </a:rPr>
              <a:t>直连 </a:t>
            </a:r>
            <a:endParaRPr lang="zh-CN" altLang="en-US" sz="2000" b="1" dirty="0">
              <a:solidFill>
                <a:srgbClr val="000000"/>
              </a:solidFill>
              <a:latin typeface="Arial" charset="0"/>
              <a:ea typeface="黑体" pitchFamily="2" charset="-122"/>
            </a:endParaRPr>
          </a:p>
          <a:p>
            <a:pPr eaLnBrk="1" hangingPunct="1">
              <a:lnSpc>
                <a:spcPct val="120000"/>
              </a:lnSpc>
            </a:pPr>
            <a:r>
              <a:rPr lang="zh-CN" altLang="en-US" sz="2000" b="1" dirty="0">
                <a:solidFill>
                  <a:srgbClr val="000000"/>
                </a:solidFill>
                <a:latin typeface="Arial" charset="0"/>
                <a:ea typeface="黑体" pitchFamily="2" charset="-122"/>
              </a:rPr>
              <a:t>      </a:t>
            </a:r>
            <a:r>
              <a:rPr lang="en-US" altLang="zh-CN" sz="2000" b="1" dirty="0">
                <a:solidFill>
                  <a:srgbClr val="000000"/>
                </a:solidFill>
                <a:latin typeface="Arial" charset="0"/>
                <a:ea typeface="黑体" pitchFamily="2" charset="-122"/>
              </a:rPr>
              <a:t>N</a:t>
            </a:r>
            <a:r>
              <a:rPr lang="en-US" altLang="zh-CN" sz="2000" b="1" baseline="-25000" dirty="0">
                <a:solidFill>
                  <a:srgbClr val="000000"/>
                </a:solidFill>
                <a:latin typeface="Arial" charset="0"/>
                <a:ea typeface="黑体" pitchFamily="2" charset="-122"/>
              </a:rPr>
              <a:t>2</a:t>
            </a:r>
            <a:r>
              <a:rPr lang="en-US" altLang="zh-CN" sz="2000" b="1" dirty="0">
                <a:solidFill>
                  <a:srgbClr val="000000"/>
                </a:solidFill>
                <a:latin typeface="Arial" charset="0"/>
                <a:ea typeface="黑体" pitchFamily="2" charset="-122"/>
              </a:rPr>
              <a:t>     </a:t>
            </a:r>
            <a:r>
              <a:rPr lang="en-US" altLang="zh-CN" sz="1000" b="1" dirty="0">
                <a:solidFill>
                  <a:srgbClr val="000000"/>
                </a:solidFill>
                <a:latin typeface="Arial" charset="0"/>
                <a:ea typeface="黑体" pitchFamily="2" charset="-122"/>
              </a:rPr>
              <a:t>   </a:t>
            </a:r>
            <a:r>
              <a:rPr lang="en-US" altLang="zh-CN" sz="2000" b="1" dirty="0">
                <a:solidFill>
                  <a:srgbClr val="000000"/>
                </a:solidFill>
                <a:latin typeface="Arial" charset="0"/>
                <a:ea typeface="黑体" pitchFamily="2" charset="-122"/>
              </a:rPr>
              <a:t>      R</a:t>
            </a:r>
            <a:r>
              <a:rPr lang="en-US" altLang="zh-CN" sz="2000" b="1" baseline="-25000" dirty="0">
                <a:solidFill>
                  <a:srgbClr val="000000"/>
                </a:solidFill>
                <a:latin typeface="Arial" charset="0"/>
                <a:ea typeface="黑体" pitchFamily="2" charset="-122"/>
              </a:rPr>
              <a:t>2</a:t>
            </a:r>
          </a:p>
          <a:p>
            <a:pPr eaLnBrk="1" hangingPunct="1">
              <a:lnSpc>
                <a:spcPct val="120000"/>
              </a:lnSpc>
            </a:pPr>
            <a:r>
              <a:rPr lang="en-US" altLang="zh-CN" sz="2000" b="1" dirty="0">
                <a:solidFill>
                  <a:srgbClr val="000000"/>
                </a:solidFill>
                <a:latin typeface="Arial" charset="0"/>
                <a:ea typeface="黑体" pitchFamily="2" charset="-122"/>
              </a:rPr>
              <a:t>    </a:t>
            </a:r>
            <a:r>
              <a:rPr lang="zh-CN" altLang="en-US" sz="2000" b="1" dirty="0">
                <a:solidFill>
                  <a:srgbClr val="000000"/>
                </a:solidFill>
                <a:latin typeface="Arial" charset="0"/>
                <a:ea typeface="黑体" pitchFamily="2" charset="-122"/>
              </a:rPr>
              <a:t>其他           </a:t>
            </a:r>
            <a:r>
              <a:rPr lang="en-US" altLang="zh-CN" sz="2000" b="1" dirty="0">
                <a:solidFill>
                  <a:srgbClr val="000000"/>
                </a:solidFill>
                <a:latin typeface="Arial" charset="0"/>
                <a:ea typeface="黑体" pitchFamily="2" charset="-122"/>
              </a:rPr>
              <a:t>R</a:t>
            </a:r>
            <a:r>
              <a:rPr lang="en-US" altLang="zh-CN" sz="2000" b="1" baseline="-25000" dirty="0">
                <a:solidFill>
                  <a:srgbClr val="000000"/>
                </a:solidFill>
                <a:latin typeface="Arial" charset="0"/>
                <a:ea typeface="黑体" pitchFamily="2" charset="-122"/>
              </a:rPr>
              <a:t>1</a:t>
            </a:r>
          </a:p>
        </p:txBody>
      </p:sp>
      <p:sp>
        <p:nvSpPr>
          <p:cNvPr id="166929" name="Line 37"/>
          <p:cNvSpPr>
            <a:spLocks noChangeShapeType="1"/>
          </p:cNvSpPr>
          <p:nvPr/>
        </p:nvSpPr>
        <p:spPr bwMode="auto">
          <a:xfrm>
            <a:off x="1714500" y="4876378"/>
            <a:ext cx="2165350" cy="0"/>
          </a:xfrm>
          <a:prstGeom prst="line">
            <a:avLst/>
          </a:prstGeom>
          <a:noFill/>
          <a:ln w="38100" cmpd="dbl">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66930" name="Line 38"/>
          <p:cNvSpPr>
            <a:spLocks noChangeShapeType="1"/>
          </p:cNvSpPr>
          <p:nvPr/>
        </p:nvSpPr>
        <p:spPr bwMode="auto">
          <a:xfrm>
            <a:off x="1714500" y="5241503"/>
            <a:ext cx="21653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66931" name="Line 39"/>
          <p:cNvSpPr>
            <a:spLocks noChangeShapeType="1"/>
          </p:cNvSpPr>
          <p:nvPr/>
        </p:nvSpPr>
        <p:spPr bwMode="auto">
          <a:xfrm>
            <a:off x="2895600" y="4511253"/>
            <a:ext cx="4763" cy="14176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66932" name="Text Box 40"/>
          <p:cNvSpPr txBox="1">
            <a:spLocks noChangeArrowheads="1"/>
          </p:cNvSpPr>
          <p:nvPr/>
        </p:nvSpPr>
        <p:spPr bwMode="auto">
          <a:xfrm>
            <a:off x="1919536" y="3995315"/>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400" b="1" dirty="0" smtClean="0">
                <a:solidFill>
                  <a:srgbClr val="000000"/>
                </a:solidFill>
                <a:latin typeface="Arial" charset="0"/>
                <a:ea typeface="黑体" pitchFamily="2" charset="-122"/>
              </a:rPr>
              <a:t>H </a:t>
            </a:r>
            <a:r>
              <a:rPr lang="zh-CN" altLang="en-US" sz="2400" b="1" dirty="0" smtClean="0">
                <a:solidFill>
                  <a:srgbClr val="000000"/>
                </a:solidFill>
                <a:latin typeface="Arial" charset="0"/>
                <a:ea typeface="黑体" pitchFamily="2" charset="-122"/>
              </a:rPr>
              <a:t>转发表</a:t>
            </a:r>
            <a:endParaRPr lang="zh-CN" altLang="en-US" sz="2400" b="1" baseline="-25000" dirty="0">
              <a:solidFill>
                <a:srgbClr val="000000"/>
              </a:solidFill>
              <a:latin typeface="Arial" charset="0"/>
              <a:ea typeface="黑体" pitchFamily="2" charset="-122"/>
            </a:endParaRPr>
          </a:p>
        </p:txBody>
      </p:sp>
      <p:sp>
        <p:nvSpPr>
          <p:cNvPr id="166933" name="Freeform 41"/>
          <p:cNvSpPr>
            <a:spLocks/>
          </p:cNvSpPr>
          <p:nvPr/>
        </p:nvSpPr>
        <p:spPr bwMode="auto">
          <a:xfrm>
            <a:off x="3884613" y="4506490"/>
            <a:ext cx="798512" cy="1462088"/>
          </a:xfrm>
          <a:custGeom>
            <a:avLst/>
            <a:gdLst>
              <a:gd name="T0" fmla="*/ 2147483646 w 368"/>
              <a:gd name="T1" fmla="*/ 0 h 524"/>
              <a:gd name="T2" fmla="*/ 2147483646 w 368"/>
              <a:gd name="T3" fmla="*/ 2147483646 h 524"/>
              <a:gd name="T4" fmla="*/ 2147483646 w 368"/>
              <a:gd name="T5" fmla="*/ 2147483646 h 524"/>
              <a:gd name="T6" fmla="*/ 0 w 368"/>
              <a:gd name="T7" fmla="*/ 2147483646 h 524"/>
              <a:gd name="T8" fmla="*/ 2147483646 w 368"/>
              <a:gd name="T9" fmla="*/ 0 h 524"/>
              <a:gd name="T10" fmla="*/ 0 60000 65536"/>
              <a:gd name="T11" fmla="*/ 0 60000 65536"/>
              <a:gd name="T12" fmla="*/ 0 60000 65536"/>
              <a:gd name="T13" fmla="*/ 0 60000 65536"/>
              <a:gd name="T14" fmla="*/ 0 60000 65536"/>
              <a:gd name="T15" fmla="*/ 0 w 368"/>
              <a:gd name="T16" fmla="*/ 0 h 524"/>
              <a:gd name="T17" fmla="*/ 368 w 368"/>
              <a:gd name="T18" fmla="*/ 524 h 524"/>
            </a:gdLst>
            <a:ahLst/>
            <a:cxnLst>
              <a:cxn ang="T10">
                <a:pos x="T0" y="T1"/>
              </a:cxn>
              <a:cxn ang="T11">
                <a:pos x="T2" y="T3"/>
              </a:cxn>
              <a:cxn ang="T12">
                <a:pos x="T4" y="T5"/>
              </a:cxn>
              <a:cxn ang="T13">
                <a:pos x="T6" y="T7"/>
              </a:cxn>
              <a:cxn ang="T14">
                <a:pos x="T8" y="T9"/>
              </a:cxn>
            </a:cxnLst>
            <a:rect l="T15" t="T16" r="T17" b="T18"/>
            <a:pathLst>
              <a:path w="368" h="524">
                <a:moveTo>
                  <a:pt x="4" y="0"/>
                </a:moveTo>
                <a:lnTo>
                  <a:pt x="368" y="256"/>
                </a:lnTo>
                <a:lnTo>
                  <a:pt x="367" y="277"/>
                </a:lnTo>
                <a:lnTo>
                  <a:pt x="0" y="524"/>
                </a:lnTo>
                <a:lnTo>
                  <a:pt x="4" y="0"/>
                </a:lnTo>
                <a:close/>
              </a:path>
            </a:pathLst>
          </a:custGeom>
          <a:gradFill rotWithShape="1">
            <a:gsLst>
              <a:gs pos="0">
                <a:srgbClr val="C1C19A"/>
              </a:gs>
              <a:gs pos="100000">
                <a:srgbClr val="FFFFCC"/>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pic>
        <p:nvPicPr>
          <p:cNvPr id="166934" name="Picture 42"/>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598988" y="4927178"/>
            <a:ext cx="45085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6935" name="Picture 43"/>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992688" y="5763790"/>
            <a:ext cx="45085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6936" name="Group 44"/>
          <p:cNvGrpSpPr>
            <a:grpSpLocks/>
          </p:cNvGrpSpPr>
          <p:nvPr/>
        </p:nvGrpSpPr>
        <p:grpSpPr bwMode="auto">
          <a:xfrm>
            <a:off x="6864350" y="3717503"/>
            <a:ext cx="1092200" cy="701675"/>
            <a:chOff x="1776" y="2768"/>
            <a:chExt cx="1824" cy="736"/>
          </a:xfrm>
        </p:grpSpPr>
        <p:grpSp>
          <p:nvGrpSpPr>
            <p:cNvPr id="166943" name="Group 45"/>
            <p:cNvGrpSpPr>
              <a:grpSpLocks/>
            </p:cNvGrpSpPr>
            <p:nvPr/>
          </p:nvGrpSpPr>
          <p:grpSpPr bwMode="auto">
            <a:xfrm>
              <a:off x="1787" y="2783"/>
              <a:ext cx="1813" cy="721"/>
              <a:chOff x="1787" y="2783"/>
              <a:chExt cx="1813" cy="721"/>
            </a:xfrm>
          </p:grpSpPr>
          <p:sp>
            <p:nvSpPr>
              <p:cNvPr id="166953" name="Oval 46"/>
              <p:cNvSpPr>
                <a:spLocks noChangeArrowheads="1"/>
              </p:cNvSpPr>
              <p:nvPr/>
            </p:nvSpPr>
            <p:spPr bwMode="auto">
              <a:xfrm>
                <a:off x="2413" y="2783"/>
                <a:ext cx="780" cy="29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166954" name="Oval 47"/>
              <p:cNvSpPr>
                <a:spLocks noChangeArrowheads="1"/>
              </p:cNvSpPr>
              <p:nvPr/>
            </p:nvSpPr>
            <p:spPr bwMode="auto">
              <a:xfrm>
                <a:off x="1974" y="2863"/>
                <a:ext cx="593" cy="29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166955" name="Oval 48"/>
              <p:cNvSpPr>
                <a:spLocks noChangeArrowheads="1"/>
              </p:cNvSpPr>
              <p:nvPr/>
            </p:nvSpPr>
            <p:spPr bwMode="auto">
              <a:xfrm>
                <a:off x="1787" y="3045"/>
                <a:ext cx="396" cy="23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166956" name="Oval 49"/>
              <p:cNvSpPr>
                <a:spLocks noChangeArrowheads="1"/>
              </p:cNvSpPr>
              <p:nvPr/>
            </p:nvSpPr>
            <p:spPr bwMode="auto">
              <a:xfrm>
                <a:off x="1908" y="3154"/>
                <a:ext cx="604" cy="25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166957" name="Oval 50"/>
              <p:cNvSpPr>
                <a:spLocks noChangeArrowheads="1"/>
              </p:cNvSpPr>
              <p:nvPr/>
            </p:nvSpPr>
            <p:spPr bwMode="auto">
              <a:xfrm>
                <a:off x="2347" y="3198"/>
                <a:ext cx="912" cy="30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166958" name="Oval 51"/>
              <p:cNvSpPr>
                <a:spLocks noChangeArrowheads="1"/>
              </p:cNvSpPr>
              <p:nvPr/>
            </p:nvSpPr>
            <p:spPr bwMode="auto">
              <a:xfrm>
                <a:off x="2941" y="2870"/>
                <a:ext cx="571" cy="22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166959" name="Oval 52"/>
              <p:cNvSpPr>
                <a:spLocks noChangeArrowheads="1"/>
              </p:cNvSpPr>
              <p:nvPr/>
            </p:nvSpPr>
            <p:spPr bwMode="auto">
              <a:xfrm>
                <a:off x="3029" y="3023"/>
                <a:ext cx="571" cy="22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166960" name="Oval 53"/>
              <p:cNvSpPr>
                <a:spLocks noChangeArrowheads="1"/>
              </p:cNvSpPr>
              <p:nvPr/>
            </p:nvSpPr>
            <p:spPr bwMode="auto">
              <a:xfrm>
                <a:off x="2974" y="3074"/>
                <a:ext cx="571" cy="37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166961" name="Oval 54"/>
              <p:cNvSpPr>
                <a:spLocks noChangeArrowheads="1"/>
              </p:cNvSpPr>
              <p:nvPr/>
            </p:nvSpPr>
            <p:spPr bwMode="auto">
              <a:xfrm>
                <a:off x="2117" y="2957"/>
                <a:ext cx="1175" cy="37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grpSp>
        <p:sp>
          <p:nvSpPr>
            <p:cNvPr id="166944" name="Oval 55"/>
            <p:cNvSpPr>
              <a:spLocks noChangeArrowheads="1"/>
            </p:cNvSpPr>
            <p:nvPr/>
          </p:nvSpPr>
          <p:spPr bwMode="auto">
            <a:xfrm>
              <a:off x="2402" y="2768"/>
              <a:ext cx="780" cy="291"/>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166945" name="Oval 56"/>
            <p:cNvSpPr>
              <a:spLocks noChangeArrowheads="1"/>
            </p:cNvSpPr>
            <p:nvPr/>
          </p:nvSpPr>
          <p:spPr bwMode="auto">
            <a:xfrm>
              <a:off x="1963" y="2848"/>
              <a:ext cx="593" cy="292"/>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166946" name="Oval 57"/>
            <p:cNvSpPr>
              <a:spLocks noChangeArrowheads="1"/>
            </p:cNvSpPr>
            <p:nvPr/>
          </p:nvSpPr>
          <p:spPr bwMode="auto">
            <a:xfrm>
              <a:off x="1776" y="3030"/>
              <a:ext cx="396" cy="234"/>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166947" name="Oval 58"/>
            <p:cNvSpPr>
              <a:spLocks noChangeArrowheads="1"/>
            </p:cNvSpPr>
            <p:nvPr/>
          </p:nvSpPr>
          <p:spPr bwMode="auto">
            <a:xfrm>
              <a:off x="1897" y="3140"/>
              <a:ext cx="604" cy="255"/>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166948" name="Oval 59"/>
            <p:cNvSpPr>
              <a:spLocks noChangeArrowheads="1"/>
            </p:cNvSpPr>
            <p:nvPr/>
          </p:nvSpPr>
          <p:spPr bwMode="auto">
            <a:xfrm>
              <a:off x="2336" y="3183"/>
              <a:ext cx="912" cy="306"/>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166949" name="Oval 60"/>
            <p:cNvSpPr>
              <a:spLocks noChangeArrowheads="1"/>
            </p:cNvSpPr>
            <p:nvPr/>
          </p:nvSpPr>
          <p:spPr bwMode="auto">
            <a:xfrm>
              <a:off x="2930" y="2855"/>
              <a:ext cx="571" cy="226"/>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166950" name="Oval 61"/>
            <p:cNvSpPr>
              <a:spLocks noChangeArrowheads="1"/>
            </p:cNvSpPr>
            <p:nvPr/>
          </p:nvSpPr>
          <p:spPr bwMode="auto">
            <a:xfrm>
              <a:off x="3018" y="3008"/>
              <a:ext cx="571" cy="226"/>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166951" name="Oval 62"/>
            <p:cNvSpPr>
              <a:spLocks noChangeArrowheads="1"/>
            </p:cNvSpPr>
            <p:nvPr/>
          </p:nvSpPr>
          <p:spPr bwMode="auto">
            <a:xfrm>
              <a:off x="2963" y="3059"/>
              <a:ext cx="571" cy="379"/>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166952" name="Oval 63"/>
            <p:cNvSpPr>
              <a:spLocks noChangeArrowheads="1"/>
            </p:cNvSpPr>
            <p:nvPr/>
          </p:nvSpPr>
          <p:spPr bwMode="auto">
            <a:xfrm>
              <a:off x="2106" y="2943"/>
              <a:ext cx="1175" cy="379"/>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grpSp>
      <p:sp>
        <p:nvSpPr>
          <p:cNvPr id="166937" name="Text Box 64"/>
          <p:cNvSpPr txBox="1">
            <a:spLocks noChangeArrowheads="1"/>
          </p:cNvSpPr>
          <p:nvPr/>
        </p:nvSpPr>
        <p:spPr bwMode="auto">
          <a:xfrm>
            <a:off x="7148513" y="3807990"/>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000" b="1" dirty="0">
                <a:solidFill>
                  <a:srgbClr val="000000"/>
                </a:solidFill>
                <a:latin typeface="Arial" charset="0"/>
                <a:ea typeface="黑体" pitchFamily="2" charset="-122"/>
              </a:rPr>
              <a:t>N</a:t>
            </a:r>
            <a:r>
              <a:rPr lang="en-US" altLang="zh-CN" sz="2000" b="1" baseline="-25000" dirty="0">
                <a:solidFill>
                  <a:srgbClr val="000000"/>
                </a:solidFill>
                <a:latin typeface="Arial" charset="0"/>
                <a:ea typeface="黑体" pitchFamily="2" charset="-122"/>
              </a:rPr>
              <a:t>2</a:t>
            </a:r>
          </a:p>
        </p:txBody>
      </p:sp>
      <p:pic>
        <p:nvPicPr>
          <p:cNvPr id="166938" name="Picture 6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70638" y="4369965"/>
            <a:ext cx="515937"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66939" name="Text Box 66"/>
          <p:cNvSpPr txBox="1">
            <a:spLocks noChangeArrowheads="1"/>
          </p:cNvSpPr>
          <p:nvPr/>
        </p:nvSpPr>
        <p:spPr bwMode="auto">
          <a:xfrm>
            <a:off x="6134100" y="3955628"/>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000" b="1" dirty="0">
                <a:solidFill>
                  <a:schemeClr val="tx2">
                    <a:lumMod val="60000"/>
                    <a:lumOff val="40000"/>
                  </a:schemeClr>
                </a:solidFill>
                <a:latin typeface="Arial" charset="0"/>
                <a:ea typeface="黑体" pitchFamily="2" charset="-122"/>
              </a:rPr>
              <a:t>R</a:t>
            </a:r>
            <a:r>
              <a:rPr lang="en-US" altLang="zh-CN" sz="2000" b="1" baseline="-25000" dirty="0">
                <a:solidFill>
                  <a:schemeClr val="tx2">
                    <a:lumMod val="60000"/>
                    <a:lumOff val="40000"/>
                  </a:schemeClr>
                </a:solidFill>
                <a:latin typeface="Arial" charset="0"/>
                <a:ea typeface="黑体" pitchFamily="2" charset="-122"/>
              </a:rPr>
              <a:t>2</a:t>
            </a:r>
          </a:p>
        </p:txBody>
      </p:sp>
      <p:sp>
        <p:nvSpPr>
          <p:cNvPr id="166940" name="Line 67"/>
          <p:cNvSpPr>
            <a:spLocks noChangeShapeType="1"/>
          </p:cNvSpPr>
          <p:nvPr/>
        </p:nvSpPr>
        <p:spPr bwMode="auto">
          <a:xfrm>
            <a:off x="1714500" y="5578053"/>
            <a:ext cx="21653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 name="标题 1"/>
          <p:cNvSpPr>
            <a:spLocks noGrp="1"/>
          </p:cNvSpPr>
          <p:nvPr>
            <p:ph type="title"/>
          </p:nvPr>
        </p:nvSpPr>
        <p:spPr/>
        <p:txBody>
          <a:bodyPr/>
          <a:lstStyle/>
          <a:p>
            <a:r>
              <a:rPr lang="zh-CN" altLang="en-US" dirty="0" smtClean="0"/>
              <a:t>默认路由举例</a:t>
            </a:r>
            <a:endParaRPr lang="zh-CN" altLang="en-US" dirty="0"/>
          </a:p>
        </p:txBody>
      </p:sp>
      <p:sp>
        <p:nvSpPr>
          <p:cNvPr id="4" name="TextBox 3"/>
          <p:cNvSpPr txBox="1"/>
          <p:nvPr/>
        </p:nvSpPr>
        <p:spPr>
          <a:xfrm>
            <a:off x="47328" y="5592067"/>
            <a:ext cx="1210588" cy="400110"/>
          </a:xfrm>
          <a:prstGeom prst="rect">
            <a:avLst/>
          </a:prstGeom>
          <a:noFill/>
        </p:spPr>
        <p:txBody>
          <a:bodyPr wrap="none" rtlCol="0">
            <a:spAutoFit/>
          </a:bodyPr>
          <a:lstStyle/>
          <a:p>
            <a:r>
              <a:rPr lang="zh-CN" altLang="en-US" sz="2000" b="1" dirty="0" smtClean="0">
                <a:solidFill>
                  <a:srgbClr val="000000"/>
                </a:solidFill>
                <a:ea typeface="黑体" pitchFamily="2" charset="-122"/>
              </a:rPr>
              <a:t>默认路由</a:t>
            </a:r>
            <a:endParaRPr lang="zh-CN" altLang="en-US" sz="2000" b="1" dirty="0">
              <a:solidFill>
                <a:srgbClr val="000000"/>
              </a:solidFill>
              <a:ea typeface="黑体" pitchFamily="2" charset="-122"/>
            </a:endParaRPr>
          </a:p>
        </p:txBody>
      </p:sp>
      <p:cxnSp>
        <p:nvCxnSpPr>
          <p:cNvPr id="6" name="直接箭头连接符 5"/>
          <p:cNvCxnSpPr>
            <a:stCxn id="4" idx="3"/>
          </p:cNvCxnSpPr>
          <p:nvPr/>
        </p:nvCxnSpPr>
        <p:spPr>
          <a:xfrm>
            <a:off x="1257916" y="5792122"/>
            <a:ext cx="456584" cy="0"/>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77" name="Rectangle 36"/>
          <p:cNvSpPr>
            <a:spLocks noChangeArrowheads="1"/>
          </p:cNvSpPr>
          <p:nvPr/>
        </p:nvSpPr>
        <p:spPr bwMode="auto">
          <a:xfrm>
            <a:off x="5569176" y="1856706"/>
            <a:ext cx="2165350" cy="1436687"/>
          </a:xfrm>
          <a:prstGeom prst="rect">
            <a:avLst/>
          </a:prstGeom>
          <a:solidFill>
            <a:srgbClr val="FFFFCC"/>
          </a:solidFill>
          <a:ln w="1905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78" name="Text Box 35"/>
          <p:cNvSpPr txBox="1">
            <a:spLocks noChangeArrowheads="1"/>
          </p:cNvSpPr>
          <p:nvPr/>
        </p:nvSpPr>
        <p:spPr bwMode="auto">
          <a:xfrm>
            <a:off x="5569176" y="1783681"/>
            <a:ext cx="2177199"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lnSpc>
                <a:spcPct val="120000"/>
              </a:lnSpc>
            </a:pPr>
            <a:r>
              <a:rPr lang="zh-CN" altLang="en-US" sz="2000" b="1" dirty="0" smtClean="0">
                <a:solidFill>
                  <a:srgbClr val="000000"/>
                </a:solidFill>
                <a:latin typeface="Arial" charset="0"/>
                <a:ea typeface="黑体" pitchFamily="2" charset="-122"/>
              </a:rPr>
              <a:t>网络前缀  </a:t>
            </a:r>
            <a:r>
              <a:rPr lang="zh-CN" altLang="en-US" sz="2000" b="1" dirty="0">
                <a:solidFill>
                  <a:srgbClr val="000000"/>
                </a:solidFill>
                <a:latin typeface="Arial" charset="0"/>
                <a:ea typeface="黑体" pitchFamily="2" charset="-122"/>
              </a:rPr>
              <a:t>下一跳</a:t>
            </a:r>
          </a:p>
          <a:p>
            <a:pPr eaLnBrk="1" hangingPunct="1">
              <a:lnSpc>
                <a:spcPct val="120000"/>
              </a:lnSpc>
            </a:pPr>
            <a:r>
              <a:rPr lang="zh-CN" altLang="en-US" sz="2000" b="1" dirty="0">
                <a:solidFill>
                  <a:srgbClr val="000000"/>
                </a:solidFill>
                <a:latin typeface="Arial" charset="0"/>
                <a:ea typeface="黑体" pitchFamily="2" charset="-122"/>
              </a:rPr>
              <a:t>      </a:t>
            </a:r>
            <a:r>
              <a:rPr lang="en-US" altLang="zh-CN" sz="2000" b="1" dirty="0">
                <a:solidFill>
                  <a:srgbClr val="000000"/>
                </a:solidFill>
                <a:latin typeface="Arial" charset="0"/>
                <a:ea typeface="黑体" pitchFamily="2" charset="-122"/>
              </a:rPr>
              <a:t>N</a:t>
            </a:r>
            <a:r>
              <a:rPr lang="en-US" altLang="zh-CN" sz="2000" b="1" baseline="-25000" dirty="0">
                <a:solidFill>
                  <a:srgbClr val="000000"/>
                </a:solidFill>
                <a:latin typeface="Arial" charset="0"/>
                <a:ea typeface="黑体" pitchFamily="2" charset="-122"/>
              </a:rPr>
              <a:t>1</a:t>
            </a:r>
            <a:r>
              <a:rPr lang="en-US" altLang="zh-CN" sz="2000" b="1" dirty="0">
                <a:solidFill>
                  <a:srgbClr val="000000"/>
                </a:solidFill>
                <a:latin typeface="Arial" charset="0"/>
                <a:ea typeface="黑体" pitchFamily="2" charset="-122"/>
              </a:rPr>
              <a:t>          </a:t>
            </a:r>
            <a:r>
              <a:rPr lang="zh-CN" altLang="en-US" sz="2000" b="1" dirty="0" smtClean="0">
                <a:solidFill>
                  <a:srgbClr val="000000"/>
                </a:solidFill>
                <a:latin typeface="Arial" charset="0"/>
                <a:ea typeface="黑体" pitchFamily="2" charset="-122"/>
              </a:rPr>
              <a:t>直连 </a:t>
            </a:r>
            <a:endParaRPr lang="zh-CN" altLang="en-US" sz="2000" b="1" dirty="0">
              <a:solidFill>
                <a:srgbClr val="000000"/>
              </a:solidFill>
              <a:latin typeface="Arial" charset="0"/>
              <a:ea typeface="黑体" pitchFamily="2" charset="-122"/>
            </a:endParaRPr>
          </a:p>
          <a:p>
            <a:pPr eaLnBrk="1" hangingPunct="1">
              <a:lnSpc>
                <a:spcPct val="120000"/>
              </a:lnSpc>
            </a:pPr>
            <a:r>
              <a:rPr lang="zh-CN" altLang="en-US" sz="2000" b="1" dirty="0">
                <a:solidFill>
                  <a:srgbClr val="000000"/>
                </a:solidFill>
                <a:latin typeface="Arial" charset="0"/>
                <a:ea typeface="黑体" pitchFamily="2" charset="-122"/>
              </a:rPr>
              <a:t>      </a:t>
            </a:r>
            <a:r>
              <a:rPr lang="en-US" altLang="zh-CN" sz="2000" b="1" dirty="0">
                <a:solidFill>
                  <a:srgbClr val="000000"/>
                </a:solidFill>
                <a:latin typeface="Arial" charset="0"/>
                <a:ea typeface="黑体" pitchFamily="2" charset="-122"/>
              </a:rPr>
              <a:t>N</a:t>
            </a:r>
            <a:r>
              <a:rPr lang="en-US" altLang="zh-CN" sz="2000" b="1" baseline="-25000" dirty="0">
                <a:solidFill>
                  <a:srgbClr val="000000"/>
                </a:solidFill>
                <a:latin typeface="Arial" charset="0"/>
                <a:ea typeface="黑体" pitchFamily="2" charset="-122"/>
              </a:rPr>
              <a:t>2</a:t>
            </a:r>
            <a:r>
              <a:rPr lang="en-US" altLang="zh-CN" sz="2000" b="1" dirty="0">
                <a:solidFill>
                  <a:srgbClr val="000000"/>
                </a:solidFill>
                <a:latin typeface="Arial" charset="0"/>
                <a:ea typeface="黑体" pitchFamily="2" charset="-122"/>
              </a:rPr>
              <a:t>     </a:t>
            </a:r>
            <a:r>
              <a:rPr lang="en-US" altLang="zh-CN" sz="1000" b="1" dirty="0">
                <a:solidFill>
                  <a:srgbClr val="000000"/>
                </a:solidFill>
                <a:latin typeface="Arial" charset="0"/>
                <a:ea typeface="黑体" pitchFamily="2" charset="-122"/>
              </a:rPr>
              <a:t>   </a:t>
            </a:r>
            <a:r>
              <a:rPr lang="en-US" altLang="zh-CN" sz="2000" b="1" dirty="0">
                <a:solidFill>
                  <a:srgbClr val="000000"/>
                </a:solidFill>
                <a:latin typeface="Arial" charset="0"/>
                <a:ea typeface="黑体" pitchFamily="2" charset="-122"/>
              </a:rPr>
              <a:t>   </a:t>
            </a:r>
            <a:r>
              <a:rPr lang="en-US" altLang="zh-CN" sz="2000" b="1" dirty="0" smtClean="0">
                <a:solidFill>
                  <a:srgbClr val="000000"/>
                </a:solidFill>
                <a:latin typeface="Arial" charset="0"/>
                <a:ea typeface="黑体" pitchFamily="2" charset="-122"/>
              </a:rPr>
              <a:t> </a:t>
            </a:r>
            <a:r>
              <a:rPr lang="zh-CN" altLang="en-US" sz="2000" b="1" dirty="0" smtClean="0">
                <a:solidFill>
                  <a:srgbClr val="000000"/>
                </a:solidFill>
                <a:latin typeface="Arial" charset="0"/>
                <a:ea typeface="黑体" pitchFamily="2" charset="-122"/>
              </a:rPr>
              <a:t>直连</a:t>
            </a:r>
            <a:endParaRPr lang="en-US" altLang="zh-CN" sz="2000" b="1" baseline="-25000" dirty="0" smtClean="0">
              <a:solidFill>
                <a:srgbClr val="000000"/>
              </a:solidFill>
              <a:latin typeface="Arial" charset="0"/>
              <a:ea typeface="黑体" pitchFamily="2" charset="-122"/>
            </a:endParaRPr>
          </a:p>
          <a:p>
            <a:pPr eaLnBrk="1" hangingPunct="1">
              <a:lnSpc>
                <a:spcPct val="120000"/>
              </a:lnSpc>
            </a:pPr>
            <a:r>
              <a:rPr lang="en-US" altLang="zh-CN" sz="2000" b="1" dirty="0" smtClean="0">
                <a:solidFill>
                  <a:srgbClr val="000000"/>
                </a:solidFill>
                <a:latin typeface="Arial" charset="0"/>
                <a:ea typeface="黑体" pitchFamily="2" charset="-122"/>
              </a:rPr>
              <a:t>    </a:t>
            </a:r>
            <a:r>
              <a:rPr lang="zh-CN" altLang="en-US" sz="2000" b="1" dirty="0" smtClean="0">
                <a:solidFill>
                  <a:srgbClr val="000000"/>
                </a:solidFill>
                <a:latin typeface="Arial" charset="0"/>
                <a:ea typeface="黑体" pitchFamily="2" charset="-122"/>
              </a:rPr>
              <a:t>其他           </a:t>
            </a:r>
            <a:r>
              <a:rPr lang="en-US" altLang="zh-CN" sz="2000" b="1" dirty="0" smtClean="0">
                <a:solidFill>
                  <a:srgbClr val="000000"/>
                </a:solidFill>
                <a:latin typeface="Arial" charset="0"/>
                <a:ea typeface="黑体" pitchFamily="2" charset="-122"/>
              </a:rPr>
              <a:t>R</a:t>
            </a:r>
            <a:r>
              <a:rPr lang="en-US" altLang="zh-CN" sz="2000" b="1" baseline="-25000" dirty="0" smtClean="0">
                <a:solidFill>
                  <a:srgbClr val="000000"/>
                </a:solidFill>
                <a:latin typeface="Arial" charset="0"/>
                <a:ea typeface="黑体" pitchFamily="2" charset="-122"/>
              </a:rPr>
              <a:t>1</a:t>
            </a:r>
            <a:endParaRPr lang="en-US" altLang="zh-CN" sz="2000" b="1" baseline="-25000" dirty="0">
              <a:solidFill>
                <a:srgbClr val="000000"/>
              </a:solidFill>
              <a:latin typeface="Arial" charset="0"/>
              <a:ea typeface="黑体" pitchFamily="2" charset="-122"/>
            </a:endParaRPr>
          </a:p>
        </p:txBody>
      </p:sp>
      <p:sp>
        <p:nvSpPr>
          <p:cNvPr id="79" name="Line 37"/>
          <p:cNvSpPr>
            <a:spLocks noChangeShapeType="1"/>
          </p:cNvSpPr>
          <p:nvPr/>
        </p:nvSpPr>
        <p:spPr bwMode="auto">
          <a:xfrm>
            <a:off x="5569176" y="2221831"/>
            <a:ext cx="2165350" cy="0"/>
          </a:xfrm>
          <a:prstGeom prst="line">
            <a:avLst/>
          </a:prstGeom>
          <a:noFill/>
          <a:ln w="38100" cmpd="dbl">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80" name="Line 38"/>
          <p:cNvSpPr>
            <a:spLocks noChangeShapeType="1"/>
          </p:cNvSpPr>
          <p:nvPr/>
        </p:nvSpPr>
        <p:spPr bwMode="auto">
          <a:xfrm>
            <a:off x="5569176" y="2586956"/>
            <a:ext cx="21653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81" name="Line 39"/>
          <p:cNvSpPr>
            <a:spLocks noChangeShapeType="1"/>
          </p:cNvSpPr>
          <p:nvPr/>
        </p:nvSpPr>
        <p:spPr bwMode="auto">
          <a:xfrm>
            <a:off x="6750276" y="1856706"/>
            <a:ext cx="4763" cy="14176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82" name="Text Box 40"/>
          <p:cNvSpPr txBox="1">
            <a:spLocks noChangeArrowheads="1"/>
          </p:cNvSpPr>
          <p:nvPr/>
        </p:nvSpPr>
        <p:spPr bwMode="auto">
          <a:xfrm>
            <a:off x="5875510" y="1340768"/>
            <a:ext cx="150233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400" b="1" dirty="0" smtClean="0">
                <a:solidFill>
                  <a:srgbClr val="000000"/>
                </a:solidFill>
                <a:latin typeface="Arial" charset="0"/>
                <a:ea typeface="黑体" pitchFamily="2" charset="-122"/>
              </a:rPr>
              <a:t>R</a:t>
            </a:r>
            <a:r>
              <a:rPr lang="en-US" altLang="zh-CN" sz="2400" b="1" baseline="-25000" dirty="0" smtClean="0">
                <a:solidFill>
                  <a:srgbClr val="000000"/>
                </a:solidFill>
                <a:latin typeface="Arial" charset="0"/>
                <a:ea typeface="黑体" pitchFamily="2" charset="-122"/>
              </a:rPr>
              <a:t>2 </a:t>
            </a:r>
            <a:r>
              <a:rPr lang="zh-CN" altLang="en-US" sz="2400" b="1" dirty="0" smtClean="0">
                <a:solidFill>
                  <a:srgbClr val="000000"/>
                </a:solidFill>
                <a:latin typeface="Arial" charset="0"/>
                <a:ea typeface="黑体" pitchFamily="2" charset="-122"/>
              </a:rPr>
              <a:t>转发表</a:t>
            </a:r>
            <a:endParaRPr lang="zh-CN" altLang="en-US" sz="2400" b="1" baseline="-25000" dirty="0">
              <a:solidFill>
                <a:srgbClr val="000000"/>
              </a:solidFill>
              <a:latin typeface="Arial" charset="0"/>
              <a:ea typeface="黑体" pitchFamily="2" charset="-122"/>
            </a:endParaRPr>
          </a:p>
        </p:txBody>
      </p:sp>
      <p:sp>
        <p:nvSpPr>
          <p:cNvPr id="83" name="Freeform 41"/>
          <p:cNvSpPr>
            <a:spLocks/>
          </p:cNvSpPr>
          <p:nvPr/>
        </p:nvSpPr>
        <p:spPr bwMode="auto">
          <a:xfrm rot="5400000">
            <a:off x="6267132" y="2629976"/>
            <a:ext cx="798512" cy="2171591"/>
          </a:xfrm>
          <a:custGeom>
            <a:avLst/>
            <a:gdLst>
              <a:gd name="T0" fmla="*/ 2147483646 w 368"/>
              <a:gd name="T1" fmla="*/ 0 h 524"/>
              <a:gd name="T2" fmla="*/ 2147483646 w 368"/>
              <a:gd name="T3" fmla="*/ 2147483646 h 524"/>
              <a:gd name="T4" fmla="*/ 2147483646 w 368"/>
              <a:gd name="T5" fmla="*/ 2147483646 h 524"/>
              <a:gd name="T6" fmla="*/ 0 w 368"/>
              <a:gd name="T7" fmla="*/ 2147483646 h 524"/>
              <a:gd name="T8" fmla="*/ 2147483646 w 368"/>
              <a:gd name="T9" fmla="*/ 0 h 524"/>
              <a:gd name="T10" fmla="*/ 0 60000 65536"/>
              <a:gd name="T11" fmla="*/ 0 60000 65536"/>
              <a:gd name="T12" fmla="*/ 0 60000 65536"/>
              <a:gd name="T13" fmla="*/ 0 60000 65536"/>
              <a:gd name="T14" fmla="*/ 0 60000 65536"/>
              <a:gd name="T15" fmla="*/ 0 w 368"/>
              <a:gd name="T16" fmla="*/ 0 h 524"/>
              <a:gd name="T17" fmla="*/ 368 w 368"/>
              <a:gd name="T18" fmla="*/ 524 h 524"/>
            </a:gdLst>
            <a:ahLst/>
            <a:cxnLst>
              <a:cxn ang="T10">
                <a:pos x="T0" y="T1"/>
              </a:cxn>
              <a:cxn ang="T11">
                <a:pos x="T2" y="T3"/>
              </a:cxn>
              <a:cxn ang="T12">
                <a:pos x="T4" y="T5"/>
              </a:cxn>
              <a:cxn ang="T13">
                <a:pos x="T6" y="T7"/>
              </a:cxn>
              <a:cxn ang="T14">
                <a:pos x="T8" y="T9"/>
              </a:cxn>
            </a:cxnLst>
            <a:rect l="T15" t="T16" r="T17" b="T18"/>
            <a:pathLst>
              <a:path w="368" h="524">
                <a:moveTo>
                  <a:pt x="4" y="0"/>
                </a:moveTo>
                <a:lnTo>
                  <a:pt x="368" y="256"/>
                </a:lnTo>
                <a:lnTo>
                  <a:pt x="367" y="277"/>
                </a:lnTo>
                <a:lnTo>
                  <a:pt x="0" y="524"/>
                </a:lnTo>
                <a:lnTo>
                  <a:pt x="4" y="0"/>
                </a:lnTo>
                <a:close/>
              </a:path>
            </a:pathLst>
          </a:custGeom>
          <a:gradFill rotWithShape="1">
            <a:gsLst>
              <a:gs pos="0">
                <a:srgbClr val="C1C19A"/>
              </a:gs>
              <a:gs pos="100000">
                <a:srgbClr val="FFFFCC"/>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84" name="Line 67"/>
          <p:cNvSpPr>
            <a:spLocks noChangeShapeType="1"/>
          </p:cNvSpPr>
          <p:nvPr/>
        </p:nvSpPr>
        <p:spPr bwMode="auto">
          <a:xfrm>
            <a:off x="5569176" y="2923506"/>
            <a:ext cx="21653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85" name="TextBox 84"/>
          <p:cNvSpPr txBox="1"/>
          <p:nvPr/>
        </p:nvSpPr>
        <p:spPr>
          <a:xfrm>
            <a:off x="3902004" y="2937520"/>
            <a:ext cx="1210588" cy="400110"/>
          </a:xfrm>
          <a:prstGeom prst="rect">
            <a:avLst/>
          </a:prstGeom>
          <a:noFill/>
        </p:spPr>
        <p:txBody>
          <a:bodyPr wrap="none" rtlCol="0">
            <a:spAutoFit/>
          </a:bodyPr>
          <a:lstStyle/>
          <a:p>
            <a:r>
              <a:rPr lang="zh-CN" altLang="en-US" sz="2000" b="1" dirty="0" smtClean="0">
                <a:solidFill>
                  <a:srgbClr val="000000"/>
                </a:solidFill>
                <a:ea typeface="黑体" pitchFamily="2" charset="-122"/>
              </a:rPr>
              <a:t>默认路由</a:t>
            </a:r>
            <a:endParaRPr lang="zh-CN" altLang="en-US" sz="2000" b="1" dirty="0">
              <a:solidFill>
                <a:srgbClr val="000000"/>
              </a:solidFill>
              <a:ea typeface="黑体" pitchFamily="2" charset="-122"/>
            </a:endParaRPr>
          </a:p>
        </p:txBody>
      </p:sp>
      <p:cxnSp>
        <p:nvCxnSpPr>
          <p:cNvPr id="86" name="直接箭头连接符 85"/>
          <p:cNvCxnSpPr>
            <a:stCxn id="85" idx="3"/>
          </p:cNvCxnSpPr>
          <p:nvPr/>
        </p:nvCxnSpPr>
        <p:spPr>
          <a:xfrm>
            <a:off x="5112592" y="3137575"/>
            <a:ext cx="456584" cy="0"/>
          </a:xfrm>
          <a:prstGeom prst="straightConnector1">
            <a:avLst/>
          </a:prstGeom>
          <a:ln w="28575">
            <a:solidFill>
              <a:srgbClr val="000000"/>
            </a:solidFill>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91344" y="2204864"/>
            <a:ext cx="3710660" cy="1631216"/>
          </a:xfrm>
          <a:prstGeom prst="rect">
            <a:avLst/>
          </a:prstGeom>
          <a:noFill/>
        </p:spPr>
        <p:txBody>
          <a:bodyPr wrap="square" rtlCol="0">
            <a:spAutoFit/>
          </a:bodyPr>
          <a:lstStyle/>
          <a:p>
            <a:r>
              <a:rPr lang="zh-CN" altLang="en-US" sz="2000" b="1" dirty="0" smtClean="0">
                <a:solidFill>
                  <a:srgbClr val="FF0000"/>
                </a:solidFill>
                <a:latin typeface="微软雅黑" pitchFamily="34" charset="-122"/>
                <a:ea typeface="微软雅黑" pitchFamily="34" charset="-122"/>
              </a:rPr>
              <a:t>对于 </a:t>
            </a:r>
            <a:r>
              <a:rPr lang="en-US" altLang="zh-CN" sz="2000" b="1" dirty="0" smtClean="0">
                <a:solidFill>
                  <a:srgbClr val="FF0000"/>
                </a:solidFill>
                <a:latin typeface="微软雅黑" pitchFamily="34" charset="-122"/>
                <a:ea typeface="微软雅黑" pitchFamily="34" charset="-122"/>
              </a:rPr>
              <a:t>H </a:t>
            </a:r>
            <a:r>
              <a:rPr lang="zh-CN" altLang="en-US" sz="2000" b="1" dirty="0" smtClean="0">
                <a:solidFill>
                  <a:srgbClr val="FF0000"/>
                </a:solidFill>
                <a:latin typeface="微软雅黑" pitchFamily="34" charset="-122"/>
                <a:ea typeface="微软雅黑" pitchFamily="34" charset="-122"/>
              </a:rPr>
              <a:t>和 </a:t>
            </a:r>
            <a:r>
              <a:rPr lang="en-US" altLang="zh-CN" sz="2000" b="1" dirty="0" smtClean="0">
                <a:solidFill>
                  <a:srgbClr val="FF0000"/>
                </a:solidFill>
                <a:latin typeface="微软雅黑" pitchFamily="34" charset="-122"/>
                <a:ea typeface="微软雅黑" pitchFamily="34" charset="-122"/>
              </a:rPr>
              <a:t>R</a:t>
            </a:r>
            <a:r>
              <a:rPr lang="en-US" altLang="zh-CN" sz="2000" b="1" baseline="-25000" dirty="0" smtClean="0">
                <a:solidFill>
                  <a:srgbClr val="FF0000"/>
                </a:solidFill>
                <a:latin typeface="微软雅黑" pitchFamily="34" charset="-122"/>
                <a:ea typeface="微软雅黑" pitchFamily="34" charset="-122"/>
              </a:rPr>
              <a:t>2</a:t>
            </a:r>
            <a:r>
              <a:rPr lang="en-US" altLang="zh-CN" sz="2000" b="1" dirty="0" smtClean="0">
                <a:solidFill>
                  <a:srgbClr val="FF0000"/>
                </a:solidFill>
                <a:latin typeface="微软雅黑" pitchFamily="34" charset="-122"/>
                <a:ea typeface="微软雅黑" pitchFamily="34" charset="-122"/>
              </a:rPr>
              <a:t> </a:t>
            </a:r>
            <a:r>
              <a:rPr lang="zh-CN" altLang="en-US" sz="2000" b="1" dirty="0" smtClean="0">
                <a:solidFill>
                  <a:srgbClr val="FF0000"/>
                </a:solidFill>
                <a:latin typeface="微软雅黑" pitchFamily="34" charset="-122"/>
                <a:ea typeface="微软雅黑" pitchFamily="34" charset="-122"/>
              </a:rPr>
              <a:t>来说，只要</a:t>
            </a:r>
            <a:r>
              <a:rPr lang="zh-CN" altLang="en-US" sz="2000" b="1" dirty="0">
                <a:solidFill>
                  <a:srgbClr val="FF0000"/>
                </a:solidFill>
                <a:latin typeface="微软雅黑" pitchFamily="34" charset="-122"/>
                <a:ea typeface="微软雅黑" pitchFamily="34" charset="-122"/>
              </a:rPr>
              <a:t>目的网络不是 </a:t>
            </a:r>
            <a:r>
              <a:rPr lang="en-US" altLang="zh-CN" sz="2000" b="1" dirty="0">
                <a:solidFill>
                  <a:srgbClr val="FF0000"/>
                </a:solidFill>
                <a:latin typeface="微软雅黑" pitchFamily="34" charset="-122"/>
                <a:ea typeface="微软雅黑" pitchFamily="34" charset="-122"/>
              </a:rPr>
              <a:t>N</a:t>
            </a:r>
            <a:r>
              <a:rPr lang="en-US" altLang="zh-CN" sz="2000" b="1" baseline="-25000" dirty="0">
                <a:solidFill>
                  <a:srgbClr val="FF0000"/>
                </a:solidFill>
                <a:latin typeface="微软雅黑" pitchFamily="34" charset="-122"/>
                <a:ea typeface="微软雅黑" pitchFamily="34" charset="-122"/>
              </a:rPr>
              <a:t>1</a:t>
            </a:r>
            <a:r>
              <a:rPr lang="en-US" altLang="zh-CN" sz="2000" b="1" dirty="0">
                <a:solidFill>
                  <a:srgbClr val="FF0000"/>
                </a:solidFill>
                <a:latin typeface="微软雅黑" pitchFamily="34" charset="-122"/>
                <a:ea typeface="微软雅黑" pitchFamily="34" charset="-122"/>
              </a:rPr>
              <a:t> </a:t>
            </a:r>
            <a:r>
              <a:rPr lang="zh-CN" altLang="en-US" sz="2000" b="1" dirty="0">
                <a:solidFill>
                  <a:srgbClr val="FF0000"/>
                </a:solidFill>
                <a:latin typeface="微软雅黑" pitchFamily="34" charset="-122"/>
                <a:ea typeface="微软雅黑" pitchFamily="34" charset="-122"/>
              </a:rPr>
              <a:t>和 </a:t>
            </a:r>
            <a:r>
              <a:rPr lang="en-US" altLang="zh-CN" sz="2000" b="1" dirty="0">
                <a:solidFill>
                  <a:srgbClr val="FF0000"/>
                </a:solidFill>
                <a:latin typeface="微软雅黑" pitchFamily="34" charset="-122"/>
                <a:ea typeface="微软雅黑" pitchFamily="34" charset="-122"/>
              </a:rPr>
              <a:t>N</a:t>
            </a:r>
            <a:r>
              <a:rPr lang="en-US" altLang="zh-CN" sz="2000" b="1" baseline="-25000" dirty="0">
                <a:solidFill>
                  <a:srgbClr val="FF0000"/>
                </a:solidFill>
                <a:latin typeface="微软雅黑" pitchFamily="34" charset="-122"/>
                <a:ea typeface="微软雅黑" pitchFamily="34" charset="-122"/>
              </a:rPr>
              <a:t>2</a:t>
            </a:r>
            <a:r>
              <a:rPr lang="zh-CN" altLang="en-US" sz="2000" b="1" dirty="0">
                <a:solidFill>
                  <a:srgbClr val="FF0000"/>
                </a:solidFill>
                <a:latin typeface="微软雅黑" pitchFamily="34" charset="-122"/>
                <a:ea typeface="微软雅黑" pitchFamily="34" charset="-122"/>
              </a:rPr>
              <a:t>，就一律选择默认路由，把数据报先间接交付给路由器 </a:t>
            </a:r>
            <a:r>
              <a:rPr lang="en-US" altLang="zh-CN" sz="2000" b="1" dirty="0">
                <a:solidFill>
                  <a:srgbClr val="FF0000"/>
                </a:solidFill>
                <a:latin typeface="微软雅黑" pitchFamily="34" charset="-122"/>
                <a:ea typeface="微软雅黑" pitchFamily="34" charset="-122"/>
              </a:rPr>
              <a:t>R</a:t>
            </a:r>
            <a:r>
              <a:rPr lang="en-US" altLang="zh-CN" sz="2000" b="1" baseline="-25000" dirty="0">
                <a:solidFill>
                  <a:srgbClr val="FF0000"/>
                </a:solidFill>
                <a:latin typeface="微软雅黑" pitchFamily="34" charset="-122"/>
                <a:ea typeface="微软雅黑" pitchFamily="34" charset="-122"/>
              </a:rPr>
              <a:t>1</a:t>
            </a:r>
            <a:r>
              <a:rPr lang="zh-CN" altLang="en-US" sz="2000" b="1" dirty="0">
                <a:solidFill>
                  <a:srgbClr val="FF0000"/>
                </a:solidFill>
                <a:latin typeface="微软雅黑" pitchFamily="34" charset="-122"/>
                <a:ea typeface="微软雅黑" pitchFamily="34" charset="-122"/>
              </a:rPr>
              <a:t>，让 </a:t>
            </a:r>
            <a:r>
              <a:rPr lang="en-US" altLang="zh-CN" sz="2000" b="1" dirty="0">
                <a:solidFill>
                  <a:srgbClr val="FF0000"/>
                </a:solidFill>
                <a:latin typeface="微软雅黑" pitchFamily="34" charset="-122"/>
                <a:ea typeface="微软雅黑" pitchFamily="34" charset="-122"/>
              </a:rPr>
              <a:t>R</a:t>
            </a:r>
            <a:r>
              <a:rPr lang="en-US" altLang="zh-CN" sz="2000" b="1" baseline="-25000" dirty="0">
                <a:solidFill>
                  <a:srgbClr val="FF0000"/>
                </a:solidFill>
                <a:latin typeface="微软雅黑" pitchFamily="34" charset="-122"/>
                <a:ea typeface="微软雅黑" pitchFamily="34" charset="-122"/>
              </a:rPr>
              <a:t>1</a:t>
            </a:r>
            <a:r>
              <a:rPr lang="en-US" altLang="zh-CN" sz="2000" b="1" dirty="0">
                <a:solidFill>
                  <a:srgbClr val="FF0000"/>
                </a:solidFill>
                <a:latin typeface="微软雅黑" pitchFamily="34" charset="-122"/>
                <a:ea typeface="微软雅黑" pitchFamily="34" charset="-122"/>
              </a:rPr>
              <a:t> </a:t>
            </a:r>
            <a:r>
              <a:rPr lang="zh-CN" altLang="en-US" sz="2000" b="1" dirty="0">
                <a:solidFill>
                  <a:srgbClr val="FF0000"/>
                </a:solidFill>
                <a:latin typeface="微软雅黑" pitchFamily="34" charset="-122"/>
                <a:ea typeface="微软雅黑" pitchFamily="34" charset="-122"/>
              </a:rPr>
              <a:t>再转发给下一个路由器。 </a:t>
            </a:r>
          </a:p>
        </p:txBody>
      </p:sp>
      <p:sp>
        <p:nvSpPr>
          <p:cNvPr id="9" name="TextBox 8"/>
          <p:cNvSpPr txBox="1"/>
          <p:nvPr/>
        </p:nvSpPr>
        <p:spPr>
          <a:xfrm>
            <a:off x="4633401" y="4509120"/>
            <a:ext cx="366713" cy="400110"/>
          </a:xfrm>
          <a:prstGeom prst="rect">
            <a:avLst/>
          </a:prstGeom>
          <a:noFill/>
        </p:spPr>
        <p:txBody>
          <a:bodyPr wrap="square" rtlCol="0">
            <a:spAutoFit/>
          </a:bodyPr>
          <a:lstStyle/>
          <a:p>
            <a:r>
              <a:rPr lang="en-US" altLang="zh-CN" sz="2000" b="1" dirty="0" smtClean="0">
                <a:solidFill>
                  <a:srgbClr val="000000"/>
                </a:solidFill>
              </a:rPr>
              <a:t>H</a:t>
            </a:r>
            <a:endParaRPr lang="zh-CN" altLang="en-US" sz="2000" b="1" dirty="0">
              <a:solidFill>
                <a:srgbClr val="000000"/>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分组转发</a:t>
            </a:r>
            <a:r>
              <a:rPr lang="zh-CN" altLang="en-US" dirty="0" smtClean="0"/>
              <a:t>算法（转发表按前缀长短排序） </a:t>
            </a:r>
            <a:endParaRPr lang="zh-CN" altLang="en-US" dirty="0"/>
          </a:p>
        </p:txBody>
      </p:sp>
      <p:sp>
        <p:nvSpPr>
          <p:cNvPr id="198659" name="Rectangle 3"/>
          <p:cNvSpPr>
            <a:spLocks noGrp="1" noChangeArrowheads="1"/>
          </p:cNvSpPr>
          <p:nvPr>
            <p:ph idx="1"/>
          </p:nvPr>
        </p:nvSpPr>
        <p:spPr>
          <a:xfrm>
            <a:off x="443706" y="1267200"/>
            <a:ext cx="10980886" cy="4895850"/>
          </a:xfrm>
          <a:noFill/>
        </p:spPr>
        <p:txBody>
          <a:bodyPr/>
          <a:lstStyle/>
          <a:p>
            <a:pPr marL="784800" indent="-457200" eaLnBrk="1" hangingPunct="1"/>
            <a:r>
              <a:rPr lang="en-US" altLang="zh-CN" b="1" dirty="0" smtClean="0"/>
              <a:t>(1) </a:t>
            </a:r>
            <a:r>
              <a:rPr lang="zh-CN" altLang="en-US" b="1" dirty="0" smtClean="0"/>
              <a:t>从收到的分组的首部提取目的 </a:t>
            </a:r>
            <a:r>
              <a:rPr lang="en-US" altLang="zh-CN" b="1" dirty="0" smtClean="0"/>
              <a:t>IP </a:t>
            </a:r>
            <a:r>
              <a:rPr lang="zh-CN" altLang="en-US" b="1" dirty="0" smtClean="0"/>
              <a:t>地址 </a:t>
            </a:r>
            <a:r>
              <a:rPr lang="en-US" altLang="zh-CN" b="1" i="1" dirty="0" smtClean="0"/>
              <a:t>D</a:t>
            </a:r>
            <a:r>
              <a:rPr lang="zh-CN" altLang="en-US" b="1" dirty="0" smtClean="0"/>
              <a:t>。</a:t>
            </a:r>
          </a:p>
          <a:p>
            <a:pPr marL="784800" indent="-457200" eaLnBrk="1" hangingPunct="1"/>
            <a:r>
              <a:rPr lang="en-US" altLang="zh-CN" b="1" dirty="0" smtClean="0"/>
              <a:t>(2) </a:t>
            </a:r>
            <a:r>
              <a:rPr lang="zh-CN" altLang="en-US" b="1" dirty="0" smtClean="0"/>
              <a:t>从转发表的第一行开始，将目的地址 </a:t>
            </a:r>
            <a:r>
              <a:rPr lang="en-US" altLang="zh-CN" b="1" i="1" dirty="0" smtClean="0"/>
              <a:t>D</a:t>
            </a:r>
            <a:r>
              <a:rPr lang="en-US" altLang="zh-CN" b="1" dirty="0" smtClean="0"/>
              <a:t> </a:t>
            </a:r>
            <a:r>
              <a:rPr lang="zh-CN" altLang="en-US" b="1" dirty="0" smtClean="0"/>
              <a:t>与该行的子网掩码进行按位 </a:t>
            </a:r>
            <a:r>
              <a:rPr lang="en-US" altLang="zh-CN" b="1" dirty="0" smtClean="0"/>
              <a:t>AND </a:t>
            </a:r>
            <a:r>
              <a:rPr lang="zh-CN" altLang="en-US" b="1" dirty="0" smtClean="0"/>
              <a:t>运算，看结果与该行的前缀是否匹配。若匹配则查找结束，按照下一跳指出的路由进行处理；若不匹配则继续查找下一行。</a:t>
            </a:r>
          </a:p>
          <a:p>
            <a:pPr marL="784800" indent="-457200" eaLnBrk="1" hangingPunct="1"/>
            <a:r>
              <a:rPr lang="en-US" altLang="zh-CN" b="1" dirty="0" smtClean="0"/>
              <a:t>(3) </a:t>
            </a:r>
            <a:r>
              <a:rPr lang="zh-CN" altLang="en-US" b="1" dirty="0" smtClean="0"/>
              <a:t>若查找完整个转发表也没有匹配项（比如没有配置默认路由），则丢弃分组并报告转发分组出错。</a:t>
            </a:r>
          </a:p>
          <a:p>
            <a:pPr marL="342000" indent="-14400" eaLnBrk="1" hangingPunct="1">
              <a:lnSpc>
                <a:spcPct val="130000"/>
              </a:lnSpc>
              <a:buFont typeface="Wingdings" pitchFamily="2" charset="2"/>
              <a:buNone/>
            </a:pPr>
            <a:endParaRPr lang="zh-CN" altLang="en-US" b="1" dirty="0" smtClean="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8659">
                                            <p:txEl>
                                              <p:pRg st="1" end="1"/>
                                            </p:txEl>
                                          </p:spTgt>
                                        </p:tgtEl>
                                        <p:attrNameLst>
                                          <p:attrName>style.visibility</p:attrName>
                                        </p:attrNameLst>
                                      </p:cBhvr>
                                      <p:to>
                                        <p:strVal val="visible"/>
                                      </p:to>
                                    </p:set>
                                    <p:anim calcmode="lin" valueType="num">
                                      <p:cBhvr additive="base">
                                        <p:cTn id="7" dur="500" fill="hold"/>
                                        <p:tgtEl>
                                          <p:spTgt spid="19865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86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98659">
                                            <p:txEl>
                                              <p:pRg st="2" end="2"/>
                                            </p:txEl>
                                          </p:spTgt>
                                        </p:tgtEl>
                                        <p:attrNameLst>
                                          <p:attrName>style.visibility</p:attrName>
                                        </p:attrNameLst>
                                      </p:cBhvr>
                                      <p:to>
                                        <p:strVal val="visible"/>
                                      </p:to>
                                    </p:set>
                                    <p:anim calcmode="lin" valueType="num">
                                      <p:cBhvr additive="base">
                                        <p:cTn id="13" dur="500" fill="hold"/>
                                        <p:tgtEl>
                                          <p:spTgt spid="19865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865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分组转发</a:t>
            </a:r>
            <a:r>
              <a:rPr lang="zh-CN" altLang="en-US" dirty="0" smtClean="0"/>
              <a:t>算法（转发表按前缀长短排序） </a:t>
            </a:r>
            <a:endParaRPr lang="zh-CN" altLang="en-US" dirty="0"/>
          </a:p>
        </p:txBody>
      </p:sp>
      <p:grpSp>
        <p:nvGrpSpPr>
          <p:cNvPr id="28" name="组合 27"/>
          <p:cNvGrpSpPr/>
          <p:nvPr/>
        </p:nvGrpSpPr>
        <p:grpSpPr>
          <a:xfrm>
            <a:off x="839416" y="1752070"/>
            <a:ext cx="10382612" cy="4341226"/>
            <a:chOff x="681940" y="1392030"/>
            <a:chExt cx="8004410" cy="2976833"/>
          </a:xfrm>
        </p:grpSpPr>
        <p:sp>
          <p:nvSpPr>
            <p:cNvPr id="5" name="矩形 4"/>
            <p:cNvSpPr/>
            <p:nvPr/>
          </p:nvSpPr>
          <p:spPr>
            <a:xfrm>
              <a:off x="681941" y="1392030"/>
              <a:ext cx="2900211" cy="441235"/>
            </a:xfrm>
            <a:prstGeom prst="rect">
              <a:avLst/>
            </a:prstGeom>
            <a:solidFill>
              <a:srgbClr val="000099"/>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400" b="1" dirty="0">
                  <a:solidFill>
                    <a:schemeClr val="bg1"/>
                  </a:solidFill>
                  <a:latin typeface="微软雅黑" panose="020B0503020204020204" pitchFamily="34" charset="-122"/>
                  <a:ea typeface="微软雅黑" panose="020B0503020204020204" pitchFamily="34" charset="-122"/>
                </a:rPr>
                <a:t>提取</a:t>
              </a:r>
              <a:r>
                <a:rPr lang="zh-CN" altLang="en-US" sz="2400" b="1" dirty="0" smtClean="0">
                  <a:solidFill>
                    <a:schemeClr val="bg1"/>
                  </a:solidFill>
                  <a:latin typeface="微软雅黑" panose="020B0503020204020204" pitchFamily="34" charset="-122"/>
                  <a:ea typeface="微软雅黑" panose="020B0503020204020204" pitchFamily="34" charset="-122"/>
                </a:rPr>
                <a:t>目的 </a:t>
              </a:r>
              <a:r>
                <a:rPr lang="en-US" altLang="zh-CN" sz="2400" b="1" dirty="0" smtClean="0">
                  <a:solidFill>
                    <a:schemeClr val="bg1"/>
                  </a:solidFill>
                  <a:latin typeface="微软雅黑" panose="020B0503020204020204" pitchFamily="34" charset="-122"/>
                  <a:ea typeface="微软雅黑" panose="020B0503020204020204" pitchFamily="34" charset="-122"/>
                </a:rPr>
                <a:t>IP </a:t>
              </a:r>
              <a:r>
                <a:rPr lang="zh-CN" altLang="en-US" sz="2400" b="1" dirty="0" smtClean="0">
                  <a:solidFill>
                    <a:schemeClr val="bg1"/>
                  </a:solidFill>
                  <a:latin typeface="微软雅黑" panose="020B0503020204020204" pitchFamily="34" charset="-122"/>
                  <a:ea typeface="微软雅黑" panose="020B0503020204020204" pitchFamily="34" charset="-122"/>
                </a:rPr>
                <a:t>地址</a:t>
              </a:r>
              <a:r>
                <a:rPr lang="en-US" altLang="zh-CN" sz="2400" b="1" dirty="0" smtClean="0">
                  <a:solidFill>
                    <a:schemeClr val="bg1"/>
                  </a:solidFill>
                  <a:latin typeface="微软雅黑" panose="020B0503020204020204" pitchFamily="34" charset="-122"/>
                  <a:ea typeface="微软雅黑" panose="020B0503020204020204" pitchFamily="34" charset="-122"/>
                </a:rPr>
                <a:t> D</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6" name="菱形 5"/>
            <p:cNvSpPr/>
            <p:nvPr/>
          </p:nvSpPr>
          <p:spPr>
            <a:xfrm>
              <a:off x="4080677" y="1422924"/>
              <a:ext cx="2662533" cy="546168"/>
            </a:xfrm>
            <a:prstGeom prst="diamond">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bg1"/>
                  </a:solidFill>
                  <a:latin typeface="微软雅黑" panose="020B0503020204020204" pitchFamily="34" charset="-122"/>
                  <a:ea typeface="微软雅黑" panose="020B0503020204020204" pitchFamily="34" charset="-122"/>
                </a:rPr>
                <a:t>找到 </a:t>
              </a:r>
              <a:r>
                <a:rPr lang="en-US" altLang="zh-CN" b="1" dirty="0" smtClean="0">
                  <a:solidFill>
                    <a:schemeClr val="bg1"/>
                  </a:solidFill>
                  <a:latin typeface="微软雅黑" panose="020B0503020204020204" pitchFamily="34" charset="-122"/>
                  <a:ea typeface="微软雅黑" panose="020B0503020204020204" pitchFamily="34" charset="-122"/>
                </a:rPr>
                <a:t>D </a:t>
              </a:r>
              <a:r>
                <a:rPr lang="zh-CN" altLang="en-US" b="1" dirty="0" smtClean="0">
                  <a:solidFill>
                    <a:schemeClr val="bg1"/>
                  </a:solidFill>
                  <a:latin typeface="微软雅黑" panose="020B0503020204020204" pitchFamily="34" charset="-122"/>
                  <a:ea typeface="微软雅黑" panose="020B0503020204020204" pitchFamily="34" charset="-122"/>
                </a:rPr>
                <a:t>的特定</a:t>
              </a:r>
              <a:r>
                <a:rPr lang="zh-CN" altLang="en-US" b="1" dirty="0">
                  <a:solidFill>
                    <a:schemeClr val="bg1"/>
                  </a:solidFill>
                  <a:latin typeface="微软雅黑" panose="020B0503020204020204" pitchFamily="34" charset="-122"/>
                  <a:ea typeface="微软雅黑" panose="020B0503020204020204" pitchFamily="34" charset="-122"/>
                </a:rPr>
                <a:t>主机</a:t>
              </a:r>
              <a:r>
                <a:rPr lang="zh-CN" altLang="en-US" b="1" dirty="0" smtClean="0">
                  <a:solidFill>
                    <a:schemeClr val="bg1"/>
                  </a:solidFill>
                  <a:latin typeface="微软雅黑" panose="020B0503020204020204" pitchFamily="34" charset="-122"/>
                  <a:ea typeface="微软雅黑" panose="020B0503020204020204" pitchFamily="34" charset="-122"/>
                </a:rPr>
                <a:t>路由 ？</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7" name="菱形 6"/>
            <p:cNvSpPr/>
            <p:nvPr/>
          </p:nvSpPr>
          <p:spPr>
            <a:xfrm>
              <a:off x="4080676" y="2270681"/>
              <a:ext cx="2662534" cy="546168"/>
            </a:xfrm>
            <a:prstGeom prst="diamond">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bg1"/>
                  </a:solidFill>
                  <a:latin typeface="微软雅黑" panose="020B0503020204020204" pitchFamily="34" charset="-122"/>
                  <a:ea typeface="微软雅黑" panose="020B0503020204020204" pitchFamily="34" charset="-122"/>
                </a:rPr>
                <a:t>找到 </a:t>
              </a:r>
              <a:r>
                <a:rPr lang="en-US" altLang="zh-CN" b="1" dirty="0" smtClean="0">
                  <a:solidFill>
                    <a:schemeClr val="bg1"/>
                  </a:solidFill>
                  <a:latin typeface="微软雅黑" panose="020B0503020204020204" pitchFamily="34" charset="-122"/>
                  <a:ea typeface="微软雅黑" panose="020B0503020204020204" pitchFamily="34" charset="-122"/>
                </a:rPr>
                <a:t>D </a:t>
              </a:r>
              <a:r>
                <a:rPr lang="zh-CN" altLang="en-US" b="1" dirty="0">
                  <a:solidFill>
                    <a:schemeClr val="bg1"/>
                  </a:solidFill>
                  <a:latin typeface="微软雅黑" panose="020B0503020204020204" pitchFamily="34" charset="-122"/>
                  <a:ea typeface="微软雅黑" panose="020B0503020204020204" pitchFamily="34" charset="-122"/>
                </a:rPr>
                <a:t>的</a:t>
              </a:r>
              <a:r>
                <a:rPr lang="zh-CN" altLang="en-US" b="1" dirty="0" smtClean="0">
                  <a:solidFill>
                    <a:schemeClr val="bg1"/>
                  </a:solidFill>
                  <a:latin typeface="微软雅黑" panose="020B0503020204020204" pitchFamily="34" charset="-122"/>
                  <a:ea typeface="微软雅黑" panose="020B0503020204020204" pitchFamily="34" charset="-122"/>
                </a:rPr>
                <a:t>最长前缀匹配 ？</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8" name="菱形 7"/>
            <p:cNvSpPr/>
            <p:nvPr/>
          </p:nvSpPr>
          <p:spPr>
            <a:xfrm>
              <a:off x="4080676" y="3118439"/>
              <a:ext cx="2662534" cy="546168"/>
            </a:xfrm>
            <a:prstGeom prst="diamond">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bg1"/>
                  </a:solidFill>
                  <a:latin typeface="微软雅黑" panose="020B0503020204020204" pitchFamily="34" charset="-122"/>
                  <a:ea typeface="微软雅黑" panose="020B0503020204020204" pitchFamily="34" charset="-122"/>
                </a:rPr>
                <a:t>找到默认路由？</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9" name="矩形 8"/>
            <p:cNvSpPr/>
            <p:nvPr/>
          </p:nvSpPr>
          <p:spPr>
            <a:xfrm>
              <a:off x="6466437" y="3927627"/>
              <a:ext cx="2219913" cy="441235"/>
            </a:xfrm>
            <a:prstGeom prst="rect">
              <a:avLst/>
            </a:prstGeom>
            <a:solidFill>
              <a:srgbClr val="990099"/>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b="1" dirty="0">
                  <a:solidFill>
                    <a:schemeClr val="bg1"/>
                  </a:solidFill>
                  <a:latin typeface="微软雅黑" panose="020B0503020204020204" pitchFamily="34" charset="-122"/>
                  <a:ea typeface="微软雅黑" panose="020B0503020204020204" pitchFamily="34" charset="-122"/>
                </a:rPr>
                <a:t>转发</a:t>
              </a:r>
              <a:r>
                <a:rPr lang="zh-CN" altLang="en-US" b="1" dirty="0" smtClean="0">
                  <a:solidFill>
                    <a:schemeClr val="bg1"/>
                  </a:solidFill>
                  <a:latin typeface="微软雅黑" panose="020B0503020204020204" pitchFamily="34" charset="-122"/>
                  <a:ea typeface="微软雅黑" panose="020B0503020204020204" pitchFamily="34" charset="-122"/>
                </a:rPr>
                <a:t>分组到下一跳路由器</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10" name="矩形 9"/>
            <p:cNvSpPr/>
            <p:nvPr/>
          </p:nvSpPr>
          <p:spPr>
            <a:xfrm>
              <a:off x="4422480" y="3927628"/>
              <a:ext cx="1978926" cy="441235"/>
            </a:xfrm>
            <a:prstGeom prst="rect">
              <a:avLst/>
            </a:prstGeom>
            <a:solidFill>
              <a:srgbClr val="009900"/>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b="1" dirty="0" smtClean="0">
                  <a:solidFill>
                    <a:schemeClr val="bg1"/>
                  </a:solidFill>
                  <a:latin typeface="微软雅黑" panose="020B0503020204020204" pitchFamily="34" charset="-122"/>
                  <a:ea typeface="微软雅黑" panose="020B0503020204020204" pitchFamily="34" charset="-122"/>
                </a:rPr>
                <a:t>丢弃分组，报告出错</a:t>
              </a:r>
              <a:endParaRPr lang="zh-CN" altLang="en-US" b="1" dirty="0">
                <a:solidFill>
                  <a:schemeClr val="bg1"/>
                </a:solidFill>
                <a:latin typeface="微软雅黑" panose="020B0503020204020204" pitchFamily="34" charset="-122"/>
                <a:ea typeface="微软雅黑" panose="020B0503020204020204" pitchFamily="34" charset="-122"/>
              </a:endParaRPr>
            </a:p>
          </p:txBody>
        </p:sp>
        <p:cxnSp>
          <p:nvCxnSpPr>
            <p:cNvPr id="11" name="直接箭头连接符 10"/>
            <p:cNvCxnSpPr/>
            <p:nvPr/>
          </p:nvCxnSpPr>
          <p:spPr>
            <a:xfrm flipH="1">
              <a:off x="5411943" y="1969092"/>
              <a:ext cx="1" cy="301589"/>
            </a:xfrm>
            <a:prstGeom prst="straightConnector1">
              <a:avLst/>
            </a:prstGeom>
            <a:ln w="19050">
              <a:solidFill>
                <a:srgbClr val="000099"/>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a:off x="5411943" y="2816849"/>
              <a:ext cx="0" cy="301590"/>
            </a:xfrm>
            <a:prstGeom prst="straightConnector1">
              <a:avLst/>
            </a:prstGeom>
            <a:ln w="19050">
              <a:solidFill>
                <a:srgbClr val="000099"/>
              </a:solidFill>
              <a:tailEnd type="triangle"/>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681940" y="2174485"/>
              <a:ext cx="2900211" cy="441235"/>
            </a:xfrm>
            <a:prstGeom prst="rect">
              <a:avLst/>
            </a:prstGeom>
            <a:solidFill>
              <a:srgbClr val="000099"/>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400" b="1" dirty="0" smtClean="0">
                  <a:solidFill>
                    <a:schemeClr val="bg1"/>
                  </a:solidFill>
                  <a:latin typeface="微软雅黑" panose="020B0503020204020204" pitchFamily="34" charset="-122"/>
                  <a:ea typeface="微软雅黑" panose="020B0503020204020204" pitchFamily="34" charset="-122"/>
                </a:rPr>
                <a:t>查找转发表</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cxnSp>
          <p:nvCxnSpPr>
            <p:cNvPr id="14" name="直接箭头连接符 13"/>
            <p:cNvCxnSpPr>
              <a:stCxn id="5" idx="2"/>
              <a:endCxn id="13" idx="0"/>
            </p:cNvCxnSpPr>
            <p:nvPr/>
          </p:nvCxnSpPr>
          <p:spPr>
            <a:xfrm flipH="1">
              <a:off x="2132046" y="1833265"/>
              <a:ext cx="1" cy="341220"/>
            </a:xfrm>
            <a:prstGeom prst="straightConnector1">
              <a:avLst/>
            </a:prstGeom>
            <a:ln w="19050">
              <a:solidFill>
                <a:srgbClr val="000099"/>
              </a:solidFill>
              <a:tailEnd type="triangle"/>
            </a:ln>
          </p:spPr>
          <p:style>
            <a:lnRef idx="1">
              <a:schemeClr val="accent1"/>
            </a:lnRef>
            <a:fillRef idx="0">
              <a:schemeClr val="accent1"/>
            </a:fillRef>
            <a:effectRef idx="0">
              <a:schemeClr val="accent1"/>
            </a:effectRef>
            <a:fontRef idx="minor">
              <a:schemeClr val="tx1"/>
            </a:fontRef>
          </p:style>
        </p:cxnSp>
        <p:cxnSp>
          <p:nvCxnSpPr>
            <p:cNvPr id="15" name="肘形连接符 14"/>
            <p:cNvCxnSpPr>
              <a:stCxn id="13" idx="2"/>
              <a:endCxn id="6" idx="0"/>
            </p:cNvCxnSpPr>
            <p:nvPr/>
          </p:nvCxnSpPr>
          <p:spPr>
            <a:xfrm rot="5400000" flipH="1" flipV="1">
              <a:off x="3175597" y="379373"/>
              <a:ext cx="1192796" cy="3279898"/>
            </a:xfrm>
            <a:prstGeom prst="bentConnector5">
              <a:avLst>
                <a:gd name="adj1" fmla="val -19165"/>
                <a:gd name="adj2" fmla="val 53893"/>
                <a:gd name="adj3" fmla="val 119165"/>
              </a:avLst>
            </a:prstGeom>
            <a:ln w="19050">
              <a:solidFill>
                <a:srgbClr val="000099"/>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a:off x="5411943" y="3664607"/>
              <a:ext cx="0" cy="263021"/>
            </a:xfrm>
            <a:prstGeom prst="straightConnector1">
              <a:avLst/>
            </a:prstGeom>
            <a:ln w="19050">
              <a:solidFill>
                <a:srgbClr val="000099"/>
              </a:solidFill>
              <a:tailEnd type="triangle"/>
            </a:ln>
          </p:spPr>
          <p:style>
            <a:lnRef idx="1">
              <a:schemeClr val="accent1"/>
            </a:lnRef>
            <a:fillRef idx="0">
              <a:schemeClr val="accent1"/>
            </a:fillRef>
            <a:effectRef idx="0">
              <a:schemeClr val="accent1"/>
            </a:effectRef>
            <a:fontRef idx="minor">
              <a:schemeClr val="tx1"/>
            </a:fontRef>
          </p:style>
        </p:cxnSp>
        <p:cxnSp>
          <p:nvCxnSpPr>
            <p:cNvPr id="17" name="肘形连接符 16"/>
            <p:cNvCxnSpPr>
              <a:stCxn id="6" idx="3"/>
              <a:endCxn id="9" idx="0"/>
            </p:cNvCxnSpPr>
            <p:nvPr/>
          </p:nvCxnSpPr>
          <p:spPr>
            <a:xfrm>
              <a:off x="6743210" y="1696008"/>
              <a:ext cx="833184" cy="2231619"/>
            </a:xfrm>
            <a:prstGeom prst="bentConnector2">
              <a:avLst/>
            </a:prstGeom>
            <a:ln w="19050">
              <a:solidFill>
                <a:srgbClr val="000099"/>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7" idx="3"/>
            </p:cNvCxnSpPr>
            <p:nvPr/>
          </p:nvCxnSpPr>
          <p:spPr>
            <a:xfrm>
              <a:off x="6743210" y="2543765"/>
              <a:ext cx="833183" cy="0"/>
            </a:xfrm>
            <a:prstGeom prst="straightConnector1">
              <a:avLst/>
            </a:prstGeom>
            <a:ln w="19050">
              <a:solidFill>
                <a:srgbClr val="000099"/>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stCxn id="8" idx="3"/>
            </p:cNvCxnSpPr>
            <p:nvPr/>
          </p:nvCxnSpPr>
          <p:spPr>
            <a:xfrm>
              <a:off x="6743210" y="3391523"/>
              <a:ext cx="833183" cy="0"/>
            </a:xfrm>
            <a:prstGeom prst="straightConnector1">
              <a:avLst/>
            </a:prstGeom>
            <a:ln w="19050">
              <a:solidFill>
                <a:srgbClr val="000099"/>
              </a:solidFill>
              <a:tailEnd type="triangle"/>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6772090" y="1421493"/>
              <a:ext cx="340099" cy="274360"/>
            </a:xfrm>
            <a:prstGeom prst="rect">
              <a:avLst/>
            </a:prstGeom>
          </p:spPr>
          <p:txBody>
            <a:bodyPr wrap="none">
              <a:spAutoFit/>
            </a:bodyPr>
            <a:lstStyle/>
            <a:p>
              <a:r>
                <a:rPr lang="zh-CN" altLang="en-US" sz="2000" b="1" dirty="0" smtClean="0">
                  <a:solidFill>
                    <a:srgbClr val="000000"/>
                  </a:solidFill>
                  <a:latin typeface="微软雅黑" pitchFamily="34" charset="-122"/>
                  <a:ea typeface="微软雅黑" pitchFamily="34" charset="-122"/>
                </a:rPr>
                <a:t>是</a:t>
              </a:r>
              <a:endParaRPr lang="zh-CN" altLang="en-US" sz="2000" dirty="0">
                <a:solidFill>
                  <a:srgbClr val="000000"/>
                </a:solidFill>
              </a:endParaRPr>
            </a:p>
          </p:txBody>
        </p:sp>
        <p:sp>
          <p:nvSpPr>
            <p:cNvPr id="21" name="矩形 20"/>
            <p:cNvSpPr/>
            <p:nvPr/>
          </p:nvSpPr>
          <p:spPr>
            <a:xfrm>
              <a:off x="5047741" y="1946714"/>
              <a:ext cx="340099" cy="274360"/>
            </a:xfrm>
            <a:prstGeom prst="rect">
              <a:avLst/>
            </a:prstGeom>
          </p:spPr>
          <p:txBody>
            <a:bodyPr wrap="none">
              <a:spAutoFit/>
            </a:bodyPr>
            <a:lstStyle/>
            <a:p>
              <a:r>
                <a:rPr lang="zh-CN" altLang="en-US" sz="2000" b="1" dirty="0" smtClean="0">
                  <a:solidFill>
                    <a:srgbClr val="000000"/>
                  </a:solidFill>
                  <a:latin typeface="微软雅黑" pitchFamily="34" charset="-122"/>
                  <a:ea typeface="微软雅黑" pitchFamily="34" charset="-122"/>
                </a:rPr>
                <a:t>否</a:t>
              </a:r>
              <a:endParaRPr lang="zh-CN" altLang="en-US" sz="2000" dirty="0">
                <a:solidFill>
                  <a:srgbClr val="000000"/>
                </a:solidFill>
              </a:endParaRPr>
            </a:p>
          </p:txBody>
        </p:sp>
        <p:sp>
          <p:nvSpPr>
            <p:cNvPr id="22" name="矩形 21"/>
            <p:cNvSpPr/>
            <p:nvPr/>
          </p:nvSpPr>
          <p:spPr>
            <a:xfrm>
              <a:off x="5047741" y="2813755"/>
              <a:ext cx="340099" cy="274360"/>
            </a:xfrm>
            <a:prstGeom prst="rect">
              <a:avLst/>
            </a:prstGeom>
          </p:spPr>
          <p:txBody>
            <a:bodyPr wrap="none">
              <a:spAutoFit/>
            </a:bodyPr>
            <a:lstStyle/>
            <a:p>
              <a:r>
                <a:rPr lang="zh-CN" altLang="en-US" sz="2000" b="1" dirty="0" smtClean="0">
                  <a:solidFill>
                    <a:srgbClr val="000000"/>
                  </a:solidFill>
                  <a:latin typeface="微软雅黑" pitchFamily="34" charset="-122"/>
                  <a:ea typeface="微软雅黑" pitchFamily="34" charset="-122"/>
                </a:rPr>
                <a:t>否</a:t>
              </a:r>
              <a:endParaRPr lang="zh-CN" altLang="en-US" sz="2000" dirty="0">
                <a:solidFill>
                  <a:srgbClr val="000000"/>
                </a:solidFill>
              </a:endParaRPr>
            </a:p>
          </p:txBody>
        </p:sp>
        <p:sp>
          <p:nvSpPr>
            <p:cNvPr id="23" name="矩形 22"/>
            <p:cNvSpPr/>
            <p:nvPr/>
          </p:nvSpPr>
          <p:spPr>
            <a:xfrm>
              <a:off x="5047741" y="3642458"/>
              <a:ext cx="340099" cy="274360"/>
            </a:xfrm>
            <a:prstGeom prst="rect">
              <a:avLst/>
            </a:prstGeom>
          </p:spPr>
          <p:txBody>
            <a:bodyPr wrap="none">
              <a:spAutoFit/>
            </a:bodyPr>
            <a:lstStyle/>
            <a:p>
              <a:r>
                <a:rPr lang="zh-CN" altLang="en-US" sz="2000" b="1" dirty="0" smtClean="0">
                  <a:solidFill>
                    <a:srgbClr val="000000"/>
                  </a:solidFill>
                  <a:latin typeface="微软雅黑" pitchFamily="34" charset="-122"/>
                  <a:ea typeface="微软雅黑" pitchFamily="34" charset="-122"/>
                </a:rPr>
                <a:t>否</a:t>
              </a:r>
              <a:endParaRPr lang="zh-CN" altLang="en-US" sz="2000" dirty="0">
                <a:solidFill>
                  <a:srgbClr val="000000"/>
                </a:solidFill>
              </a:endParaRPr>
            </a:p>
          </p:txBody>
        </p:sp>
        <p:sp>
          <p:nvSpPr>
            <p:cNvPr id="24" name="矩形 23"/>
            <p:cNvSpPr/>
            <p:nvPr/>
          </p:nvSpPr>
          <p:spPr>
            <a:xfrm>
              <a:off x="6772090" y="2275140"/>
              <a:ext cx="340099" cy="274360"/>
            </a:xfrm>
            <a:prstGeom prst="rect">
              <a:avLst/>
            </a:prstGeom>
          </p:spPr>
          <p:txBody>
            <a:bodyPr wrap="none">
              <a:spAutoFit/>
            </a:bodyPr>
            <a:lstStyle/>
            <a:p>
              <a:r>
                <a:rPr lang="zh-CN" altLang="en-US" sz="2000" b="1" dirty="0" smtClean="0">
                  <a:solidFill>
                    <a:srgbClr val="000000"/>
                  </a:solidFill>
                  <a:latin typeface="微软雅黑" pitchFamily="34" charset="-122"/>
                  <a:ea typeface="微软雅黑" pitchFamily="34" charset="-122"/>
                </a:rPr>
                <a:t>是</a:t>
              </a:r>
              <a:endParaRPr lang="zh-CN" altLang="en-US" sz="2000" dirty="0">
                <a:solidFill>
                  <a:srgbClr val="000000"/>
                </a:solidFill>
              </a:endParaRPr>
            </a:p>
          </p:txBody>
        </p:sp>
        <p:sp>
          <p:nvSpPr>
            <p:cNvPr id="25" name="矩形 24"/>
            <p:cNvSpPr/>
            <p:nvPr/>
          </p:nvSpPr>
          <p:spPr>
            <a:xfrm>
              <a:off x="6772090" y="3135531"/>
              <a:ext cx="340099" cy="274360"/>
            </a:xfrm>
            <a:prstGeom prst="rect">
              <a:avLst/>
            </a:prstGeom>
          </p:spPr>
          <p:txBody>
            <a:bodyPr wrap="none">
              <a:spAutoFit/>
            </a:bodyPr>
            <a:lstStyle/>
            <a:p>
              <a:r>
                <a:rPr lang="zh-CN" altLang="en-US" sz="2000" b="1" dirty="0" smtClean="0">
                  <a:solidFill>
                    <a:srgbClr val="000000"/>
                  </a:solidFill>
                  <a:latin typeface="微软雅黑" pitchFamily="34" charset="-122"/>
                  <a:ea typeface="微软雅黑" pitchFamily="34" charset="-122"/>
                </a:rPr>
                <a:t>是</a:t>
              </a:r>
              <a:endParaRPr lang="zh-CN" altLang="en-US" sz="2000" dirty="0">
                <a:solidFill>
                  <a:srgbClr val="000000"/>
                </a:solidFill>
              </a:endParaRPr>
            </a:p>
          </p:txBody>
        </p:sp>
      </p:grpSp>
      <p:sp>
        <p:nvSpPr>
          <p:cNvPr id="26" name="TextBox 25"/>
          <p:cNvSpPr txBox="1"/>
          <p:nvPr/>
        </p:nvSpPr>
        <p:spPr>
          <a:xfrm>
            <a:off x="427593" y="4604588"/>
            <a:ext cx="4819679" cy="1569660"/>
          </a:xfrm>
          <a:prstGeom prst="rect">
            <a:avLst/>
          </a:prstGeom>
          <a:noFill/>
        </p:spPr>
        <p:txBody>
          <a:bodyPr wrap="square" rtlCol="0">
            <a:spAutoFit/>
          </a:bodyPr>
          <a:lstStyle/>
          <a:p>
            <a:r>
              <a:rPr lang="zh-CN" altLang="en-US" sz="2400" b="1" dirty="0" smtClean="0">
                <a:solidFill>
                  <a:srgbClr val="4D4D4D"/>
                </a:solidFill>
                <a:latin typeface="黑体" pitchFamily="49" charset="-122"/>
                <a:ea typeface="黑体" pitchFamily="49" charset="-122"/>
              </a:rPr>
              <a:t>课本上的算法是把特定主机路由、常规路由和默认路由按顺序分开查找，其实最常见的做法是把它们放在一起，按顺序统一查找。</a:t>
            </a:r>
            <a:endParaRPr lang="zh-CN" altLang="en-US" sz="2400" b="1" dirty="0">
              <a:solidFill>
                <a:srgbClr val="4D4D4D"/>
              </a:solidFill>
              <a:latin typeface="黑体" pitchFamily="49" charset="-122"/>
              <a:ea typeface="黑体" pitchFamily="49" charset="-122"/>
            </a:endParaRPr>
          </a:p>
        </p:txBody>
      </p:sp>
    </p:spTree>
    <p:extLst>
      <p:ext uri="{BB962C8B-B14F-4D97-AF65-F5344CB8AC3E}">
        <p14:creationId xmlns:p14="http://schemas.microsoft.com/office/powerpoint/2010/main" val="396288708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ppt_x"/>
                                          </p:val>
                                        </p:tav>
                                        <p:tav tm="100000">
                                          <p:val>
                                            <p:strVal val="#ppt_x"/>
                                          </p:val>
                                        </p:tav>
                                      </p:tavLst>
                                    </p:anim>
                                    <p:anim calcmode="lin" valueType="num">
                                      <p:cBhvr additive="base">
                                        <p:cTn id="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页脚占位符 4"/>
          <p:cNvSpPr txBox="1">
            <a:spLocks noGrp="1"/>
          </p:cNvSpPr>
          <p:nvPr/>
        </p:nvSpPr>
        <p:spPr bwMode="auto">
          <a:xfrm>
            <a:off x="7772400" y="6237288"/>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endParaRPr lang="zh-CN" altLang="en-US" sz="1400">
              <a:solidFill>
                <a:schemeClr val="tx1"/>
              </a:solidFill>
              <a:latin typeface="Tahoma" pitchFamily="34" charset="0"/>
              <a:ea typeface="宋体" pitchFamily="2" charset="-122"/>
            </a:endParaRPr>
          </a:p>
        </p:txBody>
      </p:sp>
      <p:sp>
        <p:nvSpPr>
          <p:cNvPr id="168963" name="Rectangle 2"/>
          <p:cNvSpPr>
            <a:spLocks noChangeArrowheads="1"/>
          </p:cNvSpPr>
          <p:nvPr/>
        </p:nvSpPr>
        <p:spPr bwMode="auto">
          <a:xfrm>
            <a:off x="152400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sz="2800">
              <a:latin typeface="Tahoma" pitchFamily="34" charset="0"/>
              <a:ea typeface="黑体" pitchFamily="2" charset="-122"/>
            </a:endParaRPr>
          </a:p>
        </p:txBody>
      </p:sp>
      <p:sp>
        <p:nvSpPr>
          <p:cNvPr id="168964" name="Rectangle 3"/>
          <p:cNvSpPr>
            <a:spLocks noChangeArrowheads="1"/>
          </p:cNvSpPr>
          <p:nvPr/>
        </p:nvSpPr>
        <p:spPr bwMode="auto">
          <a:xfrm>
            <a:off x="1524000" y="2976563"/>
            <a:ext cx="1841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sz="2800">
              <a:latin typeface="Tahoma" pitchFamily="34" charset="0"/>
              <a:ea typeface="黑体" pitchFamily="2" charset="-122"/>
            </a:endParaRPr>
          </a:p>
        </p:txBody>
      </p:sp>
      <p:sp>
        <p:nvSpPr>
          <p:cNvPr id="168965" name="Rectangle 4"/>
          <p:cNvSpPr>
            <a:spLocks noChangeArrowheads="1"/>
          </p:cNvSpPr>
          <p:nvPr/>
        </p:nvSpPr>
        <p:spPr bwMode="auto">
          <a:xfrm>
            <a:off x="152400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sz="2800">
              <a:latin typeface="Tahoma" pitchFamily="34" charset="0"/>
              <a:ea typeface="黑体" pitchFamily="2" charset="-122"/>
            </a:endParaRPr>
          </a:p>
        </p:txBody>
      </p:sp>
      <p:sp>
        <p:nvSpPr>
          <p:cNvPr id="168966" name="Rectangle 5"/>
          <p:cNvSpPr>
            <a:spLocks noChangeArrowheads="1"/>
          </p:cNvSpPr>
          <p:nvPr/>
        </p:nvSpPr>
        <p:spPr bwMode="auto">
          <a:xfrm>
            <a:off x="1524000" y="2981325"/>
            <a:ext cx="1841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sz="2800">
              <a:latin typeface="Tahoma" pitchFamily="34" charset="0"/>
              <a:ea typeface="黑体" pitchFamily="2" charset="-122"/>
            </a:endParaRPr>
          </a:p>
        </p:txBody>
      </p:sp>
      <p:sp>
        <p:nvSpPr>
          <p:cNvPr id="168967" name="Rectangle 6"/>
          <p:cNvSpPr>
            <a:spLocks noGrp="1" noChangeArrowheads="1"/>
          </p:cNvSpPr>
          <p:nvPr>
            <p:ph type="title"/>
          </p:nvPr>
        </p:nvSpPr>
        <p:spPr/>
        <p:txBody>
          <a:bodyPr anchor="ctr"/>
          <a:lstStyle/>
          <a:p>
            <a:pPr eaLnBrk="1" hangingPunct="1"/>
            <a:r>
              <a:rPr lang="zh-CN" altLang="en-US" dirty="0" smtClean="0"/>
              <a:t>注意 </a:t>
            </a:r>
          </a:p>
        </p:txBody>
      </p:sp>
      <p:sp>
        <p:nvSpPr>
          <p:cNvPr id="397319" name="Rectangle 7"/>
          <p:cNvSpPr>
            <a:spLocks noGrp="1" noChangeArrowheads="1"/>
          </p:cNvSpPr>
          <p:nvPr>
            <p:ph idx="1"/>
          </p:nvPr>
        </p:nvSpPr>
        <p:spPr>
          <a:xfrm>
            <a:off x="442913" y="1266825"/>
            <a:ext cx="10801350" cy="4895850"/>
          </a:xfrm>
        </p:spPr>
        <p:txBody>
          <a:bodyPr/>
          <a:lstStyle/>
          <a:p>
            <a:pPr eaLnBrk="1" hangingPunct="1"/>
            <a:r>
              <a:rPr lang="zh-CN" altLang="en-US" b="1" dirty="0"/>
              <a:t>转发</a:t>
            </a:r>
            <a:r>
              <a:rPr lang="zh-CN" altLang="en-US" b="1" dirty="0" smtClean="0"/>
              <a:t>表并没有给出到某个网络的完整路径，仅仅给出到某个网络应当先到某个路由器（即下一跳路由器）。在到达下一跳路由器后，再继续查找其转发表， 从而知道再下一步应当到哪一个路由器。就这样一步一步地查找下去，直至最后到达目的网络。 </a:t>
            </a:r>
          </a:p>
        </p:txBody>
      </p:sp>
      <p:sp>
        <p:nvSpPr>
          <p:cNvPr id="168969" name="Rectangle 8"/>
          <p:cNvSpPr>
            <a:spLocks noChangeArrowheads="1"/>
          </p:cNvSpPr>
          <p:nvPr/>
        </p:nvSpPr>
        <p:spPr bwMode="auto">
          <a:xfrm>
            <a:off x="1524000" y="3000375"/>
            <a:ext cx="1841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sz="2800">
              <a:latin typeface="Tahoma" pitchFamily="34" charset="0"/>
              <a:ea typeface="黑体" pitchFamily="2" charset="-122"/>
            </a:endParaRPr>
          </a:p>
        </p:txBody>
      </p:sp>
      <p:sp>
        <p:nvSpPr>
          <p:cNvPr id="168970" name="Rectangle 9"/>
          <p:cNvSpPr>
            <a:spLocks noChangeArrowheads="1"/>
          </p:cNvSpPr>
          <p:nvPr/>
        </p:nvSpPr>
        <p:spPr bwMode="auto">
          <a:xfrm>
            <a:off x="1524000" y="-261938"/>
            <a:ext cx="184150"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hangingPunct="1"/>
            <a:endParaRPr lang="zh-CN" altLang="en-US" sz="2800">
              <a:latin typeface="Tahoma" pitchFamily="34" charset="0"/>
              <a:ea typeface="黑体" pitchFamily="2" charset="-122"/>
            </a:endParaRPr>
          </a:p>
        </p:txBody>
      </p:sp>
    </p:spTree>
    <p:extLst>
      <p:ext uri="{BB962C8B-B14F-4D97-AF65-F5344CB8AC3E}">
        <p14:creationId xmlns:p14="http://schemas.microsoft.com/office/powerpoint/2010/main" val="791168146"/>
      </p:ext>
    </p:extLst>
  </p:cSld>
  <p:clrMapOvr>
    <a:masterClrMapping/>
  </p:clrMapOvr>
  <p:transition spd="slow"/>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5522" name="Rectangle 2"/>
          <p:cNvSpPr>
            <a:spLocks noGrp="1" noChangeArrowheads="1"/>
          </p:cNvSpPr>
          <p:nvPr>
            <p:ph type="title"/>
          </p:nvPr>
        </p:nvSpPr>
        <p:spPr/>
        <p:txBody>
          <a:bodyPr/>
          <a:lstStyle/>
          <a:p>
            <a:pPr eaLnBrk="1" hangingPunct="1"/>
            <a:r>
              <a:rPr lang="en-US" altLang="zh-CN" dirty="0" smtClean="0"/>
              <a:t>4.3.3 </a:t>
            </a:r>
            <a:r>
              <a:rPr lang="zh-CN" altLang="en-US" dirty="0" smtClean="0"/>
              <a:t>使用二叉线索查找转发表</a:t>
            </a:r>
          </a:p>
        </p:txBody>
      </p:sp>
      <p:sp>
        <p:nvSpPr>
          <p:cNvPr id="235523" name="Rectangle 3"/>
          <p:cNvSpPr>
            <a:spLocks noGrp="1" noChangeArrowheads="1"/>
          </p:cNvSpPr>
          <p:nvPr>
            <p:ph idx="1"/>
          </p:nvPr>
        </p:nvSpPr>
        <p:spPr>
          <a:xfrm>
            <a:off x="442913" y="1266825"/>
            <a:ext cx="10801350" cy="4895850"/>
          </a:xfrm>
        </p:spPr>
        <p:txBody>
          <a:bodyPr/>
          <a:lstStyle/>
          <a:p>
            <a:pPr algn="just" eaLnBrk="1" hangingPunct="1"/>
            <a:r>
              <a:rPr lang="zh-CN" altLang="en-US" b="1" dirty="0" smtClean="0"/>
              <a:t>当</a:t>
            </a:r>
            <a:r>
              <a:rPr lang="zh-CN" altLang="en-US" b="1" dirty="0"/>
              <a:t>转发</a:t>
            </a:r>
            <a:r>
              <a:rPr lang="zh-CN" altLang="en-US" b="1" dirty="0" smtClean="0"/>
              <a:t>表的项目数很大时，为了进行更加有效的查找，通常是将无分类编址的</a:t>
            </a:r>
            <a:r>
              <a:rPr lang="zh-CN" altLang="en-US" b="1" dirty="0"/>
              <a:t>转发</a:t>
            </a:r>
            <a:r>
              <a:rPr lang="zh-CN" altLang="en-US" b="1" dirty="0" smtClean="0"/>
              <a:t>表存放在一种层次的数据结构中，然后自上而下地按层次进行查找。这里最常用的就是</a:t>
            </a:r>
            <a:r>
              <a:rPr lang="zh-CN" altLang="en-US" b="1" dirty="0" smtClean="0">
                <a:solidFill>
                  <a:srgbClr val="FF0000"/>
                </a:solidFill>
              </a:rPr>
              <a:t>二叉线索</a:t>
            </a:r>
            <a:r>
              <a:rPr lang="en-US" altLang="zh-CN" b="1" dirty="0" smtClean="0"/>
              <a:t>(binary </a:t>
            </a:r>
            <a:r>
              <a:rPr lang="en-US" altLang="zh-CN" b="1" dirty="0" err="1" smtClean="0"/>
              <a:t>trie</a:t>
            </a:r>
            <a:r>
              <a:rPr lang="en-US" altLang="zh-CN" b="1" dirty="0" smtClean="0"/>
              <a:t>)</a:t>
            </a:r>
            <a:r>
              <a:rPr lang="zh-CN" altLang="en-US" b="1" dirty="0" smtClean="0"/>
              <a:t>，它是一种特殊结构的树。</a:t>
            </a:r>
          </a:p>
          <a:p>
            <a:pPr algn="just" eaLnBrk="1" hangingPunct="1"/>
            <a:r>
              <a:rPr lang="en-US" altLang="zh-CN" b="1" dirty="0" smtClean="0"/>
              <a:t>IP </a:t>
            </a:r>
            <a:r>
              <a:rPr lang="zh-CN" altLang="en-US" b="1" dirty="0" smtClean="0"/>
              <a:t>地址中从左到右的比特值决定了从根节点逐层向下延伸的路径，而二叉线索中的各个路径就代表</a:t>
            </a:r>
            <a:r>
              <a:rPr lang="zh-CN" altLang="en-US" b="1" dirty="0"/>
              <a:t>转发</a:t>
            </a:r>
            <a:r>
              <a:rPr lang="zh-CN" altLang="en-US" b="1" dirty="0" smtClean="0"/>
              <a:t>表中存放的各个网络前缀。</a:t>
            </a:r>
          </a:p>
          <a:p>
            <a:pPr eaLnBrk="1" hangingPunct="1">
              <a:buFont typeface="Wingdings" pitchFamily="2" charset="2"/>
              <a:buNone/>
            </a:pPr>
            <a:endParaRPr lang="zh-CN" altLang="en-US" sz="1800" b="1" dirty="0" smtClean="0"/>
          </a:p>
        </p:txBody>
      </p:sp>
    </p:spTree>
  </p:cSld>
  <p:clrMapOvr>
    <a:masterClrMapping/>
  </p:clrMapOvr>
  <p:transition spd="slow"/>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6546" name="Rectangle 2"/>
          <p:cNvSpPr>
            <a:spLocks noGrp="1" noChangeArrowheads="1"/>
          </p:cNvSpPr>
          <p:nvPr>
            <p:ph type="title"/>
          </p:nvPr>
        </p:nvSpPr>
        <p:spPr/>
        <p:txBody>
          <a:bodyPr/>
          <a:lstStyle/>
          <a:p>
            <a:pPr eaLnBrk="1" hangingPunct="1"/>
            <a:r>
              <a:rPr lang="en-US" altLang="zh-CN" dirty="0"/>
              <a:t>4.3.3 </a:t>
            </a:r>
            <a:r>
              <a:rPr lang="zh-CN" altLang="en-US" dirty="0"/>
              <a:t>使用二叉线索查找转发表</a:t>
            </a:r>
            <a:endParaRPr lang="zh-CN" altLang="en-US" dirty="0" smtClean="0"/>
          </a:p>
        </p:txBody>
      </p:sp>
      <p:sp>
        <p:nvSpPr>
          <p:cNvPr id="236547" name="Text Box 4"/>
          <p:cNvSpPr txBox="1">
            <a:spLocks noChangeArrowheads="1"/>
          </p:cNvSpPr>
          <p:nvPr/>
        </p:nvSpPr>
        <p:spPr bwMode="auto">
          <a:xfrm>
            <a:off x="1558925" y="1773238"/>
            <a:ext cx="6561412"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spcAft>
                <a:spcPct val="30000"/>
              </a:spcAft>
            </a:pPr>
            <a:r>
              <a:rPr kumimoji="1" lang="en-US" altLang="zh-CN" sz="2000" b="1" dirty="0">
                <a:solidFill>
                  <a:srgbClr val="000000"/>
                </a:solidFill>
                <a:latin typeface="Arial" charset="0"/>
                <a:ea typeface="黑体" pitchFamily="2" charset="-122"/>
              </a:rPr>
              <a:t>                32 </a:t>
            </a:r>
            <a:r>
              <a:rPr kumimoji="1" lang="zh-CN" altLang="en-US" sz="2000" b="1" dirty="0">
                <a:solidFill>
                  <a:srgbClr val="000000"/>
                </a:solidFill>
                <a:latin typeface="Arial" charset="0"/>
                <a:ea typeface="黑体" pitchFamily="2" charset="-122"/>
              </a:rPr>
              <a:t>位</a:t>
            </a:r>
            <a:r>
              <a:rPr kumimoji="1" lang="zh-CN" altLang="en-US" sz="2000" b="1" dirty="0" smtClean="0">
                <a:solidFill>
                  <a:srgbClr val="000000"/>
                </a:solidFill>
                <a:latin typeface="Arial" charset="0"/>
                <a:ea typeface="黑体" pitchFamily="2" charset="-122"/>
              </a:rPr>
              <a:t>的网络地址                               </a:t>
            </a:r>
            <a:r>
              <a:rPr kumimoji="1" lang="zh-CN" altLang="en-US" sz="2000" b="1" dirty="0">
                <a:solidFill>
                  <a:srgbClr val="000000"/>
                </a:solidFill>
                <a:latin typeface="Arial" charset="0"/>
                <a:ea typeface="黑体" pitchFamily="2" charset="-122"/>
              </a:rPr>
              <a:t>唯一前缀</a:t>
            </a:r>
          </a:p>
          <a:p>
            <a:pPr eaLnBrk="1" hangingPunct="1">
              <a:lnSpc>
                <a:spcPct val="130000"/>
              </a:lnSpc>
            </a:pPr>
            <a:r>
              <a:rPr kumimoji="1" lang="en-US" altLang="zh-CN" sz="2000" b="1" dirty="0">
                <a:solidFill>
                  <a:srgbClr val="000000"/>
                </a:solidFill>
                <a:latin typeface="Arial" charset="0"/>
                <a:ea typeface="黑体" pitchFamily="2" charset="-122"/>
              </a:rPr>
              <a:t>01000110 00000000 00000000 00000000         0100</a:t>
            </a:r>
          </a:p>
          <a:p>
            <a:pPr eaLnBrk="1" hangingPunct="1">
              <a:lnSpc>
                <a:spcPct val="130000"/>
              </a:lnSpc>
            </a:pPr>
            <a:r>
              <a:rPr kumimoji="1" lang="en-US" altLang="zh-CN" sz="2000" b="1" dirty="0">
                <a:solidFill>
                  <a:srgbClr val="000000"/>
                </a:solidFill>
                <a:latin typeface="Arial" charset="0"/>
                <a:ea typeface="黑体" pitchFamily="2" charset="-122"/>
              </a:rPr>
              <a:t>01010110 00000000 00000000 00000000         0101</a:t>
            </a:r>
          </a:p>
          <a:p>
            <a:pPr eaLnBrk="1" hangingPunct="1">
              <a:lnSpc>
                <a:spcPct val="130000"/>
              </a:lnSpc>
            </a:pPr>
            <a:r>
              <a:rPr kumimoji="1" lang="en-US" altLang="zh-CN" sz="2000" b="1" dirty="0">
                <a:solidFill>
                  <a:srgbClr val="000000"/>
                </a:solidFill>
                <a:latin typeface="Arial" charset="0"/>
                <a:ea typeface="黑体" pitchFamily="2" charset="-122"/>
              </a:rPr>
              <a:t>01100001 00000000 00000000 00000000         011</a:t>
            </a:r>
          </a:p>
          <a:p>
            <a:pPr eaLnBrk="1" hangingPunct="1">
              <a:lnSpc>
                <a:spcPct val="130000"/>
              </a:lnSpc>
            </a:pPr>
            <a:r>
              <a:rPr kumimoji="1" lang="en-US" altLang="zh-CN" sz="2000" b="1" dirty="0">
                <a:solidFill>
                  <a:srgbClr val="000000"/>
                </a:solidFill>
                <a:latin typeface="Arial" charset="0"/>
                <a:ea typeface="黑体" pitchFamily="2" charset="-122"/>
              </a:rPr>
              <a:t>10110000 00000010 00000000 00000000         10110</a:t>
            </a:r>
          </a:p>
          <a:p>
            <a:pPr eaLnBrk="1" hangingPunct="1">
              <a:lnSpc>
                <a:spcPct val="130000"/>
              </a:lnSpc>
            </a:pPr>
            <a:r>
              <a:rPr kumimoji="1" lang="en-US" altLang="zh-CN" sz="2000" b="1" dirty="0">
                <a:solidFill>
                  <a:srgbClr val="000000"/>
                </a:solidFill>
                <a:latin typeface="Arial" charset="0"/>
                <a:ea typeface="黑体" pitchFamily="2" charset="-122"/>
              </a:rPr>
              <a:t>10111011 </a:t>
            </a:r>
            <a:r>
              <a:rPr kumimoji="1" lang="en-US" altLang="zh-CN" sz="2000" b="1" dirty="0" smtClean="0">
                <a:solidFill>
                  <a:srgbClr val="000000"/>
                </a:solidFill>
                <a:latin typeface="Arial" charset="0"/>
                <a:ea typeface="黑体" pitchFamily="2" charset="-122"/>
              </a:rPr>
              <a:t> 00001010 </a:t>
            </a:r>
            <a:r>
              <a:rPr kumimoji="1" lang="en-US" altLang="zh-CN" sz="2000" b="1" dirty="0">
                <a:solidFill>
                  <a:srgbClr val="000000"/>
                </a:solidFill>
                <a:latin typeface="Arial" charset="0"/>
                <a:ea typeface="黑体" pitchFamily="2" charset="-122"/>
              </a:rPr>
              <a:t>00000000 00000000         10111</a:t>
            </a:r>
          </a:p>
          <a:p>
            <a:pPr eaLnBrk="1" hangingPunct="1"/>
            <a:endParaRPr kumimoji="1" lang="en-US" altLang="zh-CN" sz="2000" b="1" dirty="0">
              <a:solidFill>
                <a:srgbClr val="000000"/>
              </a:solidFill>
              <a:latin typeface="Arial" charset="0"/>
              <a:ea typeface="黑体" pitchFamily="2" charset="-122"/>
            </a:endParaRPr>
          </a:p>
        </p:txBody>
      </p:sp>
      <p:sp>
        <p:nvSpPr>
          <p:cNvPr id="236548" name="Line 5"/>
          <p:cNvSpPr>
            <a:spLocks noChangeShapeType="1"/>
          </p:cNvSpPr>
          <p:nvPr/>
        </p:nvSpPr>
        <p:spPr bwMode="auto">
          <a:xfrm>
            <a:off x="1630933" y="2143125"/>
            <a:ext cx="604924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236549" name="Group 37"/>
          <p:cNvGrpSpPr>
            <a:grpSpLocks/>
          </p:cNvGrpSpPr>
          <p:nvPr/>
        </p:nvGrpSpPr>
        <p:grpSpPr bwMode="auto">
          <a:xfrm>
            <a:off x="7942263" y="1901825"/>
            <a:ext cx="2617787" cy="2463800"/>
            <a:chOff x="4043" y="1379"/>
            <a:chExt cx="1649" cy="1734"/>
          </a:xfrm>
        </p:grpSpPr>
        <p:sp>
          <p:nvSpPr>
            <p:cNvPr id="236550" name="Freeform 6"/>
            <p:cNvSpPr>
              <a:spLocks/>
            </p:cNvSpPr>
            <p:nvPr/>
          </p:nvSpPr>
          <p:spPr bwMode="auto">
            <a:xfrm>
              <a:off x="4787" y="1454"/>
              <a:ext cx="772" cy="1604"/>
            </a:xfrm>
            <a:custGeom>
              <a:avLst/>
              <a:gdLst>
                <a:gd name="T0" fmla="*/ 0 w 772"/>
                <a:gd name="T1" fmla="*/ 0 h 1392"/>
                <a:gd name="T2" fmla="*/ 764 w 772"/>
                <a:gd name="T3" fmla="*/ 8163 h 1392"/>
                <a:gd name="T4" fmla="*/ 318 w 772"/>
                <a:gd name="T5" fmla="*/ 16916 h 1392"/>
                <a:gd name="T6" fmla="*/ 510 w 772"/>
                <a:gd name="T7" fmla="*/ 25234 h 1392"/>
                <a:gd name="T8" fmla="*/ 772 w 772"/>
                <a:gd name="T9" fmla="*/ 41797 h 1392"/>
                <a:gd name="T10" fmla="*/ 0 60000 65536"/>
                <a:gd name="T11" fmla="*/ 0 60000 65536"/>
                <a:gd name="T12" fmla="*/ 0 60000 65536"/>
                <a:gd name="T13" fmla="*/ 0 60000 65536"/>
                <a:gd name="T14" fmla="*/ 0 60000 65536"/>
                <a:gd name="T15" fmla="*/ 0 w 772"/>
                <a:gd name="T16" fmla="*/ 0 h 1392"/>
                <a:gd name="T17" fmla="*/ 772 w 772"/>
                <a:gd name="T18" fmla="*/ 1392 h 1392"/>
              </a:gdLst>
              <a:ahLst/>
              <a:cxnLst>
                <a:cxn ang="T10">
                  <a:pos x="T0" y="T1"/>
                </a:cxn>
                <a:cxn ang="T11">
                  <a:pos x="T2" y="T3"/>
                </a:cxn>
                <a:cxn ang="T12">
                  <a:pos x="T4" y="T5"/>
                </a:cxn>
                <a:cxn ang="T13">
                  <a:pos x="T6" y="T7"/>
                </a:cxn>
                <a:cxn ang="T14">
                  <a:pos x="T8" y="T9"/>
                </a:cxn>
              </a:cxnLst>
              <a:rect l="T15" t="T16" r="T17" b="T18"/>
              <a:pathLst>
                <a:path w="772" h="1392">
                  <a:moveTo>
                    <a:pt x="0" y="0"/>
                  </a:moveTo>
                  <a:lnTo>
                    <a:pt x="764" y="272"/>
                  </a:lnTo>
                  <a:lnTo>
                    <a:pt x="318" y="564"/>
                  </a:lnTo>
                  <a:lnTo>
                    <a:pt x="510" y="840"/>
                  </a:lnTo>
                  <a:lnTo>
                    <a:pt x="772" y="1392"/>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236551" name="Freeform 7"/>
            <p:cNvSpPr>
              <a:spLocks/>
            </p:cNvSpPr>
            <p:nvPr/>
          </p:nvSpPr>
          <p:spPr bwMode="auto">
            <a:xfrm>
              <a:off x="4098" y="1447"/>
              <a:ext cx="695" cy="1287"/>
            </a:xfrm>
            <a:custGeom>
              <a:avLst/>
              <a:gdLst>
                <a:gd name="T0" fmla="*/ 695 w 695"/>
                <a:gd name="T1" fmla="*/ 0 h 1117"/>
                <a:gd name="T2" fmla="*/ 0 w 695"/>
                <a:gd name="T3" fmla="*/ 8533 h 1117"/>
                <a:gd name="T4" fmla="*/ 399 w 695"/>
                <a:gd name="T5" fmla="*/ 16896 h 1117"/>
                <a:gd name="T6" fmla="*/ 174 w 695"/>
                <a:gd name="T7" fmla="*/ 25246 h 1117"/>
                <a:gd name="T8" fmla="*/ 338 w 695"/>
                <a:gd name="T9" fmla="*/ 33477 h 1117"/>
                <a:gd name="T10" fmla="*/ 0 60000 65536"/>
                <a:gd name="T11" fmla="*/ 0 60000 65536"/>
                <a:gd name="T12" fmla="*/ 0 60000 65536"/>
                <a:gd name="T13" fmla="*/ 0 60000 65536"/>
                <a:gd name="T14" fmla="*/ 0 60000 65536"/>
                <a:gd name="T15" fmla="*/ 0 w 695"/>
                <a:gd name="T16" fmla="*/ 0 h 1117"/>
                <a:gd name="T17" fmla="*/ 695 w 695"/>
                <a:gd name="T18" fmla="*/ 1117 h 1117"/>
              </a:gdLst>
              <a:ahLst/>
              <a:cxnLst>
                <a:cxn ang="T10">
                  <a:pos x="T0" y="T1"/>
                </a:cxn>
                <a:cxn ang="T11">
                  <a:pos x="T2" y="T3"/>
                </a:cxn>
                <a:cxn ang="T12">
                  <a:pos x="T4" y="T5"/>
                </a:cxn>
                <a:cxn ang="T13">
                  <a:pos x="T6" y="T7"/>
                </a:cxn>
                <a:cxn ang="T14">
                  <a:pos x="T8" y="T9"/>
                </a:cxn>
              </a:cxnLst>
              <a:rect l="T15" t="T16" r="T17" b="T18"/>
              <a:pathLst>
                <a:path w="695" h="1117">
                  <a:moveTo>
                    <a:pt x="695" y="0"/>
                  </a:moveTo>
                  <a:lnTo>
                    <a:pt x="0" y="285"/>
                  </a:lnTo>
                  <a:lnTo>
                    <a:pt x="399" y="564"/>
                  </a:lnTo>
                  <a:lnTo>
                    <a:pt x="174" y="843"/>
                  </a:lnTo>
                  <a:lnTo>
                    <a:pt x="338" y="1117"/>
                  </a:lnTo>
                </a:path>
              </a:pathLst>
            </a:custGeom>
            <a:noFill/>
            <a:ln w="57150">
              <a:solidFill>
                <a:schemeClr val="hlink"/>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236552" name="Line 8"/>
            <p:cNvSpPr>
              <a:spLocks noChangeShapeType="1"/>
            </p:cNvSpPr>
            <p:nvPr/>
          </p:nvSpPr>
          <p:spPr bwMode="auto">
            <a:xfrm flipH="1">
              <a:off x="5311" y="2726"/>
              <a:ext cx="112" cy="3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36553" name="Text Box 9"/>
            <p:cNvSpPr txBox="1">
              <a:spLocks noChangeArrowheads="1"/>
            </p:cNvSpPr>
            <p:nvPr/>
          </p:nvSpPr>
          <p:spPr bwMode="auto">
            <a:xfrm>
              <a:off x="4043" y="2388"/>
              <a:ext cx="20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0</a:t>
              </a:r>
            </a:p>
          </p:txBody>
        </p:sp>
        <p:sp>
          <p:nvSpPr>
            <p:cNvPr id="236554" name="Text Box 10"/>
            <p:cNvSpPr txBox="1">
              <a:spLocks noChangeArrowheads="1"/>
            </p:cNvSpPr>
            <p:nvPr/>
          </p:nvSpPr>
          <p:spPr bwMode="auto">
            <a:xfrm>
              <a:off x="4223" y="2063"/>
              <a:ext cx="20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0</a:t>
              </a:r>
            </a:p>
          </p:txBody>
        </p:sp>
        <p:sp>
          <p:nvSpPr>
            <p:cNvPr id="236555" name="Text Box 11"/>
            <p:cNvSpPr txBox="1">
              <a:spLocks noChangeArrowheads="1"/>
            </p:cNvSpPr>
            <p:nvPr/>
          </p:nvSpPr>
          <p:spPr bwMode="auto">
            <a:xfrm>
              <a:off x="5207" y="2728"/>
              <a:ext cx="20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0</a:t>
              </a:r>
            </a:p>
          </p:txBody>
        </p:sp>
        <p:sp>
          <p:nvSpPr>
            <p:cNvPr id="236556" name="Text Box 12"/>
            <p:cNvSpPr txBox="1">
              <a:spLocks noChangeArrowheads="1"/>
            </p:cNvSpPr>
            <p:nvPr/>
          </p:nvSpPr>
          <p:spPr bwMode="auto">
            <a:xfrm>
              <a:off x="4283" y="1379"/>
              <a:ext cx="20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0</a:t>
              </a:r>
            </a:p>
          </p:txBody>
        </p:sp>
        <p:sp>
          <p:nvSpPr>
            <p:cNvPr id="236557" name="Line 13"/>
            <p:cNvSpPr>
              <a:spLocks noChangeShapeType="1"/>
            </p:cNvSpPr>
            <p:nvPr/>
          </p:nvSpPr>
          <p:spPr bwMode="auto">
            <a:xfrm flipH="1">
              <a:off x="4155" y="2415"/>
              <a:ext cx="114" cy="3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36558" name="Freeform 14"/>
            <p:cNvSpPr>
              <a:spLocks/>
            </p:cNvSpPr>
            <p:nvPr/>
          </p:nvSpPr>
          <p:spPr bwMode="auto">
            <a:xfrm>
              <a:off x="4503" y="2111"/>
              <a:ext cx="168" cy="304"/>
            </a:xfrm>
            <a:custGeom>
              <a:avLst/>
              <a:gdLst>
                <a:gd name="T0" fmla="*/ 0 w 168"/>
                <a:gd name="T1" fmla="*/ 0 h 264"/>
                <a:gd name="T2" fmla="*/ 168 w 168"/>
                <a:gd name="T3" fmla="*/ 7787 h 264"/>
                <a:gd name="T4" fmla="*/ 0 60000 65536"/>
                <a:gd name="T5" fmla="*/ 0 60000 65536"/>
                <a:gd name="T6" fmla="*/ 0 w 168"/>
                <a:gd name="T7" fmla="*/ 0 h 264"/>
                <a:gd name="T8" fmla="*/ 168 w 168"/>
                <a:gd name="T9" fmla="*/ 264 h 264"/>
              </a:gdLst>
              <a:ahLst/>
              <a:cxnLst>
                <a:cxn ang="T4">
                  <a:pos x="T0" y="T1"/>
                </a:cxn>
                <a:cxn ang="T5">
                  <a:pos x="T2" y="T3"/>
                </a:cxn>
              </a:cxnLst>
              <a:rect l="T6" t="T7" r="T8" b="T9"/>
              <a:pathLst>
                <a:path w="168" h="264">
                  <a:moveTo>
                    <a:pt x="0" y="0"/>
                  </a:moveTo>
                  <a:lnTo>
                    <a:pt x="168" y="264"/>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236559" name="Text Box 15"/>
            <p:cNvSpPr txBox="1">
              <a:spLocks noChangeArrowheads="1"/>
            </p:cNvSpPr>
            <p:nvPr/>
          </p:nvSpPr>
          <p:spPr bwMode="auto">
            <a:xfrm>
              <a:off x="5487" y="2734"/>
              <a:ext cx="205"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1</a:t>
              </a:r>
            </a:p>
          </p:txBody>
        </p:sp>
        <p:sp>
          <p:nvSpPr>
            <p:cNvPr id="236560" name="Text Box 16"/>
            <p:cNvSpPr txBox="1">
              <a:spLocks noChangeArrowheads="1"/>
            </p:cNvSpPr>
            <p:nvPr/>
          </p:nvSpPr>
          <p:spPr bwMode="auto">
            <a:xfrm>
              <a:off x="4545" y="2056"/>
              <a:ext cx="20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1</a:t>
              </a:r>
            </a:p>
          </p:txBody>
        </p:sp>
        <p:sp>
          <p:nvSpPr>
            <p:cNvPr id="236561" name="Text Box 17"/>
            <p:cNvSpPr txBox="1">
              <a:spLocks noChangeArrowheads="1"/>
            </p:cNvSpPr>
            <p:nvPr/>
          </p:nvSpPr>
          <p:spPr bwMode="auto">
            <a:xfrm>
              <a:off x="4341" y="2395"/>
              <a:ext cx="20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1</a:t>
              </a:r>
            </a:p>
          </p:txBody>
        </p:sp>
        <p:sp>
          <p:nvSpPr>
            <p:cNvPr id="236562" name="Text Box 18"/>
            <p:cNvSpPr txBox="1">
              <a:spLocks noChangeArrowheads="1"/>
            </p:cNvSpPr>
            <p:nvPr/>
          </p:nvSpPr>
          <p:spPr bwMode="auto">
            <a:xfrm>
              <a:off x="4275" y="1732"/>
              <a:ext cx="20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1</a:t>
              </a:r>
            </a:p>
          </p:txBody>
        </p:sp>
        <p:sp>
          <p:nvSpPr>
            <p:cNvPr id="236563" name="Text Box 19"/>
            <p:cNvSpPr txBox="1">
              <a:spLocks noChangeArrowheads="1"/>
            </p:cNvSpPr>
            <p:nvPr/>
          </p:nvSpPr>
          <p:spPr bwMode="auto">
            <a:xfrm>
              <a:off x="5151" y="1386"/>
              <a:ext cx="20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1</a:t>
              </a:r>
            </a:p>
          </p:txBody>
        </p:sp>
        <p:sp>
          <p:nvSpPr>
            <p:cNvPr id="236564" name="Text Box 20"/>
            <p:cNvSpPr txBox="1">
              <a:spLocks noChangeArrowheads="1"/>
            </p:cNvSpPr>
            <p:nvPr/>
          </p:nvSpPr>
          <p:spPr bwMode="auto">
            <a:xfrm>
              <a:off x="5361" y="2402"/>
              <a:ext cx="205"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1</a:t>
              </a:r>
            </a:p>
          </p:txBody>
        </p:sp>
        <p:sp>
          <p:nvSpPr>
            <p:cNvPr id="236565" name="Text Box 21"/>
            <p:cNvSpPr txBox="1">
              <a:spLocks noChangeArrowheads="1"/>
            </p:cNvSpPr>
            <p:nvPr/>
          </p:nvSpPr>
          <p:spPr bwMode="auto">
            <a:xfrm>
              <a:off x="5211" y="2063"/>
              <a:ext cx="20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1</a:t>
              </a:r>
            </a:p>
          </p:txBody>
        </p:sp>
        <p:sp>
          <p:nvSpPr>
            <p:cNvPr id="236566" name="Text Box 22"/>
            <p:cNvSpPr txBox="1">
              <a:spLocks noChangeArrowheads="1"/>
            </p:cNvSpPr>
            <p:nvPr/>
          </p:nvSpPr>
          <p:spPr bwMode="auto">
            <a:xfrm>
              <a:off x="5183" y="1738"/>
              <a:ext cx="20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0</a:t>
              </a:r>
            </a:p>
          </p:txBody>
        </p:sp>
        <p:sp>
          <p:nvSpPr>
            <p:cNvPr id="236567" name="Oval 23"/>
            <p:cNvSpPr>
              <a:spLocks noChangeArrowheads="1"/>
            </p:cNvSpPr>
            <p:nvPr/>
          </p:nvSpPr>
          <p:spPr bwMode="auto">
            <a:xfrm>
              <a:off x="5085" y="2062"/>
              <a:ext cx="66" cy="76"/>
            </a:xfrm>
            <a:prstGeom prst="ellipse">
              <a:avLst/>
            </a:prstGeom>
            <a:solidFill>
              <a:schemeClr val="bg1"/>
            </a:solidFill>
            <a:ln w="9525">
              <a:solidFill>
                <a:schemeClr val="tx1"/>
              </a:solidFill>
              <a:round/>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68" name="Oval 24"/>
            <p:cNvSpPr>
              <a:spLocks noChangeArrowheads="1"/>
            </p:cNvSpPr>
            <p:nvPr/>
          </p:nvSpPr>
          <p:spPr bwMode="auto">
            <a:xfrm>
              <a:off x="4455" y="2062"/>
              <a:ext cx="66" cy="76"/>
            </a:xfrm>
            <a:prstGeom prst="ellipse">
              <a:avLst/>
            </a:prstGeom>
            <a:solidFill>
              <a:schemeClr val="bg1"/>
            </a:solidFill>
            <a:ln w="9525">
              <a:solidFill>
                <a:schemeClr val="tx1"/>
              </a:solidFill>
              <a:round/>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69" name="Oval 25"/>
            <p:cNvSpPr>
              <a:spLocks noChangeArrowheads="1"/>
            </p:cNvSpPr>
            <p:nvPr/>
          </p:nvSpPr>
          <p:spPr bwMode="auto">
            <a:xfrm>
              <a:off x="4065" y="1737"/>
              <a:ext cx="66" cy="76"/>
            </a:xfrm>
            <a:prstGeom prst="ellipse">
              <a:avLst/>
            </a:prstGeom>
            <a:solidFill>
              <a:schemeClr val="bg1"/>
            </a:solidFill>
            <a:ln w="9525">
              <a:solidFill>
                <a:schemeClr val="tx1"/>
              </a:solidFill>
              <a:round/>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70" name="Oval 26"/>
            <p:cNvSpPr>
              <a:spLocks noChangeArrowheads="1"/>
            </p:cNvSpPr>
            <p:nvPr/>
          </p:nvSpPr>
          <p:spPr bwMode="auto">
            <a:xfrm>
              <a:off x="5259" y="2380"/>
              <a:ext cx="66" cy="76"/>
            </a:xfrm>
            <a:prstGeom prst="ellipse">
              <a:avLst/>
            </a:prstGeom>
            <a:solidFill>
              <a:schemeClr val="bg1"/>
            </a:solidFill>
            <a:ln w="9525">
              <a:solidFill>
                <a:schemeClr val="tx1"/>
              </a:solidFill>
              <a:round/>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71" name="Oval 27"/>
            <p:cNvSpPr>
              <a:spLocks noChangeArrowheads="1"/>
            </p:cNvSpPr>
            <p:nvPr/>
          </p:nvSpPr>
          <p:spPr bwMode="auto">
            <a:xfrm>
              <a:off x="5385" y="2691"/>
              <a:ext cx="66" cy="76"/>
            </a:xfrm>
            <a:prstGeom prst="ellipse">
              <a:avLst/>
            </a:prstGeom>
            <a:solidFill>
              <a:schemeClr val="bg1"/>
            </a:solidFill>
            <a:ln w="9525">
              <a:solidFill>
                <a:schemeClr val="tx1"/>
              </a:solidFill>
              <a:round/>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72" name="Oval 28"/>
            <p:cNvSpPr>
              <a:spLocks noChangeArrowheads="1"/>
            </p:cNvSpPr>
            <p:nvPr/>
          </p:nvSpPr>
          <p:spPr bwMode="auto">
            <a:xfrm>
              <a:off x="4245" y="2373"/>
              <a:ext cx="66" cy="76"/>
            </a:xfrm>
            <a:prstGeom prst="ellipse">
              <a:avLst/>
            </a:prstGeom>
            <a:solidFill>
              <a:schemeClr val="bg1"/>
            </a:solidFill>
            <a:ln w="9525">
              <a:solidFill>
                <a:schemeClr val="tx1"/>
              </a:solidFill>
              <a:round/>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73" name="Oval 29"/>
            <p:cNvSpPr>
              <a:spLocks noChangeArrowheads="1"/>
            </p:cNvSpPr>
            <p:nvPr/>
          </p:nvSpPr>
          <p:spPr bwMode="auto">
            <a:xfrm>
              <a:off x="5505" y="1730"/>
              <a:ext cx="66" cy="76"/>
            </a:xfrm>
            <a:prstGeom prst="ellipse">
              <a:avLst/>
            </a:prstGeom>
            <a:solidFill>
              <a:schemeClr val="bg1"/>
            </a:solidFill>
            <a:ln w="9525">
              <a:solidFill>
                <a:schemeClr val="tx1"/>
              </a:solidFill>
              <a:round/>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74" name="Oval 30"/>
            <p:cNvSpPr>
              <a:spLocks noChangeArrowheads="1"/>
            </p:cNvSpPr>
            <p:nvPr/>
          </p:nvSpPr>
          <p:spPr bwMode="auto">
            <a:xfrm>
              <a:off x="4745" y="1412"/>
              <a:ext cx="66" cy="76"/>
            </a:xfrm>
            <a:prstGeom prst="ellipse">
              <a:avLst/>
            </a:prstGeom>
            <a:solidFill>
              <a:schemeClr val="bg1"/>
            </a:solidFill>
            <a:ln w="9525">
              <a:solidFill>
                <a:schemeClr val="tx1"/>
              </a:solidFill>
              <a:round/>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75" name="Rectangle 31"/>
            <p:cNvSpPr>
              <a:spLocks noChangeArrowheads="1"/>
            </p:cNvSpPr>
            <p:nvPr/>
          </p:nvSpPr>
          <p:spPr bwMode="auto">
            <a:xfrm>
              <a:off x="4101" y="2677"/>
              <a:ext cx="96" cy="111"/>
            </a:xfrm>
            <a:prstGeom prst="rect">
              <a:avLst/>
            </a:prstGeom>
            <a:solidFill>
              <a:schemeClr val="accent1"/>
            </a:solidFill>
            <a:ln w="1905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76" name="Rectangle 32"/>
            <p:cNvSpPr>
              <a:spLocks noChangeArrowheads="1"/>
            </p:cNvSpPr>
            <p:nvPr/>
          </p:nvSpPr>
          <p:spPr bwMode="auto">
            <a:xfrm>
              <a:off x="4389" y="2671"/>
              <a:ext cx="96" cy="110"/>
            </a:xfrm>
            <a:prstGeom prst="rect">
              <a:avLst/>
            </a:prstGeom>
            <a:solidFill>
              <a:schemeClr val="accent1"/>
            </a:solidFill>
            <a:ln w="1905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77" name="Rectangle 33"/>
            <p:cNvSpPr>
              <a:spLocks noChangeArrowheads="1"/>
            </p:cNvSpPr>
            <p:nvPr/>
          </p:nvSpPr>
          <p:spPr bwMode="auto">
            <a:xfrm>
              <a:off x="4611" y="2359"/>
              <a:ext cx="96" cy="111"/>
            </a:xfrm>
            <a:prstGeom prst="rect">
              <a:avLst/>
            </a:prstGeom>
            <a:solidFill>
              <a:schemeClr val="accent1"/>
            </a:solidFill>
            <a:ln w="1905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78" name="Rectangle 34"/>
            <p:cNvSpPr>
              <a:spLocks noChangeArrowheads="1"/>
            </p:cNvSpPr>
            <p:nvPr/>
          </p:nvSpPr>
          <p:spPr bwMode="auto">
            <a:xfrm>
              <a:off x="5511" y="3002"/>
              <a:ext cx="96" cy="111"/>
            </a:xfrm>
            <a:prstGeom prst="rect">
              <a:avLst/>
            </a:prstGeom>
            <a:solidFill>
              <a:schemeClr val="accent1"/>
            </a:solidFill>
            <a:ln w="1905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79" name="Rectangle 35"/>
            <p:cNvSpPr>
              <a:spLocks noChangeArrowheads="1"/>
            </p:cNvSpPr>
            <p:nvPr/>
          </p:nvSpPr>
          <p:spPr bwMode="auto">
            <a:xfrm>
              <a:off x="5265" y="3002"/>
              <a:ext cx="96" cy="111"/>
            </a:xfrm>
            <a:prstGeom prst="rect">
              <a:avLst/>
            </a:prstGeom>
            <a:solidFill>
              <a:schemeClr val="accent1"/>
            </a:solidFill>
            <a:ln w="1905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grpSp>
      <p:sp>
        <p:nvSpPr>
          <p:cNvPr id="2" name="TextBox 1"/>
          <p:cNvSpPr txBox="1"/>
          <p:nvPr/>
        </p:nvSpPr>
        <p:spPr>
          <a:xfrm>
            <a:off x="1415480" y="4365104"/>
            <a:ext cx="9505627" cy="1384995"/>
          </a:xfrm>
          <a:prstGeom prst="rect">
            <a:avLst/>
          </a:prstGeom>
          <a:noFill/>
        </p:spPr>
        <p:txBody>
          <a:bodyPr wrap="square" rtlCol="0">
            <a:spAutoFit/>
          </a:bodyPr>
          <a:lstStyle/>
          <a:p>
            <a:r>
              <a:rPr lang="zh-CN" altLang="en-US" sz="2800" b="1" dirty="0" smtClean="0">
                <a:solidFill>
                  <a:srgbClr val="333399"/>
                </a:solidFill>
                <a:latin typeface="微软雅黑" pitchFamily="34" charset="-122"/>
                <a:ea typeface="微软雅黑" pitchFamily="34" charset="-122"/>
              </a:rPr>
              <a:t>为了简化二叉线索的结构，用每条路由中网络前缀的</a:t>
            </a:r>
            <a:r>
              <a:rPr lang="zh-CN" altLang="en-US" sz="2800" b="1" dirty="0" smtClean="0">
                <a:solidFill>
                  <a:srgbClr val="FF0000"/>
                </a:solidFill>
                <a:latin typeface="微软雅黑" pitchFamily="34" charset="-122"/>
                <a:ea typeface="微软雅黑" pitchFamily="34" charset="-122"/>
              </a:rPr>
              <a:t>唯一前缀</a:t>
            </a:r>
            <a:r>
              <a:rPr lang="zh-CN" altLang="en-US" sz="2800" b="1" dirty="0" smtClean="0">
                <a:solidFill>
                  <a:srgbClr val="333399"/>
                </a:solidFill>
                <a:latin typeface="微软雅黑" pitchFamily="34" charset="-122"/>
                <a:ea typeface="微软雅黑" pitchFamily="34" charset="-122"/>
              </a:rPr>
              <a:t>来构造二叉线索。在进行查找时，只要和唯一前缀相匹配，就表示和这条路由相匹配。</a:t>
            </a:r>
            <a:endParaRPr lang="zh-CN" altLang="en-US" sz="2800" b="1" dirty="0">
              <a:solidFill>
                <a:srgbClr val="333399"/>
              </a:solidFill>
              <a:latin typeface="微软雅黑" pitchFamily="34" charset="-122"/>
              <a:ea typeface="微软雅黑" pitchFamily="34" charset="-122"/>
            </a:endParaRPr>
          </a:p>
        </p:txBody>
      </p:sp>
    </p:spTree>
    <p:extLst>
      <p:ext uri="{BB962C8B-B14F-4D97-AF65-F5344CB8AC3E}">
        <p14:creationId xmlns:p14="http://schemas.microsoft.com/office/powerpoint/2010/main" val="4065060721"/>
      </p:ext>
    </p:extLst>
  </p:cSld>
  <p:clrMapOvr>
    <a:masterClrMapping/>
  </p:clrMapOvr>
  <p:transition spd="slow"/>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6546" name="Rectangle 2"/>
          <p:cNvSpPr>
            <a:spLocks noGrp="1" noChangeArrowheads="1"/>
          </p:cNvSpPr>
          <p:nvPr>
            <p:ph type="title"/>
          </p:nvPr>
        </p:nvSpPr>
        <p:spPr/>
        <p:txBody>
          <a:bodyPr/>
          <a:lstStyle/>
          <a:p>
            <a:pPr eaLnBrk="1" hangingPunct="1"/>
            <a:r>
              <a:rPr lang="en-US" altLang="zh-CN" dirty="0"/>
              <a:t>4.3.3 </a:t>
            </a:r>
            <a:r>
              <a:rPr lang="zh-CN" altLang="en-US" dirty="0"/>
              <a:t>使用二叉线索查找转发表</a:t>
            </a:r>
            <a:endParaRPr lang="zh-CN" altLang="en-US" dirty="0" smtClean="0"/>
          </a:p>
        </p:txBody>
      </p:sp>
      <p:sp>
        <p:nvSpPr>
          <p:cNvPr id="236547" name="Text Box 4"/>
          <p:cNvSpPr txBox="1">
            <a:spLocks noChangeArrowheads="1"/>
          </p:cNvSpPr>
          <p:nvPr/>
        </p:nvSpPr>
        <p:spPr bwMode="auto">
          <a:xfrm>
            <a:off x="1558925" y="1773238"/>
            <a:ext cx="6561412"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spcAft>
                <a:spcPct val="30000"/>
              </a:spcAft>
            </a:pPr>
            <a:r>
              <a:rPr kumimoji="1" lang="en-US" altLang="zh-CN" sz="2000" b="1" dirty="0">
                <a:solidFill>
                  <a:srgbClr val="000000"/>
                </a:solidFill>
                <a:latin typeface="Arial" charset="0"/>
                <a:ea typeface="黑体" pitchFamily="2" charset="-122"/>
              </a:rPr>
              <a:t>                32 </a:t>
            </a:r>
            <a:r>
              <a:rPr kumimoji="1" lang="zh-CN" altLang="en-US" sz="2000" b="1" dirty="0">
                <a:solidFill>
                  <a:srgbClr val="000000"/>
                </a:solidFill>
                <a:latin typeface="Arial" charset="0"/>
                <a:ea typeface="黑体" pitchFamily="2" charset="-122"/>
              </a:rPr>
              <a:t>位</a:t>
            </a:r>
            <a:r>
              <a:rPr kumimoji="1" lang="zh-CN" altLang="en-US" sz="2000" b="1" dirty="0" smtClean="0">
                <a:solidFill>
                  <a:srgbClr val="000000"/>
                </a:solidFill>
                <a:latin typeface="Arial" charset="0"/>
                <a:ea typeface="黑体" pitchFamily="2" charset="-122"/>
              </a:rPr>
              <a:t>的网络地址                               唯一</a:t>
            </a:r>
            <a:r>
              <a:rPr kumimoji="1" lang="zh-CN" altLang="en-US" sz="2000" b="1" dirty="0">
                <a:solidFill>
                  <a:srgbClr val="000000"/>
                </a:solidFill>
                <a:latin typeface="Arial" charset="0"/>
                <a:ea typeface="黑体" pitchFamily="2" charset="-122"/>
              </a:rPr>
              <a:t>前缀</a:t>
            </a:r>
          </a:p>
          <a:p>
            <a:pPr eaLnBrk="1" hangingPunct="1">
              <a:lnSpc>
                <a:spcPct val="130000"/>
              </a:lnSpc>
            </a:pPr>
            <a:r>
              <a:rPr kumimoji="1" lang="en-US" altLang="zh-CN" sz="2000" b="1" dirty="0">
                <a:solidFill>
                  <a:srgbClr val="000000"/>
                </a:solidFill>
                <a:latin typeface="Arial" charset="0"/>
                <a:ea typeface="黑体" pitchFamily="2" charset="-122"/>
              </a:rPr>
              <a:t>01000110 00000000 00000000 00000000         0100</a:t>
            </a:r>
          </a:p>
          <a:p>
            <a:pPr eaLnBrk="1" hangingPunct="1">
              <a:lnSpc>
                <a:spcPct val="130000"/>
              </a:lnSpc>
            </a:pPr>
            <a:r>
              <a:rPr kumimoji="1" lang="en-US" altLang="zh-CN" sz="2000" b="1" dirty="0">
                <a:solidFill>
                  <a:srgbClr val="000000"/>
                </a:solidFill>
                <a:latin typeface="Arial" charset="0"/>
                <a:ea typeface="黑体" pitchFamily="2" charset="-122"/>
              </a:rPr>
              <a:t>01010110 00000000 00000000 00000000         0101</a:t>
            </a:r>
          </a:p>
          <a:p>
            <a:pPr eaLnBrk="1" hangingPunct="1">
              <a:lnSpc>
                <a:spcPct val="130000"/>
              </a:lnSpc>
            </a:pPr>
            <a:r>
              <a:rPr kumimoji="1" lang="en-US" altLang="zh-CN" sz="2000" b="1" dirty="0">
                <a:solidFill>
                  <a:srgbClr val="000000"/>
                </a:solidFill>
                <a:latin typeface="Arial" charset="0"/>
                <a:ea typeface="黑体" pitchFamily="2" charset="-122"/>
              </a:rPr>
              <a:t>01100001 00000000 00000000 00000000         011</a:t>
            </a:r>
          </a:p>
          <a:p>
            <a:pPr eaLnBrk="1" hangingPunct="1">
              <a:lnSpc>
                <a:spcPct val="130000"/>
              </a:lnSpc>
            </a:pPr>
            <a:r>
              <a:rPr kumimoji="1" lang="en-US" altLang="zh-CN" sz="2000" b="1" dirty="0">
                <a:solidFill>
                  <a:srgbClr val="000000"/>
                </a:solidFill>
                <a:latin typeface="Arial" charset="0"/>
                <a:ea typeface="黑体" pitchFamily="2" charset="-122"/>
              </a:rPr>
              <a:t>10110000 00000010 00000000 00000000         10110</a:t>
            </a:r>
          </a:p>
          <a:p>
            <a:pPr eaLnBrk="1" hangingPunct="1">
              <a:lnSpc>
                <a:spcPct val="130000"/>
              </a:lnSpc>
            </a:pPr>
            <a:r>
              <a:rPr kumimoji="1" lang="en-US" altLang="zh-CN" sz="2000" b="1" dirty="0">
                <a:solidFill>
                  <a:srgbClr val="000000"/>
                </a:solidFill>
                <a:latin typeface="Arial" charset="0"/>
                <a:ea typeface="黑体" pitchFamily="2" charset="-122"/>
              </a:rPr>
              <a:t>10111011 </a:t>
            </a:r>
            <a:r>
              <a:rPr kumimoji="1" lang="en-US" altLang="zh-CN" sz="2000" b="1" dirty="0" smtClean="0">
                <a:solidFill>
                  <a:srgbClr val="000000"/>
                </a:solidFill>
                <a:latin typeface="Arial" charset="0"/>
                <a:ea typeface="黑体" pitchFamily="2" charset="-122"/>
              </a:rPr>
              <a:t> 00001010 </a:t>
            </a:r>
            <a:r>
              <a:rPr kumimoji="1" lang="en-US" altLang="zh-CN" sz="2000" b="1" dirty="0">
                <a:solidFill>
                  <a:srgbClr val="000000"/>
                </a:solidFill>
                <a:latin typeface="Arial" charset="0"/>
                <a:ea typeface="黑体" pitchFamily="2" charset="-122"/>
              </a:rPr>
              <a:t>00000000 00000000         10111</a:t>
            </a:r>
          </a:p>
          <a:p>
            <a:pPr eaLnBrk="1" hangingPunct="1"/>
            <a:endParaRPr kumimoji="1" lang="en-US" altLang="zh-CN" sz="2000" b="1" dirty="0">
              <a:solidFill>
                <a:srgbClr val="000000"/>
              </a:solidFill>
              <a:latin typeface="Arial" charset="0"/>
              <a:ea typeface="黑体" pitchFamily="2" charset="-122"/>
            </a:endParaRPr>
          </a:p>
        </p:txBody>
      </p:sp>
      <p:sp>
        <p:nvSpPr>
          <p:cNvPr id="236548" name="Line 5"/>
          <p:cNvSpPr>
            <a:spLocks noChangeShapeType="1"/>
          </p:cNvSpPr>
          <p:nvPr/>
        </p:nvSpPr>
        <p:spPr bwMode="auto">
          <a:xfrm>
            <a:off x="1630933" y="2143125"/>
            <a:ext cx="604924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236549" name="Group 37"/>
          <p:cNvGrpSpPr>
            <a:grpSpLocks/>
          </p:cNvGrpSpPr>
          <p:nvPr/>
        </p:nvGrpSpPr>
        <p:grpSpPr bwMode="auto">
          <a:xfrm>
            <a:off x="7942263" y="1901825"/>
            <a:ext cx="2617787" cy="2463800"/>
            <a:chOff x="4043" y="1379"/>
            <a:chExt cx="1649" cy="1734"/>
          </a:xfrm>
        </p:grpSpPr>
        <p:sp>
          <p:nvSpPr>
            <p:cNvPr id="236550" name="Freeform 6"/>
            <p:cNvSpPr>
              <a:spLocks/>
            </p:cNvSpPr>
            <p:nvPr/>
          </p:nvSpPr>
          <p:spPr bwMode="auto">
            <a:xfrm>
              <a:off x="4787" y="1454"/>
              <a:ext cx="772" cy="1604"/>
            </a:xfrm>
            <a:custGeom>
              <a:avLst/>
              <a:gdLst>
                <a:gd name="T0" fmla="*/ 0 w 772"/>
                <a:gd name="T1" fmla="*/ 0 h 1392"/>
                <a:gd name="T2" fmla="*/ 764 w 772"/>
                <a:gd name="T3" fmla="*/ 8163 h 1392"/>
                <a:gd name="T4" fmla="*/ 318 w 772"/>
                <a:gd name="T5" fmla="*/ 16916 h 1392"/>
                <a:gd name="T6" fmla="*/ 510 w 772"/>
                <a:gd name="T7" fmla="*/ 25234 h 1392"/>
                <a:gd name="T8" fmla="*/ 772 w 772"/>
                <a:gd name="T9" fmla="*/ 41797 h 1392"/>
                <a:gd name="T10" fmla="*/ 0 60000 65536"/>
                <a:gd name="T11" fmla="*/ 0 60000 65536"/>
                <a:gd name="T12" fmla="*/ 0 60000 65536"/>
                <a:gd name="T13" fmla="*/ 0 60000 65536"/>
                <a:gd name="T14" fmla="*/ 0 60000 65536"/>
                <a:gd name="T15" fmla="*/ 0 w 772"/>
                <a:gd name="T16" fmla="*/ 0 h 1392"/>
                <a:gd name="T17" fmla="*/ 772 w 772"/>
                <a:gd name="T18" fmla="*/ 1392 h 1392"/>
              </a:gdLst>
              <a:ahLst/>
              <a:cxnLst>
                <a:cxn ang="T10">
                  <a:pos x="T0" y="T1"/>
                </a:cxn>
                <a:cxn ang="T11">
                  <a:pos x="T2" y="T3"/>
                </a:cxn>
                <a:cxn ang="T12">
                  <a:pos x="T4" y="T5"/>
                </a:cxn>
                <a:cxn ang="T13">
                  <a:pos x="T6" y="T7"/>
                </a:cxn>
                <a:cxn ang="T14">
                  <a:pos x="T8" y="T9"/>
                </a:cxn>
              </a:cxnLst>
              <a:rect l="T15" t="T16" r="T17" b="T18"/>
              <a:pathLst>
                <a:path w="772" h="1392">
                  <a:moveTo>
                    <a:pt x="0" y="0"/>
                  </a:moveTo>
                  <a:lnTo>
                    <a:pt x="764" y="272"/>
                  </a:lnTo>
                  <a:lnTo>
                    <a:pt x="318" y="564"/>
                  </a:lnTo>
                  <a:lnTo>
                    <a:pt x="510" y="840"/>
                  </a:lnTo>
                  <a:lnTo>
                    <a:pt x="772" y="1392"/>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236551" name="Freeform 7"/>
            <p:cNvSpPr>
              <a:spLocks/>
            </p:cNvSpPr>
            <p:nvPr/>
          </p:nvSpPr>
          <p:spPr bwMode="auto">
            <a:xfrm>
              <a:off x="4098" y="1447"/>
              <a:ext cx="695" cy="1287"/>
            </a:xfrm>
            <a:custGeom>
              <a:avLst/>
              <a:gdLst>
                <a:gd name="T0" fmla="*/ 695 w 695"/>
                <a:gd name="T1" fmla="*/ 0 h 1117"/>
                <a:gd name="T2" fmla="*/ 0 w 695"/>
                <a:gd name="T3" fmla="*/ 8533 h 1117"/>
                <a:gd name="T4" fmla="*/ 399 w 695"/>
                <a:gd name="T5" fmla="*/ 16896 h 1117"/>
                <a:gd name="T6" fmla="*/ 174 w 695"/>
                <a:gd name="T7" fmla="*/ 25246 h 1117"/>
                <a:gd name="T8" fmla="*/ 338 w 695"/>
                <a:gd name="T9" fmla="*/ 33477 h 1117"/>
                <a:gd name="T10" fmla="*/ 0 60000 65536"/>
                <a:gd name="T11" fmla="*/ 0 60000 65536"/>
                <a:gd name="T12" fmla="*/ 0 60000 65536"/>
                <a:gd name="T13" fmla="*/ 0 60000 65536"/>
                <a:gd name="T14" fmla="*/ 0 60000 65536"/>
                <a:gd name="T15" fmla="*/ 0 w 695"/>
                <a:gd name="T16" fmla="*/ 0 h 1117"/>
                <a:gd name="T17" fmla="*/ 695 w 695"/>
                <a:gd name="T18" fmla="*/ 1117 h 1117"/>
              </a:gdLst>
              <a:ahLst/>
              <a:cxnLst>
                <a:cxn ang="T10">
                  <a:pos x="T0" y="T1"/>
                </a:cxn>
                <a:cxn ang="T11">
                  <a:pos x="T2" y="T3"/>
                </a:cxn>
                <a:cxn ang="T12">
                  <a:pos x="T4" y="T5"/>
                </a:cxn>
                <a:cxn ang="T13">
                  <a:pos x="T6" y="T7"/>
                </a:cxn>
                <a:cxn ang="T14">
                  <a:pos x="T8" y="T9"/>
                </a:cxn>
              </a:cxnLst>
              <a:rect l="T15" t="T16" r="T17" b="T18"/>
              <a:pathLst>
                <a:path w="695" h="1117">
                  <a:moveTo>
                    <a:pt x="695" y="0"/>
                  </a:moveTo>
                  <a:lnTo>
                    <a:pt x="0" y="285"/>
                  </a:lnTo>
                  <a:lnTo>
                    <a:pt x="399" y="564"/>
                  </a:lnTo>
                  <a:lnTo>
                    <a:pt x="174" y="843"/>
                  </a:lnTo>
                  <a:lnTo>
                    <a:pt x="338" y="1117"/>
                  </a:lnTo>
                </a:path>
              </a:pathLst>
            </a:custGeom>
            <a:noFill/>
            <a:ln w="57150">
              <a:solidFill>
                <a:schemeClr val="hlink"/>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236552" name="Line 8"/>
            <p:cNvSpPr>
              <a:spLocks noChangeShapeType="1"/>
            </p:cNvSpPr>
            <p:nvPr/>
          </p:nvSpPr>
          <p:spPr bwMode="auto">
            <a:xfrm flipH="1">
              <a:off x="5311" y="2726"/>
              <a:ext cx="112" cy="3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36553" name="Text Box 9"/>
            <p:cNvSpPr txBox="1">
              <a:spLocks noChangeArrowheads="1"/>
            </p:cNvSpPr>
            <p:nvPr/>
          </p:nvSpPr>
          <p:spPr bwMode="auto">
            <a:xfrm>
              <a:off x="4043" y="2388"/>
              <a:ext cx="20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0</a:t>
              </a:r>
            </a:p>
          </p:txBody>
        </p:sp>
        <p:sp>
          <p:nvSpPr>
            <p:cNvPr id="236554" name="Text Box 10"/>
            <p:cNvSpPr txBox="1">
              <a:spLocks noChangeArrowheads="1"/>
            </p:cNvSpPr>
            <p:nvPr/>
          </p:nvSpPr>
          <p:spPr bwMode="auto">
            <a:xfrm>
              <a:off x="4223" y="2063"/>
              <a:ext cx="20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0</a:t>
              </a:r>
            </a:p>
          </p:txBody>
        </p:sp>
        <p:sp>
          <p:nvSpPr>
            <p:cNvPr id="236555" name="Text Box 11"/>
            <p:cNvSpPr txBox="1">
              <a:spLocks noChangeArrowheads="1"/>
            </p:cNvSpPr>
            <p:nvPr/>
          </p:nvSpPr>
          <p:spPr bwMode="auto">
            <a:xfrm>
              <a:off x="5207" y="2728"/>
              <a:ext cx="20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0</a:t>
              </a:r>
            </a:p>
          </p:txBody>
        </p:sp>
        <p:sp>
          <p:nvSpPr>
            <p:cNvPr id="236556" name="Text Box 12"/>
            <p:cNvSpPr txBox="1">
              <a:spLocks noChangeArrowheads="1"/>
            </p:cNvSpPr>
            <p:nvPr/>
          </p:nvSpPr>
          <p:spPr bwMode="auto">
            <a:xfrm>
              <a:off x="4283" y="1379"/>
              <a:ext cx="20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0</a:t>
              </a:r>
            </a:p>
          </p:txBody>
        </p:sp>
        <p:sp>
          <p:nvSpPr>
            <p:cNvPr id="236557" name="Line 13"/>
            <p:cNvSpPr>
              <a:spLocks noChangeShapeType="1"/>
            </p:cNvSpPr>
            <p:nvPr/>
          </p:nvSpPr>
          <p:spPr bwMode="auto">
            <a:xfrm flipH="1">
              <a:off x="4155" y="2415"/>
              <a:ext cx="114" cy="3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36558" name="Freeform 14"/>
            <p:cNvSpPr>
              <a:spLocks/>
            </p:cNvSpPr>
            <p:nvPr/>
          </p:nvSpPr>
          <p:spPr bwMode="auto">
            <a:xfrm>
              <a:off x="4503" y="2111"/>
              <a:ext cx="168" cy="304"/>
            </a:xfrm>
            <a:custGeom>
              <a:avLst/>
              <a:gdLst>
                <a:gd name="T0" fmla="*/ 0 w 168"/>
                <a:gd name="T1" fmla="*/ 0 h 264"/>
                <a:gd name="T2" fmla="*/ 168 w 168"/>
                <a:gd name="T3" fmla="*/ 7787 h 264"/>
                <a:gd name="T4" fmla="*/ 0 60000 65536"/>
                <a:gd name="T5" fmla="*/ 0 60000 65536"/>
                <a:gd name="T6" fmla="*/ 0 w 168"/>
                <a:gd name="T7" fmla="*/ 0 h 264"/>
                <a:gd name="T8" fmla="*/ 168 w 168"/>
                <a:gd name="T9" fmla="*/ 264 h 264"/>
              </a:gdLst>
              <a:ahLst/>
              <a:cxnLst>
                <a:cxn ang="T4">
                  <a:pos x="T0" y="T1"/>
                </a:cxn>
                <a:cxn ang="T5">
                  <a:pos x="T2" y="T3"/>
                </a:cxn>
              </a:cxnLst>
              <a:rect l="T6" t="T7" r="T8" b="T9"/>
              <a:pathLst>
                <a:path w="168" h="264">
                  <a:moveTo>
                    <a:pt x="0" y="0"/>
                  </a:moveTo>
                  <a:lnTo>
                    <a:pt x="168" y="264"/>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236559" name="Text Box 15"/>
            <p:cNvSpPr txBox="1">
              <a:spLocks noChangeArrowheads="1"/>
            </p:cNvSpPr>
            <p:nvPr/>
          </p:nvSpPr>
          <p:spPr bwMode="auto">
            <a:xfrm>
              <a:off x="5487" y="2734"/>
              <a:ext cx="205"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1</a:t>
              </a:r>
            </a:p>
          </p:txBody>
        </p:sp>
        <p:sp>
          <p:nvSpPr>
            <p:cNvPr id="236560" name="Text Box 16"/>
            <p:cNvSpPr txBox="1">
              <a:spLocks noChangeArrowheads="1"/>
            </p:cNvSpPr>
            <p:nvPr/>
          </p:nvSpPr>
          <p:spPr bwMode="auto">
            <a:xfrm>
              <a:off x="4545" y="2056"/>
              <a:ext cx="20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1</a:t>
              </a:r>
            </a:p>
          </p:txBody>
        </p:sp>
        <p:sp>
          <p:nvSpPr>
            <p:cNvPr id="236561" name="Text Box 17"/>
            <p:cNvSpPr txBox="1">
              <a:spLocks noChangeArrowheads="1"/>
            </p:cNvSpPr>
            <p:nvPr/>
          </p:nvSpPr>
          <p:spPr bwMode="auto">
            <a:xfrm>
              <a:off x="4341" y="2395"/>
              <a:ext cx="20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1</a:t>
              </a:r>
            </a:p>
          </p:txBody>
        </p:sp>
        <p:sp>
          <p:nvSpPr>
            <p:cNvPr id="236562" name="Text Box 18"/>
            <p:cNvSpPr txBox="1">
              <a:spLocks noChangeArrowheads="1"/>
            </p:cNvSpPr>
            <p:nvPr/>
          </p:nvSpPr>
          <p:spPr bwMode="auto">
            <a:xfrm>
              <a:off x="4275" y="1732"/>
              <a:ext cx="20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1</a:t>
              </a:r>
            </a:p>
          </p:txBody>
        </p:sp>
        <p:sp>
          <p:nvSpPr>
            <p:cNvPr id="236563" name="Text Box 19"/>
            <p:cNvSpPr txBox="1">
              <a:spLocks noChangeArrowheads="1"/>
            </p:cNvSpPr>
            <p:nvPr/>
          </p:nvSpPr>
          <p:spPr bwMode="auto">
            <a:xfrm>
              <a:off x="5151" y="1386"/>
              <a:ext cx="20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1</a:t>
              </a:r>
            </a:p>
          </p:txBody>
        </p:sp>
        <p:sp>
          <p:nvSpPr>
            <p:cNvPr id="236564" name="Text Box 20"/>
            <p:cNvSpPr txBox="1">
              <a:spLocks noChangeArrowheads="1"/>
            </p:cNvSpPr>
            <p:nvPr/>
          </p:nvSpPr>
          <p:spPr bwMode="auto">
            <a:xfrm>
              <a:off x="5361" y="2402"/>
              <a:ext cx="205"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1</a:t>
              </a:r>
            </a:p>
          </p:txBody>
        </p:sp>
        <p:sp>
          <p:nvSpPr>
            <p:cNvPr id="236565" name="Text Box 21"/>
            <p:cNvSpPr txBox="1">
              <a:spLocks noChangeArrowheads="1"/>
            </p:cNvSpPr>
            <p:nvPr/>
          </p:nvSpPr>
          <p:spPr bwMode="auto">
            <a:xfrm>
              <a:off x="5211" y="2063"/>
              <a:ext cx="20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1</a:t>
              </a:r>
            </a:p>
          </p:txBody>
        </p:sp>
        <p:sp>
          <p:nvSpPr>
            <p:cNvPr id="236566" name="Text Box 22"/>
            <p:cNvSpPr txBox="1">
              <a:spLocks noChangeArrowheads="1"/>
            </p:cNvSpPr>
            <p:nvPr/>
          </p:nvSpPr>
          <p:spPr bwMode="auto">
            <a:xfrm>
              <a:off x="5183" y="1738"/>
              <a:ext cx="205"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0</a:t>
              </a:r>
            </a:p>
          </p:txBody>
        </p:sp>
        <p:sp>
          <p:nvSpPr>
            <p:cNvPr id="236567" name="Oval 23"/>
            <p:cNvSpPr>
              <a:spLocks noChangeArrowheads="1"/>
            </p:cNvSpPr>
            <p:nvPr/>
          </p:nvSpPr>
          <p:spPr bwMode="auto">
            <a:xfrm>
              <a:off x="5085" y="2062"/>
              <a:ext cx="66" cy="76"/>
            </a:xfrm>
            <a:prstGeom prst="ellipse">
              <a:avLst/>
            </a:prstGeom>
            <a:solidFill>
              <a:schemeClr val="bg1"/>
            </a:solidFill>
            <a:ln w="9525">
              <a:solidFill>
                <a:schemeClr val="tx1"/>
              </a:solidFill>
              <a:round/>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68" name="Oval 24"/>
            <p:cNvSpPr>
              <a:spLocks noChangeArrowheads="1"/>
            </p:cNvSpPr>
            <p:nvPr/>
          </p:nvSpPr>
          <p:spPr bwMode="auto">
            <a:xfrm>
              <a:off x="4455" y="2062"/>
              <a:ext cx="66" cy="76"/>
            </a:xfrm>
            <a:prstGeom prst="ellipse">
              <a:avLst/>
            </a:prstGeom>
            <a:solidFill>
              <a:schemeClr val="bg1"/>
            </a:solidFill>
            <a:ln w="9525">
              <a:solidFill>
                <a:schemeClr val="tx1"/>
              </a:solidFill>
              <a:round/>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69" name="Oval 25"/>
            <p:cNvSpPr>
              <a:spLocks noChangeArrowheads="1"/>
            </p:cNvSpPr>
            <p:nvPr/>
          </p:nvSpPr>
          <p:spPr bwMode="auto">
            <a:xfrm>
              <a:off x="4065" y="1737"/>
              <a:ext cx="66" cy="76"/>
            </a:xfrm>
            <a:prstGeom prst="ellipse">
              <a:avLst/>
            </a:prstGeom>
            <a:solidFill>
              <a:schemeClr val="bg1"/>
            </a:solidFill>
            <a:ln w="9525">
              <a:solidFill>
                <a:schemeClr val="tx1"/>
              </a:solidFill>
              <a:round/>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70" name="Oval 26"/>
            <p:cNvSpPr>
              <a:spLocks noChangeArrowheads="1"/>
            </p:cNvSpPr>
            <p:nvPr/>
          </p:nvSpPr>
          <p:spPr bwMode="auto">
            <a:xfrm>
              <a:off x="5259" y="2380"/>
              <a:ext cx="66" cy="76"/>
            </a:xfrm>
            <a:prstGeom prst="ellipse">
              <a:avLst/>
            </a:prstGeom>
            <a:solidFill>
              <a:schemeClr val="bg1"/>
            </a:solidFill>
            <a:ln w="9525">
              <a:solidFill>
                <a:schemeClr val="tx1"/>
              </a:solidFill>
              <a:round/>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71" name="Oval 27"/>
            <p:cNvSpPr>
              <a:spLocks noChangeArrowheads="1"/>
            </p:cNvSpPr>
            <p:nvPr/>
          </p:nvSpPr>
          <p:spPr bwMode="auto">
            <a:xfrm>
              <a:off x="5385" y="2691"/>
              <a:ext cx="66" cy="76"/>
            </a:xfrm>
            <a:prstGeom prst="ellipse">
              <a:avLst/>
            </a:prstGeom>
            <a:solidFill>
              <a:schemeClr val="bg1"/>
            </a:solidFill>
            <a:ln w="9525">
              <a:solidFill>
                <a:schemeClr val="tx1"/>
              </a:solidFill>
              <a:round/>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72" name="Oval 28"/>
            <p:cNvSpPr>
              <a:spLocks noChangeArrowheads="1"/>
            </p:cNvSpPr>
            <p:nvPr/>
          </p:nvSpPr>
          <p:spPr bwMode="auto">
            <a:xfrm>
              <a:off x="4245" y="2373"/>
              <a:ext cx="66" cy="76"/>
            </a:xfrm>
            <a:prstGeom prst="ellipse">
              <a:avLst/>
            </a:prstGeom>
            <a:solidFill>
              <a:schemeClr val="bg1"/>
            </a:solidFill>
            <a:ln w="9525">
              <a:solidFill>
                <a:schemeClr val="tx1"/>
              </a:solidFill>
              <a:round/>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73" name="Oval 29"/>
            <p:cNvSpPr>
              <a:spLocks noChangeArrowheads="1"/>
            </p:cNvSpPr>
            <p:nvPr/>
          </p:nvSpPr>
          <p:spPr bwMode="auto">
            <a:xfrm>
              <a:off x="5505" y="1730"/>
              <a:ext cx="66" cy="76"/>
            </a:xfrm>
            <a:prstGeom prst="ellipse">
              <a:avLst/>
            </a:prstGeom>
            <a:solidFill>
              <a:schemeClr val="bg1"/>
            </a:solidFill>
            <a:ln w="9525">
              <a:solidFill>
                <a:schemeClr val="tx1"/>
              </a:solidFill>
              <a:round/>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74" name="Oval 30"/>
            <p:cNvSpPr>
              <a:spLocks noChangeArrowheads="1"/>
            </p:cNvSpPr>
            <p:nvPr/>
          </p:nvSpPr>
          <p:spPr bwMode="auto">
            <a:xfrm>
              <a:off x="4745" y="1412"/>
              <a:ext cx="66" cy="76"/>
            </a:xfrm>
            <a:prstGeom prst="ellipse">
              <a:avLst/>
            </a:prstGeom>
            <a:solidFill>
              <a:schemeClr val="bg1"/>
            </a:solidFill>
            <a:ln w="9525">
              <a:solidFill>
                <a:schemeClr val="tx1"/>
              </a:solidFill>
              <a:round/>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75" name="Rectangle 31"/>
            <p:cNvSpPr>
              <a:spLocks noChangeArrowheads="1"/>
            </p:cNvSpPr>
            <p:nvPr/>
          </p:nvSpPr>
          <p:spPr bwMode="auto">
            <a:xfrm>
              <a:off x="4101" y="2677"/>
              <a:ext cx="96" cy="111"/>
            </a:xfrm>
            <a:prstGeom prst="rect">
              <a:avLst/>
            </a:prstGeom>
            <a:solidFill>
              <a:schemeClr val="accent1"/>
            </a:solidFill>
            <a:ln w="1905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76" name="Rectangle 32"/>
            <p:cNvSpPr>
              <a:spLocks noChangeArrowheads="1"/>
            </p:cNvSpPr>
            <p:nvPr/>
          </p:nvSpPr>
          <p:spPr bwMode="auto">
            <a:xfrm>
              <a:off x="4389" y="2671"/>
              <a:ext cx="96" cy="110"/>
            </a:xfrm>
            <a:prstGeom prst="rect">
              <a:avLst/>
            </a:prstGeom>
            <a:solidFill>
              <a:schemeClr val="accent1"/>
            </a:solidFill>
            <a:ln w="1905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77" name="Rectangle 33"/>
            <p:cNvSpPr>
              <a:spLocks noChangeArrowheads="1"/>
            </p:cNvSpPr>
            <p:nvPr/>
          </p:nvSpPr>
          <p:spPr bwMode="auto">
            <a:xfrm>
              <a:off x="4611" y="2359"/>
              <a:ext cx="96" cy="111"/>
            </a:xfrm>
            <a:prstGeom prst="rect">
              <a:avLst/>
            </a:prstGeom>
            <a:solidFill>
              <a:schemeClr val="accent1"/>
            </a:solidFill>
            <a:ln w="1905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78" name="Rectangle 34"/>
            <p:cNvSpPr>
              <a:spLocks noChangeArrowheads="1"/>
            </p:cNvSpPr>
            <p:nvPr/>
          </p:nvSpPr>
          <p:spPr bwMode="auto">
            <a:xfrm>
              <a:off x="5511" y="3002"/>
              <a:ext cx="96" cy="111"/>
            </a:xfrm>
            <a:prstGeom prst="rect">
              <a:avLst/>
            </a:prstGeom>
            <a:solidFill>
              <a:schemeClr val="accent1"/>
            </a:solidFill>
            <a:ln w="1905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79" name="Rectangle 35"/>
            <p:cNvSpPr>
              <a:spLocks noChangeArrowheads="1"/>
            </p:cNvSpPr>
            <p:nvPr/>
          </p:nvSpPr>
          <p:spPr bwMode="auto">
            <a:xfrm>
              <a:off x="5265" y="3002"/>
              <a:ext cx="96" cy="111"/>
            </a:xfrm>
            <a:prstGeom prst="rect">
              <a:avLst/>
            </a:prstGeom>
            <a:solidFill>
              <a:schemeClr val="accent1"/>
            </a:solidFill>
            <a:ln w="1905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grpSp>
      <p:sp>
        <p:nvSpPr>
          <p:cNvPr id="2" name="TextBox 1"/>
          <p:cNvSpPr txBox="1"/>
          <p:nvPr/>
        </p:nvSpPr>
        <p:spPr>
          <a:xfrm>
            <a:off x="1415480" y="4365104"/>
            <a:ext cx="9505627" cy="2246769"/>
          </a:xfrm>
          <a:prstGeom prst="rect">
            <a:avLst/>
          </a:prstGeom>
          <a:noFill/>
        </p:spPr>
        <p:txBody>
          <a:bodyPr wrap="square" rtlCol="0">
            <a:spAutoFit/>
          </a:bodyPr>
          <a:lstStyle/>
          <a:p>
            <a:r>
              <a:rPr lang="zh-CN" altLang="en-US" sz="2800" b="1" dirty="0" smtClean="0">
                <a:solidFill>
                  <a:srgbClr val="333399"/>
                </a:solidFill>
                <a:latin typeface="微软雅黑" pitchFamily="34" charset="-122"/>
                <a:ea typeface="微软雅黑" pitchFamily="34" charset="-122"/>
              </a:rPr>
              <a:t>要将二叉线索用于</a:t>
            </a:r>
            <a:r>
              <a:rPr lang="zh-CN" altLang="en-US" sz="2800" b="1" dirty="0">
                <a:solidFill>
                  <a:srgbClr val="333399"/>
                </a:solidFill>
                <a:latin typeface="微软雅黑" pitchFamily="34" charset="-122"/>
                <a:ea typeface="微软雅黑" pitchFamily="34" charset="-122"/>
              </a:rPr>
              <a:t>转发</a:t>
            </a:r>
            <a:r>
              <a:rPr lang="zh-CN" altLang="en-US" sz="2800" b="1" dirty="0" smtClean="0">
                <a:solidFill>
                  <a:srgbClr val="333399"/>
                </a:solidFill>
                <a:latin typeface="微软雅黑" pitchFamily="34" charset="-122"/>
                <a:ea typeface="微软雅黑" pitchFamily="34" charset="-122"/>
              </a:rPr>
              <a:t>表中，还必须使二叉线索中的每一个叶节点包含对应的</a:t>
            </a:r>
            <a:r>
              <a:rPr lang="zh-CN" altLang="en-US" sz="2800" b="1" dirty="0" smtClean="0">
                <a:solidFill>
                  <a:srgbClr val="FF0000"/>
                </a:solidFill>
                <a:latin typeface="微软雅黑" pitchFamily="34" charset="-122"/>
                <a:ea typeface="微软雅黑" pitchFamily="34" charset="-122"/>
              </a:rPr>
              <a:t>网络前缀</a:t>
            </a:r>
            <a:r>
              <a:rPr lang="zh-CN" altLang="en-US" sz="2800" b="1" dirty="0" smtClean="0">
                <a:solidFill>
                  <a:srgbClr val="333399"/>
                </a:solidFill>
                <a:latin typeface="微软雅黑" pitchFamily="34" charset="-122"/>
                <a:ea typeface="微软雅黑" pitchFamily="34" charset="-122"/>
              </a:rPr>
              <a:t>和</a:t>
            </a:r>
            <a:r>
              <a:rPr lang="zh-CN" altLang="en-US" sz="2800" b="1" dirty="0" smtClean="0">
                <a:solidFill>
                  <a:srgbClr val="FF0000"/>
                </a:solidFill>
                <a:latin typeface="微软雅黑" pitchFamily="34" charset="-122"/>
                <a:ea typeface="微软雅黑" pitchFamily="34" charset="-122"/>
              </a:rPr>
              <a:t>子网掩码</a:t>
            </a:r>
            <a:r>
              <a:rPr lang="zh-CN" altLang="en-US" sz="2800" b="1" dirty="0" smtClean="0">
                <a:solidFill>
                  <a:srgbClr val="333399"/>
                </a:solidFill>
                <a:latin typeface="微软雅黑" pitchFamily="34" charset="-122"/>
                <a:ea typeface="微软雅黑" pitchFamily="34" charset="-122"/>
              </a:rPr>
              <a:t>。当</a:t>
            </a:r>
            <a:r>
              <a:rPr lang="zh-CN" altLang="en-US" sz="2800" b="1" dirty="0">
                <a:solidFill>
                  <a:srgbClr val="333399"/>
                </a:solidFill>
                <a:latin typeface="微软雅黑" pitchFamily="34" charset="-122"/>
                <a:ea typeface="微软雅黑" pitchFamily="34" charset="-122"/>
              </a:rPr>
              <a:t>搜索到一个</a:t>
            </a:r>
            <a:r>
              <a:rPr lang="zh-CN" altLang="en-US" sz="2800" b="1" dirty="0" smtClean="0">
                <a:solidFill>
                  <a:srgbClr val="333399"/>
                </a:solidFill>
                <a:latin typeface="微软雅黑" pitchFamily="34" charset="-122"/>
                <a:ea typeface="微软雅黑" pitchFamily="34" charset="-122"/>
              </a:rPr>
              <a:t>叶节点</a:t>
            </a:r>
            <a:r>
              <a:rPr lang="zh-CN" altLang="en-US" sz="2800" b="1" dirty="0">
                <a:solidFill>
                  <a:srgbClr val="333399"/>
                </a:solidFill>
                <a:latin typeface="微软雅黑" pitchFamily="34" charset="-122"/>
                <a:ea typeface="微软雅黑" pitchFamily="34" charset="-122"/>
              </a:rPr>
              <a:t>时，就必须</a:t>
            </a:r>
            <a:r>
              <a:rPr lang="zh-CN" altLang="en-US" sz="2800" b="1" dirty="0" smtClean="0">
                <a:solidFill>
                  <a:srgbClr val="333399"/>
                </a:solidFill>
                <a:latin typeface="微软雅黑" pitchFamily="34" charset="-122"/>
                <a:ea typeface="微软雅黑" pitchFamily="34" charset="-122"/>
              </a:rPr>
              <a:t>将目的 </a:t>
            </a:r>
            <a:r>
              <a:rPr lang="en-US" altLang="zh-CN" sz="2800" b="1" dirty="0" smtClean="0">
                <a:solidFill>
                  <a:srgbClr val="333399"/>
                </a:solidFill>
                <a:latin typeface="微软雅黑" pitchFamily="34" charset="-122"/>
                <a:ea typeface="微软雅黑" pitchFamily="34" charset="-122"/>
              </a:rPr>
              <a:t>IP </a:t>
            </a:r>
            <a:r>
              <a:rPr lang="zh-CN" altLang="en-US" sz="2800" b="1" dirty="0" smtClean="0">
                <a:solidFill>
                  <a:srgbClr val="333399"/>
                </a:solidFill>
                <a:latin typeface="微软雅黑" pitchFamily="34" charset="-122"/>
                <a:ea typeface="微软雅黑" pitchFamily="34" charset="-122"/>
              </a:rPr>
              <a:t>地址</a:t>
            </a:r>
            <a:r>
              <a:rPr lang="zh-CN" altLang="en-US" sz="2800" b="1" dirty="0">
                <a:solidFill>
                  <a:srgbClr val="333399"/>
                </a:solidFill>
                <a:latin typeface="微软雅黑" pitchFamily="34" charset="-122"/>
                <a:ea typeface="微软雅黑" pitchFamily="34" charset="-122"/>
              </a:rPr>
              <a:t>和该叶节点的子网掩码</a:t>
            </a:r>
            <a:r>
              <a:rPr lang="zh-CN" altLang="en-US" sz="2800" b="1" dirty="0" smtClean="0">
                <a:solidFill>
                  <a:srgbClr val="333399"/>
                </a:solidFill>
                <a:latin typeface="微软雅黑" pitchFamily="34" charset="-122"/>
                <a:ea typeface="微软雅黑" pitchFamily="34" charset="-122"/>
              </a:rPr>
              <a:t>进行按位 </a:t>
            </a:r>
            <a:r>
              <a:rPr lang="en-US" altLang="zh-CN" sz="2800" b="1" dirty="0" smtClean="0">
                <a:solidFill>
                  <a:srgbClr val="333399"/>
                </a:solidFill>
                <a:latin typeface="微软雅黑" pitchFamily="34" charset="-122"/>
                <a:ea typeface="微软雅黑" pitchFamily="34" charset="-122"/>
              </a:rPr>
              <a:t>AND </a:t>
            </a:r>
            <a:r>
              <a:rPr lang="zh-CN" altLang="en-US" sz="2800" b="1" dirty="0" smtClean="0">
                <a:solidFill>
                  <a:srgbClr val="333399"/>
                </a:solidFill>
                <a:latin typeface="微软雅黑" pitchFamily="34" charset="-122"/>
                <a:ea typeface="微软雅黑" pitchFamily="34" charset="-122"/>
              </a:rPr>
              <a:t>运算</a:t>
            </a:r>
            <a:r>
              <a:rPr lang="zh-CN" altLang="en-US" sz="2800" b="1" dirty="0">
                <a:solidFill>
                  <a:srgbClr val="333399"/>
                </a:solidFill>
                <a:latin typeface="微软雅黑" pitchFamily="34" charset="-122"/>
                <a:ea typeface="微软雅黑" pitchFamily="34" charset="-122"/>
              </a:rPr>
              <a:t>，看结果是否与对应的网络前缀相匹配。若匹配，就按下一跳的接口转发该</a:t>
            </a:r>
            <a:r>
              <a:rPr lang="zh-CN" altLang="en-US" sz="2800" b="1" dirty="0" smtClean="0">
                <a:solidFill>
                  <a:srgbClr val="333399"/>
                </a:solidFill>
                <a:latin typeface="微软雅黑" pitchFamily="34" charset="-122"/>
                <a:ea typeface="微软雅黑" pitchFamily="34" charset="-122"/>
              </a:rPr>
              <a:t>分组；否则</a:t>
            </a:r>
            <a:r>
              <a:rPr lang="zh-CN" altLang="en-US" sz="2800" b="1" dirty="0">
                <a:solidFill>
                  <a:srgbClr val="333399"/>
                </a:solidFill>
                <a:latin typeface="微软雅黑" pitchFamily="34" charset="-122"/>
                <a:ea typeface="微软雅黑" pitchFamily="34" charset="-122"/>
              </a:rPr>
              <a:t>，就丢弃该分组。</a:t>
            </a:r>
          </a:p>
        </p:txBody>
      </p:sp>
    </p:spTree>
  </p:cSld>
  <p:clrMapOvr>
    <a:masterClrMapping/>
  </p:clrMapOvr>
  <p:transition spd="slow"/>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0" name="Freeform 14"/>
          <p:cNvSpPr>
            <a:spLocks/>
          </p:cNvSpPr>
          <p:nvPr/>
        </p:nvSpPr>
        <p:spPr bwMode="auto">
          <a:xfrm>
            <a:off x="8306982" y="3357094"/>
            <a:ext cx="266700" cy="431946"/>
          </a:xfrm>
          <a:custGeom>
            <a:avLst/>
            <a:gdLst>
              <a:gd name="T0" fmla="*/ 0 w 168"/>
              <a:gd name="T1" fmla="*/ 0 h 264"/>
              <a:gd name="T2" fmla="*/ 168 w 168"/>
              <a:gd name="T3" fmla="*/ 7787 h 264"/>
              <a:gd name="T4" fmla="*/ 0 60000 65536"/>
              <a:gd name="T5" fmla="*/ 0 60000 65536"/>
              <a:gd name="T6" fmla="*/ 0 w 168"/>
              <a:gd name="T7" fmla="*/ 0 h 264"/>
              <a:gd name="T8" fmla="*/ 168 w 168"/>
              <a:gd name="T9" fmla="*/ 264 h 264"/>
            </a:gdLst>
            <a:ahLst/>
            <a:cxnLst>
              <a:cxn ang="T4">
                <a:pos x="T0" y="T1"/>
              </a:cxn>
              <a:cxn ang="T5">
                <a:pos x="T2" y="T3"/>
              </a:cxn>
            </a:cxnLst>
            <a:rect l="T6" t="T7" r="T8" b="T9"/>
            <a:pathLst>
              <a:path w="168" h="264">
                <a:moveTo>
                  <a:pt x="0" y="0"/>
                </a:moveTo>
                <a:lnTo>
                  <a:pt x="168" y="264"/>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236546" name="Rectangle 2"/>
          <p:cNvSpPr>
            <a:spLocks noGrp="1" noChangeArrowheads="1"/>
          </p:cNvSpPr>
          <p:nvPr>
            <p:ph type="title"/>
          </p:nvPr>
        </p:nvSpPr>
        <p:spPr/>
        <p:txBody>
          <a:bodyPr/>
          <a:lstStyle/>
          <a:p>
            <a:pPr eaLnBrk="1" hangingPunct="1"/>
            <a:r>
              <a:rPr lang="en-US" altLang="zh-CN" dirty="0"/>
              <a:t>4.3.3 </a:t>
            </a:r>
            <a:r>
              <a:rPr lang="zh-CN" altLang="en-US" dirty="0"/>
              <a:t>使用二叉线索查找转发表</a:t>
            </a:r>
            <a:endParaRPr lang="zh-CN" altLang="en-US" dirty="0" smtClean="0"/>
          </a:p>
        </p:txBody>
      </p:sp>
      <p:sp>
        <p:nvSpPr>
          <p:cNvPr id="236547" name="Text Box 4"/>
          <p:cNvSpPr txBox="1">
            <a:spLocks noChangeArrowheads="1"/>
          </p:cNvSpPr>
          <p:nvPr/>
        </p:nvSpPr>
        <p:spPr bwMode="auto">
          <a:xfrm>
            <a:off x="1558925" y="1773238"/>
            <a:ext cx="4848250"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spcAft>
                <a:spcPct val="30000"/>
              </a:spcAft>
            </a:pPr>
            <a:r>
              <a:rPr kumimoji="1" lang="en-US" altLang="zh-CN" sz="2000" b="1" dirty="0">
                <a:solidFill>
                  <a:srgbClr val="000000"/>
                </a:solidFill>
                <a:latin typeface="Arial" charset="0"/>
                <a:ea typeface="黑体" pitchFamily="2" charset="-122"/>
              </a:rPr>
              <a:t>                32 </a:t>
            </a:r>
            <a:r>
              <a:rPr kumimoji="1" lang="zh-CN" altLang="en-US" sz="2000" b="1" dirty="0">
                <a:solidFill>
                  <a:srgbClr val="000000"/>
                </a:solidFill>
                <a:latin typeface="Arial" charset="0"/>
                <a:ea typeface="黑体" pitchFamily="2" charset="-122"/>
              </a:rPr>
              <a:t>位</a:t>
            </a:r>
            <a:r>
              <a:rPr kumimoji="1" lang="zh-CN" altLang="en-US" sz="2000" b="1" dirty="0" smtClean="0">
                <a:solidFill>
                  <a:srgbClr val="000000"/>
                </a:solidFill>
                <a:latin typeface="Arial" charset="0"/>
                <a:ea typeface="黑体" pitchFamily="2" charset="-122"/>
              </a:rPr>
              <a:t>的 </a:t>
            </a:r>
            <a:r>
              <a:rPr kumimoji="1" lang="en-US" altLang="zh-CN" sz="2000" b="1" dirty="0" smtClean="0">
                <a:solidFill>
                  <a:srgbClr val="000000"/>
                </a:solidFill>
                <a:latin typeface="Arial" charset="0"/>
                <a:ea typeface="黑体" pitchFamily="2" charset="-122"/>
              </a:rPr>
              <a:t>IP </a:t>
            </a:r>
            <a:r>
              <a:rPr kumimoji="1" lang="zh-CN" altLang="en-US" sz="2000" b="1" dirty="0" smtClean="0">
                <a:solidFill>
                  <a:srgbClr val="000000"/>
                </a:solidFill>
                <a:latin typeface="Arial" charset="0"/>
                <a:ea typeface="黑体" pitchFamily="2" charset="-122"/>
              </a:rPr>
              <a:t>地址 </a:t>
            </a:r>
          </a:p>
          <a:p>
            <a:pPr eaLnBrk="1" hangingPunct="1">
              <a:lnSpc>
                <a:spcPct val="130000"/>
              </a:lnSpc>
            </a:pPr>
            <a:r>
              <a:rPr kumimoji="1" lang="en-US" altLang="zh-CN" sz="2000" b="1" dirty="0" smtClean="0">
                <a:solidFill>
                  <a:schemeClr val="tx2">
                    <a:lumMod val="60000"/>
                    <a:lumOff val="40000"/>
                  </a:schemeClr>
                </a:solidFill>
                <a:latin typeface="Arial" charset="0"/>
                <a:ea typeface="黑体" pitchFamily="2" charset="-122"/>
              </a:rPr>
              <a:t>01010110 01111010 10011001 11001110</a:t>
            </a:r>
            <a:endParaRPr kumimoji="1" lang="en-US" altLang="zh-CN" sz="2000" b="1" dirty="0">
              <a:solidFill>
                <a:schemeClr val="tx2">
                  <a:lumMod val="60000"/>
                  <a:lumOff val="40000"/>
                </a:schemeClr>
              </a:solidFill>
              <a:latin typeface="Arial" charset="0"/>
              <a:ea typeface="黑体" pitchFamily="2" charset="-122"/>
            </a:endParaRPr>
          </a:p>
        </p:txBody>
      </p:sp>
      <p:sp>
        <p:nvSpPr>
          <p:cNvPr id="236550" name="Freeform 6"/>
          <p:cNvSpPr>
            <a:spLocks/>
          </p:cNvSpPr>
          <p:nvPr/>
        </p:nvSpPr>
        <p:spPr bwMode="auto">
          <a:xfrm>
            <a:off x="9123363" y="2008391"/>
            <a:ext cx="1225550" cy="2279086"/>
          </a:xfrm>
          <a:custGeom>
            <a:avLst/>
            <a:gdLst>
              <a:gd name="T0" fmla="*/ 0 w 772"/>
              <a:gd name="T1" fmla="*/ 0 h 1392"/>
              <a:gd name="T2" fmla="*/ 764 w 772"/>
              <a:gd name="T3" fmla="*/ 8163 h 1392"/>
              <a:gd name="T4" fmla="*/ 318 w 772"/>
              <a:gd name="T5" fmla="*/ 16916 h 1392"/>
              <a:gd name="T6" fmla="*/ 510 w 772"/>
              <a:gd name="T7" fmla="*/ 25234 h 1392"/>
              <a:gd name="T8" fmla="*/ 772 w 772"/>
              <a:gd name="T9" fmla="*/ 41797 h 1392"/>
              <a:gd name="T10" fmla="*/ 0 60000 65536"/>
              <a:gd name="T11" fmla="*/ 0 60000 65536"/>
              <a:gd name="T12" fmla="*/ 0 60000 65536"/>
              <a:gd name="T13" fmla="*/ 0 60000 65536"/>
              <a:gd name="T14" fmla="*/ 0 60000 65536"/>
              <a:gd name="T15" fmla="*/ 0 w 772"/>
              <a:gd name="T16" fmla="*/ 0 h 1392"/>
              <a:gd name="T17" fmla="*/ 772 w 772"/>
              <a:gd name="T18" fmla="*/ 1392 h 1392"/>
            </a:gdLst>
            <a:ahLst/>
            <a:cxnLst>
              <a:cxn ang="T10">
                <a:pos x="T0" y="T1"/>
              </a:cxn>
              <a:cxn ang="T11">
                <a:pos x="T2" y="T3"/>
              </a:cxn>
              <a:cxn ang="T12">
                <a:pos x="T4" y="T5"/>
              </a:cxn>
              <a:cxn ang="T13">
                <a:pos x="T6" y="T7"/>
              </a:cxn>
              <a:cxn ang="T14">
                <a:pos x="T8" y="T9"/>
              </a:cxn>
            </a:cxnLst>
            <a:rect l="T15" t="T16" r="T17" b="T18"/>
            <a:pathLst>
              <a:path w="772" h="1392">
                <a:moveTo>
                  <a:pt x="0" y="0"/>
                </a:moveTo>
                <a:lnTo>
                  <a:pt x="764" y="272"/>
                </a:lnTo>
                <a:lnTo>
                  <a:pt x="318" y="564"/>
                </a:lnTo>
                <a:lnTo>
                  <a:pt x="510" y="840"/>
                </a:lnTo>
                <a:lnTo>
                  <a:pt x="772" y="1392"/>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236552" name="Line 8"/>
          <p:cNvSpPr>
            <a:spLocks noChangeShapeType="1"/>
          </p:cNvSpPr>
          <p:nvPr/>
        </p:nvSpPr>
        <p:spPr bwMode="auto">
          <a:xfrm flipH="1">
            <a:off x="9955213" y="3815746"/>
            <a:ext cx="177800" cy="4717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36553" name="Text Box 9"/>
          <p:cNvSpPr txBox="1">
            <a:spLocks noChangeArrowheads="1"/>
          </p:cNvSpPr>
          <p:nvPr/>
        </p:nvSpPr>
        <p:spPr bwMode="auto">
          <a:xfrm>
            <a:off x="7942263" y="3335489"/>
            <a:ext cx="325437" cy="39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0</a:t>
            </a:r>
          </a:p>
        </p:txBody>
      </p:sp>
      <p:sp>
        <p:nvSpPr>
          <p:cNvPr id="236554" name="Text Box 10"/>
          <p:cNvSpPr txBox="1">
            <a:spLocks noChangeArrowheads="1"/>
          </p:cNvSpPr>
          <p:nvPr/>
        </p:nvSpPr>
        <p:spPr bwMode="auto">
          <a:xfrm>
            <a:off x="8228013" y="2873705"/>
            <a:ext cx="325437" cy="39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0</a:t>
            </a:r>
          </a:p>
        </p:txBody>
      </p:sp>
      <p:sp>
        <p:nvSpPr>
          <p:cNvPr id="236555" name="Text Box 11"/>
          <p:cNvSpPr txBox="1">
            <a:spLocks noChangeArrowheads="1"/>
          </p:cNvSpPr>
          <p:nvPr/>
        </p:nvSpPr>
        <p:spPr bwMode="auto">
          <a:xfrm>
            <a:off x="9790113" y="3818588"/>
            <a:ext cx="325437" cy="39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0</a:t>
            </a:r>
          </a:p>
        </p:txBody>
      </p:sp>
      <p:sp>
        <p:nvSpPr>
          <p:cNvPr id="236556" name="Text Box 12"/>
          <p:cNvSpPr txBox="1">
            <a:spLocks noChangeArrowheads="1"/>
          </p:cNvSpPr>
          <p:nvPr/>
        </p:nvSpPr>
        <p:spPr bwMode="auto">
          <a:xfrm>
            <a:off x="8323263" y="1901825"/>
            <a:ext cx="325437" cy="39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0</a:t>
            </a:r>
          </a:p>
        </p:txBody>
      </p:sp>
      <p:sp>
        <p:nvSpPr>
          <p:cNvPr id="236557" name="Line 13"/>
          <p:cNvSpPr>
            <a:spLocks noChangeShapeType="1"/>
          </p:cNvSpPr>
          <p:nvPr/>
        </p:nvSpPr>
        <p:spPr bwMode="auto">
          <a:xfrm flipH="1">
            <a:off x="8120063" y="3373853"/>
            <a:ext cx="180975" cy="45183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36558" name="Freeform 14"/>
          <p:cNvSpPr>
            <a:spLocks/>
          </p:cNvSpPr>
          <p:nvPr/>
        </p:nvSpPr>
        <p:spPr bwMode="auto">
          <a:xfrm>
            <a:off x="8672513" y="2941907"/>
            <a:ext cx="266700" cy="431946"/>
          </a:xfrm>
          <a:custGeom>
            <a:avLst/>
            <a:gdLst>
              <a:gd name="T0" fmla="*/ 0 w 168"/>
              <a:gd name="T1" fmla="*/ 0 h 264"/>
              <a:gd name="T2" fmla="*/ 168 w 168"/>
              <a:gd name="T3" fmla="*/ 7787 h 264"/>
              <a:gd name="T4" fmla="*/ 0 60000 65536"/>
              <a:gd name="T5" fmla="*/ 0 60000 65536"/>
              <a:gd name="T6" fmla="*/ 0 w 168"/>
              <a:gd name="T7" fmla="*/ 0 h 264"/>
              <a:gd name="T8" fmla="*/ 168 w 168"/>
              <a:gd name="T9" fmla="*/ 264 h 264"/>
            </a:gdLst>
            <a:ahLst/>
            <a:cxnLst>
              <a:cxn ang="T4">
                <a:pos x="T0" y="T1"/>
              </a:cxn>
              <a:cxn ang="T5">
                <a:pos x="T2" y="T3"/>
              </a:cxn>
            </a:cxnLst>
            <a:rect l="T6" t="T7" r="T8" b="T9"/>
            <a:pathLst>
              <a:path w="168" h="264">
                <a:moveTo>
                  <a:pt x="0" y="0"/>
                </a:moveTo>
                <a:lnTo>
                  <a:pt x="168" y="264"/>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236559" name="Text Box 15"/>
          <p:cNvSpPr txBox="1">
            <a:spLocks noChangeArrowheads="1"/>
          </p:cNvSpPr>
          <p:nvPr/>
        </p:nvSpPr>
        <p:spPr bwMode="auto">
          <a:xfrm>
            <a:off x="10234613" y="3827113"/>
            <a:ext cx="325437" cy="397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1</a:t>
            </a:r>
          </a:p>
        </p:txBody>
      </p:sp>
      <p:sp>
        <p:nvSpPr>
          <p:cNvPr id="236560" name="Text Box 16"/>
          <p:cNvSpPr txBox="1">
            <a:spLocks noChangeArrowheads="1"/>
          </p:cNvSpPr>
          <p:nvPr/>
        </p:nvSpPr>
        <p:spPr bwMode="auto">
          <a:xfrm>
            <a:off x="8739188" y="2863758"/>
            <a:ext cx="325437" cy="39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1</a:t>
            </a:r>
          </a:p>
        </p:txBody>
      </p:sp>
      <p:sp>
        <p:nvSpPr>
          <p:cNvPr id="236561" name="Text Box 17"/>
          <p:cNvSpPr txBox="1">
            <a:spLocks noChangeArrowheads="1"/>
          </p:cNvSpPr>
          <p:nvPr/>
        </p:nvSpPr>
        <p:spPr bwMode="auto">
          <a:xfrm>
            <a:off x="8415338" y="3345436"/>
            <a:ext cx="325437" cy="39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1</a:t>
            </a:r>
          </a:p>
        </p:txBody>
      </p:sp>
      <p:sp>
        <p:nvSpPr>
          <p:cNvPr id="236562" name="Text Box 18"/>
          <p:cNvSpPr txBox="1">
            <a:spLocks noChangeArrowheads="1"/>
          </p:cNvSpPr>
          <p:nvPr/>
        </p:nvSpPr>
        <p:spPr bwMode="auto">
          <a:xfrm>
            <a:off x="8310563" y="2403394"/>
            <a:ext cx="325437" cy="39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1</a:t>
            </a:r>
          </a:p>
        </p:txBody>
      </p:sp>
      <p:sp>
        <p:nvSpPr>
          <p:cNvPr id="236563" name="Text Box 19"/>
          <p:cNvSpPr txBox="1">
            <a:spLocks noChangeArrowheads="1"/>
          </p:cNvSpPr>
          <p:nvPr/>
        </p:nvSpPr>
        <p:spPr bwMode="auto">
          <a:xfrm>
            <a:off x="9701213" y="1911771"/>
            <a:ext cx="325437" cy="39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1</a:t>
            </a:r>
          </a:p>
        </p:txBody>
      </p:sp>
      <p:sp>
        <p:nvSpPr>
          <p:cNvPr id="236564" name="Text Box 20"/>
          <p:cNvSpPr txBox="1">
            <a:spLocks noChangeArrowheads="1"/>
          </p:cNvSpPr>
          <p:nvPr/>
        </p:nvSpPr>
        <p:spPr bwMode="auto">
          <a:xfrm>
            <a:off x="10034588" y="3355382"/>
            <a:ext cx="325437" cy="397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1</a:t>
            </a:r>
          </a:p>
        </p:txBody>
      </p:sp>
      <p:sp>
        <p:nvSpPr>
          <p:cNvPr id="236565" name="Text Box 21"/>
          <p:cNvSpPr txBox="1">
            <a:spLocks noChangeArrowheads="1"/>
          </p:cNvSpPr>
          <p:nvPr/>
        </p:nvSpPr>
        <p:spPr bwMode="auto">
          <a:xfrm>
            <a:off x="9796463" y="2873705"/>
            <a:ext cx="325437" cy="39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1</a:t>
            </a:r>
          </a:p>
        </p:txBody>
      </p:sp>
      <p:sp>
        <p:nvSpPr>
          <p:cNvPr id="236566" name="Text Box 22"/>
          <p:cNvSpPr txBox="1">
            <a:spLocks noChangeArrowheads="1"/>
          </p:cNvSpPr>
          <p:nvPr/>
        </p:nvSpPr>
        <p:spPr bwMode="auto">
          <a:xfrm>
            <a:off x="9752013" y="2411920"/>
            <a:ext cx="325437" cy="39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0</a:t>
            </a:r>
          </a:p>
        </p:txBody>
      </p:sp>
      <p:sp>
        <p:nvSpPr>
          <p:cNvPr id="236567" name="Oval 23"/>
          <p:cNvSpPr>
            <a:spLocks noChangeArrowheads="1"/>
          </p:cNvSpPr>
          <p:nvPr/>
        </p:nvSpPr>
        <p:spPr bwMode="auto">
          <a:xfrm>
            <a:off x="9596438" y="2872284"/>
            <a:ext cx="104775" cy="107987"/>
          </a:xfrm>
          <a:prstGeom prst="ellipse">
            <a:avLst/>
          </a:prstGeom>
          <a:solidFill>
            <a:schemeClr val="bg1"/>
          </a:solidFill>
          <a:ln w="9525">
            <a:solidFill>
              <a:schemeClr val="tx1"/>
            </a:solidFill>
            <a:round/>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68" name="Oval 24"/>
          <p:cNvSpPr>
            <a:spLocks noChangeArrowheads="1"/>
          </p:cNvSpPr>
          <p:nvPr/>
        </p:nvSpPr>
        <p:spPr bwMode="auto">
          <a:xfrm>
            <a:off x="8596313" y="2872284"/>
            <a:ext cx="104775" cy="107987"/>
          </a:xfrm>
          <a:prstGeom prst="ellipse">
            <a:avLst/>
          </a:prstGeom>
          <a:solidFill>
            <a:schemeClr val="bg1"/>
          </a:solidFill>
          <a:ln w="9525">
            <a:solidFill>
              <a:schemeClr val="tx1"/>
            </a:solidFill>
            <a:round/>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69" name="Oval 25"/>
          <p:cNvSpPr>
            <a:spLocks noChangeArrowheads="1"/>
          </p:cNvSpPr>
          <p:nvPr/>
        </p:nvSpPr>
        <p:spPr bwMode="auto">
          <a:xfrm>
            <a:off x="7977188" y="2410499"/>
            <a:ext cx="104775" cy="107987"/>
          </a:xfrm>
          <a:prstGeom prst="ellipse">
            <a:avLst/>
          </a:prstGeom>
          <a:solidFill>
            <a:schemeClr val="bg1"/>
          </a:solidFill>
          <a:ln w="9525">
            <a:solidFill>
              <a:schemeClr val="tx1"/>
            </a:solidFill>
            <a:round/>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70" name="Oval 26"/>
          <p:cNvSpPr>
            <a:spLocks noChangeArrowheads="1"/>
          </p:cNvSpPr>
          <p:nvPr/>
        </p:nvSpPr>
        <p:spPr bwMode="auto">
          <a:xfrm>
            <a:off x="9872663" y="3324122"/>
            <a:ext cx="104775" cy="107987"/>
          </a:xfrm>
          <a:prstGeom prst="ellipse">
            <a:avLst/>
          </a:prstGeom>
          <a:solidFill>
            <a:schemeClr val="bg1"/>
          </a:solidFill>
          <a:ln w="9525">
            <a:solidFill>
              <a:schemeClr val="tx1"/>
            </a:solidFill>
            <a:round/>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71" name="Oval 27"/>
          <p:cNvSpPr>
            <a:spLocks noChangeArrowheads="1"/>
          </p:cNvSpPr>
          <p:nvPr/>
        </p:nvSpPr>
        <p:spPr bwMode="auto">
          <a:xfrm>
            <a:off x="10072688" y="3766015"/>
            <a:ext cx="104775" cy="107987"/>
          </a:xfrm>
          <a:prstGeom prst="ellipse">
            <a:avLst/>
          </a:prstGeom>
          <a:solidFill>
            <a:schemeClr val="bg1"/>
          </a:solidFill>
          <a:ln w="9525">
            <a:solidFill>
              <a:schemeClr val="tx1"/>
            </a:solidFill>
            <a:round/>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72" name="Oval 28"/>
          <p:cNvSpPr>
            <a:spLocks noChangeArrowheads="1"/>
          </p:cNvSpPr>
          <p:nvPr/>
        </p:nvSpPr>
        <p:spPr bwMode="auto">
          <a:xfrm>
            <a:off x="8262938" y="3314176"/>
            <a:ext cx="104775" cy="107987"/>
          </a:xfrm>
          <a:prstGeom prst="ellipse">
            <a:avLst/>
          </a:prstGeom>
          <a:solidFill>
            <a:schemeClr val="bg1"/>
          </a:solidFill>
          <a:ln w="9525">
            <a:solidFill>
              <a:schemeClr val="tx1"/>
            </a:solidFill>
            <a:round/>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73" name="Oval 29"/>
          <p:cNvSpPr>
            <a:spLocks noChangeArrowheads="1"/>
          </p:cNvSpPr>
          <p:nvPr/>
        </p:nvSpPr>
        <p:spPr bwMode="auto">
          <a:xfrm>
            <a:off x="10263188" y="2400553"/>
            <a:ext cx="104775" cy="107987"/>
          </a:xfrm>
          <a:prstGeom prst="ellipse">
            <a:avLst/>
          </a:prstGeom>
          <a:solidFill>
            <a:schemeClr val="bg1"/>
          </a:solidFill>
          <a:ln w="9525">
            <a:solidFill>
              <a:schemeClr val="tx1"/>
            </a:solidFill>
            <a:round/>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74" name="Oval 30"/>
          <p:cNvSpPr>
            <a:spLocks noChangeArrowheads="1"/>
          </p:cNvSpPr>
          <p:nvPr/>
        </p:nvSpPr>
        <p:spPr bwMode="auto">
          <a:xfrm>
            <a:off x="9056688" y="1948714"/>
            <a:ext cx="104775" cy="107987"/>
          </a:xfrm>
          <a:prstGeom prst="ellipse">
            <a:avLst/>
          </a:prstGeom>
          <a:solidFill>
            <a:schemeClr val="bg1"/>
          </a:solidFill>
          <a:ln w="9525">
            <a:solidFill>
              <a:schemeClr val="tx1"/>
            </a:solidFill>
            <a:round/>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75" name="Rectangle 31"/>
          <p:cNvSpPr>
            <a:spLocks noChangeArrowheads="1"/>
          </p:cNvSpPr>
          <p:nvPr/>
        </p:nvSpPr>
        <p:spPr bwMode="auto">
          <a:xfrm>
            <a:off x="8034338" y="3746123"/>
            <a:ext cx="152400" cy="157717"/>
          </a:xfrm>
          <a:prstGeom prst="rect">
            <a:avLst/>
          </a:prstGeom>
          <a:solidFill>
            <a:schemeClr val="accent1"/>
          </a:solidFill>
          <a:ln w="1905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76" name="Rectangle 32"/>
          <p:cNvSpPr>
            <a:spLocks noChangeArrowheads="1"/>
          </p:cNvSpPr>
          <p:nvPr/>
        </p:nvSpPr>
        <p:spPr bwMode="auto">
          <a:xfrm>
            <a:off x="8491538" y="3737598"/>
            <a:ext cx="152400" cy="156296"/>
          </a:xfrm>
          <a:prstGeom prst="rect">
            <a:avLst/>
          </a:prstGeom>
          <a:solidFill>
            <a:schemeClr val="accent1"/>
          </a:solidFill>
          <a:ln w="1905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77" name="Rectangle 33"/>
          <p:cNvSpPr>
            <a:spLocks noChangeArrowheads="1"/>
          </p:cNvSpPr>
          <p:nvPr/>
        </p:nvSpPr>
        <p:spPr bwMode="auto">
          <a:xfrm>
            <a:off x="8843963" y="3294284"/>
            <a:ext cx="152400" cy="157717"/>
          </a:xfrm>
          <a:prstGeom prst="rect">
            <a:avLst/>
          </a:prstGeom>
          <a:solidFill>
            <a:schemeClr val="accent1"/>
          </a:solidFill>
          <a:ln w="1905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78" name="Rectangle 34"/>
          <p:cNvSpPr>
            <a:spLocks noChangeArrowheads="1"/>
          </p:cNvSpPr>
          <p:nvPr/>
        </p:nvSpPr>
        <p:spPr bwMode="auto">
          <a:xfrm>
            <a:off x="10272713" y="4207908"/>
            <a:ext cx="152400" cy="157717"/>
          </a:xfrm>
          <a:prstGeom prst="rect">
            <a:avLst/>
          </a:prstGeom>
          <a:solidFill>
            <a:schemeClr val="accent1"/>
          </a:solidFill>
          <a:ln w="1905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79" name="Rectangle 35"/>
          <p:cNvSpPr>
            <a:spLocks noChangeArrowheads="1"/>
          </p:cNvSpPr>
          <p:nvPr/>
        </p:nvSpPr>
        <p:spPr bwMode="auto">
          <a:xfrm>
            <a:off x="9882188" y="4207908"/>
            <a:ext cx="152400" cy="157717"/>
          </a:xfrm>
          <a:prstGeom prst="rect">
            <a:avLst/>
          </a:prstGeom>
          <a:solidFill>
            <a:schemeClr val="accent1"/>
          </a:solidFill>
          <a:ln w="1905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cxnSp>
        <p:nvCxnSpPr>
          <p:cNvPr id="4" name="直接连接符 3"/>
          <p:cNvCxnSpPr>
            <a:stCxn id="236574" idx="2"/>
            <a:endCxn id="236569" idx="6"/>
          </p:cNvCxnSpPr>
          <p:nvPr/>
        </p:nvCxnSpPr>
        <p:spPr>
          <a:xfrm flipH="1">
            <a:off x="8081963" y="2002708"/>
            <a:ext cx="974725" cy="4617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a:stCxn id="236569" idx="5"/>
            <a:endCxn id="236568" idx="1"/>
          </p:cNvCxnSpPr>
          <p:nvPr/>
        </p:nvCxnSpPr>
        <p:spPr>
          <a:xfrm>
            <a:off x="8066619" y="2502672"/>
            <a:ext cx="545038" cy="385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236568" idx="3"/>
            <a:endCxn id="236572" idx="7"/>
          </p:cNvCxnSpPr>
          <p:nvPr/>
        </p:nvCxnSpPr>
        <p:spPr>
          <a:xfrm flipH="1">
            <a:off x="8352369" y="2964457"/>
            <a:ext cx="259288" cy="3655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矩形 66"/>
          <p:cNvSpPr/>
          <p:nvPr/>
        </p:nvSpPr>
        <p:spPr>
          <a:xfrm>
            <a:off x="1806768" y="3007751"/>
            <a:ext cx="4433248" cy="3342453"/>
          </a:xfrm>
          <a:prstGeom prst="rect">
            <a:avLst/>
          </a:prstGeom>
          <a:solidFill>
            <a:srgbClr val="00FF99"/>
          </a:solidFill>
          <a:ln>
            <a:solidFill>
              <a:srgbClr val="000099"/>
            </a:solidFill>
          </a:ln>
        </p:spPr>
        <p:txBody>
          <a:bodyPr wrap="square">
            <a:spAutoFit/>
          </a:bodyPr>
          <a:lstStyle/>
          <a:p>
            <a:pPr marL="342900" indent="-342900">
              <a:lnSpc>
                <a:spcPct val="110000"/>
              </a:lnSpc>
              <a:buFont typeface="+mj-lt"/>
              <a:buAutoNum type="arabicPeriod"/>
            </a:pPr>
            <a:r>
              <a:rPr lang="zh-CN" altLang="en-US" sz="2400" b="1" dirty="0" smtClean="0">
                <a:solidFill>
                  <a:srgbClr val="000000"/>
                </a:solidFill>
                <a:latin typeface="微软雅黑" pitchFamily="34" charset="-122"/>
                <a:ea typeface="微软雅黑" pitchFamily="34" charset="-122"/>
              </a:rPr>
              <a:t>找到了一个叶节点。</a:t>
            </a:r>
            <a:endParaRPr lang="en-US" altLang="zh-CN" sz="2400" b="1" dirty="0" smtClean="0">
              <a:solidFill>
                <a:srgbClr val="000000"/>
              </a:solidFill>
              <a:latin typeface="微软雅黑" pitchFamily="34" charset="-122"/>
              <a:ea typeface="微软雅黑" pitchFamily="34" charset="-122"/>
            </a:endParaRPr>
          </a:p>
          <a:p>
            <a:pPr marL="342900" indent="-342900">
              <a:lnSpc>
                <a:spcPct val="110000"/>
              </a:lnSpc>
              <a:buFont typeface="+mj-lt"/>
              <a:buAutoNum type="arabicPeriod"/>
            </a:pPr>
            <a:r>
              <a:rPr lang="zh-CN" altLang="en-US" sz="2400" b="1" dirty="0" smtClean="0">
                <a:solidFill>
                  <a:srgbClr val="000000"/>
                </a:solidFill>
                <a:latin typeface="微软雅黑" pitchFamily="34" charset="-122"/>
                <a:ea typeface="微软雅黑" pitchFamily="34" charset="-122"/>
              </a:rPr>
              <a:t>将目的 </a:t>
            </a:r>
            <a:r>
              <a:rPr lang="en-US" altLang="zh-CN" sz="2400" b="1" dirty="0" smtClean="0">
                <a:solidFill>
                  <a:srgbClr val="000000"/>
                </a:solidFill>
                <a:latin typeface="微软雅黑" pitchFamily="34" charset="-122"/>
                <a:ea typeface="微软雅黑" pitchFamily="34" charset="-122"/>
              </a:rPr>
              <a:t>IP </a:t>
            </a:r>
            <a:r>
              <a:rPr lang="zh-CN" altLang="en-US" sz="2400" b="1" dirty="0" smtClean="0">
                <a:solidFill>
                  <a:srgbClr val="000000"/>
                </a:solidFill>
                <a:latin typeface="微软雅黑" pitchFamily="34" charset="-122"/>
                <a:ea typeface="微软雅黑" pitchFamily="34" charset="-122"/>
              </a:rPr>
              <a:t>地址和</a:t>
            </a:r>
            <a:r>
              <a:rPr lang="zh-CN" altLang="en-US" sz="2400" b="1" dirty="0">
                <a:solidFill>
                  <a:srgbClr val="000000"/>
                </a:solidFill>
                <a:latin typeface="微软雅黑" pitchFamily="34" charset="-122"/>
                <a:ea typeface="微软雅黑" pitchFamily="34" charset="-122"/>
              </a:rPr>
              <a:t>该叶节点的子网掩码进行按</a:t>
            </a:r>
            <a:r>
              <a:rPr lang="zh-CN" altLang="en-US" sz="2400" b="1" dirty="0" smtClean="0">
                <a:solidFill>
                  <a:srgbClr val="000000"/>
                </a:solidFill>
                <a:latin typeface="微软雅黑" pitchFamily="34" charset="-122"/>
                <a:ea typeface="微软雅黑" pitchFamily="34" charset="-122"/>
              </a:rPr>
              <a:t>位 </a:t>
            </a:r>
            <a:r>
              <a:rPr lang="en-US" altLang="zh-CN" sz="2400" b="1" dirty="0" smtClean="0">
                <a:solidFill>
                  <a:srgbClr val="000000"/>
                </a:solidFill>
                <a:latin typeface="微软雅黑" pitchFamily="34" charset="-122"/>
                <a:ea typeface="微软雅黑" pitchFamily="34" charset="-122"/>
              </a:rPr>
              <a:t>AND </a:t>
            </a:r>
            <a:r>
              <a:rPr lang="zh-CN" altLang="en-US" sz="2400" b="1" dirty="0" smtClean="0">
                <a:solidFill>
                  <a:srgbClr val="000000"/>
                </a:solidFill>
                <a:latin typeface="微软雅黑" pitchFamily="34" charset="-122"/>
                <a:ea typeface="微软雅黑" pitchFamily="34" charset="-122"/>
              </a:rPr>
              <a:t>运算</a:t>
            </a:r>
            <a:r>
              <a:rPr lang="zh-CN" altLang="en-US" sz="2400" b="1" dirty="0">
                <a:solidFill>
                  <a:srgbClr val="000000"/>
                </a:solidFill>
                <a:latin typeface="微软雅黑" pitchFamily="34" charset="-122"/>
                <a:ea typeface="微软雅黑" pitchFamily="34" charset="-122"/>
              </a:rPr>
              <a:t>，看结果是否与叶节点的网络前缀相匹配</a:t>
            </a:r>
            <a:r>
              <a:rPr lang="zh-CN" altLang="en-US" sz="2400" b="1" dirty="0" smtClean="0">
                <a:solidFill>
                  <a:srgbClr val="000000"/>
                </a:solidFill>
                <a:latin typeface="微软雅黑" pitchFamily="34" charset="-122"/>
                <a:ea typeface="微软雅黑" pitchFamily="34" charset="-122"/>
              </a:rPr>
              <a:t>。</a:t>
            </a:r>
            <a:endParaRPr lang="en-US" altLang="zh-CN" sz="2400" b="1" dirty="0" smtClean="0">
              <a:solidFill>
                <a:srgbClr val="000000"/>
              </a:solidFill>
              <a:latin typeface="微软雅黑" pitchFamily="34" charset="-122"/>
              <a:ea typeface="微软雅黑" pitchFamily="34" charset="-122"/>
            </a:endParaRPr>
          </a:p>
          <a:p>
            <a:pPr marL="342900" indent="-342900">
              <a:lnSpc>
                <a:spcPct val="110000"/>
              </a:lnSpc>
              <a:buFont typeface="+mj-lt"/>
              <a:buAutoNum type="arabicPeriod"/>
            </a:pPr>
            <a:r>
              <a:rPr lang="zh-CN" altLang="en-US" sz="2400" b="1" dirty="0" smtClean="0">
                <a:solidFill>
                  <a:srgbClr val="000000"/>
                </a:solidFill>
                <a:latin typeface="微软雅黑" pitchFamily="34" charset="-122"/>
                <a:ea typeface="微软雅黑" pitchFamily="34" charset="-122"/>
              </a:rPr>
              <a:t>若</a:t>
            </a:r>
            <a:r>
              <a:rPr lang="zh-CN" altLang="en-US" sz="2400" b="1" dirty="0">
                <a:solidFill>
                  <a:srgbClr val="000000"/>
                </a:solidFill>
                <a:latin typeface="微软雅黑" pitchFamily="34" charset="-122"/>
                <a:ea typeface="微软雅黑" pitchFamily="34" charset="-122"/>
              </a:rPr>
              <a:t>匹配，就按下一跳的接口转发该</a:t>
            </a:r>
            <a:r>
              <a:rPr lang="zh-CN" altLang="en-US" sz="2400" b="1" dirty="0" smtClean="0">
                <a:solidFill>
                  <a:srgbClr val="000000"/>
                </a:solidFill>
                <a:latin typeface="微软雅黑" pitchFamily="34" charset="-122"/>
                <a:ea typeface="微软雅黑" pitchFamily="34" charset="-122"/>
              </a:rPr>
              <a:t>分组；否则</a:t>
            </a:r>
            <a:r>
              <a:rPr lang="zh-CN" altLang="en-US" sz="2400" b="1" dirty="0">
                <a:solidFill>
                  <a:srgbClr val="000000"/>
                </a:solidFill>
                <a:latin typeface="微软雅黑" pitchFamily="34" charset="-122"/>
                <a:ea typeface="微软雅黑" pitchFamily="34" charset="-122"/>
              </a:rPr>
              <a:t>，就丢弃该分组。</a:t>
            </a:r>
          </a:p>
        </p:txBody>
      </p:sp>
      <p:grpSp>
        <p:nvGrpSpPr>
          <p:cNvPr id="236545" name="组合 236544"/>
          <p:cNvGrpSpPr/>
          <p:nvPr/>
        </p:nvGrpSpPr>
        <p:grpSpPr>
          <a:xfrm>
            <a:off x="8029575" y="1989848"/>
            <a:ext cx="1103312" cy="1903359"/>
            <a:chOff x="8029575" y="1989848"/>
            <a:chExt cx="1103312" cy="1903359"/>
          </a:xfrm>
        </p:grpSpPr>
        <p:sp>
          <p:nvSpPr>
            <p:cNvPr id="236551" name="Freeform 7"/>
            <p:cNvSpPr>
              <a:spLocks/>
            </p:cNvSpPr>
            <p:nvPr/>
          </p:nvSpPr>
          <p:spPr bwMode="auto">
            <a:xfrm>
              <a:off x="8029575" y="1989848"/>
              <a:ext cx="1103312" cy="1828668"/>
            </a:xfrm>
            <a:custGeom>
              <a:avLst/>
              <a:gdLst>
                <a:gd name="T0" fmla="*/ 695 w 695"/>
                <a:gd name="T1" fmla="*/ 0 h 1117"/>
                <a:gd name="T2" fmla="*/ 0 w 695"/>
                <a:gd name="T3" fmla="*/ 8533 h 1117"/>
                <a:gd name="T4" fmla="*/ 399 w 695"/>
                <a:gd name="T5" fmla="*/ 16896 h 1117"/>
                <a:gd name="T6" fmla="*/ 174 w 695"/>
                <a:gd name="T7" fmla="*/ 25246 h 1117"/>
                <a:gd name="T8" fmla="*/ 338 w 695"/>
                <a:gd name="T9" fmla="*/ 33477 h 1117"/>
                <a:gd name="T10" fmla="*/ 0 60000 65536"/>
                <a:gd name="T11" fmla="*/ 0 60000 65536"/>
                <a:gd name="T12" fmla="*/ 0 60000 65536"/>
                <a:gd name="T13" fmla="*/ 0 60000 65536"/>
                <a:gd name="T14" fmla="*/ 0 60000 65536"/>
                <a:gd name="T15" fmla="*/ 0 w 695"/>
                <a:gd name="T16" fmla="*/ 0 h 1117"/>
                <a:gd name="T17" fmla="*/ 695 w 695"/>
                <a:gd name="T18" fmla="*/ 1117 h 1117"/>
              </a:gdLst>
              <a:ahLst/>
              <a:cxnLst>
                <a:cxn ang="T10">
                  <a:pos x="T0" y="T1"/>
                </a:cxn>
                <a:cxn ang="T11">
                  <a:pos x="T2" y="T3"/>
                </a:cxn>
                <a:cxn ang="T12">
                  <a:pos x="T4" y="T5"/>
                </a:cxn>
                <a:cxn ang="T13">
                  <a:pos x="T6" y="T7"/>
                </a:cxn>
                <a:cxn ang="T14">
                  <a:pos x="T8" y="T9"/>
                </a:cxn>
              </a:cxnLst>
              <a:rect l="T15" t="T16" r="T17" b="T18"/>
              <a:pathLst>
                <a:path w="695" h="1117">
                  <a:moveTo>
                    <a:pt x="695" y="0"/>
                  </a:moveTo>
                  <a:lnTo>
                    <a:pt x="0" y="285"/>
                  </a:lnTo>
                  <a:lnTo>
                    <a:pt x="399" y="564"/>
                  </a:lnTo>
                  <a:lnTo>
                    <a:pt x="174" y="843"/>
                  </a:lnTo>
                  <a:lnTo>
                    <a:pt x="338" y="1117"/>
                  </a:lnTo>
                </a:path>
              </a:pathLst>
            </a:custGeom>
            <a:noFill/>
            <a:ln w="57150">
              <a:solidFill>
                <a:schemeClr val="hlink"/>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68" name="Rectangle 32"/>
            <p:cNvSpPr>
              <a:spLocks noChangeArrowheads="1"/>
            </p:cNvSpPr>
            <p:nvPr/>
          </p:nvSpPr>
          <p:spPr bwMode="auto">
            <a:xfrm>
              <a:off x="8479854" y="3751463"/>
              <a:ext cx="160759" cy="141744"/>
            </a:xfrm>
            <a:prstGeom prst="rect">
              <a:avLst/>
            </a:prstGeom>
            <a:solidFill>
              <a:srgbClr val="C00000"/>
            </a:solidFill>
            <a:ln w="19050">
              <a:solidFill>
                <a:srgbClr val="CC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grpSp>
    </p:spTree>
    <p:extLst>
      <p:ext uri="{BB962C8B-B14F-4D97-AF65-F5344CB8AC3E}">
        <p14:creationId xmlns:p14="http://schemas.microsoft.com/office/powerpoint/2010/main" val="281551960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36545"/>
                                        </p:tgtEl>
                                        <p:attrNameLst>
                                          <p:attrName>style.visibility</p:attrName>
                                        </p:attrNameLst>
                                      </p:cBhvr>
                                      <p:to>
                                        <p:strVal val="visible"/>
                                      </p:to>
                                    </p:set>
                                    <p:animEffect transition="in" filter="wipe(up)">
                                      <p:cBhvr>
                                        <p:cTn id="7" dur="1000"/>
                                        <p:tgtEl>
                                          <p:spTgt spid="236545"/>
                                        </p:tgtEl>
                                      </p:cBhvr>
                                    </p:animEffect>
                                  </p:childTnLst>
                                </p:cTn>
                              </p:par>
                            </p:childTnLst>
                          </p:cTn>
                        </p:par>
                        <p:par>
                          <p:cTn id="8" fill="hold">
                            <p:stCondLst>
                              <p:cond delay="1000"/>
                            </p:stCondLst>
                            <p:childTnLst>
                              <p:par>
                                <p:cTn id="9" presetID="1" presetClass="entr" presetSubtype="0" fill="hold" grpId="0" nodeType="afterEffect">
                                  <p:stCondLst>
                                    <p:cond delay="0"/>
                                  </p:stCondLst>
                                  <p:childTnLst>
                                    <p:set>
                                      <p:cBhvr>
                                        <p:cTn id="10"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Lst>
  </p:timing>
</p:sld>
</file>

<file path=ppt/slides/slide1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 name="Freeform 14"/>
          <p:cNvSpPr>
            <a:spLocks/>
          </p:cNvSpPr>
          <p:nvPr/>
        </p:nvSpPr>
        <p:spPr bwMode="auto">
          <a:xfrm>
            <a:off x="8317615" y="3357094"/>
            <a:ext cx="266700" cy="431946"/>
          </a:xfrm>
          <a:custGeom>
            <a:avLst/>
            <a:gdLst>
              <a:gd name="T0" fmla="*/ 0 w 168"/>
              <a:gd name="T1" fmla="*/ 0 h 264"/>
              <a:gd name="T2" fmla="*/ 168 w 168"/>
              <a:gd name="T3" fmla="*/ 7787 h 264"/>
              <a:gd name="T4" fmla="*/ 0 60000 65536"/>
              <a:gd name="T5" fmla="*/ 0 60000 65536"/>
              <a:gd name="T6" fmla="*/ 0 w 168"/>
              <a:gd name="T7" fmla="*/ 0 h 264"/>
              <a:gd name="T8" fmla="*/ 168 w 168"/>
              <a:gd name="T9" fmla="*/ 264 h 264"/>
            </a:gdLst>
            <a:ahLst/>
            <a:cxnLst>
              <a:cxn ang="T4">
                <a:pos x="T0" y="T1"/>
              </a:cxn>
              <a:cxn ang="T5">
                <a:pos x="T2" y="T3"/>
              </a:cxn>
            </a:cxnLst>
            <a:rect l="T6" t="T7" r="T8" b="T9"/>
            <a:pathLst>
              <a:path w="168" h="264">
                <a:moveTo>
                  <a:pt x="0" y="0"/>
                </a:moveTo>
                <a:lnTo>
                  <a:pt x="168" y="264"/>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236546" name="Rectangle 2"/>
          <p:cNvSpPr>
            <a:spLocks noGrp="1" noChangeArrowheads="1"/>
          </p:cNvSpPr>
          <p:nvPr>
            <p:ph type="title"/>
          </p:nvPr>
        </p:nvSpPr>
        <p:spPr/>
        <p:txBody>
          <a:bodyPr/>
          <a:lstStyle/>
          <a:p>
            <a:pPr eaLnBrk="1" hangingPunct="1"/>
            <a:r>
              <a:rPr lang="en-US" altLang="zh-CN" dirty="0"/>
              <a:t>4.3.3 </a:t>
            </a:r>
            <a:r>
              <a:rPr lang="zh-CN" altLang="en-US" dirty="0"/>
              <a:t>使用二叉线索查找转发表</a:t>
            </a:r>
            <a:endParaRPr lang="zh-CN" altLang="en-US" dirty="0" smtClean="0"/>
          </a:p>
        </p:txBody>
      </p:sp>
      <p:sp>
        <p:nvSpPr>
          <p:cNvPr id="236547" name="Text Box 4"/>
          <p:cNvSpPr txBox="1">
            <a:spLocks noChangeArrowheads="1"/>
          </p:cNvSpPr>
          <p:nvPr/>
        </p:nvSpPr>
        <p:spPr bwMode="auto">
          <a:xfrm>
            <a:off x="1558925" y="1773238"/>
            <a:ext cx="4848250"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spcAft>
                <a:spcPct val="30000"/>
              </a:spcAft>
            </a:pPr>
            <a:r>
              <a:rPr kumimoji="1" lang="en-US" altLang="zh-CN" sz="2000" b="1" dirty="0">
                <a:solidFill>
                  <a:srgbClr val="000000"/>
                </a:solidFill>
                <a:latin typeface="Arial" charset="0"/>
                <a:ea typeface="黑体" pitchFamily="2" charset="-122"/>
              </a:rPr>
              <a:t>                32 </a:t>
            </a:r>
            <a:r>
              <a:rPr kumimoji="1" lang="zh-CN" altLang="en-US" sz="2000" b="1" dirty="0">
                <a:solidFill>
                  <a:srgbClr val="000000"/>
                </a:solidFill>
                <a:latin typeface="Arial" charset="0"/>
                <a:ea typeface="黑体" pitchFamily="2" charset="-122"/>
              </a:rPr>
              <a:t>位</a:t>
            </a:r>
            <a:r>
              <a:rPr kumimoji="1" lang="zh-CN" altLang="en-US" sz="2000" b="1" dirty="0" smtClean="0">
                <a:solidFill>
                  <a:srgbClr val="000000"/>
                </a:solidFill>
                <a:latin typeface="Arial" charset="0"/>
                <a:ea typeface="黑体" pitchFamily="2" charset="-122"/>
              </a:rPr>
              <a:t>的 </a:t>
            </a:r>
            <a:r>
              <a:rPr kumimoji="1" lang="en-US" altLang="zh-CN" sz="2000" b="1" dirty="0" smtClean="0">
                <a:solidFill>
                  <a:srgbClr val="000000"/>
                </a:solidFill>
                <a:latin typeface="Arial" charset="0"/>
                <a:ea typeface="黑体" pitchFamily="2" charset="-122"/>
              </a:rPr>
              <a:t>IP </a:t>
            </a:r>
            <a:r>
              <a:rPr kumimoji="1" lang="zh-CN" altLang="en-US" sz="2000" b="1" dirty="0" smtClean="0">
                <a:solidFill>
                  <a:srgbClr val="000000"/>
                </a:solidFill>
                <a:latin typeface="Arial" charset="0"/>
                <a:ea typeface="黑体" pitchFamily="2" charset="-122"/>
              </a:rPr>
              <a:t>地址 </a:t>
            </a:r>
          </a:p>
          <a:p>
            <a:pPr eaLnBrk="1" hangingPunct="1">
              <a:lnSpc>
                <a:spcPct val="130000"/>
              </a:lnSpc>
            </a:pPr>
            <a:r>
              <a:rPr kumimoji="1" lang="en-US" altLang="zh-CN" sz="2000" b="1" dirty="0" smtClean="0">
                <a:solidFill>
                  <a:schemeClr val="tx2">
                    <a:lumMod val="60000"/>
                    <a:lumOff val="40000"/>
                  </a:schemeClr>
                </a:solidFill>
                <a:latin typeface="Arial" charset="0"/>
                <a:ea typeface="黑体" pitchFamily="2" charset="-122"/>
              </a:rPr>
              <a:t>10010110 01111010 10011001 11001110</a:t>
            </a:r>
            <a:endParaRPr kumimoji="1" lang="en-US" altLang="zh-CN" sz="2000" b="1" dirty="0">
              <a:solidFill>
                <a:schemeClr val="tx2">
                  <a:lumMod val="60000"/>
                  <a:lumOff val="40000"/>
                </a:schemeClr>
              </a:solidFill>
              <a:latin typeface="Arial" charset="0"/>
              <a:ea typeface="黑体" pitchFamily="2" charset="-122"/>
            </a:endParaRPr>
          </a:p>
        </p:txBody>
      </p:sp>
      <p:sp>
        <p:nvSpPr>
          <p:cNvPr id="236550" name="Freeform 6"/>
          <p:cNvSpPr>
            <a:spLocks/>
          </p:cNvSpPr>
          <p:nvPr/>
        </p:nvSpPr>
        <p:spPr bwMode="auto">
          <a:xfrm>
            <a:off x="9123363" y="2008391"/>
            <a:ext cx="1225550" cy="2279086"/>
          </a:xfrm>
          <a:custGeom>
            <a:avLst/>
            <a:gdLst>
              <a:gd name="T0" fmla="*/ 0 w 772"/>
              <a:gd name="T1" fmla="*/ 0 h 1392"/>
              <a:gd name="T2" fmla="*/ 764 w 772"/>
              <a:gd name="T3" fmla="*/ 8163 h 1392"/>
              <a:gd name="T4" fmla="*/ 318 w 772"/>
              <a:gd name="T5" fmla="*/ 16916 h 1392"/>
              <a:gd name="T6" fmla="*/ 510 w 772"/>
              <a:gd name="T7" fmla="*/ 25234 h 1392"/>
              <a:gd name="T8" fmla="*/ 772 w 772"/>
              <a:gd name="T9" fmla="*/ 41797 h 1392"/>
              <a:gd name="T10" fmla="*/ 0 60000 65536"/>
              <a:gd name="T11" fmla="*/ 0 60000 65536"/>
              <a:gd name="T12" fmla="*/ 0 60000 65536"/>
              <a:gd name="T13" fmla="*/ 0 60000 65536"/>
              <a:gd name="T14" fmla="*/ 0 60000 65536"/>
              <a:gd name="T15" fmla="*/ 0 w 772"/>
              <a:gd name="T16" fmla="*/ 0 h 1392"/>
              <a:gd name="T17" fmla="*/ 772 w 772"/>
              <a:gd name="T18" fmla="*/ 1392 h 1392"/>
            </a:gdLst>
            <a:ahLst/>
            <a:cxnLst>
              <a:cxn ang="T10">
                <a:pos x="T0" y="T1"/>
              </a:cxn>
              <a:cxn ang="T11">
                <a:pos x="T2" y="T3"/>
              </a:cxn>
              <a:cxn ang="T12">
                <a:pos x="T4" y="T5"/>
              </a:cxn>
              <a:cxn ang="T13">
                <a:pos x="T6" y="T7"/>
              </a:cxn>
              <a:cxn ang="T14">
                <a:pos x="T8" y="T9"/>
              </a:cxn>
            </a:cxnLst>
            <a:rect l="T15" t="T16" r="T17" b="T18"/>
            <a:pathLst>
              <a:path w="772" h="1392">
                <a:moveTo>
                  <a:pt x="0" y="0"/>
                </a:moveTo>
                <a:lnTo>
                  <a:pt x="764" y="272"/>
                </a:lnTo>
                <a:lnTo>
                  <a:pt x="318" y="564"/>
                </a:lnTo>
                <a:lnTo>
                  <a:pt x="510" y="840"/>
                </a:lnTo>
                <a:lnTo>
                  <a:pt x="772" y="1392"/>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236552" name="Line 8"/>
          <p:cNvSpPr>
            <a:spLocks noChangeShapeType="1"/>
          </p:cNvSpPr>
          <p:nvPr/>
        </p:nvSpPr>
        <p:spPr bwMode="auto">
          <a:xfrm flipH="1">
            <a:off x="9955213" y="3815746"/>
            <a:ext cx="177800" cy="4717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36553" name="Text Box 9"/>
          <p:cNvSpPr txBox="1">
            <a:spLocks noChangeArrowheads="1"/>
          </p:cNvSpPr>
          <p:nvPr/>
        </p:nvSpPr>
        <p:spPr bwMode="auto">
          <a:xfrm>
            <a:off x="7942263" y="3335489"/>
            <a:ext cx="325437" cy="39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0</a:t>
            </a:r>
          </a:p>
        </p:txBody>
      </p:sp>
      <p:sp>
        <p:nvSpPr>
          <p:cNvPr id="236554" name="Text Box 10"/>
          <p:cNvSpPr txBox="1">
            <a:spLocks noChangeArrowheads="1"/>
          </p:cNvSpPr>
          <p:nvPr/>
        </p:nvSpPr>
        <p:spPr bwMode="auto">
          <a:xfrm>
            <a:off x="8228013" y="2873705"/>
            <a:ext cx="325437" cy="39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0</a:t>
            </a:r>
          </a:p>
        </p:txBody>
      </p:sp>
      <p:sp>
        <p:nvSpPr>
          <p:cNvPr id="236555" name="Text Box 11"/>
          <p:cNvSpPr txBox="1">
            <a:spLocks noChangeArrowheads="1"/>
          </p:cNvSpPr>
          <p:nvPr/>
        </p:nvSpPr>
        <p:spPr bwMode="auto">
          <a:xfrm>
            <a:off x="9790113" y="3818588"/>
            <a:ext cx="325437" cy="39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0</a:t>
            </a:r>
          </a:p>
        </p:txBody>
      </p:sp>
      <p:sp>
        <p:nvSpPr>
          <p:cNvPr id="236556" name="Text Box 12"/>
          <p:cNvSpPr txBox="1">
            <a:spLocks noChangeArrowheads="1"/>
          </p:cNvSpPr>
          <p:nvPr/>
        </p:nvSpPr>
        <p:spPr bwMode="auto">
          <a:xfrm>
            <a:off x="8323263" y="1901825"/>
            <a:ext cx="325437" cy="39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0</a:t>
            </a:r>
          </a:p>
        </p:txBody>
      </p:sp>
      <p:sp>
        <p:nvSpPr>
          <p:cNvPr id="236557" name="Line 13"/>
          <p:cNvSpPr>
            <a:spLocks noChangeShapeType="1"/>
          </p:cNvSpPr>
          <p:nvPr/>
        </p:nvSpPr>
        <p:spPr bwMode="auto">
          <a:xfrm flipH="1">
            <a:off x="8120063" y="3373853"/>
            <a:ext cx="180975" cy="45183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36558" name="Freeform 14"/>
          <p:cNvSpPr>
            <a:spLocks/>
          </p:cNvSpPr>
          <p:nvPr/>
        </p:nvSpPr>
        <p:spPr bwMode="auto">
          <a:xfrm>
            <a:off x="8672513" y="2941907"/>
            <a:ext cx="266700" cy="431946"/>
          </a:xfrm>
          <a:custGeom>
            <a:avLst/>
            <a:gdLst>
              <a:gd name="T0" fmla="*/ 0 w 168"/>
              <a:gd name="T1" fmla="*/ 0 h 264"/>
              <a:gd name="T2" fmla="*/ 168 w 168"/>
              <a:gd name="T3" fmla="*/ 7787 h 264"/>
              <a:gd name="T4" fmla="*/ 0 60000 65536"/>
              <a:gd name="T5" fmla="*/ 0 60000 65536"/>
              <a:gd name="T6" fmla="*/ 0 w 168"/>
              <a:gd name="T7" fmla="*/ 0 h 264"/>
              <a:gd name="T8" fmla="*/ 168 w 168"/>
              <a:gd name="T9" fmla="*/ 264 h 264"/>
            </a:gdLst>
            <a:ahLst/>
            <a:cxnLst>
              <a:cxn ang="T4">
                <a:pos x="T0" y="T1"/>
              </a:cxn>
              <a:cxn ang="T5">
                <a:pos x="T2" y="T3"/>
              </a:cxn>
            </a:cxnLst>
            <a:rect l="T6" t="T7" r="T8" b="T9"/>
            <a:pathLst>
              <a:path w="168" h="264">
                <a:moveTo>
                  <a:pt x="0" y="0"/>
                </a:moveTo>
                <a:lnTo>
                  <a:pt x="168" y="264"/>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236559" name="Text Box 15"/>
          <p:cNvSpPr txBox="1">
            <a:spLocks noChangeArrowheads="1"/>
          </p:cNvSpPr>
          <p:nvPr/>
        </p:nvSpPr>
        <p:spPr bwMode="auto">
          <a:xfrm>
            <a:off x="10234613" y="3827113"/>
            <a:ext cx="325437" cy="397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1</a:t>
            </a:r>
          </a:p>
        </p:txBody>
      </p:sp>
      <p:sp>
        <p:nvSpPr>
          <p:cNvPr id="236560" name="Text Box 16"/>
          <p:cNvSpPr txBox="1">
            <a:spLocks noChangeArrowheads="1"/>
          </p:cNvSpPr>
          <p:nvPr/>
        </p:nvSpPr>
        <p:spPr bwMode="auto">
          <a:xfrm>
            <a:off x="8739188" y="2863758"/>
            <a:ext cx="325437" cy="39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1</a:t>
            </a:r>
          </a:p>
        </p:txBody>
      </p:sp>
      <p:sp>
        <p:nvSpPr>
          <p:cNvPr id="236561" name="Text Box 17"/>
          <p:cNvSpPr txBox="1">
            <a:spLocks noChangeArrowheads="1"/>
          </p:cNvSpPr>
          <p:nvPr/>
        </p:nvSpPr>
        <p:spPr bwMode="auto">
          <a:xfrm>
            <a:off x="8415338" y="3345436"/>
            <a:ext cx="325437" cy="39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1</a:t>
            </a:r>
          </a:p>
        </p:txBody>
      </p:sp>
      <p:sp>
        <p:nvSpPr>
          <p:cNvPr id="236562" name="Text Box 18"/>
          <p:cNvSpPr txBox="1">
            <a:spLocks noChangeArrowheads="1"/>
          </p:cNvSpPr>
          <p:nvPr/>
        </p:nvSpPr>
        <p:spPr bwMode="auto">
          <a:xfrm>
            <a:off x="8310563" y="2403394"/>
            <a:ext cx="325437" cy="39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1</a:t>
            </a:r>
          </a:p>
        </p:txBody>
      </p:sp>
      <p:sp>
        <p:nvSpPr>
          <p:cNvPr id="236563" name="Text Box 19"/>
          <p:cNvSpPr txBox="1">
            <a:spLocks noChangeArrowheads="1"/>
          </p:cNvSpPr>
          <p:nvPr/>
        </p:nvSpPr>
        <p:spPr bwMode="auto">
          <a:xfrm>
            <a:off x="9701213" y="1911771"/>
            <a:ext cx="325437" cy="39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1</a:t>
            </a:r>
          </a:p>
        </p:txBody>
      </p:sp>
      <p:sp>
        <p:nvSpPr>
          <p:cNvPr id="236564" name="Text Box 20"/>
          <p:cNvSpPr txBox="1">
            <a:spLocks noChangeArrowheads="1"/>
          </p:cNvSpPr>
          <p:nvPr/>
        </p:nvSpPr>
        <p:spPr bwMode="auto">
          <a:xfrm>
            <a:off x="10034588" y="3355382"/>
            <a:ext cx="325437" cy="397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1</a:t>
            </a:r>
          </a:p>
        </p:txBody>
      </p:sp>
      <p:sp>
        <p:nvSpPr>
          <p:cNvPr id="236565" name="Text Box 21"/>
          <p:cNvSpPr txBox="1">
            <a:spLocks noChangeArrowheads="1"/>
          </p:cNvSpPr>
          <p:nvPr/>
        </p:nvSpPr>
        <p:spPr bwMode="auto">
          <a:xfrm>
            <a:off x="9796463" y="2873705"/>
            <a:ext cx="325437" cy="39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1</a:t>
            </a:r>
          </a:p>
        </p:txBody>
      </p:sp>
      <p:sp>
        <p:nvSpPr>
          <p:cNvPr id="236566" name="Text Box 22"/>
          <p:cNvSpPr txBox="1">
            <a:spLocks noChangeArrowheads="1"/>
          </p:cNvSpPr>
          <p:nvPr/>
        </p:nvSpPr>
        <p:spPr bwMode="auto">
          <a:xfrm>
            <a:off x="9752013" y="2411920"/>
            <a:ext cx="325437" cy="39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chemeClr val="folHlink"/>
                </a:solidFill>
                <a:latin typeface="Arial" charset="0"/>
                <a:ea typeface="黑体" pitchFamily="2" charset="-122"/>
              </a:rPr>
              <a:t>0</a:t>
            </a:r>
          </a:p>
        </p:txBody>
      </p:sp>
      <p:sp>
        <p:nvSpPr>
          <p:cNvPr id="236567" name="Oval 23"/>
          <p:cNvSpPr>
            <a:spLocks noChangeArrowheads="1"/>
          </p:cNvSpPr>
          <p:nvPr/>
        </p:nvSpPr>
        <p:spPr bwMode="auto">
          <a:xfrm>
            <a:off x="9596438" y="2872284"/>
            <a:ext cx="104775" cy="107987"/>
          </a:xfrm>
          <a:prstGeom prst="ellipse">
            <a:avLst/>
          </a:prstGeom>
          <a:solidFill>
            <a:schemeClr val="bg1"/>
          </a:solidFill>
          <a:ln w="9525">
            <a:solidFill>
              <a:schemeClr val="tx1"/>
            </a:solidFill>
            <a:round/>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68" name="Oval 24"/>
          <p:cNvSpPr>
            <a:spLocks noChangeArrowheads="1"/>
          </p:cNvSpPr>
          <p:nvPr/>
        </p:nvSpPr>
        <p:spPr bwMode="auto">
          <a:xfrm>
            <a:off x="8596313" y="2872284"/>
            <a:ext cx="104775" cy="107987"/>
          </a:xfrm>
          <a:prstGeom prst="ellipse">
            <a:avLst/>
          </a:prstGeom>
          <a:solidFill>
            <a:schemeClr val="bg1"/>
          </a:solidFill>
          <a:ln w="9525">
            <a:solidFill>
              <a:schemeClr val="tx1"/>
            </a:solidFill>
            <a:round/>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69" name="Oval 25"/>
          <p:cNvSpPr>
            <a:spLocks noChangeArrowheads="1"/>
          </p:cNvSpPr>
          <p:nvPr/>
        </p:nvSpPr>
        <p:spPr bwMode="auto">
          <a:xfrm>
            <a:off x="7977188" y="2410499"/>
            <a:ext cx="104775" cy="107987"/>
          </a:xfrm>
          <a:prstGeom prst="ellipse">
            <a:avLst/>
          </a:prstGeom>
          <a:solidFill>
            <a:schemeClr val="bg1"/>
          </a:solidFill>
          <a:ln w="9525">
            <a:solidFill>
              <a:schemeClr val="tx1"/>
            </a:solidFill>
            <a:round/>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70" name="Oval 26"/>
          <p:cNvSpPr>
            <a:spLocks noChangeArrowheads="1"/>
          </p:cNvSpPr>
          <p:nvPr/>
        </p:nvSpPr>
        <p:spPr bwMode="auto">
          <a:xfrm>
            <a:off x="9872663" y="3324122"/>
            <a:ext cx="104775" cy="107987"/>
          </a:xfrm>
          <a:prstGeom prst="ellipse">
            <a:avLst/>
          </a:prstGeom>
          <a:solidFill>
            <a:schemeClr val="bg1"/>
          </a:solidFill>
          <a:ln w="9525">
            <a:solidFill>
              <a:schemeClr val="tx1"/>
            </a:solidFill>
            <a:round/>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71" name="Oval 27"/>
          <p:cNvSpPr>
            <a:spLocks noChangeArrowheads="1"/>
          </p:cNvSpPr>
          <p:nvPr/>
        </p:nvSpPr>
        <p:spPr bwMode="auto">
          <a:xfrm>
            <a:off x="10072688" y="3766015"/>
            <a:ext cx="104775" cy="107987"/>
          </a:xfrm>
          <a:prstGeom prst="ellipse">
            <a:avLst/>
          </a:prstGeom>
          <a:solidFill>
            <a:schemeClr val="bg1"/>
          </a:solidFill>
          <a:ln w="9525">
            <a:solidFill>
              <a:schemeClr val="tx1"/>
            </a:solidFill>
            <a:round/>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72" name="Oval 28"/>
          <p:cNvSpPr>
            <a:spLocks noChangeArrowheads="1"/>
          </p:cNvSpPr>
          <p:nvPr/>
        </p:nvSpPr>
        <p:spPr bwMode="auto">
          <a:xfrm>
            <a:off x="8262938" y="3314176"/>
            <a:ext cx="104775" cy="107987"/>
          </a:xfrm>
          <a:prstGeom prst="ellipse">
            <a:avLst/>
          </a:prstGeom>
          <a:solidFill>
            <a:schemeClr val="bg1"/>
          </a:solidFill>
          <a:ln w="9525">
            <a:solidFill>
              <a:schemeClr val="tx1"/>
            </a:solidFill>
            <a:round/>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73" name="Oval 29"/>
          <p:cNvSpPr>
            <a:spLocks noChangeArrowheads="1"/>
          </p:cNvSpPr>
          <p:nvPr/>
        </p:nvSpPr>
        <p:spPr bwMode="auto">
          <a:xfrm>
            <a:off x="10263188" y="2400553"/>
            <a:ext cx="104775" cy="107987"/>
          </a:xfrm>
          <a:prstGeom prst="ellipse">
            <a:avLst/>
          </a:prstGeom>
          <a:solidFill>
            <a:schemeClr val="bg1"/>
          </a:solidFill>
          <a:ln w="9525">
            <a:solidFill>
              <a:schemeClr val="tx1"/>
            </a:solidFill>
            <a:round/>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74" name="Oval 30"/>
          <p:cNvSpPr>
            <a:spLocks noChangeArrowheads="1"/>
          </p:cNvSpPr>
          <p:nvPr/>
        </p:nvSpPr>
        <p:spPr bwMode="auto">
          <a:xfrm>
            <a:off x="9056688" y="1948714"/>
            <a:ext cx="104775" cy="107987"/>
          </a:xfrm>
          <a:prstGeom prst="ellipse">
            <a:avLst/>
          </a:prstGeom>
          <a:solidFill>
            <a:schemeClr val="bg1"/>
          </a:solidFill>
          <a:ln w="9525">
            <a:solidFill>
              <a:schemeClr val="tx1"/>
            </a:solidFill>
            <a:round/>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75" name="Rectangle 31"/>
          <p:cNvSpPr>
            <a:spLocks noChangeArrowheads="1"/>
          </p:cNvSpPr>
          <p:nvPr/>
        </p:nvSpPr>
        <p:spPr bwMode="auto">
          <a:xfrm>
            <a:off x="8034338" y="3746123"/>
            <a:ext cx="152400" cy="157717"/>
          </a:xfrm>
          <a:prstGeom prst="rect">
            <a:avLst/>
          </a:prstGeom>
          <a:solidFill>
            <a:schemeClr val="accent1"/>
          </a:solidFill>
          <a:ln w="1905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76" name="Rectangle 32"/>
          <p:cNvSpPr>
            <a:spLocks noChangeArrowheads="1"/>
          </p:cNvSpPr>
          <p:nvPr/>
        </p:nvSpPr>
        <p:spPr bwMode="auto">
          <a:xfrm>
            <a:off x="8491538" y="3737598"/>
            <a:ext cx="152400" cy="156296"/>
          </a:xfrm>
          <a:prstGeom prst="rect">
            <a:avLst/>
          </a:prstGeom>
          <a:solidFill>
            <a:schemeClr val="accent1"/>
          </a:solidFill>
          <a:ln w="1905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77" name="Rectangle 33"/>
          <p:cNvSpPr>
            <a:spLocks noChangeArrowheads="1"/>
          </p:cNvSpPr>
          <p:nvPr/>
        </p:nvSpPr>
        <p:spPr bwMode="auto">
          <a:xfrm>
            <a:off x="8843963" y="3294284"/>
            <a:ext cx="152400" cy="157717"/>
          </a:xfrm>
          <a:prstGeom prst="rect">
            <a:avLst/>
          </a:prstGeom>
          <a:solidFill>
            <a:schemeClr val="accent1"/>
          </a:solidFill>
          <a:ln w="1905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78" name="Rectangle 34"/>
          <p:cNvSpPr>
            <a:spLocks noChangeArrowheads="1"/>
          </p:cNvSpPr>
          <p:nvPr/>
        </p:nvSpPr>
        <p:spPr bwMode="auto">
          <a:xfrm>
            <a:off x="10272713" y="4207908"/>
            <a:ext cx="152400" cy="157717"/>
          </a:xfrm>
          <a:prstGeom prst="rect">
            <a:avLst/>
          </a:prstGeom>
          <a:solidFill>
            <a:schemeClr val="accent1"/>
          </a:solidFill>
          <a:ln w="1905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6579" name="Rectangle 35"/>
          <p:cNvSpPr>
            <a:spLocks noChangeArrowheads="1"/>
          </p:cNvSpPr>
          <p:nvPr/>
        </p:nvSpPr>
        <p:spPr bwMode="auto">
          <a:xfrm>
            <a:off x="9882188" y="4207908"/>
            <a:ext cx="152400" cy="157717"/>
          </a:xfrm>
          <a:prstGeom prst="rect">
            <a:avLst/>
          </a:prstGeom>
          <a:solidFill>
            <a:schemeClr val="accent1"/>
          </a:solidFill>
          <a:ln w="1905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cxnSp>
        <p:nvCxnSpPr>
          <p:cNvPr id="4" name="直接连接符 3"/>
          <p:cNvCxnSpPr>
            <a:stCxn id="236574" idx="2"/>
            <a:endCxn id="236569" idx="6"/>
          </p:cNvCxnSpPr>
          <p:nvPr/>
        </p:nvCxnSpPr>
        <p:spPr>
          <a:xfrm flipH="1">
            <a:off x="8081963" y="2002708"/>
            <a:ext cx="974725" cy="4617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a:stCxn id="236569" idx="5"/>
            <a:endCxn id="236568" idx="1"/>
          </p:cNvCxnSpPr>
          <p:nvPr/>
        </p:nvCxnSpPr>
        <p:spPr>
          <a:xfrm>
            <a:off x="8066619" y="2502672"/>
            <a:ext cx="545038" cy="385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236568" idx="3"/>
            <a:endCxn id="236572" idx="7"/>
          </p:cNvCxnSpPr>
          <p:nvPr/>
        </p:nvCxnSpPr>
        <p:spPr>
          <a:xfrm flipH="1">
            <a:off x="8352369" y="2964457"/>
            <a:ext cx="259288" cy="3655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矩形 66"/>
          <p:cNvSpPr/>
          <p:nvPr/>
        </p:nvSpPr>
        <p:spPr>
          <a:xfrm>
            <a:off x="1806768" y="3007751"/>
            <a:ext cx="4577264" cy="2936188"/>
          </a:xfrm>
          <a:prstGeom prst="rect">
            <a:avLst/>
          </a:prstGeom>
          <a:solidFill>
            <a:srgbClr val="00FF99"/>
          </a:solidFill>
          <a:ln>
            <a:solidFill>
              <a:srgbClr val="000099"/>
            </a:solidFill>
          </a:ln>
        </p:spPr>
        <p:txBody>
          <a:bodyPr wrap="square">
            <a:spAutoFit/>
          </a:bodyPr>
          <a:lstStyle/>
          <a:p>
            <a:pPr marL="342900" indent="-342900">
              <a:lnSpc>
                <a:spcPct val="110000"/>
              </a:lnSpc>
              <a:buFont typeface="+mj-lt"/>
              <a:buAutoNum type="arabicPeriod"/>
            </a:pPr>
            <a:r>
              <a:rPr lang="zh-CN" altLang="en-US" sz="2400" b="1" dirty="0">
                <a:solidFill>
                  <a:srgbClr val="000000"/>
                </a:solidFill>
                <a:latin typeface="微软雅黑" pitchFamily="34" charset="-122"/>
                <a:ea typeface="微软雅黑" pitchFamily="34" charset="-122"/>
              </a:rPr>
              <a:t>查到第三</a:t>
            </a:r>
            <a:r>
              <a:rPr lang="zh-CN" altLang="en-US" sz="2400" b="1" dirty="0" smtClean="0">
                <a:solidFill>
                  <a:srgbClr val="000000"/>
                </a:solidFill>
                <a:latin typeface="微软雅黑" pitchFamily="34" charset="-122"/>
                <a:ea typeface="微软雅黑" pitchFamily="34" charset="-122"/>
              </a:rPr>
              <a:t>个比特 </a:t>
            </a:r>
            <a:r>
              <a:rPr lang="en-US" altLang="zh-CN" sz="2400" b="1" dirty="0">
                <a:solidFill>
                  <a:srgbClr val="000000"/>
                </a:solidFill>
                <a:latin typeface="微软雅黑" pitchFamily="34" charset="-122"/>
                <a:ea typeface="微软雅黑" pitchFamily="34" charset="-122"/>
              </a:rPr>
              <a:t>0 </a:t>
            </a:r>
            <a:r>
              <a:rPr lang="zh-CN" altLang="en-US" sz="2400" b="1" dirty="0">
                <a:solidFill>
                  <a:srgbClr val="000000"/>
                </a:solidFill>
                <a:latin typeface="微软雅黑" pitchFamily="34" charset="-122"/>
                <a:ea typeface="微软雅黑" pitchFamily="34" charset="-122"/>
              </a:rPr>
              <a:t>时，在二叉线索中找不到匹配</a:t>
            </a:r>
            <a:r>
              <a:rPr lang="zh-CN" altLang="en-US" sz="2400" b="1" dirty="0" smtClean="0">
                <a:solidFill>
                  <a:srgbClr val="000000"/>
                </a:solidFill>
                <a:latin typeface="微软雅黑" pitchFamily="34" charset="-122"/>
                <a:ea typeface="微软雅黑" pitchFamily="34" charset="-122"/>
              </a:rPr>
              <a:t>的结点，说明</a:t>
            </a:r>
            <a:r>
              <a:rPr lang="zh-CN" altLang="en-US" sz="2400" b="1" dirty="0">
                <a:solidFill>
                  <a:srgbClr val="000000"/>
                </a:solidFill>
                <a:latin typeface="微软雅黑" pitchFamily="34" charset="-122"/>
                <a:ea typeface="微软雅黑" pitchFamily="34" charset="-122"/>
              </a:rPr>
              <a:t>这个</a:t>
            </a:r>
            <a:r>
              <a:rPr lang="zh-CN" altLang="en-US" sz="2400" b="1" dirty="0" smtClean="0">
                <a:solidFill>
                  <a:srgbClr val="000000"/>
                </a:solidFill>
                <a:latin typeface="微软雅黑" pitchFamily="34" charset="-122"/>
                <a:ea typeface="微软雅黑" pitchFamily="34" charset="-122"/>
              </a:rPr>
              <a:t>地址的路由不在</a:t>
            </a:r>
            <a:r>
              <a:rPr lang="zh-CN" altLang="en-US" sz="2400" b="1" dirty="0">
                <a:solidFill>
                  <a:srgbClr val="000000"/>
                </a:solidFill>
                <a:latin typeface="微软雅黑" pitchFamily="34" charset="-122"/>
                <a:ea typeface="微软雅黑" pitchFamily="34" charset="-122"/>
              </a:rPr>
              <a:t>这个二叉线索中。</a:t>
            </a:r>
          </a:p>
          <a:p>
            <a:pPr marL="342900" indent="-342900">
              <a:lnSpc>
                <a:spcPct val="110000"/>
              </a:lnSpc>
              <a:buFont typeface="+mj-lt"/>
              <a:buAutoNum type="arabicPeriod"/>
            </a:pPr>
            <a:r>
              <a:rPr lang="zh-CN" altLang="en-US" sz="2400" b="1" dirty="0">
                <a:solidFill>
                  <a:srgbClr val="000000"/>
                </a:solidFill>
                <a:latin typeface="微软雅黑" pitchFamily="34" charset="-122"/>
                <a:ea typeface="微软雅黑" pitchFamily="34" charset="-122"/>
              </a:rPr>
              <a:t>检查是否存在默认路由。若有，把分组传送到指明的默认路由器，否则丢弃该分组。</a:t>
            </a:r>
          </a:p>
        </p:txBody>
      </p:sp>
      <p:grpSp>
        <p:nvGrpSpPr>
          <p:cNvPr id="40" name="组合 39"/>
          <p:cNvGrpSpPr/>
          <p:nvPr/>
        </p:nvGrpSpPr>
        <p:grpSpPr>
          <a:xfrm>
            <a:off x="9083957" y="2002661"/>
            <a:ext cx="1271604" cy="928949"/>
            <a:chOff x="7219105" y="1375249"/>
            <a:chExt cx="861251" cy="590805"/>
          </a:xfrm>
        </p:grpSpPr>
        <p:cxnSp>
          <p:nvCxnSpPr>
            <p:cNvPr id="41" name="直接连接符 40"/>
            <p:cNvCxnSpPr/>
            <p:nvPr/>
          </p:nvCxnSpPr>
          <p:spPr>
            <a:xfrm>
              <a:off x="7219105" y="1375249"/>
              <a:ext cx="861251" cy="286063"/>
            </a:xfrm>
            <a:prstGeom prst="line">
              <a:avLst/>
            </a:prstGeom>
            <a:ln w="38100">
              <a:solidFill>
                <a:srgbClr val="CC00CC"/>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a:off x="7613327" y="1661312"/>
              <a:ext cx="453813" cy="304742"/>
            </a:xfrm>
            <a:prstGeom prst="line">
              <a:avLst/>
            </a:prstGeom>
            <a:ln w="38100">
              <a:solidFill>
                <a:srgbClr val="CC00CC"/>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468066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up)">
                                      <p:cBhvr>
                                        <p:cTn id="7" dur="1000"/>
                                        <p:tgtEl>
                                          <p:spTgt spid="40"/>
                                        </p:tgtEl>
                                      </p:cBhvr>
                                    </p:animEffect>
                                  </p:childTnLst>
                                </p:cTn>
                              </p:par>
                            </p:childTnLst>
                          </p:cTn>
                        </p:par>
                        <p:par>
                          <p:cTn id="8" fill="hold">
                            <p:stCondLst>
                              <p:cond delay="1000"/>
                            </p:stCondLst>
                            <p:childTnLst>
                              <p:par>
                                <p:cTn id="9" presetID="1" presetClass="entr" presetSubtype="0" fill="hold" grpId="0" nodeType="afterEffect">
                                  <p:stCondLst>
                                    <p:cond delay="0"/>
                                  </p:stCondLst>
                                  <p:childTnLst>
                                    <p:set>
                                      <p:cBhvr>
                                        <p:cTn id="10"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p:cNvSpPr>
            <a:spLocks noGrp="1" noChangeArrowheads="1"/>
          </p:cNvSpPr>
          <p:nvPr>
            <p:ph type="title"/>
          </p:nvPr>
        </p:nvSpPr>
        <p:spPr/>
        <p:txBody>
          <a:bodyPr/>
          <a:lstStyle/>
          <a:p>
            <a:pPr eaLnBrk="1" hangingPunct="1"/>
            <a:r>
              <a:rPr lang="zh-CN" altLang="en-US" smtClean="0"/>
              <a:t>指引</a:t>
            </a:r>
            <a:endParaRPr lang="en-US" altLang="zh-CN" smtClean="0"/>
          </a:p>
        </p:txBody>
      </p:sp>
      <p:grpSp>
        <p:nvGrpSpPr>
          <p:cNvPr id="26" name="Group 24"/>
          <p:cNvGrpSpPr>
            <a:grpSpLocks/>
          </p:cNvGrpSpPr>
          <p:nvPr/>
        </p:nvGrpSpPr>
        <p:grpSpPr bwMode="auto">
          <a:xfrm>
            <a:off x="7967663" y="1773238"/>
            <a:ext cx="2514600" cy="3600450"/>
            <a:chOff x="3379" y="1207"/>
            <a:chExt cx="1584" cy="2268"/>
          </a:xfrm>
        </p:grpSpPr>
        <p:sp>
          <p:nvSpPr>
            <p:cNvPr id="27" name="AutoShape 4">
              <a:extLst>
                <a:ext uri="{FF2B5EF4-FFF2-40B4-BE49-F238E27FC236}"/>
              </a:extLst>
            </p:cNvPr>
            <p:cNvSpPr>
              <a:spLocks noChangeArrowheads="1"/>
            </p:cNvSpPr>
            <p:nvPr/>
          </p:nvSpPr>
          <p:spPr bwMode="auto">
            <a:xfrm>
              <a:off x="3379" y="1207"/>
              <a:ext cx="1584" cy="2268"/>
            </a:xfrm>
            <a:prstGeom prst="cube">
              <a:avLst>
                <a:gd name="adj" fmla="val 12185"/>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nchor="ctr"/>
            <a:lstStyle/>
            <a:p>
              <a:pPr algn="ctr" eaLnBrk="1" hangingPunct="1">
                <a:defRPr/>
              </a:pPr>
              <a:endParaRPr kumimoji="1" lang="zh-CN" altLang="en-US" sz="2400" b="1">
                <a:solidFill>
                  <a:srgbClr val="FF0000"/>
                </a:solidFill>
                <a:effectLst>
                  <a:outerShdw blurRad="38100" dist="38100" dir="2700000" algn="tl">
                    <a:srgbClr val="000000"/>
                  </a:outerShdw>
                </a:effectLst>
              </a:endParaRPr>
            </a:p>
            <a:p>
              <a:pPr algn="ctr" eaLnBrk="1" hangingPunct="1">
                <a:defRPr/>
              </a:pPr>
              <a:endParaRPr kumimoji="1" lang="zh-CN" altLang="en-US" sz="2400" b="1">
                <a:solidFill>
                  <a:srgbClr val="FF0000"/>
                </a:solidFill>
                <a:effectLst>
                  <a:outerShdw blurRad="38100" dist="38100" dir="2700000" algn="tl">
                    <a:srgbClr val="000000"/>
                  </a:outerShdw>
                </a:effectLst>
              </a:endParaRPr>
            </a:p>
            <a:p>
              <a:pPr algn="ctr" eaLnBrk="1" hangingPunct="1">
                <a:defRPr/>
              </a:pPr>
              <a:endParaRPr kumimoji="1" lang="zh-CN" altLang="en-US" sz="2400" b="1">
                <a:solidFill>
                  <a:srgbClr val="FF0000"/>
                </a:solidFill>
                <a:effectLst>
                  <a:outerShdw blurRad="38100" dist="38100" dir="2700000" algn="tl">
                    <a:srgbClr val="000000"/>
                  </a:outerShdw>
                </a:effectLst>
              </a:endParaRPr>
            </a:p>
          </p:txBody>
        </p:sp>
        <p:sp>
          <p:nvSpPr>
            <p:cNvPr id="28" name="Rectangle 6">
              <a:extLst>
                <a:ext uri="{FF2B5EF4-FFF2-40B4-BE49-F238E27FC236}"/>
              </a:extLst>
            </p:cNvPr>
            <p:cNvSpPr>
              <a:spLocks noChangeArrowheads="1"/>
            </p:cNvSpPr>
            <p:nvPr/>
          </p:nvSpPr>
          <p:spPr bwMode="auto">
            <a:xfrm>
              <a:off x="3379" y="1399"/>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rPr>
                <a:t>应用层</a:t>
              </a:r>
            </a:p>
          </p:txBody>
        </p:sp>
        <p:sp>
          <p:nvSpPr>
            <p:cNvPr id="29" name="Line 8">
              <a:extLst>
                <a:ext uri="{FF2B5EF4-FFF2-40B4-BE49-F238E27FC236}"/>
              </a:extLst>
            </p:cNvPr>
            <p:cNvSpPr>
              <a:spLocks noChangeShapeType="1"/>
            </p:cNvSpPr>
            <p:nvPr/>
          </p:nvSpPr>
          <p:spPr bwMode="auto">
            <a:xfrm>
              <a:off x="3379" y="1831"/>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0" name="Line 9">
              <a:extLst>
                <a:ext uri="{FF2B5EF4-FFF2-40B4-BE49-F238E27FC236}"/>
              </a:extLst>
            </p:cNvPr>
            <p:cNvSpPr>
              <a:spLocks noChangeShapeType="1"/>
            </p:cNvSpPr>
            <p:nvPr/>
          </p:nvSpPr>
          <p:spPr bwMode="auto">
            <a:xfrm>
              <a:off x="3379"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1" name="Line 10">
              <a:extLst>
                <a:ext uri="{FF2B5EF4-FFF2-40B4-BE49-F238E27FC236}"/>
              </a:extLst>
            </p:cNvPr>
            <p:cNvSpPr>
              <a:spLocks noChangeShapeType="1"/>
            </p:cNvSpPr>
            <p:nvPr/>
          </p:nvSpPr>
          <p:spPr bwMode="auto">
            <a:xfrm>
              <a:off x="4771"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2" name="Rectangle 21">
              <a:extLst>
                <a:ext uri="{FF2B5EF4-FFF2-40B4-BE49-F238E27FC236}"/>
              </a:extLst>
            </p:cNvPr>
            <p:cNvSpPr>
              <a:spLocks noChangeArrowheads="1"/>
            </p:cNvSpPr>
            <p:nvPr/>
          </p:nvSpPr>
          <p:spPr bwMode="auto">
            <a:xfrm>
              <a:off x="3379" y="1831"/>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rPr>
                <a:t>运输层</a:t>
              </a:r>
              <a:endParaRPr kumimoji="1" lang="zh-CN" altLang="en-US" sz="2400" dirty="0">
                <a:solidFill>
                  <a:srgbClr val="FF0000"/>
                </a:solidFill>
                <a:effectLst>
                  <a:outerShdw blurRad="38100" dist="38100" dir="2700000" algn="tl">
                    <a:srgbClr val="000000"/>
                  </a:outerShdw>
                </a:effectLst>
              </a:endParaRPr>
            </a:p>
          </p:txBody>
        </p:sp>
        <p:sp>
          <p:nvSpPr>
            <p:cNvPr id="33" name="Line 23">
              <a:extLst>
                <a:ext uri="{FF2B5EF4-FFF2-40B4-BE49-F238E27FC236}"/>
              </a:extLst>
            </p:cNvPr>
            <p:cNvSpPr>
              <a:spLocks noChangeShapeType="1"/>
            </p:cNvSpPr>
            <p:nvPr/>
          </p:nvSpPr>
          <p:spPr bwMode="auto">
            <a:xfrm>
              <a:off x="3379" y="2263"/>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4" name="Line 24">
              <a:extLst>
                <a:ext uri="{FF2B5EF4-FFF2-40B4-BE49-F238E27FC236}"/>
              </a:extLst>
            </p:cNvPr>
            <p:cNvSpPr>
              <a:spLocks noChangeShapeType="1"/>
            </p:cNvSpPr>
            <p:nvPr/>
          </p:nvSpPr>
          <p:spPr bwMode="auto">
            <a:xfrm>
              <a:off x="3379"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5" name="Line 25">
              <a:extLst>
                <a:ext uri="{FF2B5EF4-FFF2-40B4-BE49-F238E27FC236}"/>
              </a:extLst>
            </p:cNvPr>
            <p:cNvSpPr>
              <a:spLocks noChangeShapeType="1"/>
            </p:cNvSpPr>
            <p:nvPr/>
          </p:nvSpPr>
          <p:spPr bwMode="auto">
            <a:xfrm>
              <a:off x="4771"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6" name="Line 28">
              <a:extLst>
                <a:ext uri="{FF2B5EF4-FFF2-40B4-BE49-F238E27FC236}"/>
              </a:extLst>
            </p:cNvPr>
            <p:cNvSpPr>
              <a:spLocks noChangeShapeType="1"/>
            </p:cNvSpPr>
            <p:nvPr/>
          </p:nvSpPr>
          <p:spPr bwMode="auto">
            <a:xfrm>
              <a:off x="3379" y="2695"/>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7" name="Line 29">
              <a:extLst>
                <a:ext uri="{FF2B5EF4-FFF2-40B4-BE49-F238E27FC236}"/>
              </a:extLst>
            </p:cNvPr>
            <p:cNvSpPr>
              <a:spLocks noChangeShapeType="1"/>
            </p:cNvSpPr>
            <p:nvPr/>
          </p:nvSpPr>
          <p:spPr bwMode="auto">
            <a:xfrm>
              <a:off x="3379" y="3366"/>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8" name="Line 30">
              <a:extLst>
                <a:ext uri="{FF2B5EF4-FFF2-40B4-BE49-F238E27FC236}"/>
              </a:extLst>
            </p:cNvPr>
            <p:cNvSpPr>
              <a:spLocks noChangeShapeType="1"/>
            </p:cNvSpPr>
            <p:nvPr/>
          </p:nvSpPr>
          <p:spPr bwMode="auto">
            <a:xfrm>
              <a:off x="3379"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9" name="Line 31">
              <a:extLst>
                <a:ext uri="{FF2B5EF4-FFF2-40B4-BE49-F238E27FC236}"/>
              </a:extLst>
            </p:cNvPr>
            <p:cNvSpPr>
              <a:spLocks noChangeShapeType="1"/>
            </p:cNvSpPr>
            <p:nvPr/>
          </p:nvSpPr>
          <p:spPr bwMode="auto">
            <a:xfrm>
              <a:off x="4771"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40" name="Rectangle 33">
              <a:extLst>
                <a:ext uri="{FF2B5EF4-FFF2-40B4-BE49-F238E27FC236}"/>
              </a:extLst>
            </p:cNvPr>
            <p:cNvSpPr>
              <a:spLocks noChangeArrowheads="1"/>
            </p:cNvSpPr>
            <p:nvPr/>
          </p:nvSpPr>
          <p:spPr bwMode="auto">
            <a:xfrm>
              <a:off x="3379" y="2263"/>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spcBef>
                  <a:spcPct val="20000"/>
                </a:spcBef>
                <a:buClr>
                  <a:schemeClr val="tx2"/>
                </a:buClr>
                <a:buSzPct val="90000"/>
                <a:buFont typeface="Symbol" pitchFamily="18" charset="2"/>
                <a:buNone/>
                <a:defRPr/>
              </a:pPr>
              <a:r>
                <a:rPr kumimoji="1" lang="zh-CN" altLang="en-US" sz="2800" dirty="0">
                  <a:solidFill>
                    <a:schemeClr val="tx2">
                      <a:lumMod val="60000"/>
                      <a:lumOff val="40000"/>
                    </a:schemeClr>
                  </a:solidFill>
                  <a:effectLst>
                    <a:outerShdw blurRad="38100" dist="38100" dir="2700000" algn="tl">
                      <a:srgbClr val="000000"/>
                    </a:outerShdw>
                  </a:effectLst>
                  <a:latin typeface="Franklin Gothic Book" pitchFamily="34" charset="0"/>
                </a:rPr>
                <a:t>网络层</a:t>
              </a:r>
              <a:endParaRPr kumimoji="1" lang="zh-CN" altLang="en-US" sz="2400" dirty="0">
                <a:solidFill>
                  <a:schemeClr val="tx2">
                    <a:lumMod val="60000"/>
                    <a:lumOff val="40000"/>
                  </a:schemeClr>
                </a:solidFill>
                <a:effectLst>
                  <a:outerShdw blurRad="38100" dist="38100" dir="2700000" algn="tl">
                    <a:srgbClr val="000000"/>
                  </a:outerShdw>
                </a:effectLst>
                <a:latin typeface="Franklin Gothic Book" pitchFamily="34" charset="0"/>
              </a:endParaRPr>
            </a:p>
          </p:txBody>
        </p:sp>
        <p:sp>
          <p:nvSpPr>
            <p:cNvPr id="41" name="Line 36">
              <a:extLst>
                <a:ext uri="{FF2B5EF4-FFF2-40B4-BE49-F238E27FC236}"/>
              </a:extLst>
            </p:cNvPr>
            <p:cNvSpPr>
              <a:spLocks noChangeShapeType="1"/>
            </p:cNvSpPr>
            <p:nvPr/>
          </p:nvSpPr>
          <p:spPr bwMode="auto">
            <a:xfrm>
              <a:off x="3379" y="2263"/>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42" name="Line 37">
              <a:extLst>
                <a:ext uri="{FF2B5EF4-FFF2-40B4-BE49-F238E27FC236}"/>
              </a:extLst>
            </p:cNvPr>
            <p:cNvSpPr>
              <a:spLocks noChangeShapeType="1"/>
            </p:cNvSpPr>
            <p:nvPr/>
          </p:nvSpPr>
          <p:spPr bwMode="auto">
            <a:xfrm>
              <a:off x="4771" y="2263"/>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44" name="Rectangle 27">
              <a:extLst>
                <a:ext uri="{FF2B5EF4-FFF2-40B4-BE49-F238E27FC236}"/>
              </a:extLst>
            </p:cNvPr>
            <p:cNvSpPr>
              <a:spLocks noChangeArrowheads="1"/>
            </p:cNvSpPr>
            <p:nvPr/>
          </p:nvSpPr>
          <p:spPr bwMode="auto">
            <a:xfrm>
              <a:off x="3379" y="2695"/>
              <a:ext cx="1392" cy="37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latin typeface="Franklin Gothic Book" pitchFamily="34" charset="0"/>
                </a:rPr>
                <a:t>数据链路层</a:t>
              </a:r>
              <a:endParaRPr kumimoji="1" lang="zh-CN" altLang="en-US" sz="2400" dirty="0">
                <a:solidFill>
                  <a:srgbClr val="FF0000"/>
                </a:solidFill>
                <a:effectLst>
                  <a:outerShdw blurRad="38100" dist="38100" dir="2700000" algn="tl">
                    <a:srgbClr val="000000"/>
                  </a:outerShdw>
                </a:effectLst>
                <a:latin typeface="Franklin Gothic Book" pitchFamily="34" charset="0"/>
              </a:endParaRPr>
            </a:p>
          </p:txBody>
        </p:sp>
        <p:sp>
          <p:nvSpPr>
            <p:cNvPr id="43" name="Rectangle 39">
              <a:extLst>
                <a:ext uri="{FF2B5EF4-FFF2-40B4-BE49-F238E27FC236}"/>
              </a:extLst>
            </p:cNvPr>
            <p:cNvSpPr>
              <a:spLocks noChangeArrowheads="1"/>
            </p:cNvSpPr>
            <p:nvPr/>
          </p:nvSpPr>
          <p:spPr bwMode="auto">
            <a:xfrm>
              <a:off x="3379" y="3067"/>
              <a:ext cx="1392" cy="408"/>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latin typeface="Franklin Gothic Book" pitchFamily="34" charset="0"/>
                </a:rPr>
                <a:t>物理层</a:t>
              </a:r>
              <a:endParaRPr kumimoji="1" lang="zh-CN" altLang="en-US" sz="2400" dirty="0">
                <a:solidFill>
                  <a:srgbClr val="FF0000"/>
                </a:solidFill>
                <a:effectLst>
                  <a:outerShdw blurRad="38100" dist="38100" dir="2700000" algn="tl">
                    <a:srgbClr val="000000"/>
                  </a:outerShdw>
                </a:effectLst>
                <a:latin typeface="Franklin Gothic Book" pitchFamily="34" charset="0"/>
              </a:endParaRPr>
            </a:p>
          </p:txBody>
        </p:sp>
      </p:grpSp>
      <p:sp>
        <p:nvSpPr>
          <p:cNvPr id="24" name="Rectangle 3"/>
          <p:cNvSpPr>
            <a:spLocks noGrp="1" noChangeArrowheads="1"/>
          </p:cNvSpPr>
          <p:nvPr>
            <p:ph idx="1"/>
          </p:nvPr>
        </p:nvSpPr>
        <p:spPr>
          <a:xfrm>
            <a:off x="2135188" y="1341438"/>
            <a:ext cx="8281987" cy="5327650"/>
          </a:xfrm>
        </p:spPr>
        <p:txBody>
          <a:bodyPr/>
          <a:lstStyle/>
          <a:p>
            <a:pPr eaLnBrk="1" hangingPunct="1"/>
            <a:r>
              <a:rPr lang="zh-CN" altLang="en-US" sz="2800" b="1" dirty="0" smtClean="0"/>
              <a:t>网络层的几个重要概念</a:t>
            </a:r>
          </a:p>
          <a:p>
            <a:pPr eaLnBrk="1" hangingPunct="1"/>
            <a:r>
              <a:rPr lang="zh-CN" altLang="en-US" sz="2800" b="1" dirty="0" smtClean="0"/>
              <a:t>网际协议 </a:t>
            </a:r>
            <a:r>
              <a:rPr lang="en-US" altLang="zh-CN" sz="2800" b="1" dirty="0" smtClean="0"/>
              <a:t>IP</a:t>
            </a:r>
          </a:p>
          <a:p>
            <a:pPr eaLnBrk="1" hangingPunct="1"/>
            <a:r>
              <a:rPr lang="en-US" altLang="zh-CN" sz="2800" b="1" dirty="0" smtClean="0"/>
              <a:t>IP </a:t>
            </a:r>
            <a:r>
              <a:rPr lang="zh-CN" altLang="en-US" sz="2800" b="1" dirty="0" smtClean="0"/>
              <a:t>层转发分组的过程</a:t>
            </a:r>
          </a:p>
          <a:p>
            <a:pPr eaLnBrk="1" hangingPunct="1"/>
            <a:r>
              <a:rPr lang="zh-CN" altLang="en-US" sz="2800" b="1" dirty="0" smtClean="0">
                <a:solidFill>
                  <a:srgbClr val="FF0000"/>
                </a:solidFill>
              </a:rPr>
              <a:t>网际控制报文协议 </a:t>
            </a:r>
            <a:r>
              <a:rPr lang="en-US" altLang="zh-CN" sz="2800" b="1" dirty="0" smtClean="0">
                <a:solidFill>
                  <a:srgbClr val="FF0000"/>
                </a:solidFill>
              </a:rPr>
              <a:t>ICMP</a:t>
            </a:r>
          </a:p>
          <a:p>
            <a:pPr eaLnBrk="1" hangingPunct="1"/>
            <a:r>
              <a:rPr lang="en-US" altLang="zh-CN" sz="2800" b="1" dirty="0" smtClean="0"/>
              <a:t>IPv6</a:t>
            </a:r>
          </a:p>
          <a:p>
            <a:pPr eaLnBrk="1" hangingPunct="1"/>
            <a:r>
              <a:rPr lang="zh-CN" altLang="en-US" sz="2800" b="1" dirty="0" smtClean="0"/>
              <a:t>互联网</a:t>
            </a:r>
            <a:r>
              <a:rPr lang="zh-CN" altLang="en-US" sz="2800" b="1" dirty="0"/>
              <a:t>的路由选择协议</a:t>
            </a:r>
          </a:p>
          <a:p>
            <a:pPr eaLnBrk="1" hangingPunct="1"/>
            <a:r>
              <a:rPr lang="en-US" altLang="zh-CN" sz="2800" b="1" dirty="0" smtClean="0"/>
              <a:t>IP </a:t>
            </a:r>
            <a:r>
              <a:rPr lang="zh-CN" altLang="en-US" sz="2800" b="1" dirty="0" smtClean="0"/>
              <a:t>多播</a:t>
            </a:r>
          </a:p>
          <a:p>
            <a:pPr eaLnBrk="1" hangingPunct="1"/>
            <a:r>
              <a:rPr lang="zh-CN" altLang="en-US" sz="2800" b="1" dirty="0" smtClean="0"/>
              <a:t>虚拟专用网 </a:t>
            </a:r>
            <a:r>
              <a:rPr lang="en-US" altLang="zh-CN" sz="2800" b="1" dirty="0" smtClean="0"/>
              <a:t>VPN </a:t>
            </a:r>
            <a:r>
              <a:rPr lang="zh-CN" altLang="en-US" sz="2800" b="1" dirty="0" smtClean="0"/>
              <a:t>和网络地址转换 </a:t>
            </a:r>
            <a:r>
              <a:rPr lang="en-US" altLang="zh-CN" sz="2800" b="1" dirty="0" smtClean="0"/>
              <a:t>NAT</a:t>
            </a:r>
          </a:p>
          <a:p>
            <a:pPr eaLnBrk="1" hangingPunct="1">
              <a:buFontTx/>
              <a:buNone/>
            </a:pPr>
            <a:endParaRPr lang="en-US" altLang="zh-CN" sz="1800" b="1" dirty="0" smtClean="0"/>
          </a:p>
          <a:p>
            <a:pPr eaLnBrk="1" hangingPunct="1">
              <a:buFontTx/>
              <a:buNone/>
            </a:pPr>
            <a:endParaRPr lang="en-US" altLang="zh-CN" b="1" dirty="0" smtClean="0"/>
          </a:p>
          <a:p>
            <a:pPr eaLnBrk="1" hangingPunct="1">
              <a:buFont typeface="Wingdings" pitchFamily="2" charset="2"/>
              <a:buNone/>
            </a:pPr>
            <a:endParaRPr lang="zh-CN" altLang="en-US" b="1" dirty="0" smtClean="0"/>
          </a:p>
        </p:txBody>
      </p:sp>
    </p:spTree>
  </p:cSld>
  <p:clrMapOvr>
    <a:masterClrMapping/>
  </p:clrMapOvr>
  <p:transition spd="slow"/>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p:cNvSpPr>
            <a:spLocks noGrp="1" noChangeArrowheads="1"/>
          </p:cNvSpPr>
          <p:nvPr>
            <p:ph type="title"/>
          </p:nvPr>
        </p:nvSpPr>
        <p:spPr/>
        <p:txBody>
          <a:bodyPr/>
          <a:lstStyle/>
          <a:p>
            <a:pPr eaLnBrk="1" hangingPunct="1"/>
            <a:r>
              <a:rPr lang="en-US" altLang="zh-CN" dirty="0" smtClean="0"/>
              <a:t>ICMP </a:t>
            </a:r>
            <a:r>
              <a:rPr lang="zh-CN" altLang="en-US" dirty="0" smtClean="0"/>
              <a:t>简介</a:t>
            </a:r>
          </a:p>
        </p:txBody>
      </p:sp>
      <p:sp>
        <p:nvSpPr>
          <p:cNvPr id="238595" name="Rectangle 3"/>
          <p:cNvSpPr>
            <a:spLocks noGrp="1" noChangeArrowheads="1"/>
          </p:cNvSpPr>
          <p:nvPr>
            <p:ph idx="1"/>
          </p:nvPr>
        </p:nvSpPr>
        <p:spPr>
          <a:xfrm>
            <a:off x="442913" y="1266825"/>
            <a:ext cx="10801350" cy="4895850"/>
          </a:xfrm>
        </p:spPr>
        <p:txBody>
          <a:bodyPr/>
          <a:lstStyle/>
          <a:p>
            <a:pPr eaLnBrk="1" hangingPunct="1"/>
            <a:r>
              <a:rPr lang="zh-CN" altLang="en-US" b="1" dirty="0" smtClean="0"/>
              <a:t>主机或路由器使用</a:t>
            </a:r>
            <a:r>
              <a:rPr lang="zh-CN" altLang="en-US" b="1" dirty="0">
                <a:solidFill>
                  <a:srgbClr val="FF0000"/>
                </a:solidFill>
              </a:rPr>
              <a:t>网际控制报文协议</a:t>
            </a:r>
            <a:r>
              <a:rPr lang="zh-CN" altLang="en-US" b="1" dirty="0"/>
              <a:t> </a:t>
            </a:r>
            <a:r>
              <a:rPr lang="en-US" altLang="zh-CN" b="1" dirty="0"/>
              <a:t>ICMP (Internet Control Message Protocol) </a:t>
            </a:r>
            <a:r>
              <a:rPr lang="zh-CN" altLang="en-US" b="1" dirty="0" smtClean="0"/>
              <a:t>报告差错和异常情况。</a:t>
            </a:r>
          </a:p>
          <a:p>
            <a:pPr eaLnBrk="1" hangingPunct="1"/>
            <a:r>
              <a:rPr lang="en-US" altLang="zh-CN" b="1" dirty="0" smtClean="0"/>
              <a:t>ICMP </a:t>
            </a:r>
            <a:r>
              <a:rPr lang="zh-CN" altLang="en-US" b="1" dirty="0" smtClean="0"/>
              <a:t>报文封装在 </a:t>
            </a:r>
            <a:r>
              <a:rPr lang="en-US" altLang="zh-CN" b="1" dirty="0" smtClean="0"/>
              <a:t>IP </a:t>
            </a:r>
            <a:r>
              <a:rPr lang="zh-CN" altLang="en-US" b="1" dirty="0" smtClean="0"/>
              <a:t>数据报中，作为 </a:t>
            </a:r>
            <a:r>
              <a:rPr lang="en-US" altLang="zh-CN" b="1" dirty="0" smtClean="0"/>
              <a:t>IP </a:t>
            </a:r>
            <a:r>
              <a:rPr lang="zh-CN" altLang="en-US" b="1" dirty="0" smtClean="0"/>
              <a:t>数据报的数据部分。但 </a:t>
            </a:r>
            <a:r>
              <a:rPr lang="en-US" altLang="zh-CN" b="1" dirty="0" smtClean="0"/>
              <a:t>ICMP </a:t>
            </a:r>
            <a:r>
              <a:rPr lang="zh-CN" altLang="en-US" b="1" dirty="0" smtClean="0"/>
              <a:t>不是高层协议，而是 </a:t>
            </a:r>
            <a:r>
              <a:rPr lang="en-US" altLang="zh-CN" b="1" dirty="0" smtClean="0"/>
              <a:t>IP </a:t>
            </a:r>
            <a:r>
              <a:rPr lang="zh-CN" altLang="en-US" b="1" dirty="0" smtClean="0"/>
              <a:t>层的协议。</a:t>
            </a:r>
          </a:p>
        </p:txBody>
      </p:sp>
    </p:spTree>
  </p:cSld>
  <p:clrMapOvr>
    <a:masterClrMapping/>
  </p:clrMapOvr>
  <p:transition spd="slow"/>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p:cNvSpPr>
            <a:spLocks noGrp="1" noChangeArrowheads="1"/>
          </p:cNvSpPr>
          <p:nvPr>
            <p:ph type="title"/>
          </p:nvPr>
        </p:nvSpPr>
        <p:spPr/>
        <p:txBody>
          <a:bodyPr/>
          <a:lstStyle/>
          <a:p>
            <a:pPr eaLnBrk="1" hangingPunct="1"/>
            <a:r>
              <a:rPr lang="en-US" altLang="zh-CN" dirty="0" smtClean="0"/>
              <a:t>ICMP </a:t>
            </a:r>
            <a:r>
              <a:rPr lang="zh-CN" altLang="en-US" dirty="0" smtClean="0"/>
              <a:t>报文格式</a:t>
            </a:r>
          </a:p>
        </p:txBody>
      </p:sp>
      <p:sp>
        <p:nvSpPr>
          <p:cNvPr id="239619" name="AutoShape 31"/>
          <p:cNvSpPr>
            <a:spLocks noChangeArrowheads="1"/>
          </p:cNvSpPr>
          <p:nvPr/>
        </p:nvSpPr>
        <p:spPr bwMode="auto">
          <a:xfrm rot="5400000">
            <a:off x="3377406" y="4418807"/>
            <a:ext cx="288925" cy="468312"/>
          </a:xfrm>
          <a:prstGeom prst="downArrow">
            <a:avLst>
              <a:gd name="adj1" fmla="val 47222"/>
              <a:gd name="adj2" fmla="val 83745"/>
            </a:avLst>
          </a:prstGeom>
          <a:solidFill>
            <a:schemeClr val="hlink"/>
          </a:solidFill>
          <a:ln w="9525">
            <a:solidFill>
              <a:schemeClr val="tx1"/>
            </a:solidFill>
            <a:miter lim="800000"/>
            <a:headEnd/>
            <a:tailEnd/>
          </a:ln>
        </p:spPr>
        <p:txBody>
          <a:bodyPr vert="eaVert" wrap="none" anchor="ctr"/>
          <a:lstStyle/>
          <a:p>
            <a:pPr eaLnBrk="1" hangingPunct="1"/>
            <a:endParaRPr lang="zh-CN" altLang="en-US" sz="2800" b="1">
              <a:latin typeface="Tahoma" pitchFamily="34" charset="0"/>
              <a:ea typeface="黑体" pitchFamily="2" charset="-122"/>
            </a:endParaRPr>
          </a:p>
        </p:txBody>
      </p:sp>
      <p:sp>
        <p:nvSpPr>
          <p:cNvPr id="239620" name="Rectangle 2"/>
          <p:cNvSpPr>
            <a:spLocks noChangeArrowheads="1"/>
          </p:cNvSpPr>
          <p:nvPr/>
        </p:nvSpPr>
        <p:spPr bwMode="auto">
          <a:xfrm>
            <a:off x="3729038" y="4475163"/>
            <a:ext cx="4248150" cy="390525"/>
          </a:xfrm>
          <a:prstGeom prst="rect">
            <a:avLst/>
          </a:prstGeom>
          <a:solidFill>
            <a:srgbClr val="CCECFF"/>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39621" name="Rectangle 4"/>
          <p:cNvSpPr>
            <a:spLocks noChangeArrowheads="1"/>
          </p:cNvSpPr>
          <p:nvPr/>
        </p:nvSpPr>
        <p:spPr bwMode="auto">
          <a:xfrm>
            <a:off x="4898546" y="4488342"/>
            <a:ext cx="3070225" cy="36671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239622" name="Freeform 5"/>
          <p:cNvSpPr>
            <a:spLocks/>
          </p:cNvSpPr>
          <p:nvPr/>
        </p:nvSpPr>
        <p:spPr bwMode="auto">
          <a:xfrm>
            <a:off x="3752850" y="3254375"/>
            <a:ext cx="5613400" cy="468313"/>
          </a:xfrm>
          <a:custGeom>
            <a:avLst/>
            <a:gdLst>
              <a:gd name="T0" fmla="*/ 0 w 2790"/>
              <a:gd name="T1" fmla="*/ 2147483646 h 279"/>
              <a:gd name="T2" fmla="*/ 2147483646 w 2790"/>
              <a:gd name="T3" fmla="*/ 2147483646 h 279"/>
              <a:gd name="T4" fmla="*/ 2147483646 w 2790"/>
              <a:gd name="T5" fmla="*/ 2147483646 h 279"/>
              <a:gd name="T6" fmla="*/ 2147483646 w 2790"/>
              <a:gd name="T7" fmla="*/ 0 h 279"/>
              <a:gd name="T8" fmla="*/ 0 w 2790"/>
              <a:gd name="T9" fmla="*/ 2147483646 h 279"/>
              <a:gd name="T10" fmla="*/ 0 60000 65536"/>
              <a:gd name="T11" fmla="*/ 0 60000 65536"/>
              <a:gd name="T12" fmla="*/ 0 60000 65536"/>
              <a:gd name="T13" fmla="*/ 0 60000 65536"/>
              <a:gd name="T14" fmla="*/ 0 60000 65536"/>
              <a:gd name="T15" fmla="*/ 0 w 2790"/>
              <a:gd name="T16" fmla="*/ 0 h 279"/>
              <a:gd name="T17" fmla="*/ 2790 w 2790"/>
              <a:gd name="T18" fmla="*/ 279 h 279"/>
            </a:gdLst>
            <a:ahLst/>
            <a:cxnLst>
              <a:cxn ang="T10">
                <a:pos x="T0" y="T1"/>
              </a:cxn>
              <a:cxn ang="T11">
                <a:pos x="T2" y="T3"/>
              </a:cxn>
              <a:cxn ang="T12">
                <a:pos x="T4" y="T5"/>
              </a:cxn>
              <a:cxn ang="T13">
                <a:pos x="T6" y="T7"/>
              </a:cxn>
              <a:cxn ang="T14">
                <a:pos x="T8" y="T9"/>
              </a:cxn>
            </a:cxnLst>
            <a:rect l="T15" t="T16" r="T17" b="T18"/>
            <a:pathLst>
              <a:path w="2790" h="279">
                <a:moveTo>
                  <a:pt x="0" y="6"/>
                </a:moveTo>
                <a:lnTo>
                  <a:pt x="561" y="279"/>
                </a:lnTo>
                <a:lnTo>
                  <a:pt x="2100" y="276"/>
                </a:lnTo>
                <a:lnTo>
                  <a:pt x="2790" y="0"/>
                </a:lnTo>
                <a:lnTo>
                  <a:pt x="0" y="6"/>
                </a:ln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239623" name="Line 6"/>
          <p:cNvSpPr>
            <a:spLocks noChangeShapeType="1"/>
          </p:cNvSpPr>
          <p:nvPr/>
        </p:nvSpPr>
        <p:spPr bwMode="auto">
          <a:xfrm>
            <a:off x="3729038" y="5099050"/>
            <a:ext cx="4248150" cy="0"/>
          </a:xfrm>
          <a:prstGeom prst="line">
            <a:avLst/>
          </a:prstGeom>
          <a:noFill/>
          <a:ln w="28575">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239624" name="Text Box 7"/>
          <p:cNvSpPr txBox="1">
            <a:spLocks noChangeArrowheads="1"/>
          </p:cNvSpPr>
          <p:nvPr/>
        </p:nvSpPr>
        <p:spPr bwMode="auto">
          <a:xfrm>
            <a:off x="3827463" y="4471988"/>
            <a:ext cx="84189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2" charset="-122"/>
              </a:rPr>
              <a:t>首  部</a:t>
            </a:r>
          </a:p>
        </p:txBody>
      </p:sp>
      <p:sp>
        <p:nvSpPr>
          <p:cNvPr id="239625" name="Rectangle 8"/>
          <p:cNvSpPr>
            <a:spLocks noChangeArrowheads="1"/>
          </p:cNvSpPr>
          <p:nvPr/>
        </p:nvSpPr>
        <p:spPr bwMode="auto">
          <a:xfrm>
            <a:off x="4887913" y="3698875"/>
            <a:ext cx="3089275" cy="392113"/>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1" hangingPunct="1"/>
            <a:r>
              <a:rPr kumimoji="1" lang="en-US" altLang="zh-CN" sz="2000" b="1">
                <a:solidFill>
                  <a:srgbClr val="333399"/>
                </a:solidFill>
                <a:ea typeface="黑体" pitchFamily="2" charset="-122"/>
              </a:rPr>
              <a:t>ICMP </a:t>
            </a:r>
            <a:r>
              <a:rPr kumimoji="1" lang="zh-CN" altLang="en-US" sz="2000" b="1">
                <a:solidFill>
                  <a:srgbClr val="333399"/>
                </a:solidFill>
                <a:ea typeface="黑体" pitchFamily="2" charset="-122"/>
              </a:rPr>
              <a:t>报文</a:t>
            </a:r>
          </a:p>
        </p:txBody>
      </p:sp>
      <p:sp>
        <p:nvSpPr>
          <p:cNvPr id="239626" name="Text Box 9"/>
          <p:cNvSpPr txBox="1">
            <a:spLocks noChangeArrowheads="1"/>
          </p:cNvSpPr>
          <p:nvPr/>
        </p:nvSpPr>
        <p:spPr bwMode="auto">
          <a:xfrm>
            <a:off x="3287688" y="1341438"/>
            <a:ext cx="6543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smtClean="0">
                <a:solidFill>
                  <a:srgbClr val="333399"/>
                </a:solidFill>
                <a:latin typeface="Arial" charset="0"/>
                <a:ea typeface="黑体" pitchFamily="2" charset="-122"/>
              </a:rPr>
              <a:t>位 </a:t>
            </a:r>
            <a:r>
              <a:rPr kumimoji="1" lang="en-US" altLang="zh-CN" sz="2000" b="1" dirty="0" smtClean="0">
                <a:solidFill>
                  <a:srgbClr val="333399"/>
                </a:solidFill>
                <a:latin typeface="Arial" charset="0"/>
                <a:ea typeface="黑体" pitchFamily="2" charset="-122"/>
              </a:rPr>
              <a:t>0</a:t>
            </a:r>
            <a:endParaRPr kumimoji="1" lang="en-US" altLang="zh-CN" sz="2000" b="1" dirty="0">
              <a:solidFill>
                <a:srgbClr val="333399"/>
              </a:solidFill>
              <a:latin typeface="Arial" charset="0"/>
              <a:ea typeface="黑体" pitchFamily="2" charset="-122"/>
            </a:endParaRPr>
          </a:p>
        </p:txBody>
      </p:sp>
      <p:sp>
        <p:nvSpPr>
          <p:cNvPr id="239627" name="Line 10"/>
          <p:cNvSpPr>
            <a:spLocks noChangeShapeType="1"/>
          </p:cNvSpPr>
          <p:nvPr/>
        </p:nvSpPr>
        <p:spPr bwMode="auto">
          <a:xfrm>
            <a:off x="4887913" y="4475163"/>
            <a:ext cx="0" cy="3905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239628" name="Text Box 11"/>
          <p:cNvSpPr txBox="1">
            <a:spLocks noChangeArrowheads="1"/>
          </p:cNvSpPr>
          <p:nvPr/>
        </p:nvSpPr>
        <p:spPr bwMode="auto">
          <a:xfrm>
            <a:off x="5518150" y="4471988"/>
            <a:ext cx="16335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2" charset="-122"/>
              </a:rPr>
              <a:t>数  据  部  分</a:t>
            </a:r>
          </a:p>
        </p:txBody>
      </p:sp>
      <p:sp>
        <p:nvSpPr>
          <p:cNvPr id="239629" name="AutoShape 12"/>
          <p:cNvSpPr>
            <a:spLocks noChangeArrowheads="1"/>
          </p:cNvSpPr>
          <p:nvPr/>
        </p:nvSpPr>
        <p:spPr bwMode="auto">
          <a:xfrm>
            <a:off x="6238875" y="4090988"/>
            <a:ext cx="288925" cy="468312"/>
          </a:xfrm>
          <a:prstGeom prst="downArrow">
            <a:avLst>
              <a:gd name="adj1" fmla="val 47222"/>
              <a:gd name="adj2" fmla="val 83745"/>
            </a:avLst>
          </a:prstGeom>
          <a:solidFill>
            <a:schemeClr val="accent1"/>
          </a:solidFill>
          <a:ln w="9525">
            <a:solidFill>
              <a:schemeClr val="tx1"/>
            </a:solidFill>
            <a:miter lim="800000"/>
            <a:headEnd/>
            <a:tailEnd/>
          </a:ln>
        </p:spPr>
        <p:txBody>
          <a:bodyPr vert="eaVert" wrap="none" anchor="ctr"/>
          <a:lstStyle/>
          <a:p>
            <a:pPr eaLnBrk="1" hangingPunct="1"/>
            <a:endParaRPr lang="zh-CN" altLang="en-US" sz="2800" b="1">
              <a:latin typeface="Tahoma" pitchFamily="34" charset="0"/>
              <a:ea typeface="黑体" pitchFamily="2" charset="-122"/>
            </a:endParaRPr>
          </a:p>
        </p:txBody>
      </p:sp>
      <p:sp>
        <p:nvSpPr>
          <p:cNvPr id="239630" name="Rectangle 13"/>
          <p:cNvSpPr>
            <a:spLocks noChangeArrowheads="1"/>
          </p:cNvSpPr>
          <p:nvPr/>
        </p:nvSpPr>
        <p:spPr bwMode="auto">
          <a:xfrm>
            <a:off x="3729038" y="1720850"/>
            <a:ext cx="5600700" cy="1563688"/>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eaLnBrk="1" hangingPunct="1"/>
            <a:endParaRPr lang="zh-CN" altLang="en-US" sz="2800" b="1">
              <a:latin typeface="Tahoma" pitchFamily="34" charset="0"/>
              <a:ea typeface="黑体" pitchFamily="2" charset="-122"/>
            </a:endParaRPr>
          </a:p>
        </p:txBody>
      </p:sp>
      <p:sp>
        <p:nvSpPr>
          <p:cNvPr id="239631" name="Line 14"/>
          <p:cNvSpPr>
            <a:spLocks noChangeShapeType="1"/>
          </p:cNvSpPr>
          <p:nvPr/>
        </p:nvSpPr>
        <p:spPr bwMode="auto">
          <a:xfrm rot="5400000" flipV="1">
            <a:off x="6529388" y="-719137"/>
            <a:ext cx="0" cy="5600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239632" name="Line 15"/>
          <p:cNvSpPr>
            <a:spLocks noChangeShapeType="1"/>
          </p:cNvSpPr>
          <p:nvPr/>
        </p:nvSpPr>
        <p:spPr bwMode="auto">
          <a:xfrm flipH="1" flipV="1">
            <a:off x="5126038" y="1720849"/>
            <a:ext cx="1587" cy="360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239633" name="Line 16"/>
          <p:cNvSpPr>
            <a:spLocks noChangeShapeType="1"/>
          </p:cNvSpPr>
          <p:nvPr/>
        </p:nvSpPr>
        <p:spPr bwMode="auto">
          <a:xfrm flipV="1">
            <a:off x="6527800" y="1739899"/>
            <a:ext cx="0" cy="3413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538642" name="Text Box 18"/>
          <p:cNvSpPr txBox="1">
            <a:spLocks noChangeArrowheads="1"/>
          </p:cNvSpPr>
          <p:nvPr/>
        </p:nvSpPr>
        <p:spPr bwMode="auto">
          <a:xfrm>
            <a:off x="7397750" y="1704644"/>
            <a:ext cx="9589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a:solidFill>
                  <a:srgbClr val="333399"/>
                </a:solidFill>
                <a:latin typeface="Arial" charset="0"/>
                <a:ea typeface="黑体" pitchFamily="2" charset="-122"/>
              </a:rPr>
              <a:t>检验和</a:t>
            </a:r>
          </a:p>
        </p:txBody>
      </p:sp>
      <p:sp>
        <p:nvSpPr>
          <p:cNvPr id="538643" name="Text Box 19"/>
          <p:cNvSpPr txBox="1">
            <a:spLocks noChangeArrowheads="1"/>
          </p:cNvSpPr>
          <p:nvPr/>
        </p:nvSpPr>
        <p:spPr bwMode="auto">
          <a:xfrm>
            <a:off x="4017963" y="1708685"/>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a:solidFill>
                  <a:srgbClr val="333399"/>
                </a:solidFill>
                <a:latin typeface="Arial" charset="0"/>
                <a:ea typeface="黑体" pitchFamily="2" charset="-122"/>
              </a:rPr>
              <a:t>类型</a:t>
            </a:r>
          </a:p>
        </p:txBody>
      </p:sp>
      <p:sp>
        <p:nvSpPr>
          <p:cNvPr id="538644" name="Text Box 20"/>
          <p:cNvSpPr txBox="1">
            <a:spLocks noChangeArrowheads="1"/>
          </p:cNvSpPr>
          <p:nvPr/>
        </p:nvSpPr>
        <p:spPr bwMode="auto">
          <a:xfrm>
            <a:off x="5497513" y="1704644"/>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a:solidFill>
                  <a:srgbClr val="333399"/>
                </a:solidFill>
                <a:latin typeface="Arial" charset="0"/>
                <a:ea typeface="黑体" pitchFamily="2" charset="-122"/>
              </a:rPr>
              <a:t>代码</a:t>
            </a:r>
          </a:p>
        </p:txBody>
      </p:sp>
      <p:sp>
        <p:nvSpPr>
          <p:cNvPr id="239638" name="Text Box 21"/>
          <p:cNvSpPr txBox="1">
            <a:spLocks noChangeArrowheads="1"/>
          </p:cNvSpPr>
          <p:nvPr/>
        </p:nvSpPr>
        <p:spPr bwMode="auto">
          <a:xfrm>
            <a:off x="3962400" y="2060575"/>
            <a:ext cx="485921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2" charset="-122"/>
              </a:rPr>
              <a:t>（这 </a:t>
            </a:r>
            <a:r>
              <a:rPr kumimoji="1" lang="en-US" altLang="zh-CN" sz="2000" b="1">
                <a:solidFill>
                  <a:srgbClr val="333399"/>
                </a:solidFill>
                <a:latin typeface="Arial" charset="0"/>
                <a:ea typeface="黑体" pitchFamily="2" charset="-122"/>
              </a:rPr>
              <a:t>4 </a:t>
            </a:r>
            <a:r>
              <a:rPr kumimoji="1" lang="zh-CN" altLang="en-US" sz="2000" b="1">
                <a:solidFill>
                  <a:srgbClr val="333399"/>
                </a:solidFill>
                <a:latin typeface="Arial" charset="0"/>
                <a:ea typeface="黑体" pitchFamily="2" charset="-122"/>
              </a:rPr>
              <a:t>个字节取决于 </a:t>
            </a:r>
            <a:r>
              <a:rPr kumimoji="1" lang="en-US" altLang="zh-CN" sz="2000" b="1">
                <a:solidFill>
                  <a:srgbClr val="333399"/>
                </a:solidFill>
                <a:latin typeface="Arial" charset="0"/>
                <a:ea typeface="黑体" pitchFamily="2" charset="-122"/>
              </a:rPr>
              <a:t>ICMP </a:t>
            </a:r>
            <a:r>
              <a:rPr kumimoji="1" lang="zh-CN" altLang="en-US" sz="2000" b="1">
                <a:solidFill>
                  <a:srgbClr val="333399"/>
                </a:solidFill>
                <a:latin typeface="Arial" charset="0"/>
                <a:ea typeface="黑体" pitchFamily="2" charset="-122"/>
              </a:rPr>
              <a:t>报文的类型）</a:t>
            </a:r>
          </a:p>
        </p:txBody>
      </p:sp>
      <p:sp>
        <p:nvSpPr>
          <p:cNvPr id="239639" name="Text Box 22"/>
          <p:cNvSpPr txBox="1">
            <a:spLocks noChangeArrowheads="1"/>
          </p:cNvSpPr>
          <p:nvPr/>
        </p:nvSpPr>
        <p:spPr bwMode="auto">
          <a:xfrm>
            <a:off x="5021263" y="1341438"/>
            <a:ext cx="325437"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8</a:t>
            </a:r>
          </a:p>
        </p:txBody>
      </p:sp>
      <p:sp>
        <p:nvSpPr>
          <p:cNvPr id="239640" name="Text Box 23"/>
          <p:cNvSpPr txBox="1">
            <a:spLocks noChangeArrowheads="1"/>
          </p:cNvSpPr>
          <p:nvPr/>
        </p:nvSpPr>
        <p:spPr bwMode="auto">
          <a:xfrm>
            <a:off x="6350000" y="1341438"/>
            <a:ext cx="466725"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16</a:t>
            </a:r>
          </a:p>
        </p:txBody>
      </p:sp>
      <p:sp>
        <p:nvSpPr>
          <p:cNvPr id="239641" name="Rectangle 24"/>
          <p:cNvSpPr>
            <a:spLocks noChangeArrowheads="1"/>
          </p:cNvSpPr>
          <p:nvPr/>
        </p:nvSpPr>
        <p:spPr bwMode="auto">
          <a:xfrm>
            <a:off x="5159375" y="4943475"/>
            <a:ext cx="1273175" cy="2857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239642" name="Text Box 25"/>
          <p:cNvSpPr txBox="1">
            <a:spLocks noChangeArrowheads="1"/>
          </p:cNvSpPr>
          <p:nvPr/>
        </p:nvSpPr>
        <p:spPr bwMode="auto">
          <a:xfrm>
            <a:off x="8999538" y="1341438"/>
            <a:ext cx="466725"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31</a:t>
            </a:r>
          </a:p>
        </p:txBody>
      </p:sp>
      <p:sp>
        <p:nvSpPr>
          <p:cNvPr id="239643" name="Text Box 26"/>
          <p:cNvSpPr txBox="1">
            <a:spLocks noChangeArrowheads="1"/>
          </p:cNvSpPr>
          <p:nvPr/>
        </p:nvSpPr>
        <p:spPr bwMode="auto">
          <a:xfrm>
            <a:off x="5126038" y="4905375"/>
            <a:ext cx="1257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IP </a:t>
            </a:r>
            <a:r>
              <a:rPr kumimoji="1" lang="zh-CN" altLang="en-US" sz="2000" b="1">
                <a:solidFill>
                  <a:srgbClr val="333399"/>
                </a:solidFill>
                <a:latin typeface="Arial" charset="0"/>
                <a:ea typeface="黑体" pitchFamily="2" charset="-122"/>
              </a:rPr>
              <a:t>数据报</a:t>
            </a:r>
          </a:p>
        </p:txBody>
      </p:sp>
      <p:sp>
        <p:nvSpPr>
          <p:cNvPr id="239644" name="Line 27"/>
          <p:cNvSpPr>
            <a:spLocks noChangeShapeType="1"/>
          </p:cNvSpPr>
          <p:nvPr/>
        </p:nvSpPr>
        <p:spPr bwMode="auto">
          <a:xfrm rot="-5400000">
            <a:off x="6529388" y="-327025"/>
            <a:ext cx="0" cy="5600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538652" name="Text Box 28"/>
          <p:cNvSpPr txBox="1">
            <a:spLocks noChangeArrowheads="1"/>
          </p:cNvSpPr>
          <p:nvPr/>
        </p:nvSpPr>
        <p:spPr bwMode="auto">
          <a:xfrm>
            <a:off x="1559496" y="1484313"/>
            <a:ext cx="1723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lnSpc>
                <a:spcPct val="90000"/>
              </a:lnSpc>
            </a:pPr>
            <a:r>
              <a:rPr kumimoji="1" lang="zh-CN" altLang="en-US" sz="2000" b="1" dirty="0">
                <a:solidFill>
                  <a:srgbClr val="333399"/>
                </a:solidFill>
                <a:latin typeface="Arial" charset="0"/>
                <a:ea typeface="黑体" pitchFamily="2" charset="-122"/>
              </a:rPr>
              <a:t>前 </a:t>
            </a:r>
            <a:r>
              <a:rPr kumimoji="1" lang="en-US" altLang="zh-CN" sz="2000" b="1" dirty="0">
                <a:solidFill>
                  <a:srgbClr val="333399"/>
                </a:solidFill>
                <a:latin typeface="Arial" charset="0"/>
                <a:ea typeface="黑体" pitchFamily="2" charset="-122"/>
              </a:rPr>
              <a:t>4 </a:t>
            </a:r>
            <a:r>
              <a:rPr kumimoji="1" lang="zh-CN" altLang="en-US" sz="2000" b="1" dirty="0">
                <a:solidFill>
                  <a:srgbClr val="333399"/>
                </a:solidFill>
                <a:latin typeface="Arial" charset="0"/>
                <a:ea typeface="黑体" pitchFamily="2" charset="-122"/>
              </a:rPr>
              <a:t>个字节</a:t>
            </a:r>
          </a:p>
          <a:p>
            <a:pPr algn="ctr" eaLnBrk="1" hangingPunct="1">
              <a:lnSpc>
                <a:spcPct val="90000"/>
              </a:lnSpc>
            </a:pPr>
            <a:r>
              <a:rPr kumimoji="1" lang="zh-CN" altLang="en-US" sz="2000" b="1" dirty="0" smtClean="0">
                <a:solidFill>
                  <a:srgbClr val="333399"/>
                </a:solidFill>
                <a:latin typeface="Arial" charset="0"/>
                <a:ea typeface="黑体" pitchFamily="2" charset="-122"/>
              </a:rPr>
              <a:t>是统一的格式</a:t>
            </a:r>
            <a:endParaRPr kumimoji="1" lang="zh-CN" altLang="en-US" sz="2000" b="1" dirty="0">
              <a:solidFill>
                <a:srgbClr val="333399"/>
              </a:solidFill>
              <a:latin typeface="Arial" charset="0"/>
              <a:ea typeface="黑体" pitchFamily="2" charset="-122"/>
            </a:endParaRPr>
          </a:p>
        </p:txBody>
      </p:sp>
      <p:sp>
        <p:nvSpPr>
          <p:cNvPr id="239646" name="Text Box 29"/>
          <p:cNvSpPr txBox="1">
            <a:spLocks noChangeArrowheads="1"/>
          </p:cNvSpPr>
          <p:nvPr/>
        </p:nvSpPr>
        <p:spPr bwMode="auto">
          <a:xfrm>
            <a:off x="4314825" y="2671763"/>
            <a:ext cx="450495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dirty="0">
                <a:solidFill>
                  <a:srgbClr val="333399"/>
                </a:solidFill>
                <a:latin typeface="Arial" charset="0"/>
                <a:ea typeface="黑体" pitchFamily="2" charset="-122"/>
              </a:rPr>
              <a:t>ICMP </a:t>
            </a:r>
            <a:r>
              <a:rPr kumimoji="1" lang="zh-CN" altLang="en-US" sz="2000" b="1" dirty="0">
                <a:solidFill>
                  <a:srgbClr val="333399"/>
                </a:solidFill>
                <a:latin typeface="Arial" charset="0"/>
                <a:ea typeface="黑体" pitchFamily="2" charset="-122"/>
              </a:rPr>
              <a:t>的</a:t>
            </a:r>
            <a:r>
              <a:rPr kumimoji="1" lang="zh-CN" altLang="en-US" sz="2000" b="1" dirty="0" smtClean="0">
                <a:solidFill>
                  <a:srgbClr val="333399"/>
                </a:solidFill>
                <a:latin typeface="Arial" charset="0"/>
                <a:ea typeface="黑体" pitchFamily="2" charset="-122"/>
              </a:rPr>
              <a:t>数据部分</a:t>
            </a:r>
            <a:r>
              <a:rPr kumimoji="1" lang="zh-CN" altLang="en-US" sz="2000" b="1" dirty="0">
                <a:solidFill>
                  <a:srgbClr val="333399"/>
                </a:solidFill>
                <a:latin typeface="Arial" charset="0"/>
                <a:ea typeface="黑体" pitchFamily="2" charset="-122"/>
              </a:rPr>
              <a:t>（长度取决于类型）</a:t>
            </a:r>
          </a:p>
        </p:txBody>
      </p:sp>
      <p:sp>
        <p:nvSpPr>
          <p:cNvPr id="538654" name="Line 30"/>
          <p:cNvSpPr>
            <a:spLocks noChangeShapeType="1"/>
          </p:cNvSpPr>
          <p:nvPr/>
        </p:nvSpPr>
        <p:spPr bwMode="auto">
          <a:xfrm>
            <a:off x="3244850" y="1846263"/>
            <a:ext cx="484188"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 name="右大括号 1"/>
          <p:cNvSpPr/>
          <p:nvPr/>
        </p:nvSpPr>
        <p:spPr>
          <a:xfrm>
            <a:off x="9366250" y="1741548"/>
            <a:ext cx="186134" cy="715902"/>
          </a:xfrm>
          <a:prstGeom prst="rightBrace">
            <a:avLst/>
          </a:prstGeom>
          <a:noFill/>
          <a:ln>
            <a:solidFill>
              <a:srgbClr val="33339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b="1"/>
          </a:p>
        </p:txBody>
      </p:sp>
      <p:sp>
        <p:nvSpPr>
          <p:cNvPr id="3" name="TextBox 2"/>
          <p:cNvSpPr txBox="1"/>
          <p:nvPr/>
        </p:nvSpPr>
        <p:spPr>
          <a:xfrm>
            <a:off x="9552384" y="1916832"/>
            <a:ext cx="697627" cy="400110"/>
          </a:xfrm>
          <a:prstGeom prst="rect">
            <a:avLst/>
          </a:prstGeom>
          <a:noFill/>
        </p:spPr>
        <p:txBody>
          <a:bodyPr wrap="none" rtlCol="0">
            <a:spAutoFit/>
          </a:bodyPr>
          <a:lstStyle/>
          <a:p>
            <a:r>
              <a:rPr lang="zh-CN" altLang="en-US" sz="2000" b="1" dirty="0" smtClean="0">
                <a:solidFill>
                  <a:srgbClr val="333399"/>
                </a:solidFill>
                <a:latin typeface="黑体" pitchFamily="49" charset="-122"/>
                <a:ea typeface="黑体" pitchFamily="49" charset="-122"/>
              </a:rPr>
              <a:t>首部</a:t>
            </a:r>
            <a:endParaRPr lang="zh-CN" altLang="en-US" sz="2000" b="1" dirty="0">
              <a:solidFill>
                <a:srgbClr val="333399"/>
              </a:solidFill>
              <a:latin typeface="黑体" pitchFamily="49" charset="-122"/>
              <a:ea typeface="黑体"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par>
                                <p:cTn id="7" presetID="35" presetClass="emph" presetSubtype="0" repeatCount="3000" fill="hold" grpId="0" nodeType="withEffect">
                                  <p:stCondLst>
                                    <p:cond delay="0"/>
                                  </p:stCondLst>
                                  <p:childTnLst>
                                    <p:anim calcmode="discrete" valueType="str">
                                      <p:cBhvr>
                                        <p:cTn id="8" dur="1000" fill="hold"/>
                                        <p:tgtEl>
                                          <p:spTgt spid="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ChangeArrowheads="1"/>
          </p:cNvSpPr>
          <p:nvPr>
            <p:ph type="title"/>
          </p:nvPr>
        </p:nvSpPr>
        <p:spPr/>
        <p:txBody>
          <a:bodyPr/>
          <a:lstStyle/>
          <a:p>
            <a:pPr eaLnBrk="1" hangingPunct="1"/>
            <a:r>
              <a:rPr lang="en-US" altLang="zh-CN" dirty="0" smtClean="0"/>
              <a:t>ICMP </a:t>
            </a:r>
            <a:r>
              <a:rPr lang="zh-CN" altLang="en-US" dirty="0" smtClean="0"/>
              <a:t>报文</a:t>
            </a:r>
            <a:r>
              <a:rPr lang="zh-CN" altLang="en-US" dirty="0"/>
              <a:t>格式</a:t>
            </a:r>
            <a:endParaRPr lang="zh-CN" altLang="en-US" dirty="0" smtClean="0"/>
          </a:p>
        </p:txBody>
      </p:sp>
      <p:sp>
        <p:nvSpPr>
          <p:cNvPr id="240643" name="Rectangle 3"/>
          <p:cNvSpPr>
            <a:spLocks noGrp="1" noChangeArrowheads="1"/>
          </p:cNvSpPr>
          <p:nvPr>
            <p:ph idx="1"/>
          </p:nvPr>
        </p:nvSpPr>
        <p:spPr>
          <a:xfrm>
            <a:off x="442913" y="1266825"/>
            <a:ext cx="10801350" cy="4895850"/>
          </a:xfrm>
        </p:spPr>
        <p:txBody>
          <a:bodyPr/>
          <a:lstStyle/>
          <a:p>
            <a:pPr algn="just" eaLnBrk="1" hangingPunct="1"/>
            <a:r>
              <a:rPr lang="en-US" altLang="zh-CN" b="1" dirty="0" smtClean="0"/>
              <a:t>ICMP </a:t>
            </a:r>
            <a:r>
              <a:rPr lang="zh-CN" altLang="en-US" b="1" dirty="0" smtClean="0"/>
              <a:t>报文的前 </a:t>
            </a:r>
            <a:r>
              <a:rPr lang="en-US" altLang="zh-CN" b="1" dirty="0" smtClean="0"/>
              <a:t>4 </a:t>
            </a:r>
            <a:r>
              <a:rPr lang="zh-CN" altLang="en-US" b="1" dirty="0" smtClean="0"/>
              <a:t>个字节是统一的格式，共有三个字段：</a:t>
            </a:r>
            <a:r>
              <a:rPr lang="zh-CN" altLang="en-US" b="1" dirty="0" smtClean="0">
                <a:solidFill>
                  <a:srgbClr val="FF0000"/>
                </a:solidFill>
              </a:rPr>
              <a:t>类型</a:t>
            </a:r>
            <a:r>
              <a:rPr lang="zh-CN" altLang="en-US" b="1" dirty="0" smtClean="0"/>
              <a:t>、</a:t>
            </a:r>
            <a:r>
              <a:rPr lang="zh-CN" altLang="en-US" b="1" dirty="0" smtClean="0">
                <a:solidFill>
                  <a:srgbClr val="FF0000"/>
                </a:solidFill>
              </a:rPr>
              <a:t>代码</a:t>
            </a:r>
            <a:r>
              <a:rPr lang="zh-CN" altLang="en-US" b="1" dirty="0" smtClean="0"/>
              <a:t>和</a:t>
            </a:r>
            <a:r>
              <a:rPr lang="zh-CN" altLang="en-US" b="1" dirty="0" smtClean="0">
                <a:solidFill>
                  <a:srgbClr val="FF0000"/>
                </a:solidFill>
              </a:rPr>
              <a:t>检验和</a:t>
            </a:r>
            <a:r>
              <a:rPr lang="zh-CN" altLang="en-US" b="1" dirty="0" smtClean="0"/>
              <a:t>。接着的 </a:t>
            </a:r>
            <a:r>
              <a:rPr lang="en-US" altLang="zh-CN" b="1" dirty="0" smtClean="0"/>
              <a:t>4 </a:t>
            </a:r>
            <a:r>
              <a:rPr lang="zh-CN" altLang="en-US" b="1" dirty="0" smtClean="0"/>
              <a:t>个字节的内容与 </a:t>
            </a:r>
            <a:r>
              <a:rPr lang="en-US" altLang="zh-CN" b="1" dirty="0" smtClean="0"/>
              <a:t>ICMP </a:t>
            </a:r>
            <a:r>
              <a:rPr lang="zh-CN" altLang="en-US" b="1" dirty="0" smtClean="0"/>
              <a:t>的类型有关。这 </a:t>
            </a:r>
            <a:r>
              <a:rPr lang="en-US" altLang="zh-CN" b="1" dirty="0" smtClean="0">
                <a:solidFill>
                  <a:srgbClr val="FF0000"/>
                </a:solidFill>
              </a:rPr>
              <a:t>8 </a:t>
            </a:r>
            <a:r>
              <a:rPr lang="zh-CN" altLang="en-US" b="1" dirty="0" smtClean="0">
                <a:solidFill>
                  <a:srgbClr val="FF0000"/>
                </a:solidFill>
              </a:rPr>
              <a:t>个字节</a:t>
            </a:r>
            <a:r>
              <a:rPr lang="zh-CN" altLang="en-US" b="1" dirty="0" smtClean="0"/>
              <a:t>构成了 </a:t>
            </a:r>
            <a:r>
              <a:rPr lang="en-US" altLang="zh-CN" b="1" dirty="0" smtClean="0"/>
              <a:t>ICMP </a:t>
            </a:r>
            <a:r>
              <a:rPr lang="zh-CN" altLang="en-US" b="1" dirty="0" smtClean="0"/>
              <a:t>报文的</a:t>
            </a:r>
            <a:r>
              <a:rPr lang="zh-CN" altLang="en-US" b="1" dirty="0" smtClean="0">
                <a:solidFill>
                  <a:srgbClr val="FF0000"/>
                </a:solidFill>
              </a:rPr>
              <a:t>首部</a:t>
            </a:r>
            <a:r>
              <a:rPr lang="zh-CN" altLang="en-US" b="1" dirty="0" smtClean="0"/>
              <a:t>。最后面是数据字段，其长度取决于 </a:t>
            </a:r>
            <a:r>
              <a:rPr lang="en-US" altLang="zh-CN" b="1" dirty="0" smtClean="0"/>
              <a:t>ICMP </a:t>
            </a:r>
            <a:r>
              <a:rPr lang="zh-CN" altLang="en-US" b="1" dirty="0" smtClean="0"/>
              <a:t>的类型。</a:t>
            </a:r>
          </a:p>
        </p:txBody>
      </p:sp>
    </p:spTree>
    <p:extLst>
      <p:ext uri="{BB962C8B-B14F-4D97-AF65-F5344CB8AC3E}">
        <p14:creationId xmlns:p14="http://schemas.microsoft.com/office/powerpoint/2010/main" val="1213564472"/>
      </p:ext>
    </p:extLst>
  </p:cSld>
  <p:clrMapOvr>
    <a:masterClrMapping/>
  </p:clrMapOvr>
  <p:transition spd="slow"/>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ChangeArrowheads="1"/>
          </p:cNvSpPr>
          <p:nvPr>
            <p:ph type="title"/>
          </p:nvPr>
        </p:nvSpPr>
        <p:spPr/>
        <p:txBody>
          <a:bodyPr/>
          <a:lstStyle/>
          <a:p>
            <a:pPr eaLnBrk="1" hangingPunct="1"/>
            <a:r>
              <a:rPr lang="en-US" altLang="zh-CN" dirty="0" smtClean="0"/>
              <a:t>4.4.1 ICMP </a:t>
            </a:r>
            <a:r>
              <a:rPr lang="zh-CN" altLang="en-US" dirty="0" smtClean="0"/>
              <a:t>报文的种类</a:t>
            </a:r>
          </a:p>
        </p:txBody>
      </p:sp>
      <p:sp>
        <p:nvSpPr>
          <p:cNvPr id="240643" name="Rectangle 3"/>
          <p:cNvSpPr>
            <a:spLocks noGrp="1" noChangeArrowheads="1"/>
          </p:cNvSpPr>
          <p:nvPr>
            <p:ph idx="1"/>
          </p:nvPr>
        </p:nvSpPr>
        <p:spPr>
          <a:xfrm>
            <a:off x="442913" y="1266825"/>
            <a:ext cx="10801350" cy="4895850"/>
          </a:xfrm>
        </p:spPr>
        <p:txBody>
          <a:bodyPr/>
          <a:lstStyle/>
          <a:p>
            <a:pPr algn="just" eaLnBrk="1" hangingPunct="1"/>
            <a:r>
              <a:rPr lang="en-US" altLang="zh-CN" b="1" dirty="0"/>
              <a:t>ICMP </a:t>
            </a:r>
            <a:r>
              <a:rPr lang="zh-CN" altLang="en-US" b="1" dirty="0" smtClean="0"/>
              <a:t>报文分为两类：</a:t>
            </a:r>
            <a:r>
              <a:rPr lang="en-US" altLang="zh-CN" b="1" dirty="0" smtClean="0"/>
              <a:t>ICMP </a:t>
            </a:r>
            <a:r>
              <a:rPr lang="zh-CN" altLang="en-US" b="1" dirty="0">
                <a:solidFill>
                  <a:srgbClr val="FF0000"/>
                </a:solidFill>
              </a:rPr>
              <a:t>差错报告</a:t>
            </a:r>
            <a:r>
              <a:rPr lang="zh-CN" altLang="en-US" b="1" dirty="0"/>
              <a:t>报文和 </a:t>
            </a:r>
            <a:r>
              <a:rPr lang="en-US" altLang="zh-CN" b="1" dirty="0"/>
              <a:t>ICMP </a:t>
            </a:r>
            <a:r>
              <a:rPr lang="zh-CN" altLang="en-US" b="1" dirty="0">
                <a:solidFill>
                  <a:srgbClr val="FF0000"/>
                </a:solidFill>
              </a:rPr>
              <a:t>询问</a:t>
            </a:r>
            <a:r>
              <a:rPr lang="zh-CN" altLang="en-US" b="1" dirty="0"/>
              <a:t>报文。每</a:t>
            </a:r>
            <a:r>
              <a:rPr lang="zh-CN" altLang="en-US" b="1" dirty="0" smtClean="0"/>
              <a:t>一类</a:t>
            </a:r>
            <a:r>
              <a:rPr lang="zh-CN" altLang="en-US" b="1" dirty="0"/>
              <a:t>又细分为不同的类型</a:t>
            </a:r>
            <a:r>
              <a:rPr lang="zh-CN" altLang="en-US" b="1" dirty="0" smtClean="0"/>
              <a:t>。</a:t>
            </a:r>
            <a:endParaRPr lang="en-US" altLang="zh-CN" b="1" dirty="0" smtClean="0">
              <a:solidFill>
                <a:srgbClr val="FF0000"/>
              </a:solidFill>
            </a:endParaRPr>
          </a:p>
        </p:txBody>
      </p:sp>
      <p:graphicFrame>
        <p:nvGraphicFramePr>
          <p:cNvPr id="4" name="表格 3"/>
          <p:cNvGraphicFramePr>
            <a:graphicFrameLocks noGrp="1"/>
          </p:cNvGraphicFramePr>
          <p:nvPr>
            <p:extLst>
              <p:ext uri="{D42A27DB-BD31-4B8C-83A1-F6EECF244321}">
                <p14:modId xmlns:p14="http://schemas.microsoft.com/office/powerpoint/2010/main" val="886182544"/>
              </p:ext>
            </p:extLst>
          </p:nvPr>
        </p:nvGraphicFramePr>
        <p:xfrm>
          <a:off x="1846081" y="3414698"/>
          <a:ext cx="8570399" cy="3038637"/>
        </p:xfrm>
        <a:graphic>
          <a:graphicData uri="http://schemas.openxmlformats.org/drawingml/2006/table">
            <a:tbl>
              <a:tblPr firstRow="1" firstCol="1">
                <a:tableStyleId>{5C22544A-7EE6-4342-B048-85BDC9FD1C3A}</a:tableStyleId>
              </a:tblPr>
              <a:tblGrid>
                <a:gridCol w="2058181">
                  <a:extLst>
                    <a:ext uri="{9D8B030D-6E8A-4147-A177-3AD203B41FA5}">
                      <a16:colId xmlns="" xmlns:a16="http://schemas.microsoft.com/office/drawing/2014/main" val="2577757187"/>
                    </a:ext>
                  </a:extLst>
                </a:gridCol>
                <a:gridCol w="1688353">
                  <a:extLst>
                    <a:ext uri="{9D8B030D-6E8A-4147-A177-3AD203B41FA5}">
                      <a16:colId xmlns="" xmlns:a16="http://schemas.microsoft.com/office/drawing/2014/main" val="2504039375"/>
                    </a:ext>
                  </a:extLst>
                </a:gridCol>
                <a:gridCol w="4823865">
                  <a:extLst>
                    <a:ext uri="{9D8B030D-6E8A-4147-A177-3AD203B41FA5}">
                      <a16:colId xmlns="" xmlns:a16="http://schemas.microsoft.com/office/drawing/2014/main" val="4253697781"/>
                    </a:ext>
                  </a:extLst>
                </a:gridCol>
              </a:tblGrid>
              <a:tr h="556305">
                <a:tc>
                  <a:txBody>
                    <a:bodyPr/>
                    <a:lstStyle/>
                    <a:p>
                      <a:pPr algn="ctr">
                        <a:lnSpc>
                          <a:spcPts val="1600"/>
                        </a:lnSpc>
                        <a:spcAft>
                          <a:spcPts val="0"/>
                        </a:spcAft>
                      </a:pPr>
                      <a:r>
                        <a:rPr lang="en-US" sz="2000" b="1" kern="500" dirty="0" smtClean="0">
                          <a:effectLst/>
                          <a:latin typeface="微软雅黑" panose="020B0503020204020204" pitchFamily="34" charset="-122"/>
                          <a:ea typeface="微软雅黑" panose="020B0503020204020204" pitchFamily="34" charset="-122"/>
                        </a:rPr>
                        <a:t>ICMP </a:t>
                      </a:r>
                      <a:r>
                        <a:rPr lang="zh-CN" sz="2000" b="1" kern="500" dirty="0" smtClean="0">
                          <a:effectLst/>
                          <a:latin typeface="微软雅黑" panose="020B0503020204020204" pitchFamily="34" charset="-122"/>
                          <a:ea typeface="微软雅黑" panose="020B0503020204020204" pitchFamily="34" charset="-122"/>
                        </a:rPr>
                        <a:t>报文</a:t>
                      </a:r>
                      <a:r>
                        <a:rPr lang="zh-CN" sz="2000" b="1" kern="500" dirty="0">
                          <a:effectLst/>
                          <a:latin typeface="微软雅黑" panose="020B0503020204020204" pitchFamily="34" charset="-122"/>
                          <a:ea typeface="微软雅黑" panose="020B0503020204020204" pitchFamily="34" charset="-122"/>
                        </a:rPr>
                        <a:t>种类</a:t>
                      </a:r>
                      <a:endParaRPr lang="zh-CN" sz="2000" b="1" kern="5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1600"/>
                        </a:lnSpc>
                        <a:spcAft>
                          <a:spcPts val="0"/>
                        </a:spcAft>
                      </a:pPr>
                      <a:r>
                        <a:rPr lang="zh-CN" sz="2000" b="1" kern="500" dirty="0" smtClean="0">
                          <a:effectLst/>
                          <a:latin typeface="微软雅黑" panose="020B0503020204020204" pitchFamily="34" charset="-122"/>
                          <a:ea typeface="微软雅黑" panose="020B0503020204020204" pitchFamily="34" charset="-122"/>
                        </a:rPr>
                        <a:t>类型</a:t>
                      </a:r>
                      <a:r>
                        <a:rPr lang="zh-CN" altLang="en-US" sz="2000" b="1" kern="500" dirty="0" smtClean="0">
                          <a:effectLst/>
                          <a:latin typeface="微软雅黑" panose="020B0503020204020204" pitchFamily="34" charset="-122"/>
                          <a:ea typeface="微软雅黑" panose="020B0503020204020204" pitchFamily="34" charset="-122"/>
                        </a:rPr>
                        <a:t>字段</a:t>
                      </a:r>
                      <a:r>
                        <a:rPr lang="zh-CN" sz="2000" b="1" kern="500" dirty="0" smtClean="0">
                          <a:effectLst/>
                          <a:latin typeface="微软雅黑" panose="020B0503020204020204" pitchFamily="34" charset="-122"/>
                          <a:ea typeface="微软雅黑" panose="020B0503020204020204" pitchFamily="34" charset="-122"/>
                        </a:rPr>
                        <a:t>的</a:t>
                      </a:r>
                      <a:r>
                        <a:rPr lang="zh-CN" sz="2000" b="1" kern="500" dirty="0">
                          <a:effectLst/>
                          <a:latin typeface="微软雅黑" panose="020B0503020204020204" pitchFamily="34" charset="-122"/>
                          <a:ea typeface="微软雅黑" panose="020B0503020204020204" pitchFamily="34" charset="-122"/>
                        </a:rPr>
                        <a:t>值</a:t>
                      </a:r>
                      <a:endParaRPr lang="zh-CN" sz="2000" b="1" kern="5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1600"/>
                        </a:lnSpc>
                        <a:spcAft>
                          <a:spcPts val="0"/>
                        </a:spcAft>
                      </a:pPr>
                      <a:r>
                        <a:rPr lang="en-US" sz="2000" b="1" kern="500" dirty="0">
                          <a:effectLst/>
                          <a:latin typeface="微软雅黑" panose="020B0503020204020204" pitchFamily="34" charset="-122"/>
                          <a:ea typeface="微软雅黑" panose="020B0503020204020204" pitchFamily="34" charset="-122"/>
                        </a:rPr>
                        <a:t>ICMP</a:t>
                      </a:r>
                      <a:r>
                        <a:rPr lang="zh-CN" sz="2000" b="1" kern="500" dirty="0">
                          <a:effectLst/>
                          <a:latin typeface="微软雅黑" panose="020B0503020204020204" pitchFamily="34" charset="-122"/>
                          <a:ea typeface="微软雅黑" panose="020B0503020204020204" pitchFamily="34" charset="-122"/>
                        </a:rPr>
                        <a:t>报文的类型</a:t>
                      </a:r>
                      <a:endParaRPr lang="zh-CN" sz="2000" b="1" kern="5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 xmlns:a16="http://schemas.microsoft.com/office/drawing/2014/main" val="901984704"/>
                  </a:ext>
                </a:extLst>
              </a:tr>
              <a:tr h="413722">
                <a:tc rowSpan="4">
                  <a:txBody>
                    <a:bodyPr/>
                    <a:lstStyle/>
                    <a:p>
                      <a:pPr algn="ctr">
                        <a:lnSpc>
                          <a:spcPts val="1600"/>
                        </a:lnSpc>
                        <a:spcAft>
                          <a:spcPts val="0"/>
                        </a:spcAft>
                      </a:pPr>
                      <a:r>
                        <a:rPr lang="zh-CN" sz="2000" b="1" kern="500" dirty="0">
                          <a:effectLst/>
                          <a:latin typeface="微软雅黑" panose="020B0503020204020204" pitchFamily="34" charset="-122"/>
                          <a:ea typeface="微软雅黑" panose="020B0503020204020204" pitchFamily="34" charset="-122"/>
                        </a:rPr>
                        <a:t>差错报告报文</a:t>
                      </a:r>
                      <a:endParaRPr lang="zh-CN" sz="2000" b="1" kern="5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1600"/>
                        </a:lnSpc>
                        <a:spcAft>
                          <a:spcPts val="0"/>
                        </a:spcAft>
                      </a:pPr>
                      <a:r>
                        <a:rPr lang="en-US" sz="2000" b="1" kern="500" dirty="0" smtClean="0">
                          <a:solidFill>
                            <a:srgbClr val="000000"/>
                          </a:solidFill>
                          <a:effectLst/>
                          <a:latin typeface="微软雅黑" panose="020B0503020204020204" pitchFamily="34" charset="-122"/>
                          <a:ea typeface="微软雅黑" panose="020B0503020204020204" pitchFamily="34" charset="-122"/>
                        </a:rPr>
                        <a:t> 3</a:t>
                      </a:r>
                      <a:endParaRPr lang="zh-CN" sz="2000" b="1" kern="50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1600"/>
                        </a:lnSpc>
                        <a:spcAft>
                          <a:spcPts val="0"/>
                        </a:spcAft>
                      </a:pPr>
                      <a:r>
                        <a:rPr lang="zh-CN" sz="2000" b="1" kern="500" dirty="0">
                          <a:solidFill>
                            <a:srgbClr val="000000"/>
                          </a:solidFill>
                          <a:effectLst/>
                          <a:latin typeface="微软雅黑" panose="020B0503020204020204" pitchFamily="34" charset="-122"/>
                          <a:ea typeface="微软雅黑" panose="020B0503020204020204" pitchFamily="34" charset="-122"/>
                        </a:rPr>
                        <a:t>终点不可达</a:t>
                      </a:r>
                      <a:endParaRPr lang="zh-CN" sz="2000" b="1" kern="50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 xmlns:a16="http://schemas.microsoft.com/office/drawing/2014/main" val="3722480891"/>
                  </a:ext>
                </a:extLst>
              </a:tr>
              <a:tr h="413722">
                <a:tc vMerge="1">
                  <a:txBody>
                    <a:bodyPr/>
                    <a:lstStyle/>
                    <a:p>
                      <a:endParaRPr lang="zh-CN" altLang="en-US"/>
                    </a:p>
                  </a:txBody>
                  <a:tcPr/>
                </a:tc>
                <a:tc>
                  <a:txBody>
                    <a:bodyPr/>
                    <a:lstStyle/>
                    <a:p>
                      <a:pPr algn="ctr">
                        <a:lnSpc>
                          <a:spcPts val="1600"/>
                        </a:lnSpc>
                        <a:spcAft>
                          <a:spcPts val="0"/>
                        </a:spcAft>
                      </a:pPr>
                      <a:r>
                        <a:rPr lang="en-US" sz="2000" b="1" kern="500" dirty="0">
                          <a:solidFill>
                            <a:srgbClr val="000000"/>
                          </a:solidFill>
                          <a:effectLst/>
                          <a:latin typeface="微软雅黑" panose="020B0503020204020204" pitchFamily="34" charset="-122"/>
                          <a:ea typeface="微软雅黑" panose="020B0503020204020204" pitchFamily="34" charset="-122"/>
                        </a:rPr>
                        <a:t>11</a:t>
                      </a:r>
                      <a:endParaRPr lang="zh-CN" sz="2000" b="1" kern="50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1600"/>
                        </a:lnSpc>
                        <a:spcAft>
                          <a:spcPts val="0"/>
                        </a:spcAft>
                      </a:pPr>
                      <a:r>
                        <a:rPr lang="zh-CN" sz="2000" b="1" kern="500" dirty="0">
                          <a:solidFill>
                            <a:srgbClr val="000000"/>
                          </a:solidFill>
                          <a:effectLst/>
                          <a:latin typeface="微软雅黑" panose="020B0503020204020204" pitchFamily="34" charset="-122"/>
                          <a:ea typeface="微软雅黑" panose="020B0503020204020204" pitchFamily="34" charset="-122"/>
                        </a:rPr>
                        <a:t>时间超过</a:t>
                      </a:r>
                      <a:endParaRPr lang="zh-CN" sz="2000" b="1" kern="50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 xmlns:a16="http://schemas.microsoft.com/office/drawing/2014/main" val="2425218434"/>
                  </a:ext>
                </a:extLst>
              </a:tr>
              <a:tr h="413722">
                <a:tc vMerge="1">
                  <a:txBody>
                    <a:bodyPr/>
                    <a:lstStyle/>
                    <a:p>
                      <a:endParaRPr lang="zh-CN" altLang="en-US"/>
                    </a:p>
                  </a:txBody>
                  <a:tcPr/>
                </a:tc>
                <a:tc>
                  <a:txBody>
                    <a:bodyPr/>
                    <a:lstStyle/>
                    <a:p>
                      <a:pPr algn="ctr">
                        <a:lnSpc>
                          <a:spcPts val="1600"/>
                        </a:lnSpc>
                        <a:spcAft>
                          <a:spcPts val="0"/>
                        </a:spcAft>
                      </a:pPr>
                      <a:r>
                        <a:rPr lang="en-US" sz="2000" b="1" kern="500" dirty="0">
                          <a:solidFill>
                            <a:srgbClr val="000000"/>
                          </a:solidFill>
                          <a:effectLst/>
                          <a:latin typeface="微软雅黑" panose="020B0503020204020204" pitchFamily="34" charset="-122"/>
                          <a:ea typeface="微软雅黑" panose="020B0503020204020204" pitchFamily="34" charset="-122"/>
                        </a:rPr>
                        <a:t>12</a:t>
                      </a:r>
                      <a:endParaRPr lang="zh-CN" sz="2000" b="1" kern="50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1600"/>
                        </a:lnSpc>
                        <a:spcAft>
                          <a:spcPts val="0"/>
                        </a:spcAft>
                      </a:pPr>
                      <a:r>
                        <a:rPr lang="zh-CN" sz="2000" b="1" kern="500" dirty="0">
                          <a:solidFill>
                            <a:srgbClr val="000000"/>
                          </a:solidFill>
                          <a:effectLst/>
                          <a:latin typeface="微软雅黑" panose="020B0503020204020204" pitchFamily="34" charset="-122"/>
                          <a:ea typeface="微软雅黑" panose="020B0503020204020204" pitchFamily="34" charset="-122"/>
                        </a:rPr>
                        <a:t>参数问题</a:t>
                      </a:r>
                      <a:endParaRPr lang="zh-CN" sz="2000" b="1" kern="50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 xmlns:a16="http://schemas.microsoft.com/office/drawing/2014/main" val="1743133543"/>
                  </a:ext>
                </a:extLst>
              </a:tr>
              <a:tr h="413722">
                <a:tc vMerge="1">
                  <a:txBody>
                    <a:bodyPr/>
                    <a:lstStyle/>
                    <a:p>
                      <a:endParaRPr lang="zh-CN" altLang="en-US"/>
                    </a:p>
                  </a:txBody>
                  <a:tcPr/>
                </a:tc>
                <a:tc>
                  <a:txBody>
                    <a:bodyPr/>
                    <a:lstStyle/>
                    <a:p>
                      <a:pPr algn="ctr">
                        <a:lnSpc>
                          <a:spcPts val="1600"/>
                        </a:lnSpc>
                        <a:spcAft>
                          <a:spcPts val="0"/>
                        </a:spcAft>
                      </a:pPr>
                      <a:r>
                        <a:rPr lang="en-US" sz="2000" b="1" kern="500" dirty="0" smtClean="0">
                          <a:solidFill>
                            <a:srgbClr val="000000"/>
                          </a:solidFill>
                          <a:effectLst/>
                          <a:latin typeface="微软雅黑" panose="020B0503020204020204" pitchFamily="34" charset="-122"/>
                          <a:ea typeface="微软雅黑" panose="020B0503020204020204" pitchFamily="34" charset="-122"/>
                        </a:rPr>
                        <a:t>5</a:t>
                      </a:r>
                      <a:endParaRPr lang="zh-CN" sz="2000" b="1" kern="50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1600"/>
                        </a:lnSpc>
                        <a:spcAft>
                          <a:spcPts val="0"/>
                        </a:spcAft>
                      </a:pPr>
                      <a:r>
                        <a:rPr lang="zh-CN" sz="2000" b="1" kern="500" dirty="0">
                          <a:solidFill>
                            <a:srgbClr val="000000"/>
                          </a:solidFill>
                          <a:effectLst/>
                          <a:latin typeface="微软雅黑" panose="020B0503020204020204" pitchFamily="34" charset="-122"/>
                          <a:ea typeface="微软雅黑" panose="020B0503020204020204" pitchFamily="34" charset="-122"/>
                        </a:rPr>
                        <a:t>改变</a:t>
                      </a:r>
                      <a:r>
                        <a:rPr lang="zh-CN" sz="2000" b="1" kern="500" dirty="0" smtClean="0">
                          <a:solidFill>
                            <a:srgbClr val="000000"/>
                          </a:solidFill>
                          <a:effectLst/>
                          <a:latin typeface="微软雅黑" panose="020B0503020204020204" pitchFamily="34" charset="-122"/>
                          <a:ea typeface="微软雅黑" panose="020B0503020204020204" pitchFamily="34" charset="-122"/>
                        </a:rPr>
                        <a:t>路由</a:t>
                      </a:r>
                      <a:r>
                        <a:rPr lang="en-US" altLang="zh-CN" sz="2000" b="1" kern="500" dirty="0" smtClean="0">
                          <a:solidFill>
                            <a:srgbClr val="000000"/>
                          </a:solidFill>
                          <a:effectLst/>
                          <a:latin typeface="微软雅黑" panose="020B0503020204020204" pitchFamily="34" charset="-122"/>
                          <a:ea typeface="微软雅黑" panose="020B0503020204020204" pitchFamily="34" charset="-122"/>
                        </a:rPr>
                        <a:t> </a:t>
                      </a:r>
                      <a:r>
                        <a:rPr lang="en-US" sz="2000" b="1" kern="500" dirty="0" smtClean="0">
                          <a:solidFill>
                            <a:srgbClr val="000000"/>
                          </a:solidFill>
                          <a:effectLst/>
                          <a:latin typeface="微软雅黑" panose="020B0503020204020204" pitchFamily="34" charset="-122"/>
                          <a:ea typeface="微软雅黑" panose="020B0503020204020204" pitchFamily="34" charset="-122"/>
                        </a:rPr>
                        <a:t>(</a:t>
                      </a:r>
                      <a:r>
                        <a:rPr lang="en-US" sz="2000" b="1" kern="500" dirty="0">
                          <a:solidFill>
                            <a:srgbClr val="000000"/>
                          </a:solidFill>
                          <a:effectLst/>
                          <a:latin typeface="微软雅黑" panose="020B0503020204020204" pitchFamily="34" charset="-122"/>
                          <a:ea typeface="微软雅黑" panose="020B0503020204020204" pitchFamily="34" charset="-122"/>
                        </a:rPr>
                        <a:t>Redirect)</a:t>
                      </a:r>
                      <a:endParaRPr lang="zh-CN" sz="2000" b="1" kern="50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 xmlns:a16="http://schemas.microsoft.com/office/drawing/2014/main" val="1321176566"/>
                  </a:ext>
                </a:extLst>
              </a:tr>
              <a:tr h="413722">
                <a:tc rowSpan="2">
                  <a:txBody>
                    <a:bodyPr/>
                    <a:lstStyle/>
                    <a:p>
                      <a:pPr algn="ctr">
                        <a:lnSpc>
                          <a:spcPts val="1600"/>
                        </a:lnSpc>
                        <a:spcAft>
                          <a:spcPts val="0"/>
                        </a:spcAft>
                      </a:pPr>
                      <a:r>
                        <a:rPr lang="zh-CN" sz="2000" b="1" kern="500" dirty="0">
                          <a:effectLst/>
                          <a:latin typeface="微软雅黑" panose="020B0503020204020204" pitchFamily="34" charset="-122"/>
                          <a:ea typeface="微软雅黑" panose="020B0503020204020204" pitchFamily="34" charset="-122"/>
                        </a:rPr>
                        <a:t>询问报文</a:t>
                      </a:r>
                      <a:endParaRPr lang="zh-CN" sz="2000" b="1" kern="5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1600"/>
                        </a:lnSpc>
                        <a:spcAft>
                          <a:spcPts val="0"/>
                        </a:spcAft>
                      </a:pPr>
                      <a:r>
                        <a:rPr lang="en-US" sz="2000" b="1" kern="500" dirty="0" smtClean="0">
                          <a:solidFill>
                            <a:srgbClr val="000000"/>
                          </a:solidFill>
                          <a:effectLst/>
                          <a:latin typeface="微软雅黑" panose="020B0503020204020204" pitchFamily="34" charset="-122"/>
                          <a:ea typeface="微软雅黑" panose="020B0503020204020204" pitchFamily="34" charset="-122"/>
                        </a:rPr>
                        <a:t>8 </a:t>
                      </a:r>
                      <a:r>
                        <a:rPr lang="zh-CN" sz="2000" b="1" kern="500" dirty="0" smtClean="0">
                          <a:solidFill>
                            <a:srgbClr val="000000"/>
                          </a:solidFill>
                          <a:effectLst/>
                          <a:latin typeface="微软雅黑" panose="020B0503020204020204" pitchFamily="34" charset="-122"/>
                          <a:ea typeface="微软雅黑" panose="020B0503020204020204" pitchFamily="34" charset="-122"/>
                        </a:rPr>
                        <a:t>或</a:t>
                      </a:r>
                      <a:r>
                        <a:rPr lang="en-US" altLang="zh-CN" sz="2000" b="1" kern="500" dirty="0" smtClean="0">
                          <a:solidFill>
                            <a:srgbClr val="000000"/>
                          </a:solidFill>
                          <a:effectLst/>
                          <a:latin typeface="微软雅黑" panose="020B0503020204020204" pitchFamily="34" charset="-122"/>
                          <a:ea typeface="微软雅黑" panose="020B0503020204020204" pitchFamily="34" charset="-122"/>
                        </a:rPr>
                        <a:t> </a:t>
                      </a:r>
                      <a:r>
                        <a:rPr lang="en-US" sz="2000" b="1" kern="500" dirty="0" smtClean="0">
                          <a:solidFill>
                            <a:srgbClr val="000000"/>
                          </a:solidFill>
                          <a:effectLst/>
                          <a:latin typeface="微软雅黑" panose="020B0503020204020204" pitchFamily="34" charset="-122"/>
                          <a:ea typeface="微软雅黑" panose="020B0503020204020204" pitchFamily="34" charset="-122"/>
                        </a:rPr>
                        <a:t>0</a:t>
                      </a:r>
                      <a:endParaRPr lang="zh-CN" sz="2000" b="1" kern="50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1600"/>
                        </a:lnSpc>
                        <a:spcAft>
                          <a:spcPts val="0"/>
                        </a:spcAft>
                      </a:pPr>
                      <a:r>
                        <a:rPr lang="zh-CN" sz="2000" b="1" kern="500" dirty="0" smtClean="0">
                          <a:solidFill>
                            <a:srgbClr val="000000"/>
                          </a:solidFill>
                          <a:effectLst/>
                          <a:latin typeface="微软雅黑" panose="020B0503020204020204" pitchFamily="34" charset="-122"/>
                          <a:ea typeface="微软雅黑" panose="020B0503020204020204" pitchFamily="34" charset="-122"/>
                        </a:rPr>
                        <a:t>回送</a:t>
                      </a:r>
                      <a:r>
                        <a:rPr lang="en-US" altLang="zh-CN" sz="2000" b="1" kern="500" dirty="0" smtClean="0">
                          <a:solidFill>
                            <a:srgbClr val="000000"/>
                          </a:solidFill>
                          <a:effectLst/>
                          <a:latin typeface="微软雅黑" panose="020B0503020204020204" pitchFamily="34" charset="-122"/>
                          <a:ea typeface="微软雅黑" panose="020B0503020204020204" pitchFamily="34" charset="-122"/>
                        </a:rPr>
                        <a:t> </a:t>
                      </a:r>
                      <a:r>
                        <a:rPr lang="en-US" sz="2000" b="1" kern="500" dirty="0" smtClean="0">
                          <a:solidFill>
                            <a:srgbClr val="000000"/>
                          </a:solidFill>
                          <a:effectLst/>
                          <a:latin typeface="微软雅黑" panose="020B0503020204020204" pitchFamily="34" charset="-122"/>
                          <a:ea typeface="微软雅黑" panose="020B0503020204020204" pitchFamily="34" charset="-122"/>
                        </a:rPr>
                        <a:t>(Echo) </a:t>
                      </a:r>
                      <a:r>
                        <a:rPr lang="zh-CN" sz="2000" b="1" kern="500" dirty="0" smtClean="0">
                          <a:solidFill>
                            <a:srgbClr val="000000"/>
                          </a:solidFill>
                          <a:effectLst/>
                          <a:latin typeface="微软雅黑" panose="020B0503020204020204" pitchFamily="34" charset="-122"/>
                          <a:ea typeface="微软雅黑" panose="020B0503020204020204" pitchFamily="34" charset="-122"/>
                        </a:rPr>
                        <a:t>请求或</a:t>
                      </a:r>
                      <a:r>
                        <a:rPr lang="zh-CN" altLang="en-US" sz="2000" b="1" kern="500" dirty="0" smtClean="0">
                          <a:solidFill>
                            <a:srgbClr val="000000"/>
                          </a:solidFill>
                          <a:effectLst/>
                          <a:latin typeface="微软雅黑" panose="020B0503020204020204" pitchFamily="34" charset="-122"/>
                          <a:ea typeface="微软雅黑" panose="020B0503020204020204" pitchFamily="34" charset="-122"/>
                        </a:rPr>
                        <a:t>回送</a:t>
                      </a:r>
                      <a:r>
                        <a:rPr lang="zh-CN" sz="2000" b="1" kern="500" dirty="0" smtClean="0">
                          <a:solidFill>
                            <a:srgbClr val="000000"/>
                          </a:solidFill>
                          <a:effectLst/>
                          <a:latin typeface="微软雅黑" panose="020B0503020204020204" pitchFamily="34" charset="-122"/>
                          <a:ea typeface="微软雅黑" panose="020B0503020204020204" pitchFamily="34" charset="-122"/>
                        </a:rPr>
                        <a:t>回答</a:t>
                      </a:r>
                      <a:endParaRPr lang="zh-CN" sz="2000" b="1" kern="50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 xmlns:a16="http://schemas.microsoft.com/office/drawing/2014/main" val="2266132482"/>
                  </a:ext>
                </a:extLst>
              </a:tr>
              <a:tr h="413722">
                <a:tc vMerge="1">
                  <a:txBody>
                    <a:bodyPr/>
                    <a:lstStyle/>
                    <a:p>
                      <a:endParaRPr lang="zh-CN" altLang="en-US"/>
                    </a:p>
                  </a:txBody>
                  <a:tcPr/>
                </a:tc>
                <a:tc>
                  <a:txBody>
                    <a:bodyPr/>
                    <a:lstStyle/>
                    <a:p>
                      <a:pPr algn="ctr">
                        <a:lnSpc>
                          <a:spcPts val="1600"/>
                        </a:lnSpc>
                        <a:spcAft>
                          <a:spcPts val="0"/>
                        </a:spcAft>
                      </a:pPr>
                      <a:r>
                        <a:rPr lang="en-US" sz="2000" b="1" kern="500" dirty="0" smtClean="0">
                          <a:solidFill>
                            <a:srgbClr val="000000"/>
                          </a:solidFill>
                          <a:effectLst/>
                          <a:latin typeface="微软雅黑" panose="020B0503020204020204" pitchFamily="34" charset="-122"/>
                          <a:ea typeface="微软雅黑" panose="020B0503020204020204" pitchFamily="34" charset="-122"/>
                        </a:rPr>
                        <a:t>13 </a:t>
                      </a:r>
                      <a:r>
                        <a:rPr lang="zh-CN" sz="2000" b="1" kern="500" dirty="0" smtClean="0">
                          <a:solidFill>
                            <a:srgbClr val="000000"/>
                          </a:solidFill>
                          <a:effectLst/>
                          <a:latin typeface="微软雅黑" panose="020B0503020204020204" pitchFamily="34" charset="-122"/>
                          <a:ea typeface="微软雅黑" panose="020B0503020204020204" pitchFamily="34" charset="-122"/>
                        </a:rPr>
                        <a:t>或</a:t>
                      </a:r>
                      <a:r>
                        <a:rPr lang="en-US" altLang="zh-CN" sz="2000" b="1" kern="500" dirty="0" smtClean="0">
                          <a:solidFill>
                            <a:srgbClr val="000000"/>
                          </a:solidFill>
                          <a:effectLst/>
                          <a:latin typeface="微软雅黑" panose="020B0503020204020204" pitchFamily="34" charset="-122"/>
                          <a:ea typeface="微软雅黑" panose="020B0503020204020204" pitchFamily="34" charset="-122"/>
                        </a:rPr>
                        <a:t> </a:t>
                      </a:r>
                      <a:r>
                        <a:rPr lang="en-US" sz="2000" b="1" kern="500" dirty="0" smtClean="0">
                          <a:solidFill>
                            <a:srgbClr val="000000"/>
                          </a:solidFill>
                          <a:effectLst/>
                          <a:latin typeface="微软雅黑" panose="020B0503020204020204" pitchFamily="34" charset="-122"/>
                          <a:ea typeface="微软雅黑" panose="020B0503020204020204" pitchFamily="34" charset="-122"/>
                        </a:rPr>
                        <a:t>14</a:t>
                      </a:r>
                      <a:endParaRPr lang="zh-CN" sz="2000" b="1" kern="50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1600"/>
                        </a:lnSpc>
                        <a:spcAft>
                          <a:spcPts val="0"/>
                        </a:spcAft>
                      </a:pPr>
                      <a:r>
                        <a:rPr lang="zh-CN" sz="2000" b="1" kern="500" dirty="0">
                          <a:solidFill>
                            <a:srgbClr val="000000"/>
                          </a:solidFill>
                          <a:effectLst/>
                          <a:latin typeface="微软雅黑" panose="020B0503020204020204" pitchFamily="34" charset="-122"/>
                          <a:ea typeface="微软雅黑" panose="020B0503020204020204" pitchFamily="34" charset="-122"/>
                        </a:rPr>
                        <a:t>时间</a:t>
                      </a:r>
                      <a:r>
                        <a:rPr lang="zh-CN" sz="2000" b="1" kern="500" dirty="0" smtClean="0">
                          <a:solidFill>
                            <a:srgbClr val="000000"/>
                          </a:solidFill>
                          <a:effectLst/>
                          <a:latin typeface="微软雅黑" panose="020B0503020204020204" pitchFamily="34" charset="-122"/>
                          <a:ea typeface="微软雅黑" panose="020B0503020204020204" pitchFamily="34" charset="-122"/>
                        </a:rPr>
                        <a:t>戳</a:t>
                      </a:r>
                      <a:r>
                        <a:rPr lang="en-US" altLang="zh-CN" sz="2000" b="1" kern="500" dirty="0" smtClean="0">
                          <a:solidFill>
                            <a:srgbClr val="000000"/>
                          </a:solidFill>
                          <a:effectLst/>
                          <a:latin typeface="微软雅黑" panose="020B0503020204020204" pitchFamily="34" charset="-122"/>
                          <a:ea typeface="微软雅黑" panose="020B0503020204020204" pitchFamily="34" charset="-122"/>
                        </a:rPr>
                        <a:t> </a:t>
                      </a:r>
                      <a:r>
                        <a:rPr lang="en-US" sz="2000" b="1" kern="500" dirty="0" smtClean="0">
                          <a:solidFill>
                            <a:srgbClr val="000000"/>
                          </a:solidFill>
                          <a:effectLst/>
                          <a:latin typeface="微软雅黑" panose="020B0503020204020204" pitchFamily="34" charset="-122"/>
                          <a:ea typeface="微软雅黑" panose="020B0503020204020204" pitchFamily="34" charset="-122"/>
                        </a:rPr>
                        <a:t>(</a:t>
                      </a:r>
                      <a:r>
                        <a:rPr lang="en-US" sz="2000" b="1" kern="500" dirty="0">
                          <a:solidFill>
                            <a:srgbClr val="000000"/>
                          </a:solidFill>
                          <a:effectLst/>
                          <a:latin typeface="微软雅黑" panose="020B0503020204020204" pitchFamily="34" charset="-122"/>
                          <a:ea typeface="微软雅黑" panose="020B0503020204020204" pitchFamily="34" charset="-122"/>
                        </a:rPr>
                        <a:t>Timestamp</a:t>
                      </a:r>
                      <a:r>
                        <a:rPr lang="en-US" sz="2000" b="1" kern="500" dirty="0" smtClean="0">
                          <a:solidFill>
                            <a:srgbClr val="000000"/>
                          </a:solidFill>
                          <a:effectLst/>
                          <a:latin typeface="微软雅黑" panose="020B0503020204020204" pitchFamily="34" charset="-122"/>
                          <a:ea typeface="微软雅黑" panose="020B0503020204020204" pitchFamily="34" charset="-122"/>
                        </a:rPr>
                        <a:t>) </a:t>
                      </a:r>
                      <a:r>
                        <a:rPr lang="zh-CN" sz="2000" b="1" kern="500" dirty="0" smtClean="0">
                          <a:solidFill>
                            <a:srgbClr val="000000"/>
                          </a:solidFill>
                          <a:effectLst/>
                          <a:latin typeface="微软雅黑" panose="020B0503020204020204" pitchFamily="34" charset="-122"/>
                          <a:ea typeface="微软雅黑" panose="020B0503020204020204" pitchFamily="34" charset="-122"/>
                        </a:rPr>
                        <a:t>请求或</a:t>
                      </a:r>
                      <a:r>
                        <a:rPr lang="zh-CN" altLang="en-US" sz="2000" b="1" kern="500" dirty="0" smtClean="0">
                          <a:solidFill>
                            <a:srgbClr val="000000"/>
                          </a:solidFill>
                          <a:effectLst/>
                          <a:latin typeface="微软雅黑" panose="020B0503020204020204" pitchFamily="34" charset="-122"/>
                          <a:ea typeface="微软雅黑" panose="020B0503020204020204" pitchFamily="34" charset="-122"/>
                        </a:rPr>
                        <a:t>时间戳</a:t>
                      </a:r>
                      <a:r>
                        <a:rPr lang="zh-CN" sz="2000" b="1" kern="500" dirty="0" smtClean="0">
                          <a:solidFill>
                            <a:srgbClr val="000000"/>
                          </a:solidFill>
                          <a:effectLst/>
                          <a:latin typeface="微软雅黑" panose="020B0503020204020204" pitchFamily="34" charset="-122"/>
                          <a:ea typeface="微软雅黑" panose="020B0503020204020204" pitchFamily="34" charset="-122"/>
                        </a:rPr>
                        <a:t>回答</a:t>
                      </a:r>
                      <a:endParaRPr lang="zh-CN" sz="2000" b="1" kern="50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 xmlns:a16="http://schemas.microsoft.com/office/drawing/2014/main" val="3810166473"/>
                  </a:ext>
                </a:extLst>
              </a:tr>
            </a:tbl>
          </a:graphicData>
        </a:graphic>
      </p:graphicFrame>
      <p:sp>
        <p:nvSpPr>
          <p:cNvPr id="5" name="矩形 4"/>
          <p:cNvSpPr/>
          <p:nvPr/>
        </p:nvSpPr>
        <p:spPr>
          <a:xfrm>
            <a:off x="4130114" y="2852936"/>
            <a:ext cx="3339376" cy="400110"/>
          </a:xfrm>
          <a:prstGeom prst="rect">
            <a:avLst/>
          </a:prstGeom>
        </p:spPr>
        <p:txBody>
          <a:bodyPr wrap="none">
            <a:spAutoFit/>
          </a:bodyPr>
          <a:lstStyle/>
          <a:p>
            <a:r>
              <a:rPr lang="zh-CN" altLang="en-US" sz="2000" b="1" dirty="0">
                <a:solidFill>
                  <a:srgbClr val="000000"/>
                </a:solidFill>
                <a:latin typeface="微软雅黑" panose="020B0503020204020204" pitchFamily="34" charset="-122"/>
                <a:ea typeface="微软雅黑" panose="020B0503020204020204" pitchFamily="34" charset="-122"/>
              </a:rPr>
              <a:t>几种常用</a:t>
            </a:r>
            <a:r>
              <a:rPr lang="zh-CN" altLang="en-US" sz="2000" b="1" dirty="0" smtClean="0">
                <a:solidFill>
                  <a:srgbClr val="000000"/>
                </a:solidFill>
                <a:latin typeface="微软雅黑" panose="020B0503020204020204" pitchFamily="34" charset="-122"/>
                <a:ea typeface="微软雅黑" panose="020B0503020204020204" pitchFamily="34" charset="-122"/>
              </a:rPr>
              <a:t>的 </a:t>
            </a:r>
            <a:r>
              <a:rPr lang="en-US" altLang="zh-CN" sz="2000" b="1" dirty="0" smtClean="0">
                <a:solidFill>
                  <a:srgbClr val="000000"/>
                </a:solidFill>
                <a:latin typeface="微软雅黑" panose="020B0503020204020204" pitchFamily="34" charset="-122"/>
                <a:ea typeface="微软雅黑" panose="020B0503020204020204" pitchFamily="34" charset="-122"/>
              </a:rPr>
              <a:t>ICMP </a:t>
            </a:r>
            <a:r>
              <a:rPr lang="zh-CN" altLang="en-US" sz="2000" b="1" dirty="0" smtClean="0">
                <a:solidFill>
                  <a:srgbClr val="000000"/>
                </a:solidFill>
                <a:latin typeface="微软雅黑" panose="020B0503020204020204" pitchFamily="34" charset="-122"/>
                <a:ea typeface="微软雅黑" panose="020B0503020204020204" pitchFamily="34" charset="-122"/>
              </a:rPr>
              <a:t>报文</a:t>
            </a:r>
            <a:r>
              <a:rPr lang="zh-CN" altLang="en-US" sz="2000" b="1" dirty="0">
                <a:solidFill>
                  <a:srgbClr val="000000"/>
                </a:solidFill>
                <a:latin typeface="微软雅黑" panose="020B0503020204020204" pitchFamily="34" charset="-122"/>
                <a:ea typeface="微软雅黑" panose="020B0503020204020204" pitchFamily="34" charset="-122"/>
              </a:rPr>
              <a:t>类型</a:t>
            </a:r>
          </a:p>
        </p:txBody>
      </p:sp>
    </p:spTree>
  </p:cSld>
  <p:clrMapOvr>
    <a:masterClrMapping/>
  </p:clrMapOvr>
  <p:transition spd="slow"/>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p:cNvSpPr>
            <a:spLocks noGrp="1" noChangeArrowheads="1"/>
          </p:cNvSpPr>
          <p:nvPr>
            <p:ph type="title"/>
          </p:nvPr>
        </p:nvSpPr>
        <p:spPr/>
        <p:txBody>
          <a:bodyPr/>
          <a:lstStyle/>
          <a:p>
            <a:pPr eaLnBrk="1" hangingPunct="1"/>
            <a:r>
              <a:rPr lang="en-US" altLang="zh-CN" dirty="0" smtClean="0"/>
              <a:t>ICMP </a:t>
            </a:r>
            <a:r>
              <a:rPr lang="zh-CN" altLang="en-US" dirty="0" smtClean="0"/>
              <a:t>差错报告报文的数据字段</a:t>
            </a:r>
          </a:p>
        </p:txBody>
      </p:sp>
      <p:sp>
        <p:nvSpPr>
          <p:cNvPr id="241667" name="Rectangle 2"/>
          <p:cNvSpPr>
            <a:spLocks noChangeArrowheads="1"/>
          </p:cNvSpPr>
          <p:nvPr/>
        </p:nvSpPr>
        <p:spPr bwMode="auto">
          <a:xfrm>
            <a:off x="2032000" y="4974555"/>
            <a:ext cx="4183063" cy="596900"/>
          </a:xfrm>
          <a:prstGeom prst="rect">
            <a:avLst/>
          </a:prstGeom>
          <a:solidFill>
            <a:srgbClr val="FFFF99"/>
          </a:solidFill>
          <a:ln w="12700">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41668" name="Rectangle 5"/>
          <p:cNvSpPr>
            <a:spLocks noChangeArrowheads="1"/>
          </p:cNvSpPr>
          <p:nvPr/>
        </p:nvSpPr>
        <p:spPr bwMode="auto">
          <a:xfrm>
            <a:off x="2724150" y="4974555"/>
            <a:ext cx="3490913" cy="596900"/>
          </a:xfrm>
          <a:prstGeom prst="rect">
            <a:avLst/>
          </a:prstGeom>
          <a:solidFill>
            <a:srgbClr val="CCECFF"/>
          </a:solidFill>
          <a:ln w="12700">
            <a:solidFill>
              <a:schemeClr val="tx2"/>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41669" name="Line 6"/>
          <p:cNvSpPr>
            <a:spLocks noChangeShapeType="1"/>
          </p:cNvSpPr>
          <p:nvPr/>
        </p:nvSpPr>
        <p:spPr bwMode="auto">
          <a:xfrm>
            <a:off x="2032000" y="5781005"/>
            <a:ext cx="4183063" cy="20638"/>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241670" name="Text Box 7"/>
          <p:cNvSpPr txBox="1">
            <a:spLocks noChangeArrowheads="1"/>
          </p:cNvSpPr>
          <p:nvPr/>
        </p:nvSpPr>
        <p:spPr bwMode="auto">
          <a:xfrm>
            <a:off x="2030833" y="5103143"/>
            <a:ext cx="70083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lnSpc>
                <a:spcPct val="80000"/>
              </a:lnSpc>
            </a:pPr>
            <a:r>
              <a:rPr kumimoji="1" lang="zh-CN" altLang="en-US" sz="2000" b="1">
                <a:solidFill>
                  <a:srgbClr val="333399"/>
                </a:solidFill>
                <a:latin typeface="Arial" charset="0"/>
                <a:ea typeface="黑体" pitchFamily="2" charset="-122"/>
              </a:rPr>
              <a:t>首部</a:t>
            </a:r>
          </a:p>
        </p:txBody>
      </p:sp>
      <p:sp>
        <p:nvSpPr>
          <p:cNvPr id="241671" name="Line 8"/>
          <p:cNvSpPr>
            <a:spLocks noChangeShapeType="1"/>
          </p:cNvSpPr>
          <p:nvPr/>
        </p:nvSpPr>
        <p:spPr bwMode="auto">
          <a:xfrm>
            <a:off x="2724150" y="4974555"/>
            <a:ext cx="0" cy="5969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241672" name="Rectangle 9"/>
          <p:cNvSpPr>
            <a:spLocks noChangeArrowheads="1"/>
          </p:cNvSpPr>
          <p:nvPr/>
        </p:nvSpPr>
        <p:spPr bwMode="auto">
          <a:xfrm>
            <a:off x="3582988" y="5630193"/>
            <a:ext cx="1120775" cy="311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241673" name="Text Box 10"/>
          <p:cNvSpPr txBox="1">
            <a:spLocks noChangeArrowheads="1"/>
          </p:cNvSpPr>
          <p:nvPr/>
        </p:nvSpPr>
        <p:spPr bwMode="auto">
          <a:xfrm>
            <a:off x="3530600" y="5552405"/>
            <a:ext cx="12557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IP </a:t>
            </a:r>
            <a:r>
              <a:rPr kumimoji="1" lang="zh-CN" altLang="en-US" sz="2000" b="1">
                <a:solidFill>
                  <a:srgbClr val="333399"/>
                </a:solidFill>
                <a:latin typeface="Arial" charset="0"/>
                <a:ea typeface="黑体" pitchFamily="2" charset="-122"/>
              </a:rPr>
              <a:t>数据报</a:t>
            </a:r>
          </a:p>
        </p:txBody>
      </p:sp>
      <p:sp>
        <p:nvSpPr>
          <p:cNvPr id="241674" name="Rectangle 11"/>
          <p:cNvSpPr>
            <a:spLocks noChangeArrowheads="1"/>
          </p:cNvSpPr>
          <p:nvPr/>
        </p:nvSpPr>
        <p:spPr bwMode="auto">
          <a:xfrm>
            <a:off x="2724150" y="3953793"/>
            <a:ext cx="3490913" cy="595312"/>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241675" name="Rectangle 12"/>
          <p:cNvSpPr>
            <a:spLocks noChangeArrowheads="1"/>
          </p:cNvSpPr>
          <p:nvPr/>
        </p:nvSpPr>
        <p:spPr bwMode="auto">
          <a:xfrm>
            <a:off x="2724150" y="3953793"/>
            <a:ext cx="3490913" cy="595312"/>
          </a:xfrm>
          <a:prstGeom prst="rect">
            <a:avLst/>
          </a:prstGeom>
          <a:solidFill>
            <a:srgbClr val="CCECFF"/>
          </a:solidFill>
          <a:ln w="12700">
            <a:solidFill>
              <a:schemeClr val="tx2"/>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41676" name="Text Box 13"/>
          <p:cNvSpPr txBox="1">
            <a:spLocks noChangeArrowheads="1"/>
          </p:cNvSpPr>
          <p:nvPr/>
        </p:nvSpPr>
        <p:spPr bwMode="auto">
          <a:xfrm>
            <a:off x="2642063" y="4098558"/>
            <a:ext cx="143771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lnSpc>
                <a:spcPct val="80000"/>
              </a:lnSpc>
            </a:pPr>
            <a:r>
              <a:rPr kumimoji="1" lang="en-US" altLang="zh-CN" sz="2000" b="1" dirty="0">
                <a:solidFill>
                  <a:srgbClr val="333399"/>
                </a:solidFill>
                <a:latin typeface="Arial" charset="0"/>
                <a:ea typeface="黑体" pitchFamily="2" charset="-122"/>
              </a:rPr>
              <a:t>ICMP </a:t>
            </a:r>
            <a:r>
              <a:rPr kumimoji="1" lang="zh-CN" altLang="en-US" sz="2000" b="1" dirty="0" smtClean="0">
                <a:solidFill>
                  <a:srgbClr val="333399"/>
                </a:solidFill>
                <a:latin typeface="Arial" charset="0"/>
                <a:ea typeface="黑体" pitchFamily="2" charset="-122"/>
              </a:rPr>
              <a:t>首部</a:t>
            </a:r>
            <a:endParaRPr kumimoji="1" lang="zh-CN" altLang="en-US" sz="2000" b="1" dirty="0">
              <a:solidFill>
                <a:srgbClr val="333399"/>
              </a:solidFill>
              <a:latin typeface="Arial" charset="0"/>
              <a:ea typeface="黑体" pitchFamily="2" charset="-122"/>
            </a:endParaRPr>
          </a:p>
        </p:txBody>
      </p:sp>
      <p:sp>
        <p:nvSpPr>
          <p:cNvPr id="241677" name="Line 14"/>
          <p:cNvSpPr>
            <a:spLocks noChangeShapeType="1"/>
          </p:cNvSpPr>
          <p:nvPr/>
        </p:nvSpPr>
        <p:spPr bwMode="auto">
          <a:xfrm>
            <a:off x="4000500" y="3953793"/>
            <a:ext cx="0" cy="59531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241678" name="Text Box 15"/>
          <p:cNvSpPr txBox="1">
            <a:spLocks noChangeArrowheads="1"/>
          </p:cNvSpPr>
          <p:nvPr/>
        </p:nvSpPr>
        <p:spPr bwMode="auto">
          <a:xfrm>
            <a:off x="6221413" y="5072980"/>
            <a:ext cx="34054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黑体" pitchFamily="2" charset="-122"/>
              </a:rPr>
              <a:t>装入 </a:t>
            </a:r>
            <a:r>
              <a:rPr kumimoji="1" lang="en-US" altLang="zh-CN" sz="2000" b="1">
                <a:solidFill>
                  <a:srgbClr val="333399"/>
                </a:solidFill>
                <a:latin typeface="Arial" charset="0"/>
                <a:ea typeface="黑体" pitchFamily="2" charset="-122"/>
              </a:rPr>
              <a:t>ICMP </a:t>
            </a:r>
            <a:r>
              <a:rPr kumimoji="1" lang="zh-CN" altLang="en-US" sz="2000" b="1">
                <a:solidFill>
                  <a:srgbClr val="333399"/>
                </a:solidFill>
                <a:latin typeface="Arial" charset="0"/>
                <a:ea typeface="黑体" pitchFamily="2" charset="-122"/>
              </a:rPr>
              <a:t>报文的 </a:t>
            </a:r>
            <a:r>
              <a:rPr kumimoji="1" lang="en-US" altLang="zh-CN" sz="2000" b="1">
                <a:solidFill>
                  <a:srgbClr val="333399"/>
                </a:solidFill>
                <a:latin typeface="Arial" charset="0"/>
                <a:ea typeface="黑体" pitchFamily="2" charset="-122"/>
              </a:rPr>
              <a:t>IP </a:t>
            </a:r>
            <a:r>
              <a:rPr kumimoji="1" lang="zh-CN" altLang="en-US" sz="2000" b="1">
                <a:solidFill>
                  <a:srgbClr val="333399"/>
                </a:solidFill>
                <a:latin typeface="Arial" charset="0"/>
                <a:ea typeface="黑体" pitchFamily="2" charset="-122"/>
              </a:rPr>
              <a:t>数据报</a:t>
            </a:r>
          </a:p>
        </p:txBody>
      </p:sp>
      <p:sp>
        <p:nvSpPr>
          <p:cNvPr id="241679" name="Rectangle 16"/>
          <p:cNvSpPr>
            <a:spLocks noChangeArrowheads="1"/>
          </p:cNvSpPr>
          <p:nvPr/>
        </p:nvSpPr>
        <p:spPr bwMode="auto">
          <a:xfrm>
            <a:off x="4000500" y="2931443"/>
            <a:ext cx="6046788" cy="596900"/>
          </a:xfrm>
          <a:prstGeom prst="rect">
            <a:avLst/>
          </a:prstGeom>
          <a:solidFill>
            <a:srgbClr val="FFFF99"/>
          </a:solidFill>
          <a:ln w="12700">
            <a:solidFill>
              <a:schemeClr val="tx2"/>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241680" name="Text Box 17"/>
          <p:cNvSpPr txBox="1">
            <a:spLocks noChangeArrowheads="1"/>
          </p:cNvSpPr>
          <p:nvPr/>
        </p:nvSpPr>
        <p:spPr bwMode="auto">
          <a:xfrm>
            <a:off x="4122738" y="2944143"/>
            <a:ext cx="1255712"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lnSpc>
                <a:spcPct val="80000"/>
              </a:lnSpc>
            </a:pPr>
            <a:r>
              <a:rPr kumimoji="1" lang="en-US" altLang="zh-CN" sz="2000" b="1">
                <a:solidFill>
                  <a:srgbClr val="333399"/>
                </a:solidFill>
                <a:latin typeface="Arial" charset="0"/>
                <a:ea typeface="黑体" pitchFamily="2" charset="-122"/>
              </a:rPr>
              <a:t>IP </a:t>
            </a:r>
            <a:r>
              <a:rPr kumimoji="1" lang="zh-CN" altLang="en-US" sz="2000" b="1">
                <a:solidFill>
                  <a:srgbClr val="333399"/>
                </a:solidFill>
                <a:latin typeface="Arial" charset="0"/>
                <a:ea typeface="黑体" pitchFamily="2" charset="-122"/>
              </a:rPr>
              <a:t>数据报</a:t>
            </a:r>
          </a:p>
          <a:p>
            <a:pPr algn="ctr" eaLnBrk="1" hangingPunct="1">
              <a:lnSpc>
                <a:spcPct val="80000"/>
              </a:lnSpc>
            </a:pPr>
            <a:r>
              <a:rPr kumimoji="1" lang="zh-CN" altLang="en-US" sz="2000" b="1">
                <a:solidFill>
                  <a:srgbClr val="333399"/>
                </a:solidFill>
                <a:latin typeface="Arial" charset="0"/>
                <a:ea typeface="黑体" pitchFamily="2" charset="-122"/>
              </a:rPr>
              <a:t>首部</a:t>
            </a:r>
          </a:p>
        </p:txBody>
      </p:sp>
      <p:sp>
        <p:nvSpPr>
          <p:cNvPr id="241681" name="Line 18"/>
          <p:cNvSpPr>
            <a:spLocks noChangeShapeType="1"/>
          </p:cNvSpPr>
          <p:nvPr/>
        </p:nvSpPr>
        <p:spPr bwMode="auto">
          <a:xfrm>
            <a:off x="5618163" y="2931443"/>
            <a:ext cx="0" cy="5969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241682" name="Text Box 19"/>
          <p:cNvSpPr txBox="1">
            <a:spLocks noChangeArrowheads="1"/>
          </p:cNvSpPr>
          <p:nvPr/>
        </p:nvSpPr>
        <p:spPr bwMode="auto">
          <a:xfrm>
            <a:off x="6310313" y="4064918"/>
            <a:ext cx="244028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ICMP </a:t>
            </a:r>
            <a:r>
              <a:rPr kumimoji="1" lang="zh-CN" altLang="en-US" sz="2000" b="1">
                <a:solidFill>
                  <a:srgbClr val="333399"/>
                </a:solidFill>
                <a:latin typeface="Arial" charset="0"/>
                <a:ea typeface="黑体" pitchFamily="2" charset="-122"/>
              </a:rPr>
              <a:t>差错报告报文</a:t>
            </a:r>
          </a:p>
        </p:txBody>
      </p:sp>
      <p:sp>
        <p:nvSpPr>
          <p:cNvPr id="241683" name="Text Box 20"/>
          <p:cNvSpPr txBox="1">
            <a:spLocks noChangeArrowheads="1"/>
          </p:cNvSpPr>
          <p:nvPr/>
        </p:nvSpPr>
        <p:spPr bwMode="auto">
          <a:xfrm>
            <a:off x="5583658" y="2936205"/>
            <a:ext cx="70083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lnSpc>
                <a:spcPct val="80000"/>
              </a:lnSpc>
            </a:pPr>
            <a:r>
              <a:rPr kumimoji="1" lang="en-US" altLang="zh-CN" sz="2000" b="1">
                <a:solidFill>
                  <a:srgbClr val="333399"/>
                </a:solidFill>
                <a:latin typeface="Arial" charset="0"/>
                <a:ea typeface="黑体" pitchFamily="2" charset="-122"/>
              </a:rPr>
              <a:t>8</a:t>
            </a:r>
          </a:p>
          <a:p>
            <a:pPr algn="ctr" eaLnBrk="1" hangingPunct="1">
              <a:lnSpc>
                <a:spcPct val="80000"/>
              </a:lnSpc>
            </a:pPr>
            <a:r>
              <a:rPr kumimoji="1" lang="zh-CN" altLang="en-US" sz="2000" b="1">
                <a:solidFill>
                  <a:srgbClr val="333399"/>
                </a:solidFill>
                <a:latin typeface="Arial" charset="0"/>
                <a:ea typeface="黑体" pitchFamily="2" charset="-122"/>
              </a:rPr>
              <a:t>字节</a:t>
            </a:r>
          </a:p>
        </p:txBody>
      </p:sp>
      <p:sp>
        <p:nvSpPr>
          <p:cNvPr id="241684" name="Line 21"/>
          <p:cNvSpPr>
            <a:spLocks noChangeShapeType="1"/>
          </p:cNvSpPr>
          <p:nvPr/>
        </p:nvSpPr>
        <p:spPr bwMode="auto">
          <a:xfrm>
            <a:off x="6215063" y="2931443"/>
            <a:ext cx="0" cy="59690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241685" name="Text Box 22"/>
          <p:cNvSpPr txBox="1">
            <a:spLocks noChangeArrowheads="1"/>
          </p:cNvSpPr>
          <p:nvPr/>
        </p:nvSpPr>
        <p:spPr bwMode="auto">
          <a:xfrm>
            <a:off x="1127448" y="2937138"/>
            <a:ext cx="261501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a:solidFill>
                  <a:srgbClr val="333399"/>
                </a:solidFill>
                <a:latin typeface="Arial" charset="0"/>
                <a:ea typeface="黑体" pitchFamily="2" charset="-122"/>
              </a:rPr>
              <a:t>收到</a:t>
            </a:r>
            <a:r>
              <a:rPr kumimoji="1" lang="zh-CN" altLang="en-US" sz="2000" b="1" dirty="0" smtClean="0">
                <a:solidFill>
                  <a:srgbClr val="333399"/>
                </a:solidFill>
                <a:latin typeface="Arial" charset="0"/>
                <a:ea typeface="黑体" pitchFamily="2" charset="-122"/>
              </a:rPr>
              <a:t>的需要进行</a:t>
            </a:r>
            <a:endParaRPr kumimoji="1" lang="en-US" altLang="zh-CN" sz="2000" b="1" dirty="0" smtClean="0">
              <a:solidFill>
                <a:srgbClr val="333399"/>
              </a:solidFill>
              <a:latin typeface="Arial" charset="0"/>
              <a:ea typeface="黑体" pitchFamily="2" charset="-122"/>
            </a:endParaRPr>
          </a:p>
          <a:p>
            <a:pPr eaLnBrk="1" hangingPunct="1"/>
            <a:r>
              <a:rPr kumimoji="1" lang="zh-CN" altLang="en-US" sz="2000" b="1" dirty="0" smtClean="0">
                <a:solidFill>
                  <a:srgbClr val="333399"/>
                </a:solidFill>
                <a:latin typeface="Arial" charset="0"/>
                <a:ea typeface="黑体" pitchFamily="2" charset="-122"/>
              </a:rPr>
              <a:t>差错报告的 </a:t>
            </a:r>
            <a:r>
              <a:rPr kumimoji="1" lang="en-US" altLang="zh-CN" sz="2000" b="1" dirty="0">
                <a:solidFill>
                  <a:srgbClr val="333399"/>
                </a:solidFill>
                <a:latin typeface="Arial" charset="0"/>
                <a:ea typeface="黑体" pitchFamily="2" charset="-122"/>
              </a:rPr>
              <a:t>IP </a:t>
            </a:r>
            <a:r>
              <a:rPr kumimoji="1" lang="zh-CN" altLang="en-US" sz="2000" b="1" dirty="0">
                <a:solidFill>
                  <a:srgbClr val="333399"/>
                </a:solidFill>
                <a:latin typeface="Arial" charset="0"/>
                <a:ea typeface="黑体" pitchFamily="2" charset="-122"/>
              </a:rPr>
              <a:t>数据报</a:t>
            </a:r>
          </a:p>
        </p:txBody>
      </p:sp>
      <p:sp>
        <p:nvSpPr>
          <p:cNvPr id="241686" name="Line 23"/>
          <p:cNvSpPr>
            <a:spLocks noChangeShapeType="1"/>
          </p:cNvSpPr>
          <p:nvPr/>
        </p:nvSpPr>
        <p:spPr bwMode="auto">
          <a:xfrm>
            <a:off x="6215063" y="3528343"/>
            <a:ext cx="0" cy="42545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41688" name="Text Box 25"/>
          <p:cNvSpPr txBox="1">
            <a:spLocks noChangeArrowheads="1"/>
          </p:cNvSpPr>
          <p:nvPr/>
        </p:nvSpPr>
        <p:spPr bwMode="auto">
          <a:xfrm>
            <a:off x="4065831" y="4098558"/>
            <a:ext cx="217418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lnSpc>
                <a:spcPct val="80000"/>
              </a:lnSpc>
            </a:pPr>
            <a:r>
              <a:rPr kumimoji="1" lang="en-US" altLang="zh-CN" sz="2000" b="1" dirty="0" smtClean="0">
                <a:solidFill>
                  <a:srgbClr val="333399"/>
                </a:solidFill>
                <a:latin typeface="Arial" charset="0"/>
                <a:ea typeface="黑体" pitchFamily="2" charset="-122"/>
              </a:rPr>
              <a:t>ICMP </a:t>
            </a:r>
            <a:r>
              <a:rPr kumimoji="1" lang="zh-CN" altLang="en-US" sz="2000" b="1" dirty="0" smtClean="0">
                <a:solidFill>
                  <a:srgbClr val="333399"/>
                </a:solidFill>
                <a:latin typeface="Arial" charset="0"/>
                <a:ea typeface="黑体" pitchFamily="2" charset="-122"/>
              </a:rPr>
              <a:t>的数据部分</a:t>
            </a:r>
            <a:endParaRPr kumimoji="1" lang="zh-CN" altLang="en-US" sz="2000" b="1" dirty="0">
              <a:solidFill>
                <a:srgbClr val="333399"/>
              </a:solidFill>
              <a:latin typeface="Arial" charset="0"/>
              <a:ea typeface="黑体" pitchFamily="2" charset="-122"/>
            </a:endParaRPr>
          </a:p>
        </p:txBody>
      </p:sp>
      <p:sp>
        <p:nvSpPr>
          <p:cNvPr id="241690" name="AutoShape 27"/>
          <p:cNvSpPr>
            <a:spLocks noChangeArrowheads="1"/>
          </p:cNvSpPr>
          <p:nvPr/>
        </p:nvSpPr>
        <p:spPr bwMode="auto">
          <a:xfrm>
            <a:off x="4597400" y="3499768"/>
            <a:ext cx="255588" cy="509587"/>
          </a:xfrm>
          <a:prstGeom prst="downArrow">
            <a:avLst>
              <a:gd name="adj1" fmla="val 47222"/>
              <a:gd name="adj2" fmla="val 103012"/>
            </a:avLst>
          </a:prstGeom>
          <a:solidFill>
            <a:schemeClr val="accent1"/>
          </a:solidFill>
          <a:ln w="9525">
            <a:solidFill>
              <a:schemeClr val="tx1"/>
            </a:solidFill>
            <a:miter lim="800000"/>
            <a:headEnd/>
            <a:tailEnd/>
          </a:ln>
        </p:spPr>
        <p:txBody>
          <a:bodyPr vert="eaVert" wrap="none" anchor="ctr"/>
          <a:lstStyle/>
          <a:p>
            <a:pPr eaLnBrk="1" hangingPunct="1"/>
            <a:endParaRPr lang="zh-CN" altLang="en-US" sz="2800" b="1">
              <a:latin typeface="Tahoma" pitchFamily="34" charset="0"/>
              <a:ea typeface="黑体" pitchFamily="2" charset="-122"/>
            </a:endParaRPr>
          </a:p>
        </p:txBody>
      </p:sp>
      <p:sp>
        <p:nvSpPr>
          <p:cNvPr id="241691" name="AutoShape 28"/>
          <p:cNvSpPr>
            <a:spLocks noChangeArrowheads="1"/>
          </p:cNvSpPr>
          <p:nvPr/>
        </p:nvSpPr>
        <p:spPr bwMode="auto">
          <a:xfrm>
            <a:off x="5818188" y="3499768"/>
            <a:ext cx="254000" cy="509587"/>
          </a:xfrm>
          <a:prstGeom prst="downArrow">
            <a:avLst>
              <a:gd name="adj1" fmla="val 47222"/>
              <a:gd name="adj2" fmla="val 103656"/>
            </a:avLst>
          </a:prstGeom>
          <a:solidFill>
            <a:schemeClr val="accent1"/>
          </a:solidFill>
          <a:ln w="9525">
            <a:solidFill>
              <a:schemeClr val="tx1"/>
            </a:solidFill>
            <a:miter lim="800000"/>
            <a:headEnd/>
            <a:tailEnd/>
          </a:ln>
        </p:spPr>
        <p:txBody>
          <a:bodyPr vert="eaVert" wrap="none" anchor="ctr"/>
          <a:lstStyle/>
          <a:p>
            <a:pPr eaLnBrk="1" hangingPunct="1"/>
            <a:endParaRPr lang="zh-CN" altLang="en-US" sz="2800" b="1">
              <a:latin typeface="Tahoma" pitchFamily="34" charset="0"/>
              <a:ea typeface="黑体" pitchFamily="2" charset="-122"/>
            </a:endParaRPr>
          </a:p>
        </p:txBody>
      </p:sp>
      <p:sp>
        <p:nvSpPr>
          <p:cNvPr id="241692" name="Text Box 29"/>
          <p:cNvSpPr txBox="1">
            <a:spLocks noChangeArrowheads="1"/>
          </p:cNvSpPr>
          <p:nvPr/>
        </p:nvSpPr>
        <p:spPr bwMode="auto">
          <a:xfrm>
            <a:off x="3269308" y="5103143"/>
            <a:ext cx="244028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lnSpc>
                <a:spcPct val="80000"/>
              </a:lnSpc>
            </a:pPr>
            <a:r>
              <a:rPr kumimoji="1" lang="en-US" altLang="zh-CN" sz="2000" b="1" dirty="0">
                <a:solidFill>
                  <a:srgbClr val="333399"/>
                </a:solidFill>
                <a:latin typeface="Arial" charset="0"/>
                <a:ea typeface="黑体" pitchFamily="2" charset="-122"/>
              </a:rPr>
              <a:t>ICMP </a:t>
            </a:r>
            <a:r>
              <a:rPr kumimoji="1" lang="zh-CN" altLang="en-US" sz="2000" b="1" dirty="0">
                <a:solidFill>
                  <a:srgbClr val="333399"/>
                </a:solidFill>
                <a:latin typeface="Arial" charset="0"/>
                <a:ea typeface="黑体" pitchFamily="2" charset="-122"/>
              </a:rPr>
              <a:t>差错报告报文</a:t>
            </a:r>
          </a:p>
        </p:txBody>
      </p:sp>
      <p:sp>
        <p:nvSpPr>
          <p:cNvPr id="241693" name="Text Box 30"/>
          <p:cNvSpPr txBox="1">
            <a:spLocks noChangeArrowheads="1"/>
          </p:cNvSpPr>
          <p:nvPr/>
        </p:nvSpPr>
        <p:spPr bwMode="auto">
          <a:xfrm>
            <a:off x="6600825" y="2336130"/>
            <a:ext cx="25573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IP </a:t>
            </a:r>
            <a:r>
              <a:rPr kumimoji="1" lang="zh-CN" altLang="en-US" sz="2000" b="1">
                <a:solidFill>
                  <a:srgbClr val="333399"/>
                </a:solidFill>
                <a:latin typeface="Arial" charset="0"/>
                <a:ea typeface="黑体" pitchFamily="2" charset="-122"/>
              </a:rPr>
              <a:t>数据报的数据字段</a:t>
            </a:r>
          </a:p>
        </p:txBody>
      </p:sp>
      <p:sp>
        <p:nvSpPr>
          <p:cNvPr id="241694" name="AutoShape 31"/>
          <p:cNvSpPr>
            <a:spLocks/>
          </p:cNvSpPr>
          <p:nvPr/>
        </p:nvSpPr>
        <p:spPr bwMode="auto">
          <a:xfrm rot="5400000">
            <a:off x="7704931" y="589087"/>
            <a:ext cx="169863" cy="4343400"/>
          </a:xfrm>
          <a:prstGeom prst="leftBrace">
            <a:avLst>
              <a:gd name="adj1" fmla="val 213083"/>
              <a:gd name="adj2" fmla="val 50000"/>
            </a:avLst>
          </a:prstGeom>
          <a:noFill/>
          <a:ln w="9525">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241695" name="Line 32"/>
          <p:cNvSpPr>
            <a:spLocks noChangeShapeType="1"/>
          </p:cNvSpPr>
          <p:nvPr/>
        </p:nvSpPr>
        <p:spPr bwMode="auto">
          <a:xfrm>
            <a:off x="4000500" y="3528343"/>
            <a:ext cx="0" cy="42545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41696" name="Line 33"/>
          <p:cNvSpPr>
            <a:spLocks noChangeShapeType="1"/>
          </p:cNvSpPr>
          <p:nvPr/>
        </p:nvSpPr>
        <p:spPr bwMode="auto">
          <a:xfrm>
            <a:off x="2724150" y="4549105"/>
            <a:ext cx="0" cy="42545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41697" name="Line 34"/>
          <p:cNvSpPr>
            <a:spLocks noChangeShapeType="1"/>
          </p:cNvSpPr>
          <p:nvPr/>
        </p:nvSpPr>
        <p:spPr bwMode="auto">
          <a:xfrm>
            <a:off x="6215063" y="4549105"/>
            <a:ext cx="0" cy="42545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41698" name="AutoShape 35"/>
          <p:cNvSpPr>
            <a:spLocks noChangeArrowheads="1"/>
          </p:cNvSpPr>
          <p:nvPr/>
        </p:nvSpPr>
        <p:spPr bwMode="auto">
          <a:xfrm>
            <a:off x="4425950" y="4523705"/>
            <a:ext cx="257175" cy="511175"/>
          </a:xfrm>
          <a:prstGeom prst="downArrow">
            <a:avLst>
              <a:gd name="adj1" fmla="val 47222"/>
              <a:gd name="adj2" fmla="val 102695"/>
            </a:avLst>
          </a:prstGeom>
          <a:solidFill>
            <a:schemeClr val="accent1"/>
          </a:solidFill>
          <a:ln w="9525">
            <a:solidFill>
              <a:schemeClr val="tx1"/>
            </a:solidFill>
            <a:miter lim="800000"/>
            <a:headEnd/>
            <a:tailEnd/>
          </a:ln>
        </p:spPr>
        <p:txBody>
          <a:bodyPr vert="eaVert" wrap="none" anchor="ctr"/>
          <a:lstStyle/>
          <a:p>
            <a:pPr eaLnBrk="1" hangingPunct="1"/>
            <a:endParaRPr lang="zh-CN" altLang="en-US" sz="2800" b="1">
              <a:latin typeface="Tahoma" pitchFamily="34" charset="0"/>
              <a:ea typeface="黑体" pitchFamily="2" charset="-122"/>
            </a:endParaRPr>
          </a:p>
        </p:txBody>
      </p:sp>
      <p:sp>
        <p:nvSpPr>
          <p:cNvPr id="2" name="TextBox 1"/>
          <p:cNvSpPr txBox="1"/>
          <p:nvPr/>
        </p:nvSpPr>
        <p:spPr>
          <a:xfrm>
            <a:off x="447477" y="1258127"/>
            <a:ext cx="10801200" cy="1569660"/>
          </a:xfrm>
          <a:prstGeom prst="rect">
            <a:avLst/>
          </a:prstGeom>
          <a:noFill/>
        </p:spPr>
        <p:txBody>
          <a:bodyPr wrap="square" rtlCol="0">
            <a:spAutoFit/>
          </a:bodyPr>
          <a:lstStyle/>
          <a:p>
            <a:pPr marL="342000" indent="-14400">
              <a:lnSpc>
                <a:spcPct val="150000"/>
              </a:lnSpc>
              <a:buClr>
                <a:srgbClr val="000000"/>
              </a:buClr>
              <a:buFont typeface="Wingdings" pitchFamily="2" charset="2"/>
              <a:buChar char="Ø"/>
            </a:pPr>
            <a:r>
              <a:rPr lang="zh-CN" altLang="en-US" sz="3200" b="1" dirty="0">
                <a:solidFill>
                  <a:srgbClr val="4D4D4D"/>
                </a:solidFill>
                <a:latin typeface="微软雅黑" pitchFamily="34" charset="-122"/>
                <a:ea typeface="微软雅黑" pitchFamily="34" charset="-122"/>
              </a:rPr>
              <a:t>所有</a:t>
            </a:r>
            <a:r>
              <a:rPr lang="zh-CN" altLang="en-US" sz="3200" b="1" dirty="0" smtClean="0">
                <a:solidFill>
                  <a:srgbClr val="4D4D4D"/>
                </a:solidFill>
                <a:latin typeface="微软雅黑" pitchFamily="34" charset="-122"/>
                <a:ea typeface="微软雅黑" pitchFamily="34" charset="-122"/>
              </a:rPr>
              <a:t>的 </a:t>
            </a:r>
            <a:r>
              <a:rPr lang="en-US" altLang="zh-CN" sz="3200" b="1" dirty="0" smtClean="0">
                <a:solidFill>
                  <a:srgbClr val="4D4D4D"/>
                </a:solidFill>
                <a:latin typeface="微软雅黑" pitchFamily="34" charset="-122"/>
                <a:ea typeface="微软雅黑" pitchFamily="34" charset="-122"/>
              </a:rPr>
              <a:t>ICMP </a:t>
            </a:r>
            <a:r>
              <a:rPr lang="zh-CN" altLang="en-US" sz="3200" b="1" dirty="0" smtClean="0">
                <a:solidFill>
                  <a:srgbClr val="FF0000"/>
                </a:solidFill>
                <a:latin typeface="微软雅黑" pitchFamily="34" charset="-122"/>
                <a:ea typeface="微软雅黑" pitchFamily="34" charset="-122"/>
              </a:rPr>
              <a:t>差错</a:t>
            </a:r>
            <a:r>
              <a:rPr lang="zh-CN" altLang="en-US" sz="3200" b="1" dirty="0">
                <a:solidFill>
                  <a:srgbClr val="FF0000"/>
                </a:solidFill>
                <a:latin typeface="微软雅黑" pitchFamily="34" charset="-122"/>
                <a:ea typeface="微软雅黑" pitchFamily="34" charset="-122"/>
              </a:rPr>
              <a:t>报告</a:t>
            </a:r>
            <a:r>
              <a:rPr lang="zh-CN" altLang="en-US" sz="3200" b="1" dirty="0">
                <a:solidFill>
                  <a:srgbClr val="4D4D4D"/>
                </a:solidFill>
                <a:latin typeface="微软雅黑" pitchFamily="34" charset="-122"/>
                <a:ea typeface="微软雅黑" pitchFamily="34" charset="-122"/>
              </a:rPr>
              <a:t>报文中的数据字段都</a:t>
            </a:r>
            <a:r>
              <a:rPr lang="zh-CN" altLang="en-US" sz="3200" b="1" dirty="0" smtClean="0">
                <a:solidFill>
                  <a:srgbClr val="4D4D4D"/>
                </a:solidFill>
                <a:latin typeface="微软雅黑" pitchFamily="34" charset="-122"/>
                <a:ea typeface="微软雅黑" pitchFamily="34" charset="-122"/>
              </a:rPr>
              <a:t>具有同样</a:t>
            </a:r>
            <a:r>
              <a:rPr lang="zh-CN" altLang="en-US" sz="3200" b="1" dirty="0">
                <a:solidFill>
                  <a:srgbClr val="4D4D4D"/>
                </a:solidFill>
                <a:latin typeface="微软雅黑" pitchFamily="34" charset="-122"/>
                <a:ea typeface="微软雅黑" pitchFamily="34" charset="-122"/>
              </a:rPr>
              <a:t>的</a:t>
            </a:r>
            <a:r>
              <a:rPr lang="zh-CN" altLang="en-US" sz="3200" b="1" dirty="0" smtClean="0">
                <a:solidFill>
                  <a:srgbClr val="4D4D4D"/>
                </a:solidFill>
                <a:latin typeface="微软雅黑" pitchFamily="34" charset="-122"/>
                <a:ea typeface="微软雅黑" pitchFamily="34" charset="-122"/>
              </a:rPr>
              <a:t>格式：</a:t>
            </a:r>
            <a:endParaRPr lang="zh-CN" altLang="en-US" sz="3200" b="1" dirty="0">
              <a:solidFill>
                <a:srgbClr val="4D4D4D"/>
              </a:solidFill>
              <a:latin typeface="微软雅黑" pitchFamily="34" charset="-122"/>
              <a:ea typeface="微软雅黑" pitchFamily="34" charset="-122"/>
            </a:endParaRPr>
          </a:p>
        </p:txBody>
      </p:sp>
    </p:spTree>
  </p:cSld>
  <p:clrMapOvr>
    <a:masterClrMapping/>
  </p:clrMapOvr>
  <p:transition spd="slow"/>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pPr eaLnBrk="1" hangingPunct="1"/>
            <a:r>
              <a:rPr lang="en-US" altLang="zh-CN" dirty="0" smtClean="0"/>
              <a:t>4.4.2 ICMP </a:t>
            </a:r>
            <a:r>
              <a:rPr lang="zh-CN" altLang="en-US" dirty="0" smtClean="0"/>
              <a:t>应用举例</a:t>
            </a:r>
          </a:p>
        </p:txBody>
      </p:sp>
      <p:sp>
        <p:nvSpPr>
          <p:cNvPr id="242691" name="Rectangle 3"/>
          <p:cNvSpPr>
            <a:spLocks noGrp="1" noChangeArrowheads="1"/>
          </p:cNvSpPr>
          <p:nvPr>
            <p:ph idx="1"/>
          </p:nvPr>
        </p:nvSpPr>
        <p:spPr>
          <a:xfrm>
            <a:off x="442913" y="1266825"/>
            <a:ext cx="10801350" cy="4895850"/>
          </a:xfrm>
        </p:spPr>
        <p:txBody>
          <a:bodyPr/>
          <a:lstStyle/>
          <a:p>
            <a:pPr algn="just" eaLnBrk="1" hangingPunct="1"/>
            <a:r>
              <a:rPr lang="zh-CN" altLang="en-US" b="1" dirty="0" smtClean="0"/>
              <a:t>分组网间探测 </a:t>
            </a:r>
            <a:r>
              <a:rPr lang="en-US" altLang="zh-CN" b="1" dirty="0" smtClean="0"/>
              <a:t>PING(Packet </a:t>
            </a:r>
            <a:r>
              <a:rPr lang="en-US" altLang="zh-CN" b="1" dirty="0" err="1" smtClean="0"/>
              <a:t>InterNet</a:t>
            </a:r>
            <a:r>
              <a:rPr lang="en-US" altLang="zh-CN" b="1" dirty="0" smtClean="0"/>
              <a:t> Groper) </a:t>
            </a:r>
            <a:r>
              <a:rPr lang="zh-CN" altLang="en-US" b="1" dirty="0" smtClean="0"/>
              <a:t>用来测试两台主机之间的连通性。</a:t>
            </a:r>
          </a:p>
          <a:p>
            <a:pPr algn="just" eaLnBrk="1" hangingPunct="1"/>
            <a:r>
              <a:rPr lang="en-US" altLang="zh-CN" b="1" dirty="0" smtClean="0"/>
              <a:t>PING </a:t>
            </a:r>
            <a:r>
              <a:rPr lang="zh-CN" altLang="en-US" b="1" dirty="0" smtClean="0"/>
              <a:t>使用了 </a:t>
            </a:r>
            <a:r>
              <a:rPr lang="en-US" altLang="zh-CN" b="1" dirty="0" smtClean="0"/>
              <a:t>ICMP </a:t>
            </a:r>
            <a:r>
              <a:rPr lang="zh-CN" altLang="en-US" b="1" dirty="0" smtClean="0">
                <a:solidFill>
                  <a:srgbClr val="FF0000"/>
                </a:solidFill>
              </a:rPr>
              <a:t>回送请求</a:t>
            </a:r>
            <a:r>
              <a:rPr lang="zh-CN" altLang="en-US" b="1" dirty="0" smtClean="0"/>
              <a:t>与</a:t>
            </a:r>
            <a:r>
              <a:rPr lang="zh-CN" altLang="en-US" b="1" dirty="0" smtClean="0">
                <a:solidFill>
                  <a:srgbClr val="FF0000"/>
                </a:solidFill>
              </a:rPr>
              <a:t>回送回答</a:t>
            </a:r>
            <a:r>
              <a:rPr lang="zh-CN" altLang="en-US" b="1" dirty="0" smtClean="0"/>
              <a:t>报文。</a:t>
            </a:r>
          </a:p>
          <a:p>
            <a:pPr algn="just" eaLnBrk="1" hangingPunct="1"/>
            <a:r>
              <a:rPr lang="en-US" altLang="zh-CN" b="1" dirty="0" smtClean="0"/>
              <a:t>PING </a:t>
            </a:r>
            <a:r>
              <a:rPr lang="zh-CN" altLang="en-US" b="1" dirty="0" smtClean="0"/>
              <a:t>是应用层直接使用网络层 </a:t>
            </a:r>
            <a:r>
              <a:rPr lang="en-US" altLang="zh-CN" b="1" dirty="0" smtClean="0"/>
              <a:t>ICMP </a:t>
            </a:r>
            <a:r>
              <a:rPr lang="zh-CN" altLang="en-US" b="1" dirty="0" smtClean="0"/>
              <a:t>的例子，它没有通过运输层的 </a:t>
            </a:r>
            <a:r>
              <a:rPr lang="en-US" altLang="zh-CN" b="1" dirty="0" smtClean="0"/>
              <a:t>TCP </a:t>
            </a:r>
            <a:r>
              <a:rPr lang="zh-CN" altLang="en-US" b="1" dirty="0" smtClean="0"/>
              <a:t>或 </a:t>
            </a:r>
            <a:r>
              <a:rPr lang="en-US" altLang="zh-CN" b="1" dirty="0" smtClean="0"/>
              <a:t>UDP</a:t>
            </a:r>
            <a:r>
              <a:rPr lang="zh-CN" altLang="en-US" b="1" dirty="0" smtClean="0"/>
              <a:t>。</a:t>
            </a:r>
          </a:p>
        </p:txBody>
      </p:sp>
      <p:pic>
        <p:nvPicPr>
          <p:cNvPr id="242692" name="Picture 4" descr="2006-2-19-ping"/>
          <p:cNvPicPr>
            <a:picLocks noChangeAspect="1" noChangeArrowheads="1"/>
          </p:cNvPicPr>
          <p:nvPr/>
        </p:nvPicPr>
        <p:blipFill>
          <a:blip r:embed="rId2">
            <a:extLst>
              <a:ext uri="{28A0092B-C50C-407E-A947-70E740481C1C}">
                <a14:useLocalDpi xmlns:a14="http://schemas.microsoft.com/office/drawing/2010/main" val="0"/>
              </a:ext>
            </a:extLst>
          </a:blip>
          <a:srcRect r="2795"/>
          <a:stretch>
            <a:fillRect/>
          </a:stretch>
        </p:blipFill>
        <p:spPr bwMode="auto">
          <a:xfrm>
            <a:off x="1703512" y="2996952"/>
            <a:ext cx="8208963" cy="351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2692"/>
                                        </p:tgtEl>
                                        <p:attrNameLst>
                                          <p:attrName>style.visibility</p:attrName>
                                        </p:attrNameLst>
                                      </p:cBhvr>
                                      <p:to>
                                        <p:strVal val="visible"/>
                                      </p:to>
                                    </p:set>
                                    <p:animEffect transition="in" filter="fade">
                                      <p:cBhvr>
                                        <p:cTn id="7" dur="500"/>
                                        <p:tgtEl>
                                          <p:spTgt spid="2426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pPr eaLnBrk="1" hangingPunct="1"/>
            <a:r>
              <a:rPr lang="en-US" altLang="zh-CN" dirty="0"/>
              <a:t>4.4.2 ICMP </a:t>
            </a:r>
            <a:r>
              <a:rPr lang="zh-CN" altLang="en-US" dirty="0" smtClean="0"/>
              <a:t>应用举例</a:t>
            </a:r>
          </a:p>
        </p:txBody>
      </p:sp>
      <p:sp>
        <p:nvSpPr>
          <p:cNvPr id="242691" name="Rectangle 3"/>
          <p:cNvSpPr>
            <a:spLocks noGrp="1" noChangeArrowheads="1"/>
          </p:cNvSpPr>
          <p:nvPr>
            <p:ph idx="1"/>
          </p:nvPr>
        </p:nvSpPr>
        <p:spPr>
          <a:xfrm>
            <a:off x="442913" y="1266825"/>
            <a:ext cx="10801350" cy="4895850"/>
          </a:xfrm>
        </p:spPr>
        <p:txBody>
          <a:bodyPr/>
          <a:lstStyle/>
          <a:p>
            <a:pPr algn="just" eaLnBrk="1" hangingPunct="1"/>
            <a:r>
              <a:rPr lang="en-US" altLang="zh-CN" b="1" dirty="0" err="1"/>
              <a:t>t</a:t>
            </a:r>
            <a:r>
              <a:rPr lang="en-US" altLang="zh-CN" b="1" dirty="0" err="1" smtClean="0"/>
              <a:t>raceroute</a:t>
            </a:r>
            <a:r>
              <a:rPr lang="en-US" altLang="zh-CN" b="1" dirty="0" smtClean="0"/>
              <a:t>(UNIX) </a:t>
            </a:r>
            <a:r>
              <a:rPr lang="zh-CN" altLang="en-US" b="1" dirty="0" smtClean="0"/>
              <a:t>或 </a:t>
            </a:r>
            <a:r>
              <a:rPr lang="en-US" altLang="zh-CN" b="1" dirty="0" err="1" smtClean="0"/>
              <a:t>tracert</a:t>
            </a:r>
            <a:r>
              <a:rPr lang="en-US" altLang="zh-CN" b="1" dirty="0" smtClean="0"/>
              <a:t>(Windows) </a:t>
            </a:r>
            <a:r>
              <a:rPr lang="zh-CN" altLang="en-US" b="1" dirty="0" smtClean="0"/>
              <a:t>用来</a:t>
            </a:r>
            <a:r>
              <a:rPr lang="zh-CN" altLang="en-US" b="1" dirty="0"/>
              <a:t>跟踪一个分组从源点到终点的路径。</a:t>
            </a:r>
          </a:p>
          <a:p>
            <a:pPr algn="just" eaLnBrk="1" hangingPunct="1"/>
            <a:r>
              <a:rPr lang="zh-CN" altLang="en-US" b="1" dirty="0"/>
              <a:t>它利用 </a:t>
            </a:r>
            <a:r>
              <a:rPr lang="en-US" altLang="zh-CN" b="1" dirty="0"/>
              <a:t>IP </a:t>
            </a:r>
            <a:r>
              <a:rPr lang="zh-CN" altLang="en-US" b="1" dirty="0"/>
              <a:t>数据报中的 </a:t>
            </a:r>
            <a:r>
              <a:rPr lang="en-US" altLang="zh-CN" b="1" dirty="0">
                <a:solidFill>
                  <a:srgbClr val="FF0000"/>
                </a:solidFill>
              </a:rPr>
              <a:t>TTL</a:t>
            </a:r>
            <a:r>
              <a:rPr lang="en-US" altLang="zh-CN" b="1" dirty="0"/>
              <a:t> </a:t>
            </a:r>
            <a:r>
              <a:rPr lang="zh-CN" altLang="en-US" b="1" dirty="0"/>
              <a:t>字段、</a:t>
            </a:r>
            <a:r>
              <a:rPr lang="en-US" altLang="zh-CN" b="1" dirty="0"/>
              <a:t>ICMP </a:t>
            </a:r>
            <a:r>
              <a:rPr lang="zh-CN" altLang="en-US" b="1" dirty="0">
                <a:solidFill>
                  <a:srgbClr val="FF0000"/>
                </a:solidFill>
              </a:rPr>
              <a:t>时间超过</a:t>
            </a:r>
            <a:r>
              <a:rPr lang="zh-CN" altLang="en-US" b="1" dirty="0"/>
              <a:t>差错报告</a:t>
            </a:r>
            <a:r>
              <a:rPr lang="zh-CN" altLang="en-US" b="1" dirty="0" smtClean="0"/>
              <a:t>报文实现</a:t>
            </a:r>
            <a:r>
              <a:rPr lang="zh-CN" altLang="en-US" b="1" dirty="0"/>
              <a:t>对</a:t>
            </a:r>
            <a:r>
              <a:rPr lang="zh-CN" altLang="en-US" b="1" dirty="0">
                <a:solidFill>
                  <a:srgbClr val="FF0000"/>
                </a:solidFill>
              </a:rPr>
              <a:t>从源点到终点的路径</a:t>
            </a:r>
            <a:r>
              <a:rPr lang="zh-CN" altLang="en-US" b="1" dirty="0"/>
              <a:t>的跟踪。</a:t>
            </a:r>
          </a:p>
        </p:txBody>
      </p:sp>
      <p:pic>
        <p:nvPicPr>
          <p:cNvPr id="5" name="Picture 4" descr="Printscreen-2006-2-19-t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5748" y="2276872"/>
            <a:ext cx="8043958" cy="41895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059235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2"/>
          <p:cNvSpPr>
            <a:spLocks noGrp="1" noChangeArrowheads="1"/>
          </p:cNvSpPr>
          <p:nvPr>
            <p:ph type="title"/>
          </p:nvPr>
        </p:nvSpPr>
        <p:spPr/>
        <p:txBody>
          <a:bodyPr/>
          <a:lstStyle/>
          <a:p>
            <a:pPr eaLnBrk="1" hangingPunct="1"/>
            <a:r>
              <a:rPr lang="zh-CN" altLang="en-US" smtClean="0"/>
              <a:t>指引</a:t>
            </a:r>
            <a:endParaRPr lang="en-US" altLang="zh-CN" smtClean="0"/>
          </a:p>
        </p:txBody>
      </p:sp>
      <p:grpSp>
        <p:nvGrpSpPr>
          <p:cNvPr id="26" name="Group 24"/>
          <p:cNvGrpSpPr>
            <a:grpSpLocks/>
          </p:cNvGrpSpPr>
          <p:nvPr/>
        </p:nvGrpSpPr>
        <p:grpSpPr bwMode="auto">
          <a:xfrm>
            <a:off x="7967663" y="1773238"/>
            <a:ext cx="2514600" cy="3600450"/>
            <a:chOff x="3379" y="1207"/>
            <a:chExt cx="1584" cy="2268"/>
          </a:xfrm>
        </p:grpSpPr>
        <p:sp>
          <p:nvSpPr>
            <p:cNvPr id="27" name="AutoShape 4">
              <a:extLst>
                <a:ext uri="{FF2B5EF4-FFF2-40B4-BE49-F238E27FC236}"/>
              </a:extLst>
            </p:cNvPr>
            <p:cNvSpPr>
              <a:spLocks noChangeArrowheads="1"/>
            </p:cNvSpPr>
            <p:nvPr/>
          </p:nvSpPr>
          <p:spPr bwMode="auto">
            <a:xfrm>
              <a:off x="3379" y="1207"/>
              <a:ext cx="1584" cy="2268"/>
            </a:xfrm>
            <a:prstGeom prst="cube">
              <a:avLst>
                <a:gd name="adj" fmla="val 12185"/>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nchor="ctr"/>
            <a:lstStyle/>
            <a:p>
              <a:pPr algn="ctr" eaLnBrk="1" hangingPunct="1">
                <a:defRPr/>
              </a:pPr>
              <a:endParaRPr kumimoji="1" lang="zh-CN" altLang="en-US" sz="2400" b="1">
                <a:solidFill>
                  <a:srgbClr val="FF0000"/>
                </a:solidFill>
                <a:effectLst>
                  <a:outerShdw blurRad="38100" dist="38100" dir="2700000" algn="tl">
                    <a:srgbClr val="000000"/>
                  </a:outerShdw>
                </a:effectLst>
              </a:endParaRPr>
            </a:p>
            <a:p>
              <a:pPr algn="ctr" eaLnBrk="1" hangingPunct="1">
                <a:defRPr/>
              </a:pPr>
              <a:endParaRPr kumimoji="1" lang="zh-CN" altLang="en-US" sz="2400" b="1">
                <a:solidFill>
                  <a:srgbClr val="FF0000"/>
                </a:solidFill>
                <a:effectLst>
                  <a:outerShdw blurRad="38100" dist="38100" dir="2700000" algn="tl">
                    <a:srgbClr val="000000"/>
                  </a:outerShdw>
                </a:effectLst>
              </a:endParaRPr>
            </a:p>
            <a:p>
              <a:pPr algn="ctr" eaLnBrk="1" hangingPunct="1">
                <a:defRPr/>
              </a:pPr>
              <a:endParaRPr kumimoji="1" lang="zh-CN" altLang="en-US" sz="2400" b="1">
                <a:solidFill>
                  <a:srgbClr val="FF0000"/>
                </a:solidFill>
                <a:effectLst>
                  <a:outerShdw blurRad="38100" dist="38100" dir="2700000" algn="tl">
                    <a:srgbClr val="000000"/>
                  </a:outerShdw>
                </a:effectLst>
              </a:endParaRPr>
            </a:p>
          </p:txBody>
        </p:sp>
        <p:sp>
          <p:nvSpPr>
            <p:cNvPr id="28" name="Rectangle 6">
              <a:extLst>
                <a:ext uri="{FF2B5EF4-FFF2-40B4-BE49-F238E27FC236}"/>
              </a:extLst>
            </p:cNvPr>
            <p:cNvSpPr>
              <a:spLocks noChangeArrowheads="1"/>
            </p:cNvSpPr>
            <p:nvPr/>
          </p:nvSpPr>
          <p:spPr bwMode="auto">
            <a:xfrm>
              <a:off x="3379" y="1399"/>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rPr>
                <a:t>应用层</a:t>
              </a:r>
            </a:p>
          </p:txBody>
        </p:sp>
        <p:sp>
          <p:nvSpPr>
            <p:cNvPr id="29" name="Line 8">
              <a:extLst>
                <a:ext uri="{FF2B5EF4-FFF2-40B4-BE49-F238E27FC236}"/>
              </a:extLst>
            </p:cNvPr>
            <p:cNvSpPr>
              <a:spLocks noChangeShapeType="1"/>
            </p:cNvSpPr>
            <p:nvPr/>
          </p:nvSpPr>
          <p:spPr bwMode="auto">
            <a:xfrm>
              <a:off x="3379" y="1831"/>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0" name="Line 9">
              <a:extLst>
                <a:ext uri="{FF2B5EF4-FFF2-40B4-BE49-F238E27FC236}"/>
              </a:extLst>
            </p:cNvPr>
            <p:cNvSpPr>
              <a:spLocks noChangeShapeType="1"/>
            </p:cNvSpPr>
            <p:nvPr/>
          </p:nvSpPr>
          <p:spPr bwMode="auto">
            <a:xfrm>
              <a:off x="3379"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1" name="Line 10">
              <a:extLst>
                <a:ext uri="{FF2B5EF4-FFF2-40B4-BE49-F238E27FC236}"/>
              </a:extLst>
            </p:cNvPr>
            <p:cNvSpPr>
              <a:spLocks noChangeShapeType="1"/>
            </p:cNvSpPr>
            <p:nvPr/>
          </p:nvSpPr>
          <p:spPr bwMode="auto">
            <a:xfrm>
              <a:off x="4771"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2" name="Rectangle 21">
              <a:extLst>
                <a:ext uri="{FF2B5EF4-FFF2-40B4-BE49-F238E27FC236}"/>
              </a:extLst>
            </p:cNvPr>
            <p:cNvSpPr>
              <a:spLocks noChangeArrowheads="1"/>
            </p:cNvSpPr>
            <p:nvPr/>
          </p:nvSpPr>
          <p:spPr bwMode="auto">
            <a:xfrm>
              <a:off x="3379" y="1831"/>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rPr>
                <a:t>运输层</a:t>
              </a:r>
              <a:endParaRPr kumimoji="1" lang="zh-CN" altLang="en-US" sz="2400" dirty="0">
                <a:solidFill>
                  <a:srgbClr val="FF0000"/>
                </a:solidFill>
                <a:effectLst>
                  <a:outerShdw blurRad="38100" dist="38100" dir="2700000" algn="tl">
                    <a:srgbClr val="000000"/>
                  </a:outerShdw>
                </a:effectLst>
              </a:endParaRPr>
            </a:p>
          </p:txBody>
        </p:sp>
        <p:sp>
          <p:nvSpPr>
            <p:cNvPr id="33" name="Line 23">
              <a:extLst>
                <a:ext uri="{FF2B5EF4-FFF2-40B4-BE49-F238E27FC236}"/>
              </a:extLst>
            </p:cNvPr>
            <p:cNvSpPr>
              <a:spLocks noChangeShapeType="1"/>
            </p:cNvSpPr>
            <p:nvPr/>
          </p:nvSpPr>
          <p:spPr bwMode="auto">
            <a:xfrm>
              <a:off x="3379" y="2263"/>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4" name="Line 24">
              <a:extLst>
                <a:ext uri="{FF2B5EF4-FFF2-40B4-BE49-F238E27FC236}"/>
              </a:extLst>
            </p:cNvPr>
            <p:cNvSpPr>
              <a:spLocks noChangeShapeType="1"/>
            </p:cNvSpPr>
            <p:nvPr/>
          </p:nvSpPr>
          <p:spPr bwMode="auto">
            <a:xfrm>
              <a:off x="3379"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5" name="Line 25">
              <a:extLst>
                <a:ext uri="{FF2B5EF4-FFF2-40B4-BE49-F238E27FC236}"/>
              </a:extLst>
            </p:cNvPr>
            <p:cNvSpPr>
              <a:spLocks noChangeShapeType="1"/>
            </p:cNvSpPr>
            <p:nvPr/>
          </p:nvSpPr>
          <p:spPr bwMode="auto">
            <a:xfrm>
              <a:off x="4771"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6" name="Line 28">
              <a:extLst>
                <a:ext uri="{FF2B5EF4-FFF2-40B4-BE49-F238E27FC236}"/>
              </a:extLst>
            </p:cNvPr>
            <p:cNvSpPr>
              <a:spLocks noChangeShapeType="1"/>
            </p:cNvSpPr>
            <p:nvPr/>
          </p:nvSpPr>
          <p:spPr bwMode="auto">
            <a:xfrm>
              <a:off x="3379" y="2695"/>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7" name="Line 29">
              <a:extLst>
                <a:ext uri="{FF2B5EF4-FFF2-40B4-BE49-F238E27FC236}"/>
              </a:extLst>
            </p:cNvPr>
            <p:cNvSpPr>
              <a:spLocks noChangeShapeType="1"/>
            </p:cNvSpPr>
            <p:nvPr/>
          </p:nvSpPr>
          <p:spPr bwMode="auto">
            <a:xfrm>
              <a:off x="3379" y="3366"/>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8" name="Line 30">
              <a:extLst>
                <a:ext uri="{FF2B5EF4-FFF2-40B4-BE49-F238E27FC236}"/>
              </a:extLst>
            </p:cNvPr>
            <p:cNvSpPr>
              <a:spLocks noChangeShapeType="1"/>
            </p:cNvSpPr>
            <p:nvPr/>
          </p:nvSpPr>
          <p:spPr bwMode="auto">
            <a:xfrm>
              <a:off x="3379"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9" name="Line 31">
              <a:extLst>
                <a:ext uri="{FF2B5EF4-FFF2-40B4-BE49-F238E27FC236}"/>
              </a:extLst>
            </p:cNvPr>
            <p:cNvSpPr>
              <a:spLocks noChangeShapeType="1"/>
            </p:cNvSpPr>
            <p:nvPr/>
          </p:nvSpPr>
          <p:spPr bwMode="auto">
            <a:xfrm>
              <a:off x="4771"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40" name="Rectangle 33">
              <a:extLst>
                <a:ext uri="{FF2B5EF4-FFF2-40B4-BE49-F238E27FC236}"/>
              </a:extLst>
            </p:cNvPr>
            <p:cNvSpPr>
              <a:spLocks noChangeArrowheads="1"/>
            </p:cNvSpPr>
            <p:nvPr/>
          </p:nvSpPr>
          <p:spPr bwMode="auto">
            <a:xfrm>
              <a:off x="3379" y="2263"/>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spcBef>
                  <a:spcPct val="20000"/>
                </a:spcBef>
                <a:buClr>
                  <a:schemeClr val="tx2"/>
                </a:buClr>
                <a:buSzPct val="90000"/>
                <a:buFont typeface="Symbol" pitchFamily="18" charset="2"/>
                <a:buNone/>
                <a:defRPr/>
              </a:pPr>
              <a:r>
                <a:rPr kumimoji="1" lang="zh-CN" altLang="en-US" sz="2800" dirty="0">
                  <a:solidFill>
                    <a:schemeClr val="tx2">
                      <a:lumMod val="60000"/>
                      <a:lumOff val="40000"/>
                    </a:schemeClr>
                  </a:solidFill>
                  <a:effectLst>
                    <a:outerShdw blurRad="38100" dist="38100" dir="2700000" algn="tl">
                      <a:srgbClr val="000000"/>
                    </a:outerShdw>
                  </a:effectLst>
                  <a:latin typeface="Franklin Gothic Book" pitchFamily="34" charset="0"/>
                </a:rPr>
                <a:t>网络层</a:t>
              </a:r>
              <a:endParaRPr kumimoji="1" lang="zh-CN" altLang="en-US" sz="2400" dirty="0">
                <a:solidFill>
                  <a:schemeClr val="tx2">
                    <a:lumMod val="60000"/>
                    <a:lumOff val="40000"/>
                  </a:schemeClr>
                </a:solidFill>
                <a:effectLst>
                  <a:outerShdw blurRad="38100" dist="38100" dir="2700000" algn="tl">
                    <a:srgbClr val="000000"/>
                  </a:outerShdw>
                </a:effectLst>
                <a:latin typeface="Franklin Gothic Book" pitchFamily="34" charset="0"/>
              </a:endParaRPr>
            </a:p>
          </p:txBody>
        </p:sp>
        <p:sp>
          <p:nvSpPr>
            <p:cNvPr id="41" name="Line 36">
              <a:extLst>
                <a:ext uri="{FF2B5EF4-FFF2-40B4-BE49-F238E27FC236}"/>
              </a:extLst>
            </p:cNvPr>
            <p:cNvSpPr>
              <a:spLocks noChangeShapeType="1"/>
            </p:cNvSpPr>
            <p:nvPr/>
          </p:nvSpPr>
          <p:spPr bwMode="auto">
            <a:xfrm>
              <a:off x="3379" y="2263"/>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42" name="Line 37">
              <a:extLst>
                <a:ext uri="{FF2B5EF4-FFF2-40B4-BE49-F238E27FC236}"/>
              </a:extLst>
            </p:cNvPr>
            <p:cNvSpPr>
              <a:spLocks noChangeShapeType="1"/>
            </p:cNvSpPr>
            <p:nvPr/>
          </p:nvSpPr>
          <p:spPr bwMode="auto">
            <a:xfrm>
              <a:off x="4771" y="2263"/>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44" name="Rectangle 27">
              <a:extLst>
                <a:ext uri="{FF2B5EF4-FFF2-40B4-BE49-F238E27FC236}"/>
              </a:extLst>
            </p:cNvPr>
            <p:cNvSpPr>
              <a:spLocks noChangeArrowheads="1"/>
            </p:cNvSpPr>
            <p:nvPr/>
          </p:nvSpPr>
          <p:spPr bwMode="auto">
            <a:xfrm>
              <a:off x="3379" y="2695"/>
              <a:ext cx="1392" cy="37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latin typeface="Franklin Gothic Book" pitchFamily="34" charset="0"/>
                </a:rPr>
                <a:t>数据链路层</a:t>
              </a:r>
              <a:endParaRPr kumimoji="1" lang="zh-CN" altLang="en-US" sz="2400" dirty="0">
                <a:solidFill>
                  <a:srgbClr val="FF0000"/>
                </a:solidFill>
                <a:effectLst>
                  <a:outerShdw blurRad="38100" dist="38100" dir="2700000" algn="tl">
                    <a:srgbClr val="000000"/>
                  </a:outerShdw>
                </a:effectLst>
                <a:latin typeface="Franklin Gothic Book" pitchFamily="34" charset="0"/>
              </a:endParaRPr>
            </a:p>
          </p:txBody>
        </p:sp>
        <p:sp>
          <p:nvSpPr>
            <p:cNvPr id="43" name="Rectangle 39">
              <a:extLst>
                <a:ext uri="{FF2B5EF4-FFF2-40B4-BE49-F238E27FC236}"/>
              </a:extLst>
            </p:cNvPr>
            <p:cNvSpPr>
              <a:spLocks noChangeArrowheads="1"/>
            </p:cNvSpPr>
            <p:nvPr/>
          </p:nvSpPr>
          <p:spPr bwMode="auto">
            <a:xfrm>
              <a:off x="3379" y="3067"/>
              <a:ext cx="1392" cy="408"/>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latin typeface="Franklin Gothic Book" pitchFamily="34" charset="0"/>
                </a:rPr>
                <a:t>物理层</a:t>
              </a:r>
              <a:endParaRPr kumimoji="1" lang="zh-CN" altLang="en-US" sz="2400" dirty="0">
                <a:solidFill>
                  <a:srgbClr val="FF0000"/>
                </a:solidFill>
                <a:effectLst>
                  <a:outerShdw blurRad="38100" dist="38100" dir="2700000" algn="tl">
                    <a:srgbClr val="000000"/>
                  </a:outerShdw>
                </a:effectLst>
                <a:latin typeface="Franklin Gothic Book" pitchFamily="34" charset="0"/>
              </a:endParaRPr>
            </a:p>
          </p:txBody>
        </p:sp>
      </p:grpSp>
      <p:sp>
        <p:nvSpPr>
          <p:cNvPr id="24" name="Rectangle 3"/>
          <p:cNvSpPr>
            <a:spLocks noGrp="1" noChangeArrowheads="1"/>
          </p:cNvSpPr>
          <p:nvPr>
            <p:ph idx="1"/>
          </p:nvPr>
        </p:nvSpPr>
        <p:spPr>
          <a:xfrm>
            <a:off x="2135188" y="1341438"/>
            <a:ext cx="8281987" cy="5327650"/>
          </a:xfrm>
        </p:spPr>
        <p:txBody>
          <a:bodyPr/>
          <a:lstStyle/>
          <a:p>
            <a:pPr eaLnBrk="1" hangingPunct="1"/>
            <a:r>
              <a:rPr lang="zh-CN" altLang="en-US" sz="2800" b="1" dirty="0" smtClean="0"/>
              <a:t>网络层的几个重要概念</a:t>
            </a:r>
          </a:p>
          <a:p>
            <a:pPr eaLnBrk="1" hangingPunct="1"/>
            <a:r>
              <a:rPr lang="zh-CN" altLang="en-US" sz="2800" b="1" dirty="0" smtClean="0"/>
              <a:t>网际协议 </a:t>
            </a:r>
            <a:r>
              <a:rPr lang="en-US" altLang="zh-CN" sz="2800" b="1" dirty="0" smtClean="0"/>
              <a:t>IP</a:t>
            </a:r>
          </a:p>
          <a:p>
            <a:pPr eaLnBrk="1" hangingPunct="1"/>
            <a:r>
              <a:rPr lang="en-US" altLang="zh-CN" sz="2800" b="1" dirty="0" smtClean="0"/>
              <a:t>IP </a:t>
            </a:r>
            <a:r>
              <a:rPr lang="zh-CN" altLang="en-US" sz="2800" b="1" dirty="0" smtClean="0"/>
              <a:t>层转发分组的过程</a:t>
            </a:r>
          </a:p>
          <a:p>
            <a:pPr eaLnBrk="1" hangingPunct="1"/>
            <a:r>
              <a:rPr lang="zh-CN" altLang="en-US" sz="2800" b="1" dirty="0" smtClean="0"/>
              <a:t>网际控制报文协议 </a:t>
            </a:r>
            <a:r>
              <a:rPr lang="en-US" altLang="zh-CN" sz="2800" b="1" dirty="0" smtClean="0"/>
              <a:t>ICMP</a:t>
            </a:r>
          </a:p>
          <a:p>
            <a:pPr eaLnBrk="1" hangingPunct="1"/>
            <a:r>
              <a:rPr lang="en-US" altLang="zh-CN" sz="2800" b="1" dirty="0" smtClean="0">
                <a:solidFill>
                  <a:srgbClr val="FF0000"/>
                </a:solidFill>
              </a:rPr>
              <a:t>IPv6</a:t>
            </a:r>
          </a:p>
          <a:p>
            <a:pPr eaLnBrk="1" hangingPunct="1"/>
            <a:r>
              <a:rPr lang="zh-CN" altLang="en-US" sz="2800" b="1" dirty="0" smtClean="0"/>
              <a:t>互联网</a:t>
            </a:r>
            <a:r>
              <a:rPr lang="zh-CN" altLang="en-US" sz="2800" b="1" dirty="0"/>
              <a:t>的路由选择协议</a:t>
            </a:r>
          </a:p>
          <a:p>
            <a:pPr eaLnBrk="1" hangingPunct="1"/>
            <a:r>
              <a:rPr lang="en-US" altLang="zh-CN" sz="2800" b="1" dirty="0" smtClean="0"/>
              <a:t>IP </a:t>
            </a:r>
            <a:r>
              <a:rPr lang="zh-CN" altLang="en-US" sz="2800" b="1" dirty="0" smtClean="0"/>
              <a:t>多播</a:t>
            </a:r>
          </a:p>
          <a:p>
            <a:pPr eaLnBrk="1" hangingPunct="1"/>
            <a:r>
              <a:rPr lang="zh-CN" altLang="en-US" sz="2800" b="1" dirty="0" smtClean="0"/>
              <a:t>虚拟专用网 </a:t>
            </a:r>
            <a:r>
              <a:rPr lang="en-US" altLang="zh-CN" sz="2800" b="1" dirty="0" smtClean="0"/>
              <a:t>VPN </a:t>
            </a:r>
            <a:r>
              <a:rPr lang="zh-CN" altLang="en-US" sz="2800" b="1" dirty="0" smtClean="0"/>
              <a:t>和网络地址转换 </a:t>
            </a:r>
            <a:r>
              <a:rPr lang="en-US" altLang="zh-CN" sz="2800" b="1" dirty="0" smtClean="0"/>
              <a:t>NAT</a:t>
            </a:r>
          </a:p>
          <a:p>
            <a:pPr eaLnBrk="1" hangingPunct="1">
              <a:buFontTx/>
              <a:buNone/>
            </a:pPr>
            <a:endParaRPr lang="en-US" altLang="zh-CN" sz="1800" b="1" dirty="0" smtClean="0"/>
          </a:p>
          <a:p>
            <a:pPr eaLnBrk="1" hangingPunct="1">
              <a:buFontTx/>
              <a:buNone/>
            </a:pPr>
            <a:endParaRPr lang="en-US" altLang="zh-CN" b="1" dirty="0" smtClean="0"/>
          </a:p>
          <a:p>
            <a:pPr eaLnBrk="1" hangingPunct="1">
              <a:buFont typeface="Wingdings" pitchFamily="2" charset="2"/>
              <a:buNone/>
            </a:pPr>
            <a:endParaRPr lang="zh-CN" altLang="en-US" b="1" dirty="0" smtClean="0"/>
          </a:p>
        </p:txBody>
      </p:sp>
    </p:spTree>
  </p:cSld>
  <p:clrMapOvr>
    <a:masterClrMapping/>
  </p:clrMapOvr>
  <p:transition spd="slow"/>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2"/>
          <p:cNvSpPr>
            <a:spLocks noGrp="1" noChangeArrowheads="1"/>
          </p:cNvSpPr>
          <p:nvPr>
            <p:ph type="title"/>
          </p:nvPr>
        </p:nvSpPr>
        <p:spPr/>
        <p:txBody>
          <a:bodyPr/>
          <a:lstStyle/>
          <a:p>
            <a:pPr eaLnBrk="1" hangingPunct="1"/>
            <a:r>
              <a:rPr lang="en-US" altLang="zh-CN" dirty="0" smtClean="0"/>
              <a:t>IPv6 </a:t>
            </a:r>
            <a:r>
              <a:rPr lang="zh-CN" altLang="en-US" dirty="0" smtClean="0"/>
              <a:t>数据报的一般形式 </a:t>
            </a:r>
          </a:p>
        </p:txBody>
      </p:sp>
      <p:sp>
        <p:nvSpPr>
          <p:cNvPr id="27" name="Rectangle 3"/>
          <p:cNvSpPr>
            <a:spLocks noGrp="1" noChangeArrowheads="1"/>
          </p:cNvSpPr>
          <p:nvPr>
            <p:ph idx="1"/>
          </p:nvPr>
        </p:nvSpPr>
        <p:spPr>
          <a:xfrm>
            <a:off x="442913" y="1266825"/>
            <a:ext cx="10801350" cy="4895850"/>
          </a:xfrm>
        </p:spPr>
        <p:txBody>
          <a:bodyPr/>
          <a:lstStyle/>
          <a:p>
            <a:pPr algn="just" eaLnBrk="1" hangingPunct="1"/>
            <a:r>
              <a:rPr lang="en-US" altLang="zh-CN" b="1" dirty="0" smtClean="0"/>
              <a:t>IPv6 </a:t>
            </a:r>
            <a:r>
              <a:rPr lang="zh-CN" altLang="en-US" b="1" dirty="0"/>
              <a:t>数据报由两大部分组成</a:t>
            </a:r>
            <a:r>
              <a:rPr lang="zh-CN" altLang="en-US" b="1" dirty="0" smtClean="0"/>
              <a:t>：</a:t>
            </a:r>
            <a:endParaRPr lang="en-US" altLang="zh-CN" b="1" dirty="0" smtClean="0"/>
          </a:p>
          <a:p>
            <a:pPr lvl="1" algn="just" eaLnBrk="1" hangingPunct="1"/>
            <a:r>
              <a:rPr lang="zh-CN" altLang="en-US" b="1" dirty="0">
                <a:solidFill>
                  <a:srgbClr val="FF0000"/>
                </a:solidFill>
              </a:rPr>
              <a:t>基本首部 </a:t>
            </a:r>
            <a:r>
              <a:rPr lang="en-US" altLang="zh-CN" b="1" dirty="0"/>
              <a:t>(base header</a:t>
            </a:r>
            <a:r>
              <a:rPr lang="en-US" altLang="zh-CN" b="1" dirty="0" smtClean="0"/>
              <a:t>)</a:t>
            </a:r>
            <a:r>
              <a:rPr lang="zh-CN" altLang="en-US" b="1" dirty="0" smtClean="0"/>
              <a:t>：</a:t>
            </a:r>
            <a:r>
              <a:rPr lang="en-US" altLang="zh-CN" b="1" dirty="0"/>
              <a:t>40 </a:t>
            </a:r>
            <a:r>
              <a:rPr lang="zh-CN" altLang="en-US" b="1" dirty="0" smtClean="0"/>
              <a:t>字节</a:t>
            </a:r>
            <a:r>
              <a:rPr lang="zh-CN" altLang="en-US" b="1" dirty="0"/>
              <a:t>固定</a:t>
            </a:r>
            <a:r>
              <a:rPr lang="zh-CN" altLang="en-US" b="1" dirty="0" smtClean="0"/>
              <a:t>长度。</a:t>
            </a:r>
            <a:endParaRPr lang="en-US" altLang="zh-CN" b="1" dirty="0"/>
          </a:p>
          <a:p>
            <a:pPr lvl="1" algn="just" eaLnBrk="1" hangingPunct="1"/>
            <a:r>
              <a:rPr lang="zh-CN" altLang="en-US" b="1" dirty="0">
                <a:solidFill>
                  <a:srgbClr val="FF0000"/>
                </a:solidFill>
              </a:rPr>
              <a:t>有效载荷</a:t>
            </a:r>
            <a:r>
              <a:rPr lang="zh-CN" altLang="en-US" b="1" dirty="0"/>
              <a:t> </a:t>
            </a:r>
            <a:r>
              <a:rPr lang="en-US" altLang="zh-CN" b="1" dirty="0"/>
              <a:t>(payload</a:t>
            </a:r>
            <a:r>
              <a:rPr lang="en-US" altLang="zh-CN" b="1" dirty="0" smtClean="0"/>
              <a:t>)</a:t>
            </a:r>
            <a:r>
              <a:rPr lang="zh-CN" altLang="en-US" b="1" dirty="0" smtClean="0"/>
              <a:t>：允许</a:t>
            </a:r>
            <a:r>
              <a:rPr lang="zh-CN" altLang="en-US" b="1" dirty="0"/>
              <a:t>有零个或多个</a:t>
            </a:r>
            <a:r>
              <a:rPr lang="zh-CN" altLang="en-US" b="1" dirty="0">
                <a:solidFill>
                  <a:schemeClr val="tx2">
                    <a:lumMod val="60000"/>
                    <a:lumOff val="40000"/>
                  </a:schemeClr>
                </a:solidFill>
              </a:rPr>
              <a:t>扩展首部 </a:t>
            </a:r>
            <a:r>
              <a:rPr lang="en-US" altLang="zh-CN" b="1" dirty="0"/>
              <a:t>(extension header)</a:t>
            </a:r>
            <a:r>
              <a:rPr lang="zh-CN" altLang="en-US" b="1" dirty="0"/>
              <a:t>，再后面是数据部分。</a:t>
            </a:r>
          </a:p>
          <a:p>
            <a:pPr lvl="1" algn="just" eaLnBrk="1" hangingPunct="1"/>
            <a:endParaRPr lang="zh-CN" altLang="en-US" b="1" dirty="0" smtClean="0"/>
          </a:p>
          <a:p>
            <a:pPr algn="just" eaLnBrk="1" hangingPunct="1"/>
            <a:endParaRPr lang="zh-CN" altLang="en-US" b="1" dirty="0"/>
          </a:p>
        </p:txBody>
      </p:sp>
      <p:sp>
        <p:nvSpPr>
          <p:cNvPr id="28" name="圆角矩形 27"/>
          <p:cNvSpPr/>
          <p:nvPr/>
        </p:nvSpPr>
        <p:spPr>
          <a:xfrm>
            <a:off x="1415480" y="4005064"/>
            <a:ext cx="8784976" cy="2361806"/>
          </a:xfrm>
          <a:prstGeom prst="roundRect">
            <a:avLst/>
          </a:prstGeom>
          <a:solidFill>
            <a:srgbClr val="C3E3F9"/>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9" name="组合 28"/>
          <p:cNvGrpSpPr/>
          <p:nvPr/>
        </p:nvGrpSpPr>
        <p:grpSpPr>
          <a:xfrm>
            <a:off x="1880882" y="4149080"/>
            <a:ext cx="7671502" cy="2174128"/>
            <a:chOff x="1688153" y="2672821"/>
            <a:chExt cx="5586407" cy="1749804"/>
          </a:xfrm>
        </p:grpSpPr>
        <p:sp>
          <p:nvSpPr>
            <p:cNvPr id="30" name="Rectangle 2"/>
            <p:cNvSpPr>
              <a:spLocks noChangeArrowheads="1"/>
            </p:cNvSpPr>
            <p:nvPr/>
          </p:nvSpPr>
          <p:spPr bwMode="auto">
            <a:xfrm>
              <a:off x="2725001" y="3008694"/>
              <a:ext cx="4548321" cy="373441"/>
            </a:xfrm>
            <a:prstGeom prst="rect">
              <a:avLst/>
            </a:prstGeom>
            <a:solidFill>
              <a:srgbClr val="0000FF"/>
            </a:solidFill>
            <a:ln w="19050">
              <a:solidFill>
                <a:schemeClr val="tx1"/>
              </a:solidFill>
              <a:miter lim="800000"/>
              <a:headEnd/>
              <a:tailEnd/>
            </a:ln>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31" name="Rectangle 30"/>
            <p:cNvSpPr>
              <a:spLocks noChangeArrowheads="1"/>
            </p:cNvSpPr>
            <p:nvPr/>
          </p:nvSpPr>
          <p:spPr bwMode="auto">
            <a:xfrm>
              <a:off x="3541048" y="3761052"/>
              <a:ext cx="3732273" cy="372323"/>
            </a:xfrm>
            <a:prstGeom prst="rect">
              <a:avLst/>
            </a:prstGeom>
            <a:solidFill>
              <a:srgbClr val="00FFFF"/>
            </a:solidFill>
            <a:ln w="19050">
              <a:solidFill>
                <a:schemeClr val="tx1"/>
              </a:solidFill>
              <a:miter lim="800000"/>
              <a:headEnd/>
              <a:tailEnd/>
            </a:ln>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32" name="Line 3"/>
            <p:cNvSpPr>
              <a:spLocks noChangeShapeType="1"/>
            </p:cNvSpPr>
            <p:nvPr/>
          </p:nvSpPr>
          <p:spPr bwMode="auto">
            <a:xfrm>
              <a:off x="3537334" y="3766643"/>
              <a:ext cx="0" cy="3734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33" name="Line 4"/>
            <p:cNvSpPr>
              <a:spLocks noChangeShapeType="1"/>
            </p:cNvSpPr>
            <p:nvPr/>
          </p:nvSpPr>
          <p:spPr bwMode="auto">
            <a:xfrm>
              <a:off x="4072284" y="3766643"/>
              <a:ext cx="0" cy="3734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34" name="Line 5"/>
            <p:cNvSpPr>
              <a:spLocks noChangeShapeType="1"/>
            </p:cNvSpPr>
            <p:nvPr/>
          </p:nvSpPr>
          <p:spPr bwMode="auto">
            <a:xfrm>
              <a:off x="4410343" y="3766643"/>
              <a:ext cx="0" cy="3734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35" name="Line 6"/>
            <p:cNvSpPr>
              <a:spLocks noChangeShapeType="1"/>
            </p:cNvSpPr>
            <p:nvPr/>
          </p:nvSpPr>
          <p:spPr bwMode="auto">
            <a:xfrm>
              <a:off x="4971299" y="3766643"/>
              <a:ext cx="0" cy="3734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36" name="Text Box 15"/>
            <p:cNvSpPr txBox="1">
              <a:spLocks noChangeArrowheads="1"/>
            </p:cNvSpPr>
            <p:nvPr/>
          </p:nvSpPr>
          <p:spPr bwMode="auto">
            <a:xfrm>
              <a:off x="2695624" y="3062081"/>
              <a:ext cx="881553" cy="29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lnSpc>
                  <a:spcPct val="90000"/>
                </a:lnSpc>
              </a:pPr>
              <a:r>
                <a:rPr lang="zh-CN" altLang="en-US" sz="2000" b="1" dirty="0">
                  <a:solidFill>
                    <a:schemeClr val="bg1"/>
                  </a:solidFill>
                  <a:latin typeface="微软雅黑" pitchFamily="34" charset="-122"/>
                  <a:ea typeface="微软雅黑" pitchFamily="34" charset="-122"/>
                </a:rPr>
                <a:t>基本首部</a:t>
              </a:r>
            </a:p>
          </p:txBody>
        </p:sp>
        <p:sp>
          <p:nvSpPr>
            <p:cNvPr id="37" name="Text Box 16"/>
            <p:cNvSpPr txBox="1">
              <a:spLocks noChangeArrowheads="1"/>
            </p:cNvSpPr>
            <p:nvPr/>
          </p:nvSpPr>
          <p:spPr bwMode="auto">
            <a:xfrm>
              <a:off x="3544127" y="3740887"/>
              <a:ext cx="569882" cy="431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lnSpc>
                  <a:spcPct val="90000"/>
                </a:lnSpc>
              </a:pPr>
              <a:r>
                <a:rPr lang="en-US" altLang="zh-CN" sz="1600" b="1" dirty="0">
                  <a:solidFill>
                    <a:srgbClr val="000000"/>
                  </a:solidFill>
                  <a:latin typeface="微软雅黑" pitchFamily="34" charset="-122"/>
                  <a:ea typeface="微软雅黑" pitchFamily="34" charset="-122"/>
                </a:rPr>
                <a:t> </a:t>
              </a:r>
              <a:r>
                <a:rPr lang="zh-CN" altLang="en-US" sz="1600" b="1" dirty="0">
                  <a:solidFill>
                    <a:srgbClr val="000000"/>
                  </a:solidFill>
                  <a:latin typeface="微软雅黑" pitchFamily="34" charset="-122"/>
                  <a:ea typeface="微软雅黑" pitchFamily="34" charset="-122"/>
                </a:rPr>
                <a:t>扩展</a:t>
              </a:r>
            </a:p>
            <a:p>
              <a:pPr algn="ctr" eaLnBrk="1" hangingPunct="1">
                <a:lnSpc>
                  <a:spcPct val="90000"/>
                </a:lnSpc>
              </a:pPr>
              <a:r>
                <a:rPr lang="zh-CN" altLang="en-US" sz="1600" b="1" dirty="0">
                  <a:solidFill>
                    <a:srgbClr val="000000"/>
                  </a:solidFill>
                  <a:latin typeface="微软雅黑" pitchFamily="34" charset="-122"/>
                  <a:ea typeface="微软雅黑" pitchFamily="34" charset="-122"/>
                </a:rPr>
                <a:t>首部 </a:t>
              </a:r>
              <a:r>
                <a:rPr lang="en-US" altLang="zh-CN" sz="1600" b="1" dirty="0">
                  <a:solidFill>
                    <a:srgbClr val="000000"/>
                  </a:solidFill>
                  <a:latin typeface="微软雅黑" pitchFamily="34" charset="-122"/>
                  <a:ea typeface="微软雅黑" pitchFamily="34" charset="-122"/>
                </a:rPr>
                <a:t>1</a:t>
              </a:r>
            </a:p>
          </p:txBody>
        </p:sp>
        <p:sp>
          <p:nvSpPr>
            <p:cNvPr id="38" name="Text Box 17"/>
            <p:cNvSpPr txBox="1">
              <a:spLocks noChangeArrowheads="1"/>
            </p:cNvSpPr>
            <p:nvPr/>
          </p:nvSpPr>
          <p:spPr bwMode="auto">
            <a:xfrm>
              <a:off x="4386005" y="3749058"/>
              <a:ext cx="604901" cy="431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lnSpc>
                  <a:spcPct val="90000"/>
                </a:lnSpc>
              </a:pPr>
              <a:r>
                <a:rPr lang="en-US" altLang="zh-CN" sz="1600" b="1" dirty="0">
                  <a:solidFill>
                    <a:srgbClr val="000000"/>
                  </a:solidFill>
                  <a:latin typeface="微软雅黑" pitchFamily="34" charset="-122"/>
                  <a:ea typeface="微软雅黑" pitchFamily="34" charset="-122"/>
                </a:rPr>
                <a:t> </a:t>
              </a:r>
              <a:r>
                <a:rPr lang="zh-CN" altLang="en-US" sz="1600" b="1" dirty="0">
                  <a:solidFill>
                    <a:srgbClr val="000000"/>
                  </a:solidFill>
                  <a:latin typeface="微软雅黑" pitchFamily="34" charset="-122"/>
                  <a:ea typeface="微软雅黑" pitchFamily="34" charset="-122"/>
                </a:rPr>
                <a:t>扩展</a:t>
              </a:r>
            </a:p>
            <a:p>
              <a:pPr algn="ctr" eaLnBrk="1" hangingPunct="1">
                <a:lnSpc>
                  <a:spcPct val="90000"/>
                </a:lnSpc>
              </a:pPr>
              <a:r>
                <a:rPr lang="zh-CN" altLang="en-US" sz="1600" b="1" dirty="0">
                  <a:solidFill>
                    <a:srgbClr val="000000"/>
                  </a:solidFill>
                  <a:latin typeface="微软雅黑" pitchFamily="34" charset="-122"/>
                  <a:ea typeface="微软雅黑" pitchFamily="34" charset="-122"/>
                </a:rPr>
                <a:t>首部 </a:t>
              </a:r>
              <a:r>
                <a:rPr lang="en-US" altLang="zh-CN" sz="1600" b="1" dirty="0">
                  <a:solidFill>
                    <a:srgbClr val="000000"/>
                  </a:solidFill>
                  <a:latin typeface="微软雅黑" pitchFamily="34" charset="-122"/>
                  <a:ea typeface="微软雅黑" pitchFamily="34" charset="-122"/>
                </a:rPr>
                <a:t>N</a:t>
              </a:r>
            </a:p>
          </p:txBody>
        </p:sp>
        <p:sp>
          <p:nvSpPr>
            <p:cNvPr id="39" name="Text Box 18"/>
            <p:cNvSpPr txBox="1">
              <a:spLocks noChangeArrowheads="1"/>
            </p:cNvSpPr>
            <p:nvPr/>
          </p:nvSpPr>
          <p:spPr bwMode="auto">
            <a:xfrm>
              <a:off x="4033335" y="3786109"/>
              <a:ext cx="322412" cy="272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en-US" altLang="zh-CN" sz="1600" b="1" dirty="0">
                  <a:solidFill>
                    <a:srgbClr val="000000"/>
                  </a:solidFill>
                  <a:latin typeface="微软雅黑" pitchFamily="34" charset="-122"/>
                  <a:ea typeface="微软雅黑" pitchFamily="34" charset="-122"/>
                </a:rPr>
                <a:t> …</a:t>
              </a:r>
            </a:p>
          </p:txBody>
        </p:sp>
        <p:sp>
          <p:nvSpPr>
            <p:cNvPr id="40" name="Text Box 19"/>
            <p:cNvSpPr txBox="1">
              <a:spLocks noChangeArrowheads="1"/>
            </p:cNvSpPr>
            <p:nvPr/>
          </p:nvSpPr>
          <p:spPr bwMode="auto">
            <a:xfrm>
              <a:off x="5462456" y="3829410"/>
              <a:ext cx="1264431" cy="272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sz="1600" b="1" dirty="0">
                  <a:solidFill>
                    <a:srgbClr val="000000"/>
                  </a:solidFill>
                  <a:latin typeface="微软雅黑" pitchFamily="34" charset="-122"/>
                  <a:ea typeface="微软雅黑" pitchFamily="34" charset="-122"/>
                </a:rPr>
                <a:t>数    </a:t>
              </a:r>
              <a:r>
                <a:rPr lang="zh-CN" altLang="en-US" sz="1600" b="1" dirty="0" smtClean="0">
                  <a:solidFill>
                    <a:srgbClr val="000000"/>
                  </a:solidFill>
                  <a:latin typeface="微软雅黑" pitchFamily="34" charset="-122"/>
                  <a:ea typeface="微软雅黑" pitchFamily="34" charset="-122"/>
                </a:rPr>
                <a:t>据    部    分</a:t>
              </a:r>
              <a:endParaRPr lang="zh-CN" altLang="en-US" sz="1600" b="1" dirty="0">
                <a:solidFill>
                  <a:srgbClr val="000000"/>
                </a:solidFill>
                <a:latin typeface="微软雅黑" pitchFamily="34" charset="-122"/>
                <a:ea typeface="微软雅黑" pitchFamily="34" charset="-122"/>
              </a:endParaRPr>
            </a:p>
          </p:txBody>
        </p:sp>
        <p:sp>
          <p:nvSpPr>
            <p:cNvPr id="41" name="Line 22"/>
            <p:cNvSpPr>
              <a:spLocks noChangeShapeType="1"/>
            </p:cNvSpPr>
            <p:nvPr/>
          </p:nvSpPr>
          <p:spPr bwMode="auto">
            <a:xfrm>
              <a:off x="3511329" y="4268663"/>
              <a:ext cx="1459971"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42" name="Text Box 23"/>
            <p:cNvSpPr txBox="1">
              <a:spLocks noChangeArrowheads="1"/>
            </p:cNvSpPr>
            <p:nvPr/>
          </p:nvSpPr>
          <p:spPr bwMode="auto">
            <a:xfrm>
              <a:off x="4012845" y="4150147"/>
              <a:ext cx="433306" cy="272478"/>
            </a:xfrm>
            <a:prstGeom prst="rect">
              <a:avLst/>
            </a:prstGeom>
            <a:solidFill>
              <a:srgbClr val="C3E3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sz="1600" b="1" dirty="0">
                  <a:solidFill>
                    <a:srgbClr val="0000FF"/>
                  </a:solidFill>
                  <a:latin typeface="微软雅黑" pitchFamily="34" charset="-122"/>
                  <a:ea typeface="微软雅黑" pitchFamily="34" charset="-122"/>
                </a:rPr>
                <a:t>选项</a:t>
              </a:r>
            </a:p>
          </p:txBody>
        </p:sp>
        <p:grpSp>
          <p:nvGrpSpPr>
            <p:cNvPr id="43" name="组合 26"/>
            <p:cNvGrpSpPr>
              <a:grpSpLocks/>
            </p:cNvGrpSpPr>
            <p:nvPr/>
          </p:nvGrpSpPr>
          <p:grpSpPr bwMode="auto">
            <a:xfrm>
              <a:off x="2725001" y="2784185"/>
              <a:ext cx="4549559" cy="191192"/>
              <a:chOff x="1331640" y="1700808"/>
              <a:chExt cx="5832648" cy="344488"/>
            </a:xfrm>
          </p:grpSpPr>
          <p:sp>
            <p:nvSpPr>
              <p:cNvPr id="56" name="Line 25"/>
              <p:cNvSpPr>
                <a:spLocks noChangeShapeType="1"/>
              </p:cNvSpPr>
              <p:nvPr/>
            </p:nvSpPr>
            <p:spPr bwMode="auto">
              <a:xfrm>
                <a:off x="1331640" y="1700808"/>
                <a:ext cx="0" cy="33813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57" name="Line 26"/>
              <p:cNvSpPr>
                <a:spLocks noChangeShapeType="1"/>
              </p:cNvSpPr>
              <p:nvPr/>
            </p:nvSpPr>
            <p:spPr bwMode="auto">
              <a:xfrm>
                <a:off x="7164288" y="1707158"/>
                <a:ext cx="0" cy="33813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grpSp>
        <p:sp>
          <p:nvSpPr>
            <p:cNvPr id="44" name="Line 27"/>
            <p:cNvSpPr>
              <a:spLocks noChangeShapeType="1"/>
            </p:cNvSpPr>
            <p:nvPr/>
          </p:nvSpPr>
          <p:spPr bwMode="auto">
            <a:xfrm flipV="1">
              <a:off x="2725001" y="2876985"/>
              <a:ext cx="4540890"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45" name="Text Box 28"/>
            <p:cNvSpPr txBox="1">
              <a:spLocks noChangeArrowheads="1"/>
            </p:cNvSpPr>
            <p:nvPr/>
          </p:nvSpPr>
          <p:spPr bwMode="auto">
            <a:xfrm>
              <a:off x="4487119" y="2672821"/>
              <a:ext cx="953926" cy="272478"/>
            </a:xfrm>
            <a:prstGeom prst="rect">
              <a:avLst/>
            </a:prstGeom>
            <a:solidFill>
              <a:srgbClr val="C3E3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en-US" altLang="zh-CN" sz="1600" b="1" dirty="0">
                  <a:solidFill>
                    <a:srgbClr val="0000FF"/>
                  </a:solidFill>
                  <a:latin typeface="微软雅黑" pitchFamily="34" charset="-122"/>
                  <a:ea typeface="微软雅黑" pitchFamily="34" charset="-122"/>
                </a:rPr>
                <a:t>IPv6 </a:t>
              </a:r>
              <a:r>
                <a:rPr lang="zh-CN" altLang="en-US" sz="1600" b="1" dirty="0">
                  <a:solidFill>
                    <a:srgbClr val="0000FF"/>
                  </a:solidFill>
                  <a:latin typeface="微软雅黑" pitchFamily="34" charset="-122"/>
                  <a:ea typeface="微软雅黑" pitchFamily="34" charset="-122"/>
                </a:rPr>
                <a:t>数据报</a:t>
              </a:r>
            </a:p>
          </p:txBody>
        </p:sp>
        <p:cxnSp>
          <p:nvCxnSpPr>
            <p:cNvPr id="46" name="直接连接符 32"/>
            <p:cNvCxnSpPr>
              <a:cxnSpLocks noChangeShapeType="1"/>
            </p:cNvCxnSpPr>
            <p:nvPr/>
          </p:nvCxnSpPr>
          <p:spPr bwMode="auto">
            <a:xfrm>
              <a:off x="3545017" y="3406959"/>
              <a:ext cx="0" cy="422451"/>
            </a:xfrm>
            <a:prstGeom prst="line">
              <a:avLst/>
            </a:prstGeom>
            <a:noFill/>
            <a:ln w="19050"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47" name="直接连接符 34"/>
            <p:cNvCxnSpPr>
              <a:cxnSpLocks noChangeShapeType="1"/>
            </p:cNvCxnSpPr>
            <p:nvPr/>
          </p:nvCxnSpPr>
          <p:spPr bwMode="auto">
            <a:xfrm>
              <a:off x="7273321" y="3406959"/>
              <a:ext cx="0" cy="422451"/>
            </a:xfrm>
            <a:prstGeom prst="line">
              <a:avLst/>
            </a:prstGeom>
            <a:noFill/>
            <a:ln w="19050" algn="ctr">
              <a:solidFill>
                <a:schemeClr val="tx1"/>
              </a:solidFill>
              <a:prstDash val="dash"/>
              <a:round/>
              <a:headEnd/>
              <a:tailEnd/>
            </a:ln>
            <a:extLst>
              <a:ext uri="{909E8E84-426E-40DD-AFC4-6F175D3DCCD1}">
                <a14:hiddenFill xmlns:a14="http://schemas.microsoft.com/office/drawing/2010/main">
                  <a:noFill/>
                </a14:hiddenFill>
              </a:ext>
            </a:extLst>
          </p:spPr>
        </p:cxnSp>
        <p:sp>
          <p:nvSpPr>
            <p:cNvPr id="48" name="Text Box 23"/>
            <p:cNvSpPr txBox="1">
              <a:spLocks noChangeArrowheads="1"/>
            </p:cNvSpPr>
            <p:nvPr/>
          </p:nvSpPr>
          <p:spPr bwMode="auto">
            <a:xfrm>
              <a:off x="2771341" y="3398014"/>
              <a:ext cx="662098" cy="272479"/>
            </a:xfrm>
            <a:prstGeom prst="rect">
              <a:avLst/>
            </a:prstGeom>
            <a:solidFill>
              <a:srgbClr val="C3E3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en-US" altLang="zh-CN" sz="1600" b="1" dirty="0">
                  <a:solidFill>
                    <a:srgbClr val="CC0099"/>
                  </a:solidFill>
                  <a:latin typeface="微软雅黑" pitchFamily="34" charset="-122"/>
                  <a:ea typeface="微软雅黑" pitchFamily="34" charset="-122"/>
                </a:rPr>
                <a:t>40 </a:t>
              </a:r>
              <a:r>
                <a:rPr lang="zh-CN" altLang="en-US" sz="1600" b="1" dirty="0">
                  <a:solidFill>
                    <a:srgbClr val="CC0099"/>
                  </a:solidFill>
                  <a:latin typeface="微软雅黑" pitchFamily="34" charset="-122"/>
                  <a:ea typeface="微软雅黑" pitchFamily="34" charset="-122"/>
                </a:rPr>
                <a:t>字节</a:t>
              </a:r>
            </a:p>
          </p:txBody>
        </p:sp>
        <p:sp>
          <p:nvSpPr>
            <p:cNvPr id="49" name="Line 27"/>
            <p:cNvSpPr>
              <a:spLocks noChangeShapeType="1"/>
            </p:cNvSpPr>
            <p:nvPr/>
          </p:nvSpPr>
          <p:spPr bwMode="auto">
            <a:xfrm>
              <a:off x="3539810" y="3541129"/>
              <a:ext cx="3734750" cy="3355"/>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50" name="Text Box 23"/>
            <p:cNvSpPr txBox="1">
              <a:spLocks noChangeArrowheads="1"/>
            </p:cNvSpPr>
            <p:nvPr/>
          </p:nvSpPr>
          <p:spPr bwMode="auto">
            <a:xfrm>
              <a:off x="4593614" y="3412550"/>
              <a:ext cx="1431357" cy="272478"/>
            </a:xfrm>
            <a:prstGeom prst="rect">
              <a:avLst/>
            </a:prstGeom>
            <a:solidFill>
              <a:srgbClr val="C3E3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sz="1600" b="1" dirty="0">
                  <a:solidFill>
                    <a:srgbClr val="0000FF"/>
                  </a:solidFill>
                  <a:latin typeface="微软雅黑" pitchFamily="34" charset="-122"/>
                  <a:ea typeface="微软雅黑" pitchFamily="34" charset="-122"/>
                </a:rPr>
                <a:t>不超过 </a:t>
              </a:r>
              <a:r>
                <a:rPr lang="en-US" altLang="zh-CN" sz="1600" b="1" dirty="0">
                  <a:solidFill>
                    <a:srgbClr val="0000FF"/>
                  </a:solidFill>
                  <a:latin typeface="微软雅黑" pitchFamily="34" charset="-122"/>
                  <a:ea typeface="微软雅黑" pitchFamily="34" charset="-122"/>
                </a:rPr>
                <a:t>65535 </a:t>
              </a:r>
              <a:r>
                <a:rPr lang="zh-CN" altLang="en-US" sz="1600" b="1" dirty="0">
                  <a:solidFill>
                    <a:srgbClr val="0000FF"/>
                  </a:solidFill>
                  <a:latin typeface="微软雅黑" pitchFamily="34" charset="-122"/>
                  <a:ea typeface="微软雅黑" pitchFamily="34" charset="-122"/>
                </a:rPr>
                <a:t>字节</a:t>
              </a:r>
            </a:p>
          </p:txBody>
        </p:sp>
        <p:sp>
          <p:nvSpPr>
            <p:cNvPr id="51" name="右箭头 28"/>
            <p:cNvSpPr>
              <a:spLocks noChangeArrowheads="1"/>
            </p:cNvSpPr>
            <p:nvPr/>
          </p:nvSpPr>
          <p:spPr bwMode="auto">
            <a:xfrm rot="10800000">
              <a:off x="2162806" y="3119157"/>
              <a:ext cx="562194" cy="143115"/>
            </a:xfrm>
            <a:prstGeom prst="rightArrow">
              <a:avLst>
                <a:gd name="adj1" fmla="val 50000"/>
                <a:gd name="adj2" fmla="val 162073"/>
              </a:avLst>
            </a:prstGeom>
            <a:solidFill>
              <a:srgbClr val="FF00FF"/>
            </a:solidFill>
            <a:ln w="9525" algn="ctr">
              <a:solidFill>
                <a:schemeClr val="tx1"/>
              </a:solidFill>
              <a:round/>
              <a:headEnd/>
              <a:tailEnd/>
            </a:ln>
          </p:spPr>
          <p:txBody>
            <a:bodyPr/>
            <a:lstStyle/>
            <a:p>
              <a:endParaRPr lang="zh-CN" altLang="en-US" sz="1100" b="1">
                <a:solidFill>
                  <a:srgbClr val="000099"/>
                </a:solidFill>
                <a:latin typeface="微软雅黑" pitchFamily="34" charset="-122"/>
                <a:ea typeface="微软雅黑" pitchFamily="34" charset="-122"/>
              </a:endParaRPr>
            </a:p>
          </p:txBody>
        </p:sp>
        <p:sp>
          <p:nvSpPr>
            <p:cNvPr id="52" name="Text Box 23"/>
            <p:cNvSpPr txBox="1">
              <a:spLocks noChangeArrowheads="1"/>
            </p:cNvSpPr>
            <p:nvPr/>
          </p:nvSpPr>
          <p:spPr bwMode="auto">
            <a:xfrm>
              <a:off x="1688153" y="3337862"/>
              <a:ext cx="881553" cy="3220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sz="2000" b="1" dirty="0">
                  <a:solidFill>
                    <a:srgbClr val="0000FF"/>
                  </a:solidFill>
                  <a:latin typeface="微软雅黑" pitchFamily="34" charset="-122"/>
                  <a:ea typeface="微软雅黑" pitchFamily="34" charset="-122"/>
                </a:rPr>
                <a:t>发送在前</a:t>
              </a:r>
            </a:p>
          </p:txBody>
        </p:sp>
        <p:sp>
          <p:nvSpPr>
            <p:cNvPr id="53" name="Line 3"/>
            <p:cNvSpPr>
              <a:spLocks noChangeShapeType="1"/>
            </p:cNvSpPr>
            <p:nvPr/>
          </p:nvSpPr>
          <p:spPr bwMode="auto">
            <a:xfrm>
              <a:off x="3537334" y="3006684"/>
              <a:ext cx="0" cy="3734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54" name="矩形 53"/>
            <p:cNvSpPr/>
            <p:nvPr/>
          </p:nvSpPr>
          <p:spPr bwMode="auto">
            <a:xfrm>
              <a:off x="3543525" y="3017865"/>
              <a:ext cx="3722367" cy="362260"/>
            </a:xfrm>
            <a:prstGeom prst="rect">
              <a:avLst/>
            </a:prstGeom>
            <a:solidFill>
              <a:srgbClr val="99FFCC"/>
            </a:solidFill>
            <a:ln w="9525" cap="flat" cmpd="sng" algn="ctr">
              <a:noFill/>
              <a:prstDash val="solid"/>
              <a:round/>
              <a:headEnd type="none" w="med" len="med"/>
              <a:tailEnd type="none" w="med" len="med"/>
            </a:ln>
            <a:effectLst/>
          </p:spPr>
          <p:txBody>
            <a:bodyPr/>
            <a:lstStyle/>
            <a:p>
              <a:pPr>
                <a:defRPr/>
              </a:pPr>
              <a:endParaRPr lang="zh-CN" altLang="en-US" sz="1100" b="1">
                <a:solidFill>
                  <a:srgbClr val="000099"/>
                </a:solidFill>
                <a:latin typeface="微软雅黑" pitchFamily="34" charset="-122"/>
                <a:ea typeface="微软雅黑" pitchFamily="34" charset="-122"/>
              </a:endParaRPr>
            </a:p>
          </p:txBody>
        </p:sp>
        <p:sp>
          <p:nvSpPr>
            <p:cNvPr id="55" name="Text Box 33"/>
            <p:cNvSpPr txBox="1">
              <a:spLocks noChangeArrowheads="1"/>
            </p:cNvSpPr>
            <p:nvPr/>
          </p:nvSpPr>
          <p:spPr bwMode="auto">
            <a:xfrm>
              <a:off x="3894722" y="3046735"/>
              <a:ext cx="3118822" cy="3220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r>
                <a:rPr lang="zh-CN" altLang="en-US" sz="2000" b="1" dirty="0">
                  <a:solidFill>
                    <a:srgbClr val="000000"/>
                  </a:solidFill>
                  <a:latin typeface="微软雅黑" pitchFamily="34" charset="-122"/>
                  <a:ea typeface="微软雅黑" pitchFamily="34" charset="-122"/>
                </a:rPr>
                <a:t>有     </a:t>
              </a:r>
              <a:r>
                <a:rPr lang="zh-CN" altLang="en-US" sz="2000" b="1" dirty="0" smtClean="0">
                  <a:solidFill>
                    <a:srgbClr val="000000"/>
                  </a:solidFill>
                  <a:latin typeface="微软雅黑" pitchFamily="34" charset="-122"/>
                  <a:ea typeface="微软雅黑" pitchFamily="34" charset="-122"/>
                </a:rPr>
                <a:t>效     载     荷</a:t>
              </a:r>
              <a:endParaRPr lang="zh-CN" altLang="en-US" sz="2000" b="1" dirty="0">
                <a:solidFill>
                  <a:srgbClr val="000000"/>
                </a:solidFill>
                <a:latin typeface="微软雅黑" pitchFamily="34" charset="-122"/>
                <a:ea typeface="微软雅黑" pitchFamily="34" charset="-122"/>
              </a:endParaRPr>
            </a:p>
          </p:txBody>
        </p:sp>
      </p:grpSp>
    </p:spTree>
  </p:cSld>
  <p:clrMapOvr>
    <a:masterClrMapping/>
  </p:clrMapOvr>
  <p:transition/>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2"/>
          <p:cNvSpPr>
            <a:spLocks noGrp="1" noChangeArrowheads="1"/>
          </p:cNvSpPr>
          <p:nvPr>
            <p:ph type="title"/>
          </p:nvPr>
        </p:nvSpPr>
        <p:spPr/>
        <p:txBody>
          <a:bodyPr/>
          <a:lstStyle/>
          <a:p>
            <a:pPr eaLnBrk="1" hangingPunct="1"/>
            <a:r>
              <a:rPr lang="en-US" altLang="zh-CN" dirty="0" smtClean="0"/>
              <a:t>4.6.1 IPv6 </a:t>
            </a:r>
            <a:r>
              <a:rPr lang="zh-CN" altLang="en-US" dirty="0" smtClean="0"/>
              <a:t>的</a:t>
            </a:r>
            <a:r>
              <a:rPr lang="zh-CN" altLang="en-US" dirty="0"/>
              <a:t>基本</a:t>
            </a:r>
            <a:r>
              <a:rPr lang="zh-CN" altLang="en-US" dirty="0" smtClean="0"/>
              <a:t>首部</a:t>
            </a:r>
          </a:p>
        </p:txBody>
      </p:sp>
      <p:sp>
        <p:nvSpPr>
          <p:cNvPr id="27" name="Rectangle 3"/>
          <p:cNvSpPr>
            <a:spLocks noGrp="1" noChangeArrowheads="1"/>
          </p:cNvSpPr>
          <p:nvPr>
            <p:ph idx="1"/>
          </p:nvPr>
        </p:nvSpPr>
        <p:spPr>
          <a:xfrm>
            <a:off x="442913" y="1266825"/>
            <a:ext cx="10801350" cy="4895850"/>
          </a:xfrm>
        </p:spPr>
        <p:txBody>
          <a:bodyPr/>
          <a:lstStyle/>
          <a:p>
            <a:pPr algn="just" eaLnBrk="1" hangingPunct="1"/>
            <a:r>
              <a:rPr lang="en-US" altLang="zh-CN" b="1" dirty="0" smtClean="0"/>
              <a:t>IPv6 </a:t>
            </a:r>
            <a:r>
              <a:rPr lang="zh-CN" altLang="en-US" b="1" dirty="0" smtClean="0"/>
              <a:t>对首部的主要更改：</a:t>
            </a:r>
          </a:p>
          <a:p>
            <a:pPr algn="just" eaLnBrk="1" hangingPunct="1"/>
            <a:endParaRPr lang="zh-CN" altLang="en-US" b="1" dirty="0"/>
          </a:p>
        </p:txBody>
      </p:sp>
      <p:graphicFrame>
        <p:nvGraphicFramePr>
          <p:cNvPr id="58" name="表格 57"/>
          <p:cNvGraphicFramePr>
            <a:graphicFrameLocks noGrp="1"/>
          </p:cNvGraphicFramePr>
          <p:nvPr>
            <p:extLst>
              <p:ext uri="{D42A27DB-BD31-4B8C-83A1-F6EECF244321}">
                <p14:modId xmlns:p14="http://schemas.microsoft.com/office/powerpoint/2010/main" val="189996799"/>
              </p:ext>
            </p:extLst>
          </p:nvPr>
        </p:nvGraphicFramePr>
        <p:xfrm>
          <a:off x="687354" y="2296277"/>
          <a:ext cx="11169286" cy="3931920"/>
        </p:xfrm>
        <a:graphic>
          <a:graphicData uri="http://schemas.openxmlformats.org/drawingml/2006/table">
            <a:tbl>
              <a:tblPr firstRow="1" bandRow="1">
                <a:tableStyleId>{5C22544A-7EE6-4342-B048-85BDC9FD1C3A}</a:tableStyleId>
              </a:tblPr>
              <a:tblGrid>
                <a:gridCol w="4515440">
                  <a:extLst>
                    <a:ext uri="{9D8B030D-6E8A-4147-A177-3AD203B41FA5}">
                      <a16:colId xmlns:a16="http://schemas.microsoft.com/office/drawing/2014/main" xmlns="" val="20000"/>
                    </a:ext>
                  </a:extLst>
                </a:gridCol>
                <a:gridCol w="6653846">
                  <a:extLst>
                    <a:ext uri="{9D8B030D-6E8A-4147-A177-3AD203B41FA5}">
                      <a16:colId xmlns:a16="http://schemas.microsoft.com/office/drawing/2014/main" xmlns="" val="20001"/>
                    </a:ext>
                  </a:extLst>
                </a:gridCol>
              </a:tblGrid>
              <a:tr h="3869027">
                <a:tc>
                  <a:txBody>
                    <a:bodyPr/>
                    <a:lstStyle/>
                    <a:p>
                      <a:pPr marL="342900" lvl="0" indent="-342900">
                        <a:lnSpc>
                          <a:spcPct val="150000"/>
                        </a:lnSpc>
                        <a:buClr>
                          <a:srgbClr val="CC00CC"/>
                        </a:buClr>
                        <a:buSzPct val="80000"/>
                        <a:buFont typeface="Wingdings" pitchFamily="2" charset="2"/>
                        <a:buChar char="l"/>
                      </a:pPr>
                      <a:r>
                        <a:rPr lang="zh-CN" altLang="zh-CN" sz="2800" dirty="0" smtClean="0">
                          <a:solidFill>
                            <a:srgbClr val="000000"/>
                          </a:solidFill>
                          <a:latin typeface="微软雅黑" pitchFamily="34" charset="-122"/>
                          <a:ea typeface="微软雅黑" pitchFamily="34" charset="-122"/>
                        </a:rPr>
                        <a:t>取消了首部长度字段</a:t>
                      </a:r>
                      <a:r>
                        <a:rPr lang="zh-CN" altLang="en-US" sz="2800" b="1" kern="1200" dirty="0" smtClean="0">
                          <a:solidFill>
                            <a:srgbClr val="000000"/>
                          </a:solidFill>
                          <a:latin typeface="微软雅黑" pitchFamily="34" charset="-122"/>
                          <a:ea typeface="微软雅黑" pitchFamily="34" charset="-122"/>
                          <a:cs typeface="+mn-cs"/>
                        </a:rPr>
                        <a:t>；</a:t>
                      </a:r>
                      <a:endParaRPr lang="en-US" altLang="zh-CN" sz="2800" b="1" kern="1200" dirty="0" smtClean="0">
                        <a:solidFill>
                          <a:srgbClr val="000000"/>
                        </a:solidFill>
                        <a:latin typeface="微软雅黑" pitchFamily="34" charset="-122"/>
                        <a:ea typeface="微软雅黑" pitchFamily="34" charset="-122"/>
                        <a:cs typeface="+mn-cs"/>
                      </a:endParaRPr>
                    </a:p>
                    <a:p>
                      <a:pPr marL="342900" lvl="0" indent="-342900">
                        <a:lnSpc>
                          <a:spcPct val="150000"/>
                        </a:lnSpc>
                        <a:buClr>
                          <a:srgbClr val="CC00CC"/>
                        </a:buClr>
                        <a:buSzPct val="80000"/>
                        <a:buFont typeface="Wingdings" pitchFamily="2" charset="2"/>
                        <a:buChar char="l"/>
                      </a:pPr>
                      <a:r>
                        <a:rPr lang="zh-CN" altLang="zh-CN" sz="2800" dirty="0" smtClean="0">
                          <a:solidFill>
                            <a:srgbClr val="000000"/>
                          </a:solidFill>
                          <a:latin typeface="微软雅黑" pitchFamily="34" charset="-122"/>
                          <a:ea typeface="微软雅黑" pitchFamily="34" charset="-122"/>
                        </a:rPr>
                        <a:t>取消了服务类型字段</a:t>
                      </a:r>
                      <a:r>
                        <a:rPr lang="zh-CN" altLang="en-US" sz="2800" dirty="0" smtClean="0">
                          <a:solidFill>
                            <a:srgbClr val="000000"/>
                          </a:solidFill>
                          <a:latin typeface="微软雅黑" pitchFamily="34" charset="-122"/>
                          <a:ea typeface="微软雅黑" pitchFamily="34" charset="-122"/>
                        </a:rPr>
                        <a:t>；</a:t>
                      </a:r>
                      <a:endParaRPr lang="en-US" altLang="zh-CN" sz="2800" dirty="0" smtClean="0">
                        <a:solidFill>
                          <a:srgbClr val="000000"/>
                        </a:solidFill>
                        <a:latin typeface="微软雅黑" pitchFamily="34" charset="-122"/>
                        <a:ea typeface="微软雅黑" pitchFamily="34" charset="-122"/>
                      </a:endParaRPr>
                    </a:p>
                    <a:p>
                      <a:pPr marL="342900" lvl="0" indent="-342900">
                        <a:lnSpc>
                          <a:spcPct val="150000"/>
                        </a:lnSpc>
                        <a:buClr>
                          <a:srgbClr val="CC00CC"/>
                        </a:buClr>
                        <a:buSzPct val="80000"/>
                        <a:buFont typeface="Wingdings" pitchFamily="2" charset="2"/>
                        <a:buChar char="l"/>
                      </a:pPr>
                      <a:r>
                        <a:rPr lang="zh-CN" altLang="zh-CN" sz="2800" dirty="0" smtClean="0">
                          <a:solidFill>
                            <a:srgbClr val="000000"/>
                          </a:solidFill>
                          <a:latin typeface="微软雅黑" pitchFamily="34" charset="-122"/>
                          <a:ea typeface="微软雅黑" pitchFamily="34" charset="-122"/>
                        </a:rPr>
                        <a:t>取消了总长度字段</a:t>
                      </a:r>
                      <a:r>
                        <a:rPr lang="zh-CN" altLang="en-US" sz="2800" dirty="0" smtClean="0">
                          <a:solidFill>
                            <a:srgbClr val="000000"/>
                          </a:solidFill>
                          <a:latin typeface="微软雅黑" pitchFamily="34" charset="-122"/>
                          <a:ea typeface="微软雅黑" pitchFamily="34" charset="-122"/>
                        </a:rPr>
                        <a:t>，</a:t>
                      </a:r>
                      <a:r>
                        <a:rPr lang="zh-CN" altLang="zh-CN" sz="2800" dirty="0" smtClean="0">
                          <a:solidFill>
                            <a:srgbClr val="000000"/>
                          </a:solidFill>
                          <a:latin typeface="微软雅黑" pitchFamily="34" charset="-122"/>
                          <a:ea typeface="微软雅黑" pitchFamily="34" charset="-122"/>
                        </a:rPr>
                        <a:t>改用有效载荷长度字段</a:t>
                      </a:r>
                      <a:r>
                        <a:rPr lang="zh-CN" altLang="en-US" sz="2800" dirty="0" smtClean="0">
                          <a:solidFill>
                            <a:srgbClr val="000000"/>
                          </a:solidFill>
                          <a:latin typeface="微软雅黑" pitchFamily="34" charset="-122"/>
                          <a:ea typeface="微软雅黑" pitchFamily="34" charset="-122"/>
                        </a:rPr>
                        <a:t>；</a:t>
                      </a:r>
                      <a:endParaRPr lang="en-US" altLang="zh-CN" sz="2800" dirty="0" smtClean="0">
                        <a:solidFill>
                          <a:srgbClr val="000000"/>
                        </a:solidFill>
                        <a:latin typeface="微软雅黑" pitchFamily="34" charset="-122"/>
                        <a:ea typeface="微软雅黑"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marL="342900" marR="0" lvl="0" indent="-342900" algn="l" defTabSz="914400" rtl="0" eaLnBrk="1" fontAlgn="auto" latinLnBrk="0" hangingPunct="1">
                        <a:lnSpc>
                          <a:spcPct val="150000"/>
                        </a:lnSpc>
                        <a:spcBef>
                          <a:spcPts val="0"/>
                        </a:spcBef>
                        <a:spcAft>
                          <a:spcPts val="0"/>
                        </a:spcAft>
                        <a:buClr>
                          <a:srgbClr val="CC00CC"/>
                        </a:buClr>
                        <a:buSzPct val="80000"/>
                        <a:buFont typeface="Wingdings" pitchFamily="2" charset="2"/>
                        <a:buChar char="l"/>
                        <a:tabLst/>
                        <a:defRPr/>
                      </a:pPr>
                      <a:r>
                        <a:rPr lang="zh-CN" altLang="zh-CN" sz="2800" dirty="0" smtClean="0">
                          <a:solidFill>
                            <a:srgbClr val="000000"/>
                          </a:solidFill>
                          <a:latin typeface="微软雅黑" pitchFamily="34" charset="-122"/>
                          <a:ea typeface="微软雅黑" pitchFamily="34" charset="-122"/>
                        </a:rPr>
                        <a:t>把</a:t>
                      </a:r>
                      <a:r>
                        <a:rPr lang="en-US" altLang="zh-CN" sz="2800" dirty="0" smtClean="0">
                          <a:solidFill>
                            <a:srgbClr val="000000"/>
                          </a:solidFill>
                          <a:latin typeface="微软雅黑" pitchFamily="34" charset="-122"/>
                          <a:ea typeface="微软雅黑" pitchFamily="34" charset="-122"/>
                        </a:rPr>
                        <a:t> TTL </a:t>
                      </a:r>
                      <a:r>
                        <a:rPr lang="zh-CN" altLang="zh-CN" sz="2800" dirty="0" smtClean="0">
                          <a:solidFill>
                            <a:srgbClr val="000000"/>
                          </a:solidFill>
                          <a:latin typeface="微软雅黑" pitchFamily="34" charset="-122"/>
                          <a:ea typeface="微软雅黑" pitchFamily="34" charset="-122"/>
                        </a:rPr>
                        <a:t>字段改称为跳数限制字段</a:t>
                      </a:r>
                      <a:r>
                        <a:rPr lang="zh-CN" altLang="en-US" sz="2800" dirty="0" smtClean="0">
                          <a:solidFill>
                            <a:srgbClr val="000000"/>
                          </a:solidFill>
                          <a:latin typeface="微软雅黑" pitchFamily="34" charset="-122"/>
                          <a:ea typeface="微软雅黑" pitchFamily="34" charset="-122"/>
                        </a:rPr>
                        <a:t>；</a:t>
                      </a:r>
                      <a:endParaRPr lang="en-US" altLang="zh-CN" sz="2800" dirty="0" smtClean="0">
                        <a:solidFill>
                          <a:srgbClr val="000000"/>
                        </a:solidFill>
                        <a:latin typeface="微软雅黑" pitchFamily="34" charset="-122"/>
                        <a:ea typeface="微软雅黑" pitchFamily="34" charset="-122"/>
                      </a:endParaRPr>
                    </a:p>
                    <a:p>
                      <a:pPr marL="342900" lvl="0" indent="-342900">
                        <a:lnSpc>
                          <a:spcPct val="150000"/>
                        </a:lnSpc>
                        <a:buClr>
                          <a:srgbClr val="CC00CC"/>
                        </a:buClr>
                        <a:buSzPct val="80000"/>
                        <a:buFont typeface="Wingdings" pitchFamily="2" charset="2"/>
                        <a:buChar char="l"/>
                      </a:pPr>
                      <a:r>
                        <a:rPr lang="zh-CN" altLang="zh-CN" sz="2800" dirty="0" smtClean="0">
                          <a:solidFill>
                            <a:srgbClr val="000000"/>
                          </a:solidFill>
                          <a:latin typeface="微软雅黑" pitchFamily="34" charset="-122"/>
                          <a:ea typeface="微软雅黑" pitchFamily="34" charset="-122"/>
                        </a:rPr>
                        <a:t>取消了协议字段，改用下一个首部字段</a:t>
                      </a:r>
                      <a:r>
                        <a:rPr lang="zh-CN" altLang="en-US" sz="2800" dirty="0" smtClean="0">
                          <a:solidFill>
                            <a:srgbClr val="000000"/>
                          </a:solidFill>
                          <a:latin typeface="微软雅黑" pitchFamily="34" charset="-122"/>
                          <a:ea typeface="微软雅黑" pitchFamily="34" charset="-122"/>
                        </a:rPr>
                        <a:t>；</a:t>
                      </a:r>
                      <a:endParaRPr lang="en-US" altLang="zh-CN" sz="2800" dirty="0" smtClean="0">
                        <a:solidFill>
                          <a:srgbClr val="000000"/>
                        </a:solidFill>
                        <a:latin typeface="微软雅黑" pitchFamily="34" charset="-122"/>
                        <a:ea typeface="微软雅黑" pitchFamily="34" charset="-122"/>
                      </a:endParaRPr>
                    </a:p>
                    <a:p>
                      <a:pPr marL="342900" lvl="0" indent="-342900">
                        <a:lnSpc>
                          <a:spcPct val="150000"/>
                        </a:lnSpc>
                        <a:buClr>
                          <a:srgbClr val="CC00CC"/>
                        </a:buClr>
                        <a:buSzPct val="80000"/>
                        <a:buFont typeface="Wingdings" pitchFamily="2" charset="2"/>
                        <a:buChar char="l"/>
                      </a:pPr>
                      <a:r>
                        <a:rPr lang="zh-CN" altLang="zh-CN" sz="2800" dirty="0" smtClean="0">
                          <a:solidFill>
                            <a:srgbClr val="000000"/>
                          </a:solidFill>
                          <a:latin typeface="微软雅黑" pitchFamily="34" charset="-122"/>
                          <a:ea typeface="微软雅黑" pitchFamily="34" charset="-122"/>
                        </a:rPr>
                        <a:t>取消了检验和字段</a:t>
                      </a:r>
                      <a:r>
                        <a:rPr lang="zh-CN" altLang="en-US" sz="2800" dirty="0" smtClean="0">
                          <a:solidFill>
                            <a:srgbClr val="000000"/>
                          </a:solidFill>
                          <a:latin typeface="微软雅黑" pitchFamily="34" charset="-122"/>
                          <a:ea typeface="微软雅黑" pitchFamily="34" charset="-122"/>
                        </a:rPr>
                        <a:t>；</a:t>
                      </a:r>
                      <a:endParaRPr lang="en-US" altLang="zh-CN" sz="2800" dirty="0" smtClean="0">
                        <a:solidFill>
                          <a:srgbClr val="000000"/>
                        </a:solidFill>
                        <a:latin typeface="微软雅黑" pitchFamily="34" charset="-122"/>
                        <a:ea typeface="微软雅黑" pitchFamily="34" charset="-122"/>
                      </a:endParaRPr>
                    </a:p>
                    <a:p>
                      <a:pPr marL="342900" lvl="0" indent="-342900">
                        <a:lnSpc>
                          <a:spcPct val="150000"/>
                        </a:lnSpc>
                        <a:buClr>
                          <a:srgbClr val="CC00CC"/>
                        </a:buClr>
                        <a:buSzPct val="80000"/>
                        <a:buFont typeface="Wingdings" pitchFamily="2" charset="2"/>
                        <a:buChar char="l"/>
                      </a:pPr>
                      <a:r>
                        <a:rPr lang="zh-CN" altLang="zh-CN" sz="2800" dirty="0" smtClean="0">
                          <a:solidFill>
                            <a:srgbClr val="000000"/>
                          </a:solidFill>
                          <a:latin typeface="微软雅黑" pitchFamily="34" charset="-122"/>
                          <a:ea typeface="微软雅黑" pitchFamily="34" charset="-122"/>
                        </a:rPr>
                        <a:t>取消了选项字段，而用扩展首部来实现选项功能。</a:t>
                      </a:r>
                      <a:endParaRPr lang="zh-CN" altLang="en-US" sz="2800" dirty="0" smtClean="0">
                        <a:solidFill>
                          <a:srgbClr val="000000"/>
                        </a:solidFill>
                        <a:latin typeface="微软雅黑" pitchFamily="34" charset="-122"/>
                        <a:ea typeface="微软雅黑" pitchFamily="34" charset="-122"/>
                      </a:endParaRPr>
                    </a:p>
                  </a:txBody>
                  <a:tcPr marL="180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a16="http://schemas.microsoft.com/office/drawing/2014/main" xmlns="" val="10000"/>
                  </a:ext>
                </a:extLst>
              </a:tr>
            </a:tbl>
          </a:graphicData>
        </a:graphic>
      </p:graphicFrame>
    </p:spTree>
    <p:extLst>
      <p:ext uri="{BB962C8B-B14F-4D97-AF65-F5344CB8AC3E}">
        <p14:creationId xmlns:p14="http://schemas.microsoft.com/office/powerpoint/2010/main" val="704492024"/>
      </p:ext>
    </p:extLst>
  </p:cSld>
  <p:clrMapOvr>
    <a:masterClrMapping/>
  </p:clrMapOvr>
  <p:transition/>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Rectangle 36"/>
          <p:cNvSpPr>
            <a:spLocks noChangeArrowheads="1"/>
          </p:cNvSpPr>
          <p:nvPr/>
        </p:nvSpPr>
        <p:spPr bwMode="auto">
          <a:xfrm>
            <a:off x="3181350" y="3128964"/>
            <a:ext cx="7288214" cy="1698624"/>
          </a:xfrm>
          <a:prstGeom prst="rect">
            <a:avLst/>
          </a:prstGeom>
          <a:noFill/>
          <a:ln w="28575">
            <a:solidFill>
              <a:srgbClr val="0000CC"/>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304164" name="Rectangle 36"/>
          <p:cNvSpPr>
            <a:spLocks noChangeArrowheads="1"/>
          </p:cNvSpPr>
          <p:nvPr/>
        </p:nvSpPr>
        <p:spPr bwMode="auto">
          <a:xfrm>
            <a:off x="3181350" y="4827588"/>
            <a:ext cx="7288214" cy="1481137"/>
          </a:xfrm>
          <a:prstGeom prst="rect">
            <a:avLst/>
          </a:prstGeom>
          <a:solidFill>
            <a:srgbClr val="CCECFF"/>
          </a:solidFill>
          <a:ln w="28575">
            <a:solidFill>
              <a:srgbClr val="0000CC"/>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304130" name="Rectangle 2"/>
          <p:cNvSpPr>
            <a:spLocks noChangeArrowheads="1"/>
          </p:cNvSpPr>
          <p:nvPr/>
        </p:nvSpPr>
        <p:spPr bwMode="auto">
          <a:xfrm>
            <a:off x="3173413" y="631825"/>
            <a:ext cx="7289800" cy="2497139"/>
          </a:xfrm>
          <a:prstGeom prst="rect">
            <a:avLst/>
          </a:prstGeom>
          <a:solidFill>
            <a:srgbClr val="FFFF99"/>
          </a:solidFill>
          <a:ln w="28575">
            <a:solidFill>
              <a:srgbClr val="333399"/>
            </a:solidFill>
            <a:miter lim="800000"/>
            <a:headEnd/>
            <a:tailEnd/>
          </a:ln>
          <a:effectLst/>
        </p:spPr>
        <p:txBody>
          <a:bodyPr wrap="none" anchor="ctr"/>
          <a:lstStyle/>
          <a:p>
            <a:pPr eaLnBrk="1" hangingPunct="1"/>
            <a:endParaRPr lang="zh-CN" altLang="en-US" sz="2800" b="1">
              <a:latin typeface="Tahoma" pitchFamily="34" charset="0"/>
              <a:ea typeface="黑体" pitchFamily="2" charset="-122"/>
            </a:endParaRPr>
          </a:p>
        </p:txBody>
      </p:sp>
      <p:sp>
        <p:nvSpPr>
          <p:cNvPr id="304131" name="Line 3"/>
          <p:cNvSpPr>
            <a:spLocks noChangeShapeType="1"/>
          </p:cNvSpPr>
          <p:nvPr/>
        </p:nvSpPr>
        <p:spPr bwMode="auto">
          <a:xfrm>
            <a:off x="3181350" y="1012825"/>
            <a:ext cx="73025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4132" name="Line 4"/>
          <p:cNvSpPr>
            <a:spLocks noChangeShapeType="1"/>
          </p:cNvSpPr>
          <p:nvPr/>
        </p:nvSpPr>
        <p:spPr bwMode="auto">
          <a:xfrm>
            <a:off x="4081463" y="633413"/>
            <a:ext cx="0" cy="381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4133" name="Line 5"/>
          <p:cNvSpPr>
            <a:spLocks noChangeShapeType="1"/>
          </p:cNvSpPr>
          <p:nvPr/>
        </p:nvSpPr>
        <p:spPr bwMode="auto">
          <a:xfrm>
            <a:off x="6821488" y="1012825"/>
            <a:ext cx="0" cy="4222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4134" name="Rectangle 6"/>
          <p:cNvSpPr>
            <a:spLocks noChangeArrowheads="1"/>
          </p:cNvSpPr>
          <p:nvPr/>
        </p:nvSpPr>
        <p:spPr bwMode="auto">
          <a:xfrm>
            <a:off x="3097213" y="242888"/>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0</a:t>
            </a:r>
          </a:p>
        </p:txBody>
      </p:sp>
      <p:sp>
        <p:nvSpPr>
          <p:cNvPr id="304135" name="Rectangle 7"/>
          <p:cNvSpPr>
            <a:spLocks noChangeArrowheads="1"/>
          </p:cNvSpPr>
          <p:nvPr/>
        </p:nvSpPr>
        <p:spPr bwMode="auto">
          <a:xfrm>
            <a:off x="4000500" y="242888"/>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4</a:t>
            </a:r>
          </a:p>
        </p:txBody>
      </p:sp>
      <p:sp>
        <p:nvSpPr>
          <p:cNvPr id="304136" name="Rectangle 8"/>
          <p:cNvSpPr>
            <a:spLocks noChangeArrowheads="1"/>
          </p:cNvSpPr>
          <p:nvPr/>
        </p:nvSpPr>
        <p:spPr bwMode="auto">
          <a:xfrm>
            <a:off x="6731000" y="242888"/>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16</a:t>
            </a:r>
          </a:p>
        </p:txBody>
      </p:sp>
      <p:sp>
        <p:nvSpPr>
          <p:cNvPr id="304137" name="Rectangle 9"/>
          <p:cNvSpPr>
            <a:spLocks noChangeArrowheads="1"/>
          </p:cNvSpPr>
          <p:nvPr/>
        </p:nvSpPr>
        <p:spPr bwMode="auto">
          <a:xfrm>
            <a:off x="10128250" y="242888"/>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31</a:t>
            </a:r>
          </a:p>
        </p:txBody>
      </p:sp>
      <p:sp>
        <p:nvSpPr>
          <p:cNvPr id="304138" name="Rectangle 10"/>
          <p:cNvSpPr>
            <a:spLocks noChangeArrowheads="1"/>
          </p:cNvSpPr>
          <p:nvPr/>
        </p:nvSpPr>
        <p:spPr bwMode="auto">
          <a:xfrm>
            <a:off x="3292475" y="647700"/>
            <a:ext cx="7667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版 本</a:t>
            </a:r>
          </a:p>
        </p:txBody>
      </p:sp>
      <p:sp>
        <p:nvSpPr>
          <p:cNvPr id="304139" name="Rectangle 11"/>
          <p:cNvSpPr>
            <a:spLocks noChangeArrowheads="1"/>
          </p:cNvSpPr>
          <p:nvPr/>
        </p:nvSpPr>
        <p:spPr bwMode="auto">
          <a:xfrm>
            <a:off x="2479675" y="242888"/>
            <a:ext cx="439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位</a:t>
            </a:r>
          </a:p>
        </p:txBody>
      </p:sp>
      <p:sp>
        <p:nvSpPr>
          <p:cNvPr id="304140" name="Line 12"/>
          <p:cNvSpPr>
            <a:spLocks noChangeShapeType="1"/>
          </p:cNvSpPr>
          <p:nvPr/>
        </p:nvSpPr>
        <p:spPr bwMode="auto">
          <a:xfrm>
            <a:off x="3173413" y="1435100"/>
            <a:ext cx="73025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4142" name="Line 14"/>
          <p:cNvSpPr>
            <a:spLocks noChangeShapeType="1"/>
          </p:cNvSpPr>
          <p:nvPr/>
        </p:nvSpPr>
        <p:spPr bwMode="auto">
          <a:xfrm>
            <a:off x="3175000" y="2281238"/>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4144" name="Line 16"/>
          <p:cNvSpPr>
            <a:spLocks noChangeShapeType="1"/>
          </p:cNvSpPr>
          <p:nvPr/>
        </p:nvSpPr>
        <p:spPr bwMode="auto">
          <a:xfrm>
            <a:off x="3175000" y="3128963"/>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4146" name="Line 18"/>
          <p:cNvSpPr>
            <a:spLocks noChangeShapeType="1"/>
          </p:cNvSpPr>
          <p:nvPr/>
        </p:nvSpPr>
        <p:spPr bwMode="auto">
          <a:xfrm>
            <a:off x="3175000" y="3975100"/>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4150" name="Rectangle 22"/>
          <p:cNvSpPr>
            <a:spLocks noChangeArrowheads="1"/>
          </p:cNvSpPr>
          <p:nvPr/>
        </p:nvSpPr>
        <p:spPr bwMode="auto">
          <a:xfrm>
            <a:off x="5087888" y="2527399"/>
            <a:ext cx="311143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目   的   地   址（</a:t>
            </a:r>
            <a:r>
              <a:rPr kumimoji="1" lang="en-US" altLang="zh-CN" sz="2000" b="1" dirty="0">
                <a:solidFill>
                  <a:srgbClr val="333399"/>
                </a:solidFill>
                <a:ea typeface="黑体" pitchFamily="2" charset="-122"/>
              </a:rPr>
              <a:t>128 </a:t>
            </a:r>
            <a:r>
              <a:rPr kumimoji="1" lang="zh-CN" altLang="en-US" sz="2000" b="1" dirty="0">
                <a:solidFill>
                  <a:srgbClr val="333399"/>
                </a:solidFill>
                <a:ea typeface="黑体" pitchFamily="2" charset="-122"/>
              </a:rPr>
              <a:t>位</a:t>
            </a:r>
            <a:r>
              <a:rPr kumimoji="1" lang="zh-CN" altLang="en-US" sz="2000" b="1" dirty="0" smtClean="0">
                <a:solidFill>
                  <a:srgbClr val="333399"/>
                </a:solidFill>
                <a:ea typeface="黑体" pitchFamily="2" charset="-122"/>
              </a:rPr>
              <a:t>）</a:t>
            </a:r>
            <a:endParaRPr kumimoji="1" lang="zh-CN" altLang="en-US" sz="2000" b="1" dirty="0">
              <a:solidFill>
                <a:srgbClr val="333399"/>
              </a:solidFill>
              <a:ea typeface="黑体" pitchFamily="2" charset="-122"/>
            </a:endParaRPr>
          </a:p>
        </p:txBody>
      </p:sp>
      <p:sp>
        <p:nvSpPr>
          <p:cNvPr id="304151" name="Rectangle 23"/>
          <p:cNvSpPr>
            <a:spLocks noChangeArrowheads="1"/>
          </p:cNvSpPr>
          <p:nvPr/>
        </p:nvSpPr>
        <p:spPr bwMode="auto">
          <a:xfrm>
            <a:off x="5519936" y="1652489"/>
            <a:ext cx="2643353"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源   地   址（</a:t>
            </a:r>
            <a:r>
              <a:rPr kumimoji="1" lang="en-US" altLang="zh-CN" sz="2000" b="1" dirty="0">
                <a:solidFill>
                  <a:srgbClr val="333399"/>
                </a:solidFill>
                <a:ea typeface="黑体" pitchFamily="2" charset="-122"/>
              </a:rPr>
              <a:t>128 </a:t>
            </a:r>
            <a:r>
              <a:rPr kumimoji="1" lang="zh-CN" altLang="en-US" sz="2000" b="1" dirty="0">
                <a:solidFill>
                  <a:srgbClr val="333399"/>
                </a:solidFill>
                <a:ea typeface="黑体" pitchFamily="2" charset="-122"/>
              </a:rPr>
              <a:t>位</a:t>
            </a:r>
            <a:r>
              <a:rPr kumimoji="1" lang="zh-CN" altLang="en-US" sz="2000" b="1" dirty="0" smtClean="0">
                <a:solidFill>
                  <a:srgbClr val="333399"/>
                </a:solidFill>
                <a:ea typeface="黑体" pitchFamily="2" charset="-122"/>
              </a:rPr>
              <a:t>）</a:t>
            </a:r>
            <a:endParaRPr kumimoji="1" lang="zh-CN" altLang="en-US" sz="2000" b="1" dirty="0">
              <a:solidFill>
                <a:srgbClr val="333399"/>
              </a:solidFill>
              <a:ea typeface="黑体" pitchFamily="2" charset="-122"/>
            </a:endParaRPr>
          </a:p>
        </p:txBody>
      </p:sp>
      <p:sp>
        <p:nvSpPr>
          <p:cNvPr id="304152" name="Line 24"/>
          <p:cNvSpPr>
            <a:spLocks noChangeShapeType="1"/>
          </p:cNvSpPr>
          <p:nvPr/>
        </p:nvSpPr>
        <p:spPr bwMode="auto">
          <a:xfrm>
            <a:off x="8651875" y="1012825"/>
            <a:ext cx="0" cy="4222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4153" name="Rectangle 25"/>
          <p:cNvSpPr>
            <a:spLocks noChangeArrowheads="1"/>
          </p:cNvSpPr>
          <p:nvPr/>
        </p:nvSpPr>
        <p:spPr bwMode="auto">
          <a:xfrm>
            <a:off x="6962775" y="1046163"/>
            <a:ext cx="175529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下 一 个 首 部</a:t>
            </a:r>
          </a:p>
        </p:txBody>
      </p:sp>
      <p:sp>
        <p:nvSpPr>
          <p:cNvPr id="304154" name="Rectangle 26"/>
          <p:cNvSpPr>
            <a:spLocks noChangeArrowheads="1"/>
          </p:cNvSpPr>
          <p:nvPr/>
        </p:nvSpPr>
        <p:spPr bwMode="auto">
          <a:xfrm>
            <a:off x="7161213" y="647700"/>
            <a:ext cx="1657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流     标     号</a:t>
            </a:r>
          </a:p>
        </p:txBody>
      </p:sp>
      <p:sp>
        <p:nvSpPr>
          <p:cNvPr id="304155" name="Rectangle 27"/>
          <p:cNvSpPr>
            <a:spLocks noChangeArrowheads="1"/>
          </p:cNvSpPr>
          <p:nvPr/>
        </p:nvSpPr>
        <p:spPr bwMode="auto">
          <a:xfrm>
            <a:off x="5761038" y="24288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12</a:t>
            </a:r>
          </a:p>
        </p:txBody>
      </p:sp>
      <p:sp>
        <p:nvSpPr>
          <p:cNvPr id="304156" name="Rectangle 28"/>
          <p:cNvSpPr>
            <a:spLocks noChangeArrowheads="1"/>
          </p:cNvSpPr>
          <p:nvPr/>
        </p:nvSpPr>
        <p:spPr bwMode="auto">
          <a:xfrm>
            <a:off x="4349750" y="647700"/>
            <a:ext cx="1420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通 信 量 类</a:t>
            </a:r>
          </a:p>
        </p:txBody>
      </p:sp>
      <p:sp>
        <p:nvSpPr>
          <p:cNvPr id="304159" name="Rectangle 31"/>
          <p:cNvSpPr>
            <a:spLocks noChangeArrowheads="1"/>
          </p:cNvSpPr>
          <p:nvPr/>
        </p:nvSpPr>
        <p:spPr bwMode="auto">
          <a:xfrm>
            <a:off x="3889375" y="1038225"/>
            <a:ext cx="24365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有  效  载  荷  长  度</a:t>
            </a:r>
          </a:p>
        </p:txBody>
      </p:sp>
      <p:sp>
        <p:nvSpPr>
          <p:cNvPr id="304160" name="Rectangle 32"/>
          <p:cNvSpPr>
            <a:spLocks noChangeArrowheads="1"/>
          </p:cNvSpPr>
          <p:nvPr/>
        </p:nvSpPr>
        <p:spPr bwMode="auto">
          <a:xfrm>
            <a:off x="8936038" y="1057275"/>
            <a:ext cx="14208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跳 数 限 制</a:t>
            </a:r>
          </a:p>
        </p:txBody>
      </p:sp>
      <p:sp>
        <p:nvSpPr>
          <p:cNvPr id="304161" name="Line 33"/>
          <p:cNvSpPr>
            <a:spLocks noChangeShapeType="1"/>
          </p:cNvSpPr>
          <p:nvPr/>
        </p:nvSpPr>
        <p:spPr bwMode="auto">
          <a:xfrm>
            <a:off x="5899150" y="631825"/>
            <a:ext cx="6350" cy="382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4162" name="Rectangle 34"/>
          <p:cNvSpPr>
            <a:spLocks noChangeArrowheads="1"/>
          </p:cNvSpPr>
          <p:nvPr/>
        </p:nvSpPr>
        <p:spPr bwMode="auto">
          <a:xfrm>
            <a:off x="8547100" y="242888"/>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24</a:t>
            </a:r>
          </a:p>
        </p:txBody>
      </p:sp>
      <p:sp>
        <p:nvSpPr>
          <p:cNvPr id="304165" name="Rectangle 37"/>
          <p:cNvSpPr>
            <a:spLocks noChangeArrowheads="1"/>
          </p:cNvSpPr>
          <p:nvPr/>
        </p:nvSpPr>
        <p:spPr bwMode="auto">
          <a:xfrm>
            <a:off x="5519936" y="5301208"/>
            <a:ext cx="2178482" cy="4591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400" b="1" dirty="0" smtClean="0">
                <a:solidFill>
                  <a:srgbClr val="333399"/>
                </a:solidFill>
                <a:ea typeface="黑体" pitchFamily="2" charset="-122"/>
              </a:rPr>
              <a:t>数   据   部   分</a:t>
            </a:r>
            <a:endParaRPr kumimoji="1" lang="zh-CN" altLang="en-US" sz="2400" b="1" dirty="0">
              <a:solidFill>
                <a:srgbClr val="333399"/>
              </a:solidFill>
              <a:ea typeface="黑体" pitchFamily="2" charset="-122"/>
            </a:endParaRPr>
          </a:p>
        </p:txBody>
      </p:sp>
      <p:sp>
        <p:nvSpPr>
          <p:cNvPr id="304167" name="AutoShape 39"/>
          <p:cNvSpPr>
            <a:spLocks/>
          </p:cNvSpPr>
          <p:nvPr/>
        </p:nvSpPr>
        <p:spPr bwMode="auto">
          <a:xfrm>
            <a:off x="2868613" y="665164"/>
            <a:ext cx="228600" cy="2463800"/>
          </a:xfrm>
          <a:prstGeom prst="leftBrace">
            <a:avLst>
              <a:gd name="adj1" fmla="val 151736"/>
              <a:gd name="adj2" fmla="val 50000"/>
            </a:avLst>
          </a:prstGeom>
          <a:noFill/>
          <a:ln w="12700">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635944" name="Rectangle 40"/>
          <p:cNvSpPr>
            <a:spLocks noChangeArrowheads="1"/>
          </p:cNvSpPr>
          <p:nvPr/>
        </p:nvSpPr>
        <p:spPr bwMode="auto">
          <a:xfrm>
            <a:off x="1404488" y="1268760"/>
            <a:ext cx="1452323" cy="1197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r>
              <a:rPr kumimoji="1" lang="en-US" altLang="zh-CN" sz="2400" b="1" dirty="0">
                <a:solidFill>
                  <a:srgbClr val="333399"/>
                </a:solidFill>
                <a:ea typeface="黑体" pitchFamily="2" charset="-122"/>
              </a:rPr>
              <a:t>IPv6 </a:t>
            </a:r>
            <a:r>
              <a:rPr kumimoji="1" lang="zh-CN" altLang="en-US" sz="2400" b="1" dirty="0">
                <a:solidFill>
                  <a:srgbClr val="333399"/>
                </a:solidFill>
                <a:ea typeface="黑体" pitchFamily="2" charset="-122"/>
              </a:rPr>
              <a:t>的</a:t>
            </a:r>
          </a:p>
          <a:p>
            <a:pPr algn="ctr" defTabSz="762000"/>
            <a:r>
              <a:rPr kumimoji="1" lang="zh-CN" altLang="en-US" sz="2400" b="1" dirty="0">
                <a:solidFill>
                  <a:srgbClr val="333399"/>
                </a:solidFill>
                <a:ea typeface="黑体" pitchFamily="2" charset="-122"/>
              </a:rPr>
              <a:t>基本首部</a:t>
            </a:r>
          </a:p>
          <a:p>
            <a:pPr algn="ctr" defTabSz="762000"/>
            <a:r>
              <a:rPr kumimoji="1" lang="zh-CN" altLang="en-US" sz="2400" b="1" dirty="0">
                <a:solidFill>
                  <a:srgbClr val="333399"/>
                </a:solidFill>
                <a:ea typeface="黑体" pitchFamily="2" charset="-122"/>
              </a:rPr>
              <a:t>（</a:t>
            </a:r>
            <a:r>
              <a:rPr kumimoji="1" lang="en-US" altLang="zh-CN" sz="2400" b="1" dirty="0">
                <a:solidFill>
                  <a:srgbClr val="333399"/>
                </a:solidFill>
                <a:ea typeface="黑体" pitchFamily="2" charset="-122"/>
              </a:rPr>
              <a:t>40 B</a:t>
            </a:r>
            <a:r>
              <a:rPr kumimoji="1" lang="zh-CN" altLang="en-US" sz="2400" b="1" dirty="0">
                <a:solidFill>
                  <a:srgbClr val="333399"/>
                </a:solidFill>
                <a:ea typeface="黑体" pitchFamily="2" charset="-122"/>
              </a:rPr>
              <a:t>）</a:t>
            </a:r>
          </a:p>
        </p:txBody>
      </p:sp>
      <p:sp>
        <p:nvSpPr>
          <p:cNvPr id="304169" name="AutoShape 41"/>
          <p:cNvSpPr>
            <a:spLocks/>
          </p:cNvSpPr>
          <p:nvPr/>
        </p:nvSpPr>
        <p:spPr bwMode="auto">
          <a:xfrm>
            <a:off x="2845818" y="3128964"/>
            <a:ext cx="287907" cy="3179761"/>
          </a:xfrm>
          <a:prstGeom prst="leftBrace">
            <a:avLst>
              <a:gd name="adj1" fmla="val 52662"/>
              <a:gd name="adj2" fmla="val 50000"/>
            </a:avLst>
          </a:prstGeom>
          <a:noFill/>
          <a:ln w="12700">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304170" name="Rectangle 42"/>
          <p:cNvSpPr>
            <a:spLocks noChangeArrowheads="1"/>
          </p:cNvSpPr>
          <p:nvPr/>
        </p:nvSpPr>
        <p:spPr bwMode="auto">
          <a:xfrm>
            <a:off x="963106" y="4005064"/>
            <a:ext cx="2069478" cy="1197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r>
              <a:rPr kumimoji="1" lang="en-US" altLang="zh-CN" sz="2400" b="1" dirty="0">
                <a:solidFill>
                  <a:srgbClr val="333399"/>
                </a:solidFill>
                <a:ea typeface="黑体" pitchFamily="2" charset="-122"/>
              </a:rPr>
              <a:t>IPv6 </a:t>
            </a:r>
            <a:r>
              <a:rPr kumimoji="1" lang="zh-CN" altLang="en-US" sz="2400" b="1" dirty="0">
                <a:solidFill>
                  <a:srgbClr val="333399"/>
                </a:solidFill>
                <a:ea typeface="黑体" pitchFamily="2" charset="-122"/>
              </a:rPr>
              <a:t>的</a:t>
            </a:r>
          </a:p>
          <a:p>
            <a:pPr algn="ctr" defTabSz="762000"/>
            <a:r>
              <a:rPr kumimoji="1" lang="zh-CN" altLang="en-US" sz="2400" b="1" dirty="0">
                <a:solidFill>
                  <a:srgbClr val="333399"/>
                </a:solidFill>
                <a:ea typeface="黑体" pitchFamily="2" charset="-122"/>
              </a:rPr>
              <a:t>有效载荷</a:t>
            </a:r>
          </a:p>
          <a:p>
            <a:pPr algn="ctr" defTabSz="762000"/>
            <a:r>
              <a:rPr kumimoji="1" lang="zh-CN" altLang="en-US" sz="2400" b="1" dirty="0">
                <a:solidFill>
                  <a:srgbClr val="333399"/>
                </a:solidFill>
                <a:ea typeface="黑体" pitchFamily="2" charset="-122"/>
              </a:rPr>
              <a:t>（至 </a:t>
            </a:r>
            <a:r>
              <a:rPr kumimoji="1" lang="en-US" altLang="zh-CN" sz="2400" b="1" dirty="0">
                <a:solidFill>
                  <a:srgbClr val="333399"/>
                </a:solidFill>
                <a:ea typeface="黑体" pitchFamily="2" charset="-122"/>
              </a:rPr>
              <a:t>64 KB</a:t>
            </a:r>
            <a:r>
              <a:rPr kumimoji="1" lang="zh-CN" altLang="en-US" sz="2400" b="1" dirty="0">
                <a:solidFill>
                  <a:srgbClr val="333399"/>
                </a:solidFill>
                <a:ea typeface="黑体" pitchFamily="2" charset="-122"/>
              </a:rPr>
              <a:t>）</a:t>
            </a:r>
          </a:p>
        </p:txBody>
      </p:sp>
      <p:grpSp>
        <p:nvGrpSpPr>
          <p:cNvPr id="45" name="Group 46"/>
          <p:cNvGrpSpPr>
            <a:grpSpLocks/>
          </p:cNvGrpSpPr>
          <p:nvPr/>
        </p:nvGrpSpPr>
        <p:grpSpPr bwMode="auto">
          <a:xfrm>
            <a:off x="3105183" y="1836349"/>
            <a:ext cx="131763" cy="69850"/>
            <a:chOff x="833" y="3024"/>
            <a:chExt cx="78" cy="51"/>
          </a:xfrm>
        </p:grpSpPr>
        <p:sp>
          <p:nvSpPr>
            <p:cNvPr id="46" name="Rectangle 47"/>
            <p:cNvSpPr>
              <a:spLocks noChangeArrowheads="1"/>
            </p:cNvSpPr>
            <p:nvPr/>
          </p:nvSpPr>
          <p:spPr bwMode="auto">
            <a:xfrm>
              <a:off x="833" y="3024"/>
              <a:ext cx="78" cy="5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47" name="Line 48"/>
            <p:cNvSpPr>
              <a:spLocks noChangeShapeType="1"/>
            </p:cNvSpPr>
            <p:nvPr/>
          </p:nvSpPr>
          <p:spPr bwMode="auto">
            <a:xfrm>
              <a:off x="839" y="3030"/>
              <a:ext cx="68" cy="0"/>
            </a:xfrm>
            <a:prstGeom prst="line">
              <a:avLst/>
            </a:prstGeom>
            <a:noFill/>
            <a:ln w="254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8" name="Line 49"/>
            <p:cNvSpPr>
              <a:spLocks noChangeShapeType="1"/>
            </p:cNvSpPr>
            <p:nvPr/>
          </p:nvSpPr>
          <p:spPr bwMode="auto">
            <a:xfrm>
              <a:off x="839" y="3075"/>
              <a:ext cx="68" cy="0"/>
            </a:xfrm>
            <a:prstGeom prst="line">
              <a:avLst/>
            </a:prstGeom>
            <a:noFill/>
            <a:ln w="254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grpSp>
        <p:nvGrpSpPr>
          <p:cNvPr id="49" name="Group 46"/>
          <p:cNvGrpSpPr>
            <a:grpSpLocks/>
          </p:cNvGrpSpPr>
          <p:nvPr/>
        </p:nvGrpSpPr>
        <p:grpSpPr bwMode="auto">
          <a:xfrm>
            <a:off x="10396834" y="1834191"/>
            <a:ext cx="131763" cy="69850"/>
            <a:chOff x="833" y="3024"/>
            <a:chExt cx="78" cy="51"/>
          </a:xfrm>
        </p:grpSpPr>
        <p:sp>
          <p:nvSpPr>
            <p:cNvPr id="50" name="Rectangle 47"/>
            <p:cNvSpPr>
              <a:spLocks noChangeArrowheads="1"/>
            </p:cNvSpPr>
            <p:nvPr/>
          </p:nvSpPr>
          <p:spPr bwMode="auto">
            <a:xfrm>
              <a:off x="833" y="3024"/>
              <a:ext cx="78" cy="5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51" name="Line 48"/>
            <p:cNvSpPr>
              <a:spLocks noChangeShapeType="1"/>
            </p:cNvSpPr>
            <p:nvPr/>
          </p:nvSpPr>
          <p:spPr bwMode="auto">
            <a:xfrm>
              <a:off x="839" y="3030"/>
              <a:ext cx="68" cy="0"/>
            </a:xfrm>
            <a:prstGeom prst="line">
              <a:avLst/>
            </a:prstGeom>
            <a:noFill/>
            <a:ln w="254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52" name="Line 49"/>
            <p:cNvSpPr>
              <a:spLocks noChangeShapeType="1"/>
            </p:cNvSpPr>
            <p:nvPr/>
          </p:nvSpPr>
          <p:spPr bwMode="auto">
            <a:xfrm>
              <a:off x="839" y="3075"/>
              <a:ext cx="68" cy="0"/>
            </a:xfrm>
            <a:prstGeom prst="line">
              <a:avLst/>
            </a:prstGeom>
            <a:noFill/>
            <a:ln w="254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grpSp>
        <p:nvGrpSpPr>
          <p:cNvPr id="54" name="Group 46"/>
          <p:cNvGrpSpPr>
            <a:grpSpLocks/>
          </p:cNvGrpSpPr>
          <p:nvPr/>
        </p:nvGrpSpPr>
        <p:grpSpPr bwMode="auto">
          <a:xfrm>
            <a:off x="3111773" y="2670969"/>
            <a:ext cx="131763" cy="69850"/>
            <a:chOff x="833" y="3024"/>
            <a:chExt cx="78" cy="51"/>
          </a:xfrm>
        </p:grpSpPr>
        <p:sp>
          <p:nvSpPr>
            <p:cNvPr id="55" name="Rectangle 47"/>
            <p:cNvSpPr>
              <a:spLocks noChangeArrowheads="1"/>
            </p:cNvSpPr>
            <p:nvPr/>
          </p:nvSpPr>
          <p:spPr bwMode="auto">
            <a:xfrm>
              <a:off x="833" y="3024"/>
              <a:ext cx="78" cy="5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56" name="Line 48"/>
            <p:cNvSpPr>
              <a:spLocks noChangeShapeType="1"/>
            </p:cNvSpPr>
            <p:nvPr/>
          </p:nvSpPr>
          <p:spPr bwMode="auto">
            <a:xfrm>
              <a:off x="839" y="3030"/>
              <a:ext cx="68" cy="0"/>
            </a:xfrm>
            <a:prstGeom prst="line">
              <a:avLst/>
            </a:prstGeom>
            <a:noFill/>
            <a:ln w="254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57" name="Line 49"/>
            <p:cNvSpPr>
              <a:spLocks noChangeShapeType="1"/>
            </p:cNvSpPr>
            <p:nvPr/>
          </p:nvSpPr>
          <p:spPr bwMode="auto">
            <a:xfrm>
              <a:off x="839" y="3075"/>
              <a:ext cx="68" cy="0"/>
            </a:xfrm>
            <a:prstGeom prst="line">
              <a:avLst/>
            </a:prstGeom>
            <a:noFill/>
            <a:ln w="254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grpSp>
        <p:nvGrpSpPr>
          <p:cNvPr id="58" name="Group 46"/>
          <p:cNvGrpSpPr>
            <a:grpSpLocks/>
          </p:cNvGrpSpPr>
          <p:nvPr/>
        </p:nvGrpSpPr>
        <p:grpSpPr bwMode="auto">
          <a:xfrm>
            <a:off x="10403424" y="2668811"/>
            <a:ext cx="131763" cy="69850"/>
            <a:chOff x="833" y="3024"/>
            <a:chExt cx="78" cy="51"/>
          </a:xfrm>
        </p:grpSpPr>
        <p:sp>
          <p:nvSpPr>
            <p:cNvPr id="59" name="Rectangle 47"/>
            <p:cNvSpPr>
              <a:spLocks noChangeArrowheads="1"/>
            </p:cNvSpPr>
            <p:nvPr/>
          </p:nvSpPr>
          <p:spPr bwMode="auto">
            <a:xfrm>
              <a:off x="833" y="3024"/>
              <a:ext cx="78" cy="5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60" name="Line 48"/>
            <p:cNvSpPr>
              <a:spLocks noChangeShapeType="1"/>
            </p:cNvSpPr>
            <p:nvPr/>
          </p:nvSpPr>
          <p:spPr bwMode="auto">
            <a:xfrm>
              <a:off x="839" y="3030"/>
              <a:ext cx="68" cy="0"/>
            </a:xfrm>
            <a:prstGeom prst="line">
              <a:avLst/>
            </a:prstGeom>
            <a:noFill/>
            <a:ln w="254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61" name="Line 49"/>
            <p:cNvSpPr>
              <a:spLocks noChangeShapeType="1"/>
            </p:cNvSpPr>
            <p:nvPr/>
          </p:nvSpPr>
          <p:spPr bwMode="auto">
            <a:xfrm>
              <a:off x="839" y="3075"/>
              <a:ext cx="68" cy="0"/>
            </a:xfrm>
            <a:prstGeom prst="line">
              <a:avLst/>
            </a:prstGeom>
            <a:noFill/>
            <a:ln w="254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sp>
        <p:nvSpPr>
          <p:cNvPr id="63" name="Rectangle 25"/>
          <p:cNvSpPr>
            <a:spLocks noChangeArrowheads="1"/>
          </p:cNvSpPr>
          <p:nvPr/>
        </p:nvSpPr>
        <p:spPr bwMode="auto">
          <a:xfrm>
            <a:off x="3201275" y="3151601"/>
            <a:ext cx="1465197" cy="397545"/>
          </a:xfrm>
          <a:prstGeom prst="rect">
            <a:avLst/>
          </a:prstGeom>
          <a:solidFill>
            <a:srgbClr val="FFCCFF"/>
          </a:solidFill>
          <a:ln>
            <a:solidFill>
              <a:schemeClr val="tx1"/>
            </a:solidFill>
          </a:ln>
          <a:extLst/>
        </p:spPr>
        <p:txBody>
          <a:bodyPr wrap="square" lIns="90488" tIns="44450" rIns="90488" bIns="44450">
            <a:spAutoFit/>
          </a:bodyPr>
          <a:lstStyle/>
          <a:p>
            <a:pPr defTabSz="762000"/>
            <a:r>
              <a:rPr kumimoji="1" lang="zh-CN" altLang="en-US" sz="2000" b="1" dirty="0" smtClean="0">
                <a:solidFill>
                  <a:srgbClr val="333399"/>
                </a:solidFill>
                <a:ea typeface="黑体" pitchFamily="2" charset="-122"/>
              </a:rPr>
              <a:t>下一个首部</a:t>
            </a:r>
            <a:endParaRPr kumimoji="1" lang="zh-CN" altLang="en-US" sz="2000" b="1" dirty="0">
              <a:solidFill>
                <a:srgbClr val="333399"/>
              </a:solidFill>
              <a:ea typeface="黑体" pitchFamily="2" charset="-122"/>
            </a:endParaRPr>
          </a:p>
        </p:txBody>
      </p:sp>
      <p:sp>
        <p:nvSpPr>
          <p:cNvPr id="64" name="Rectangle 25"/>
          <p:cNvSpPr>
            <a:spLocks noChangeArrowheads="1"/>
          </p:cNvSpPr>
          <p:nvPr/>
        </p:nvSpPr>
        <p:spPr bwMode="auto">
          <a:xfrm>
            <a:off x="4666473" y="3158050"/>
            <a:ext cx="1279197" cy="39754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spAutoFit/>
          </a:bodyPr>
          <a:lstStyle/>
          <a:p>
            <a:pPr defTabSz="762000"/>
            <a:r>
              <a:rPr kumimoji="1" lang="zh-CN" altLang="en-US" sz="2000" b="1" dirty="0" smtClean="0">
                <a:solidFill>
                  <a:srgbClr val="333399"/>
                </a:solidFill>
                <a:ea typeface="黑体" pitchFamily="2" charset="-122"/>
              </a:rPr>
              <a:t>首 部长度</a:t>
            </a:r>
            <a:endParaRPr kumimoji="1" lang="zh-CN" altLang="en-US" sz="2000" b="1" dirty="0">
              <a:solidFill>
                <a:srgbClr val="333399"/>
              </a:solidFill>
              <a:ea typeface="黑体" pitchFamily="2" charset="-122"/>
            </a:endParaRPr>
          </a:p>
        </p:txBody>
      </p:sp>
      <p:sp>
        <p:nvSpPr>
          <p:cNvPr id="3" name="TextBox 2"/>
          <p:cNvSpPr txBox="1"/>
          <p:nvPr/>
        </p:nvSpPr>
        <p:spPr>
          <a:xfrm>
            <a:off x="10596563" y="3347700"/>
            <a:ext cx="1587294" cy="461665"/>
          </a:xfrm>
          <a:prstGeom prst="rect">
            <a:avLst/>
          </a:prstGeom>
          <a:noFill/>
        </p:spPr>
        <p:txBody>
          <a:bodyPr wrap="none" rtlCol="0">
            <a:spAutoFit/>
          </a:bodyPr>
          <a:lstStyle/>
          <a:p>
            <a:r>
              <a:rPr lang="zh-CN" altLang="en-US" sz="2400" b="1" dirty="0" smtClean="0">
                <a:solidFill>
                  <a:srgbClr val="333399"/>
                </a:solidFill>
                <a:latin typeface="黑体" pitchFamily="49" charset="-122"/>
                <a:ea typeface="黑体" pitchFamily="49" charset="-122"/>
              </a:rPr>
              <a:t>扩展首部</a:t>
            </a:r>
            <a:r>
              <a:rPr lang="en-US" altLang="zh-CN" sz="2400" b="1" dirty="0" smtClean="0">
                <a:solidFill>
                  <a:srgbClr val="333399"/>
                </a:solidFill>
                <a:latin typeface="黑体" pitchFamily="49" charset="-122"/>
                <a:ea typeface="黑体" pitchFamily="49" charset="-122"/>
              </a:rPr>
              <a:t>1</a:t>
            </a:r>
            <a:endParaRPr lang="zh-CN" altLang="en-US" sz="2400" b="1" dirty="0">
              <a:solidFill>
                <a:srgbClr val="333399"/>
              </a:solidFill>
              <a:latin typeface="黑体" pitchFamily="49" charset="-122"/>
              <a:ea typeface="黑体" pitchFamily="49" charset="-122"/>
            </a:endParaRPr>
          </a:p>
        </p:txBody>
      </p:sp>
      <p:sp>
        <p:nvSpPr>
          <p:cNvPr id="66" name="TextBox 65"/>
          <p:cNvSpPr txBox="1"/>
          <p:nvPr/>
        </p:nvSpPr>
        <p:spPr>
          <a:xfrm>
            <a:off x="10560496" y="4283804"/>
            <a:ext cx="1587294" cy="461665"/>
          </a:xfrm>
          <a:prstGeom prst="rect">
            <a:avLst/>
          </a:prstGeom>
          <a:noFill/>
        </p:spPr>
        <p:txBody>
          <a:bodyPr wrap="none" rtlCol="0">
            <a:spAutoFit/>
          </a:bodyPr>
          <a:lstStyle/>
          <a:p>
            <a:r>
              <a:rPr lang="zh-CN" altLang="en-US" sz="2400" b="1" dirty="0" smtClean="0">
                <a:solidFill>
                  <a:srgbClr val="333399"/>
                </a:solidFill>
                <a:latin typeface="黑体" pitchFamily="49" charset="-122"/>
                <a:ea typeface="黑体" pitchFamily="49" charset="-122"/>
              </a:rPr>
              <a:t>扩展首部</a:t>
            </a:r>
            <a:r>
              <a:rPr lang="en-US" altLang="zh-CN" sz="2400" b="1" dirty="0">
                <a:solidFill>
                  <a:srgbClr val="333399"/>
                </a:solidFill>
                <a:latin typeface="黑体" pitchFamily="49" charset="-122"/>
                <a:ea typeface="黑体" pitchFamily="49" charset="-122"/>
              </a:rPr>
              <a:t>2</a:t>
            </a:r>
            <a:endParaRPr lang="zh-CN" altLang="en-US" sz="2400" b="1" dirty="0">
              <a:solidFill>
                <a:srgbClr val="333399"/>
              </a:solidFill>
              <a:latin typeface="黑体" pitchFamily="49" charset="-122"/>
              <a:ea typeface="黑体" pitchFamily="49" charset="-122"/>
            </a:endParaRPr>
          </a:p>
        </p:txBody>
      </p:sp>
      <p:sp>
        <p:nvSpPr>
          <p:cNvPr id="67" name="Rectangle 25"/>
          <p:cNvSpPr>
            <a:spLocks noChangeArrowheads="1"/>
          </p:cNvSpPr>
          <p:nvPr/>
        </p:nvSpPr>
        <p:spPr bwMode="auto">
          <a:xfrm>
            <a:off x="3205047" y="3983798"/>
            <a:ext cx="1465197" cy="397545"/>
          </a:xfrm>
          <a:prstGeom prst="rect">
            <a:avLst/>
          </a:prstGeom>
          <a:solidFill>
            <a:srgbClr val="FFCCFF"/>
          </a:solidFill>
          <a:ln>
            <a:solidFill>
              <a:schemeClr val="tx1"/>
            </a:solidFill>
          </a:ln>
          <a:extLst/>
        </p:spPr>
        <p:txBody>
          <a:bodyPr wrap="square" lIns="90488" tIns="44450" rIns="90488" bIns="44450">
            <a:spAutoFit/>
          </a:bodyPr>
          <a:lstStyle/>
          <a:p>
            <a:pPr defTabSz="762000"/>
            <a:r>
              <a:rPr kumimoji="1" lang="zh-CN" altLang="en-US" sz="2000" b="1" dirty="0" smtClean="0">
                <a:solidFill>
                  <a:srgbClr val="333399"/>
                </a:solidFill>
                <a:ea typeface="黑体" pitchFamily="2" charset="-122"/>
              </a:rPr>
              <a:t>下一个首部</a:t>
            </a:r>
            <a:endParaRPr kumimoji="1" lang="zh-CN" altLang="en-US" sz="2000" b="1" dirty="0">
              <a:solidFill>
                <a:srgbClr val="333399"/>
              </a:solidFill>
              <a:ea typeface="黑体" pitchFamily="2" charset="-122"/>
            </a:endParaRPr>
          </a:p>
        </p:txBody>
      </p:sp>
      <p:sp>
        <p:nvSpPr>
          <p:cNvPr id="68" name="Rectangle 25"/>
          <p:cNvSpPr>
            <a:spLocks noChangeArrowheads="1"/>
          </p:cNvSpPr>
          <p:nvPr/>
        </p:nvSpPr>
        <p:spPr bwMode="auto">
          <a:xfrm>
            <a:off x="4670245" y="3990247"/>
            <a:ext cx="1279197" cy="39754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spAutoFit/>
          </a:bodyPr>
          <a:lstStyle/>
          <a:p>
            <a:pPr defTabSz="762000"/>
            <a:r>
              <a:rPr kumimoji="1" lang="zh-CN" altLang="en-US" sz="2000" b="1" dirty="0" smtClean="0">
                <a:solidFill>
                  <a:srgbClr val="333399"/>
                </a:solidFill>
                <a:ea typeface="黑体" pitchFamily="2" charset="-122"/>
              </a:rPr>
              <a:t>首 部长度</a:t>
            </a:r>
            <a:endParaRPr kumimoji="1" lang="zh-CN" altLang="en-US" sz="2000" b="1" dirty="0">
              <a:solidFill>
                <a:srgbClr val="333399"/>
              </a:solidFill>
              <a:ea typeface="黑体" pitchFamily="2" charset="-122"/>
            </a:endParaRPr>
          </a:p>
        </p:txBody>
      </p:sp>
      <p:cxnSp>
        <p:nvCxnSpPr>
          <p:cNvPr id="9" name="直接箭头连接符 8"/>
          <p:cNvCxnSpPr/>
          <p:nvPr/>
        </p:nvCxnSpPr>
        <p:spPr>
          <a:xfrm flipH="1">
            <a:off x="4000500" y="1340768"/>
            <a:ext cx="3535661" cy="1944216"/>
          </a:xfrm>
          <a:prstGeom prst="straightConnector1">
            <a:avLst/>
          </a:prstGeom>
          <a:ln w="19050">
            <a:solidFill>
              <a:srgbClr val="333399"/>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H="1">
            <a:off x="3503712" y="3501008"/>
            <a:ext cx="822227" cy="576064"/>
          </a:xfrm>
          <a:prstGeom prst="straightConnector1">
            <a:avLst/>
          </a:prstGeom>
          <a:ln w="19050">
            <a:solidFill>
              <a:srgbClr val="333399"/>
            </a:solidFill>
            <a:tailEnd type="arrow"/>
          </a:ln>
        </p:spPr>
        <p:style>
          <a:lnRef idx="1">
            <a:schemeClr val="accent1"/>
          </a:lnRef>
          <a:fillRef idx="0">
            <a:schemeClr val="accent1"/>
          </a:fillRef>
          <a:effectRef idx="0">
            <a:schemeClr val="accent1"/>
          </a:effectRef>
          <a:fontRef idx="minor">
            <a:schemeClr val="tx1"/>
          </a:fontRef>
        </p:style>
      </p:cxnSp>
      <p:sp>
        <p:nvSpPr>
          <p:cNvPr id="635947" name="Rectangle 43"/>
          <p:cNvSpPr>
            <a:spLocks noChangeArrowheads="1"/>
          </p:cNvSpPr>
          <p:nvPr/>
        </p:nvSpPr>
        <p:spPr bwMode="auto">
          <a:xfrm>
            <a:off x="3151827" y="627275"/>
            <a:ext cx="7327900" cy="2501689"/>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5947"/>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635947"/>
                                        </p:tgtEl>
                                        <p:attrNameLst>
                                          <p:attrName>style.visibility</p:attrName>
                                        </p:attrNameLst>
                                      </p:cBhvr>
                                      <p:tavLst>
                                        <p:tav tm="0">
                                          <p:val>
                                            <p:strVal val="hidden"/>
                                          </p:val>
                                        </p:tav>
                                        <p:tav tm="50000">
                                          <p:val>
                                            <p:strVal val="visible"/>
                                          </p:val>
                                        </p:tav>
                                      </p:tavLst>
                                    </p:anim>
                                  </p:childTnLst>
                                </p:cTn>
                              </p:par>
                              <p:par>
                                <p:cTn id="10" presetID="35" presetClass="emph" presetSubtype="0" repeatCount="3000" fill="hold" grpId="0" nodeType="withEffect">
                                  <p:stCondLst>
                                    <p:cond delay="500"/>
                                  </p:stCondLst>
                                  <p:childTnLst>
                                    <p:anim calcmode="discrete" valueType="str">
                                      <p:cBhvr>
                                        <p:cTn id="11" dur="1000" fill="hold"/>
                                        <p:tgtEl>
                                          <p:spTgt spid="63594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944" grpId="0"/>
      <p:bldP spid="635947" grpId="0" animBg="1"/>
      <p:bldP spid="635947" grpId="1" animBg="1"/>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Rectangle 36"/>
          <p:cNvSpPr>
            <a:spLocks noChangeArrowheads="1"/>
          </p:cNvSpPr>
          <p:nvPr/>
        </p:nvSpPr>
        <p:spPr bwMode="auto">
          <a:xfrm>
            <a:off x="3181350" y="3128964"/>
            <a:ext cx="7288214" cy="1698624"/>
          </a:xfrm>
          <a:prstGeom prst="rect">
            <a:avLst/>
          </a:prstGeom>
          <a:noFill/>
          <a:ln w="28575">
            <a:solidFill>
              <a:srgbClr val="0000CC"/>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304164" name="Rectangle 36"/>
          <p:cNvSpPr>
            <a:spLocks noChangeArrowheads="1"/>
          </p:cNvSpPr>
          <p:nvPr/>
        </p:nvSpPr>
        <p:spPr bwMode="auto">
          <a:xfrm>
            <a:off x="3181350" y="4827588"/>
            <a:ext cx="7288214" cy="1481137"/>
          </a:xfrm>
          <a:prstGeom prst="rect">
            <a:avLst/>
          </a:prstGeom>
          <a:solidFill>
            <a:srgbClr val="CCECFF"/>
          </a:solidFill>
          <a:ln w="28575">
            <a:solidFill>
              <a:srgbClr val="0000CC"/>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304130" name="Rectangle 2"/>
          <p:cNvSpPr>
            <a:spLocks noChangeArrowheads="1"/>
          </p:cNvSpPr>
          <p:nvPr/>
        </p:nvSpPr>
        <p:spPr bwMode="auto">
          <a:xfrm>
            <a:off x="3173413" y="631825"/>
            <a:ext cx="7289800" cy="2497139"/>
          </a:xfrm>
          <a:prstGeom prst="rect">
            <a:avLst/>
          </a:prstGeom>
          <a:solidFill>
            <a:srgbClr val="FFFF99"/>
          </a:solidFill>
          <a:ln w="28575">
            <a:solidFill>
              <a:srgbClr val="333399"/>
            </a:solidFill>
            <a:miter lim="800000"/>
            <a:headEnd/>
            <a:tailEnd/>
          </a:ln>
          <a:effectLst/>
        </p:spPr>
        <p:txBody>
          <a:bodyPr wrap="none" anchor="ctr"/>
          <a:lstStyle/>
          <a:p>
            <a:pPr eaLnBrk="1" hangingPunct="1"/>
            <a:endParaRPr lang="zh-CN" altLang="en-US" sz="2800" b="1">
              <a:latin typeface="Tahoma" pitchFamily="34" charset="0"/>
              <a:ea typeface="黑体" pitchFamily="2" charset="-122"/>
            </a:endParaRPr>
          </a:p>
        </p:txBody>
      </p:sp>
      <p:sp>
        <p:nvSpPr>
          <p:cNvPr id="304131" name="Line 3"/>
          <p:cNvSpPr>
            <a:spLocks noChangeShapeType="1"/>
          </p:cNvSpPr>
          <p:nvPr/>
        </p:nvSpPr>
        <p:spPr bwMode="auto">
          <a:xfrm>
            <a:off x="3181350" y="1012825"/>
            <a:ext cx="73025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4132" name="Line 4"/>
          <p:cNvSpPr>
            <a:spLocks noChangeShapeType="1"/>
          </p:cNvSpPr>
          <p:nvPr/>
        </p:nvSpPr>
        <p:spPr bwMode="auto">
          <a:xfrm>
            <a:off x="4081463" y="633413"/>
            <a:ext cx="0" cy="381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4133" name="Line 5"/>
          <p:cNvSpPr>
            <a:spLocks noChangeShapeType="1"/>
          </p:cNvSpPr>
          <p:nvPr/>
        </p:nvSpPr>
        <p:spPr bwMode="auto">
          <a:xfrm>
            <a:off x="6821488" y="1012825"/>
            <a:ext cx="0" cy="4222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4134" name="Rectangle 6"/>
          <p:cNvSpPr>
            <a:spLocks noChangeArrowheads="1"/>
          </p:cNvSpPr>
          <p:nvPr/>
        </p:nvSpPr>
        <p:spPr bwMode="auto">
          <a:xfrm>
            <a:off x="3097213" y="242888"/>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0</a:t>
            </a:r>
          </a:p>
        </p:txBody>
      </p:sp>
      <p:sp>
        <p:nvSpPr>
          <p:cNvPr id="304135" name="Rectangle 7"/>
          <p:cNvSpPr>
            <a:spLocks noChangeArrowheads="1"/>
          </p:cNvSpPr>
          <p:nvPr/>
        </p:nvSpPr>
        <p:spPr bwMode="auto">
          <a:xfrm>
            <a:off x="4000500" y="242888"/>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4</a:t>
            </a:r>
          </a:p>
        </p:txBody>
      </p:sp>
      <p:sp>
        <p:nvSpPr>
          <p:cNvPr id="304136" name="Rectangle 8"/>
          <p:cNvSpPr>
            <a:spLocks noChangeArrowheads="1"/>
          </p:cNvSpPr>
          <p:nvPr/>
        </p:nvSpPr>
        <p:spPr bwMode="auto">
          <a:xfrm>
            <a:off x="6731000" y="242888"/>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16</a:t>
            </a:r>
          </a:p>
        </p:txBody>
      </p:sp>
      <p:sp>
        <p:nvSpPr>
          <p:cNvPr id="304137" name="Rectangle 9"/>
          <p:cNvSpPr>
            <a:spLocks noChangeArrowheads="1"/>
          </p:cNvSpPr>
          <p:nvPr/>
        </p:nvSpPr>
        <p:spPr bwMode="auto">
          <a:xfrm>
            <a:off x="10128250" y="242888"/>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31</a:t>
            </a:r>
          </a:p>
        </p:txBody>
      </p:sp>
      <p:sp>
        <p:nvSpPr>
          <p:cNvPr id="304138" name="Rectangle 10"/>
          <p:cNvSpPr>
            <a:spLocks noChangeArrowheads="1"/>
          </p:cNvSpPr>
          <p:nvPr/>
        </p:nvSpPr>
        <p:spPr bwMode="auto">
          <a:xfrm>
            <a:off x="3292475" y="647700"/>
            <a:ext cx="7667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版 本</a:t>
            </a:r>
          </a:p>
        </p:txBody>
      </p:sp>
      <p:sp>
        <p:nvSpPr>
          <p:cNvPr id="304139" name="Rectangle 11"/>
          <p:cNvSpPr>
            <a:spLocks noChangeArrowheads="1"/>
          </p:cNvSpPr>
          <p:nvPr/>
        </p:nvSpPr>
        <p:spPr bwMode="auto">
          <a:xfrm>
            <a:off x="2479675" y="242888"/>
            <a:ext cx="439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位</a:t>
            </a:r>
          </a:p>
        </p:txBody>
      </p:sp>
      <p:sp>
        <p:nvSpPr>
          <p:cNvPr id="304140" name="Line 12"/>
          <p:cNvSpPr>
            <a:spLocks noChangeShapeType="1"/>
          </p:cNvSpPr>
          <p:nvPr/>
        </p:nvSpPr>
        <p:spPr bwMode="auto">
          <a:xfrm>
            <a:off x="3173413" y="1435100"/>
            <a:ext cx="73025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4142" name="Line 14"/>
          <p:cNvSpPr>
            <a:spLocks noChangeShapeType="1"/>
          </p:cNvSpPr>
          <p:nvPr/>
        </p:nvSpPr>
        <p:spPr bwMode="auto">
          <a:xfrm>
            <a:off x="3175000" y="2281238"/>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4144" name="Line 16"/>
          <p:cNvSpPr>
            <a:spLocks noChangeShapeType="1"/>
          </p:cNvSpPr>
          <p:nvPr/>
        </p:nvSpPr>
        <p:spPr bwMode="auto">
          <a:xfrm>
            <a:off x="3175000" y="3128963"/>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4146" name="Line 18"/>
          <p:cNvSpPr>
            <a:spLocks noChangeShapeType="1"/>
          </p:cNvSpPr>
          <p:nvPr/>
        </p:nvSpPr>
        <p:spPr bwMode="auto">
          <a:xfrm>
            <a:off x="3175000" y="3975100"/>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4150" name="Rectangle 22"/>
          <p:cNvSpPr>
            <a:spLocks noChangeArrowheads="1"/>
          </p:cNvSpPr>
          <p:nvPr/>
        </p:nvSpPr>
        <p:spPr bwMode="auto">
          <a:xfrm>
            <a:off x="5087888" y="2527399"/>
            <a:ext cx="311143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目   的   地   址（</a:t>
            </a:r>
            <a:r>
              <a:rPr kumimoji="1" lang="en-US" altLang="zh-CN" sz="2000" b="1" dirty="0">
                <a:solidFill>
                  <a:srgbClr val="333399"/>
                </a:solidFill>
                <a:ea typeface="黑体" pitchFamily="2" charset="-122"/>
              </a:rPr>
              <a:t>128 </a:t>
            </a:r>
            <a:r>
              <a:rPr kumimoji="1" lang="zh-CN" altLang="en-US" sz="2000" b="1" dirty="0">
                <a:solidFill>
                  <a:srgbClr val="333399"/>
                </a:solidFill>
                <a:ea typeface="黑体" pitchFamily="2" charset="-122"/>
              </a:rPr>
              <a:t>位</a:t>
            </a:r>
            <a:r>
              <a:rPr kumimoji="1" lang="zh-CN" altLang="en-US" sz="2000" b="1" dirty="0" smtClean="0">
                <a:solidFill>
                  <a:srgbClr val="333399"/>
                </a:solidFill>
                <a:ea typeface="黑体" pitchFamily="2" charset="-122"/>
              </a:rPr>
              <a:t>）</a:t>
            </a:r>
            <a:endParaRPr kumimoji="1" lang="zh-CN" altLang="en-US" sz="2000" b="1" dirty="0">
              <a:solidFill>
                <a:srgbClr val="333399"/>
              </a:solidFill>
              <a:ea typeface="黑体" pitchFamily="2" charset="-122"/>
            </a:endParaRPr>
          </a:p>
        </p:txBody>
      </p:sp>
      <p:sp>
        <p:nvSpPr>
          <p:cNvPr id="304151" name="Rectangle 23"/>
          <p:cNvSpPr>
            <a:spLocks noChangeArrowheads="1"/>
          </p:cNvSpPr>
          <p:nvPr/>
        </p:nvSpPr>
        <p:spPr bwMode="auto">
          <a:xfrm>
            <a:off x="5519936" y="1652489"/>
            <a:ext cx="2643353"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源   地   址（</a:t>
            </a:r>
            <a:r>
              <a:rPr kumimoji="1" lang="en-US" altLang="zh-CN" sz="2000" b="1" dirty="0">
                <a:solidFill>
                  <a:srgbClr val="333399"/>
                </a:solidFill>
                <a:ea typeface="黑体" pitchFamily="2" charset="-122"/>
              </a:rPr>
              <a:t>128 </a:t>
            </a:r>
            <a:r>
              <a:rPr kumimoji="1" lang="zh-CN" altLang="en-US" sz="2000" b="1" dirty="0">
                <a:solidFill>
                  <a:srgbClr val="333399"/>
                </a:solidFill>
                <a:ea typeface="黑体" pitchFamily="2" charset="-122"/>
              </a:rPr>
              <a:t>位</a:t>
            </a:r>
            <a:r>
              <a:rPr kumimoji="1" lang="zh-CN" altLang="en-US" sz="2000" b="1" dirty="0" smtClean="0">
                <a:solidFill>
                  <a:srgbClr val="333399"/>
                </a:solidFill>
                <a:ea typeface="黑体" pitchFamily="2" charset="-122"/>
              </a:rPr>
              <a:t>）</a:t>
            </a:r>
            <a:endParaRPr kumimoji="1" lang="zh-CN" altLang="en-US" sz="2000" b="1" dirty="0">
              <a:solidFill>
                <a:srgbClr val="333399"/>
              </a:solidFill>
              <a:ea typeface="黑体" pitchFamily="2" charset="-122"/>
            </a:endParaRPr>
          </a:p>
        </p:txBody>
      </p:sp>
      <p:sp>
        <p:nvSpPr>
          <p:cNvPr id="304152" name="Line 24"/>
          <p:cNvSpPr>
            <a:spLocks noChangeShapeType="1"/>
          </p:cNvSpPr>
          <p:nvPr/>
        </p:nvSpPr>
        <p:spPr bwMode="auto">
          <a:xfrm>
            <a:off x="8651875" y="1012825"/>
            <a:ext cx="0" cy="4222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4153" name="Rectangle 25"/>
          <p:cNvSpPr>
            <a:spLocks noChangeArrowheads="1"/>
          </p:cNvSpPr>
          <p:nvPr/>
        </p:nvSpPr>
        <p:spPr bwMode="auto">
          <a:xfrm>
            <a:off x="6962775" y="1046163"/>
            <a:ext cx="175529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下 一 个 首 部</a:t>
            </a:r>
          </a:p>
        </p:txBody>
      </p:sp>
      <p:sp>
        <p:nvSpPr>
          <p:cNvPr id="304154" name="Rectangle 26"/>
          <p:cNvSpPr>
            <a:spLocks noChangeArrowheads="1"/>
          </p:cNvSpPr>
          <p:nvPr/>
        </p:nvSpPr>
        <p:spPr bwMode="auto">
          <a:xfrm>
            <a:off x="7161213" y="647700"/>
            <a:ext cx="1657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流     标     号</a:t>
            </a:r>
          </a:p>
        </p:txBody>
      </p:sp>
      <p:sp>
        <p:nvSpPr>
          <p:cNvPr id="304155" name="Rectangle 27"/>
          <p:cNvSpPr>
            <a:spLocks noChangeArrowheads="1"/>
          </p:cNvSpPr>
          <p:nvPr/>
        </p:nvSpPr>
        <p:spPr bwMode="auto">
          <a:xfrm>
            <a:off x="5761038" y="242888"/>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12</a:t>
            </a:r>
          </a:p>
        </p:txBody>
      </p:sp>
      <p:sp>
        <p:nvSpPr>
          <p:cNvPr id="304156" name="Rectangle 28"/>
          <p:cNvSpPr>
            <a:spLocks noChangeArrowheads="1"/>
          </p:cNvSpPr>
          <p:nvPr/>
        </p:nvSpPr>
        <p:spPr bwMode="auto">
          <a:xfrm>
            <a:off x="4349750" y="647700"/>
            <a:ext cx="1420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通 信 量 类</a:t>
            </a:r>
          </a:p>
        </p:txBody>
      </p:sp>
      <p:sp>
        <p:nvSpPr>
          <p:cNvPr id="304159" name="Rectangle 31"/>
          <p:cNvSpPr>
            <a:spLocks noChangeArrowheads="1"/>
          </p:cNvSpPr>
          <p:nvPr/>
        </p:nvSpPr>
        <p:spPr bwMode="auto">
          <a:xfrm>
            <a:off x="3889375" y="1038225"/>
            <a:ext cx="24365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有  效  载  荷  长  度</a:t>
            </a:r>
          </a:p>
        </p:txBody>
      </p:sp>
      <p:sp>
        <p:nvSpPr>
          <p:cNvPr id="304160" name="Rectangle 32"/>
          <p:cNvSpPr>
            <a:spLocks noChangeArrowheads="1"/>
          </p:cNvSpPr>
          <p:nvPr/>
        </p:nvSpPr>
        <p:spPr bwMode="auto">
          <a:xfrm>
            <a:off x="8936038" y="1057275"/>
            <a:ext cx="14208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跳 数 限 制</a:t>
            </a:r>
          </a:p>
        </p:txBody>
      </p:sp>
      <p:sp>
        <p:nvSpPr>
          <p:cNvPr id="304161" name="Line 33"/>
          <p:cNvSpPr>
            <a:spLocks noChangeShapeType="1"/>
          </p:cNvSpPr>
          <p:nvPr/>
        </p:nvSpPr>
        <p:spPr bwMode="auto">
          <a:xfrm>
            <a:off x="5899150" y="631825"/>
            <a:ext cx="6350" cy="382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4162" name="Rectangle 34"/>
          <p:cNvSpPr>
            <a:spLocks noChangeArrowheads="1"/>
          </p:cNvSpPr>
          <p:nvPr/>
        </p:nvSpPr>
        <p:spPr bwMode="auto">
          <a:xfrm>
            <a:off x="8547100" y="242888"/>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24</a:t>
            </a:r>
          </a:p>
        </p:txBody>
      </p:sp>
      <p:sp>
        <p:nvSpPr>
          <p:cNvPr id="304165" name="Rectangle 37"/>
          <p:cNvSpPr>
            <a:spLocks noChangeArrowheads="1"/>
          </p:cNvSpPr>
          <p:nvPr/>
        </p:nvSpPr>
        <p:spPr bwMode="auto">
          <a:xfrm>
            <a:off x="5519936" y="5301208"/>
            <a:ext cx="2178482" cy="4591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400" b="1" dirty="0" smtClean="0">
                <a:solidFill>
                  <a:srgbClr val="333399"/>
                </a:solidFill>
                <a:ea typeface="黑体" pitchFamily="2" charset="-122"/>
              </a:rPr>
              <a:t>数   据   部   分</a:t>
            </a:r>
            <a:endParaRPr kumimoji="1" lang="zh-CN" altLang="en-US" sz="2400" b="1" dirty="0">
              <a:solidFill>
                <a:srgbClr val="333399"/>
              </a:solidFill>
              <a:ea typeface="黑体" pitchFamily="2" charset="-122"/>
            </a:endParaRPr>
          </a:p>
        </p:txBody>
      </p:sp>
      <p:sp>
        <p:nvSpPr>
          <p:cNvPr id="304167" name="AutoShape 39"/>
          <p:cNvSpPr>
            <a:spLocks/>
          </p:cNvSpPr>
          <p:nvPr/>
        </p:nvSpPr>
        <p:spPr bwMode="auto">
          <a:xfrm>
            <a:off x="2868613" y="665164"/>
            <a:ext cx="228600" cy="2463800"/>
          </a:xfrm>
          <a:prstGeom prst="leftBrace">
            <a:avLst>
              <a:gd name="adj1" fmla="val 151736"/>
              <a:gd name="adj2" fmla="val 50000"/>
            </a:avLst>
          </a:prstGeom>
          <a:noFill/>
          <a:ln w="12700">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635944" name="Rectangle 40"/>
          <p:cNvSpPr>
            <a:spLocks noChangeArrowheads="1"/>
          </p:cNvSpPr>
          <p:nvPr/>
        </p:nvSpPr>
        <p:spPr bwMode="auto">
          <a:xfrm>
            <a:off x="1404488" y="1268760"/>
            <a:ext cx="1452323" cy="1197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r>
              <a:rPr kumimoji="1" lang="en-US" altLang="zh-CN" sz="2400" b="1" dirty="0">
                <a:solidFill>
                  <a:srgbClr val="333399"/>
                </a:solidFill>
                <a:ea typeface="黑体" pitchFamily="2" charset="-122"/>
              </a:rPr>
              <a:t>IPv6 </a:t>
            </a:r>
            <a:r>
              <a:rPr kumimoji="1" lang="zh-CN" altLang="en-US" sz="2400" b="1" dirty="0">
                <a:solidFill>
                  <a:srgbClr val="333399"/>
                </a:solidFill>
                <a:ea typeface="黑体" pitchFamily="2" charset="-122"/>
              </a:rPr>
              <a:t>的</a:t>
            </a:r>
          </a:p>
          <a:p>
            <a:pPr algn="ctr" defTabSz="762000"/>
            <a:r>
              <a:rPr kumimoji="1" lang="zh-CN" altLang="en-US" sz="2400" b="1" dirty="0">
                <a:solidFill>
                  <a:srgbClr val="333399"/>
                </a:solidFill>
                <a:ea typeface="黑体" pitchFamily="2" charset="-122"/>
              </a:rPr>
              <a:t>基本首部</a:t>
            </a:r>
          </a:p>
          <a:p>
            <a:pPr algn="ctr" defTabSz="762000"/>
            <a:r>
              <a:rPr kumimoji="1" lang="zh-CN" altLang="en-US" sz="2400" b="1" dirty="0">
                <a:solidFill>
                  <a:srgbClr val="333399"/>
                </a:solidFill>
                <a:ea typeface="黑体" pitchFamily="2" charset="-122"/>
              </a:rPr>
              <a:t>（</a:t>
            </a:r>
            <a:r>
              <a:rPr kumimoji="1" lang="en-US" altLang="zh-CN" sz="2400" b="1" dirty="0">
                <a:solidFill>
                  <a:srgbClr val="333399"/>
                </a:solidFill>
                <a:ea typeface="黑体" pitchFamily="2" charset="-122"/>
              </a:rPr>
              <a:t>40 B</a:t>
            </a:r>
            <a:r>
              <a:rPr kumimoji="1" lang="zh-CN" altLang="en-US" sz="2400" b="1" dirty="0">
                <a:solidFill>
                  <a:srgbClr val="333399"/>
                </a:solidFill>
                <a:ea typeface="黑体" pitchFamily="2" charset="-122"/>
              </a:rPr>
              <a:t>）</a:t>
            </a:r>
          </a:p>
        </p:txBody>
      </p:sp>
      <p:sp>
        <p:nvSpPr>
          <p:cNvPr id="304169" name="AutoShape 41"/>
          <p:cNvSpPr>
            <a:spLocks/>
          </p:cNvSpPr>
          <p:nvPr/>
        </p:nvSpPr>
        <p:spPr bwMode="auto">
          <a:xfrm>
            <a:off x="2845818" y="3128964"/>
            <a:ext cx="287907" cy="3179761"/>
          </a:xfrm>
          <a:prstGeom prst="leftBrace">
            <a:avLst>
              <a:gd name="adj1" fmla="val 52662"/>
              <a:gd name="adj2" fmla="val 50000"/>
            </a:avLst>
          </a:prstGeom>
          <a:noFill/>
          <a:ln w="12700">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304170" name="Rectangle 42"/>
          <p:cNvSpPr>
            <a:spLocks noChangeArrowheads="1"/>
          </p:cNvSpPr>
          <p:nvPr/>
        </p:nvSpPr>
        <p:spPr bwMode="auto">
          <a:xfrm>
            <a:off x="963106" y="4005064"/>
            <a:ext cx="2069478" cy="1197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r>
              <a:rPr kumimoji="1" lang="en-US" altLang="zh-CN" sz="2400" b="1" dirty="0">
                <a:solidFill>
                  <a:srgbClr val="333399"/>
                </a:solidFill>
                <a:ea typeface="黑体" pitchFamily="2" charset="-122"/>
              </a:rPr>
              <a:t>IPv6 </a:t>
            </a:r>
            <a:r>
              <a:rPr kumimoji="1" lang="zh-CN" altLang="en-US" sz="2400" b="1" dirty="0">
                <a:solidFill>
                  <a:srgbClr val="333399"/>
                </a:solidFill>
                <a:ea typeface="黑体" pitchFamily="2" charset="-122"/>
              </a:rPr>
              <a:t>的</a:t>
            </a:r>
          </a:p>
          <a:p>
            <a:pPr algn="ctr" defTabSz="762000"/>
            <a:r>
              <a:rPr kumimoji="1" lang="zh-CN" altLang="en-US" sz="2400" b="1" dirty="0">
                <a:solidFill>
                  <a:srgbClr val="333399"/>
                </a:solidFill>
                <a:ea typeface="黑体" pitchFamily="2" charset="-122"/>
              </a:rPr>
              <a:t>有效载荷</a:t>
            </a:r>
          </a:p>
          <a:p>
            <a:pPr algn="ctr" defTabSz="762000"/>
            <a:r>
              <a:rPr kumimoji="1" lang="zh-CN" altLang="en-US" sz="2400" b="1" dirty="0">
                <a:solidFill>
                  <a:srgbClr val="333399"/>
                </a:solidFill>
                <a:ea typeface="黑体" pitchFamily="2" charset="-122"/>
              </a:rPr>
              <a:t>（至 </a:t>
            </a:r>
            <a:r>
              <a:rPr kumimoji="1" lang="en-US" altLang="zh-CN" sz="2400" b="1" dirty="0">
                <a:solidFill>
                  <a:srgbClr val="333399"/>
                </a:solidFill>
                <a:ea typeface="黑体" pitchFamily="2" charset="-122"/>
              </a:rPr>
              <a:t>64 KB</a:t>
            </a:r>
            <a:r>
              <a:rPr kumimoji="1" lang="zh-CN" altLang="en-US" sz="2400" b="1" dirty="0">
                <a:solidFill>
                  <a:srgbClr val="333399"/>
                </a:solidFill>
                <a:ea typeface="黑体" pitchFamily="2" charset="-122"/>
              </a:rPr>
              <a:t>）</a:t>
            </a:r>
          </a:p>
        </p:txBody>
      </p:sp>
      <p:grpSp>
        <p:nvGrpSpPr>
          <p:cNvPr id="45" name="Group 46"/>
          <p:cNvGrpSpPr>
            <a:grpSpLocks/>
          </p:cNvGrpSpPr>
          <p:nvPr/>
        </p:nvGrpSpPr>
        <p:grpSpPr bwMode="auto">
          <a:xfrm>
            <a:off x="3105183" y="1836349"/>
            <a:ext cx="131763" cy="69850"/>
            <a:chOff x="833" y="3024"/>
            <a:chExt cx="78" cy="51"/>
          </a:xfrm>
        </p:grpSpPr>
        <p:sp>
          <p:nvSpPr>
            <p:cNvPr id="46" name="Rectangle 47"/>
            <p:cNvSpPr>
              <a:spLocks noChangeArrowheads="1"/>
            </p:cNvSpPr>
            <p:nvPr/>
          </p:nvSpPr>
          <p:spPr bwMode="auto">
            <a:xfrm>
              <a:off x="833" y="3024"/>
              <a:ext cx="78" cy="5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47" name="Line 48"/>
            <p:cNvSpPr>
              <a:spLocks noChangeShapeType="1"/>
            </p:cNvSpPr>
            <p:nvPr/>
          </p:nvSpPr>
          <p:spPr bwMode="auto">
            <a:xfrm>
              <a:off x="839" y="3030"/>
              <a:ext cx="68" cy="0"/>
            </a:xfrm>
            <a:prstGeom prst="line">
              <a:avLst/>
            </a:prstGeom>
            <a:noFill/>
            <a:ln w="254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8" name="Line 49"/>
            <p:cNvSpPr>
              <a:spLocks noChangeShapeType="1"/>
            </p:cNvSpPr>
            <p:nvPr/>
          </p:nvSpPr>
          <p:spPr bwMode="auto">
            <a:xfrm>
              <a:off x="839" y="3075"/>
              <a:ext cx="68" cy="0"/>
            </a:xfrm>
            <a:prstGeom prst="line">
              <a:avLst/>
            </a:prstGeom>
            <a:noFill/>
            <a:ln w="254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grpSp>
        <p:nvGrpSpPr>
          <p:cNvPr id="49" name="Group 46"/>
          <p:cNvGrpSpPr>
            <a:grpSpLocks/>
          </p:cNvGrpSpPr>
          <p:nvPr/>
        </p:nvGrpSpPr>
        <p:grpSpPr bwMode="auto">
          <a:xfrm>
            <a:off x="10396834" y="1834191"/>
            <a:ext cx="131763" cy="69850"/>
            <a:chOff x="833" y="3024"/>
            <a:chExt cx="78" cy="51"/>
          </a:xfrm>
        </p:grpSpPr>
        <p:sp>
          <p:nvSpPr>
            <p:cNvPr id="50" name="Rectangle 47"/>
            <p:cNvSpPr>
              <a:spLocks noChangeArrowheads="1"/>
            </p:cNvSpPr>
            <p:nvPr/>
          </p:nvSpPr>
          <p:spPr bwMode="auto">
            <a:xfrm>
              <a:off x="833" y="3024"/>
              <a:ext cx="78" cy="5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51" name="Line 48"/>
            <p:cNvSpPr>
              <a:spLocks noChangeShapeType="1"/>
            </p:cNvSpPr>
            <p:nvPr/>
          </p:nvSpPr>
          <p:spPr bwMode="auto">
            <a:xfrm>
              <a:off x="839" y="3030"/>
              <a:ext cx="68" cy="0"/>
            </a:xfrm>
            <a:prstGeom prst="line">
              <a:avLst/>
            </a:prstGeom>
            <a:noFill/>
            <a:ln w="254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52" name="Line 49"/>
            <p:cNvSpPr>
              <a:spLocks noChangeShapeType="1"/>
            </p:cNvSpPr>
            <p:nvPr/>
          </p:nvSpPr>
          <p:spPr bwMode="auto">
            <a:xfrm>
              <a:off x="839" y="3075"/>
              <a:ext cx="68" cy="0"/>
            </a:xfrm>
            <a:prstGeom prst="line">
              <a:avLst/>
            </a:prstGeom>
            <a:noFill/>
            <a:ln w="254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grpSp>
        <p:nvGrpSpPr>
          <p:cNvPr id="54" name="Group 46"/>
          <p:cNvGrpSpPr>
            <a:grpSpLocks/>
          </p:cNvGrpSpPr>
          <p:nvPr/>
        </p:nvGrpSpPr>
        <p:grpSpPr bwMode="auto">
          <a:xfrm>
            <a:off x="3111773" y="2670969"/>
            <a:ext cx="131763" cy="69850"/>
            <a:chOff x="833" y="3024"/>
            <a:chExt cx="78" cy="51"/>
          </a:xfrm>
        </p:grpSpPr>
        <p:sp>
          <p:nvSpPr>
            <p:cNvPr id="55" name="Rectangle 47"/>
            <p:cNvSpPr>
              <a:spLocks noChangeArrowheads="1"/>
            </p:cNvSpPr>
            <p:nvPr/>
          </p:nvSpPr>
          <p:spPr bwMode="auto">
            <a:xfrm>
              <a:off x="833" y="3024"/>
              <a:ext cx="78" cy="5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56" name="Line 48"/>
            <p:cNvSpPr>
              <a:spLocks noChangeShapeType="1"/>
            </p:cNvSpPr>
            <p:nvPr/>
          </p:nvSpPr>
          <p:spPr bwMode="auto">
            <a:xfrm>
              <a:off x="839" y="3030"/>
              <a:ext cx="68" cy="0"/>
            </a:xfrm>
            <a:prstGeom prst="line">
              <a:avLst/>
            </a:prstGeom>
            <a:noFill/>
            <a:ln w="254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57" name="Line 49"/>
            <p:cNvSpPr>
              <a:spLocks noChangeShapeType="1"/>
            </p:cNvSpPr>
            <p:nvPr/>
          </p:nvSpPr>
          <p:spPr bwMode="auto">
            <a:xfrm>
              <a:off x="839" y="3075"/>
              <a:ext cx="68" cy="0"/>
            </a:xfrm>
            <a:prstGeom prst="line">
              <a:avLst/>
            </a:prstGeom>
            <a:noFill/>
            <a:ln w="254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grpSp>
        <p:nvGrpSpPr>
          <p:cNvPr id="58" name="Group 46"/>
          <p:cNvGrpSpPr>
            <a:grpSpLocks/>
          </p:cNvGrpSpPr>
          <p:nvPr/>
        </p:nvGrpSpPr>
        <p:grpSpPr bwMode="auto">
          <a:xfrm>
            <a:off x="10403424" y="2668811"/>
            <a:ext cx="131763" cy="69850"/>
            <a:chOff x="833" y="3024"/>
            <a:chExt cx="78" cy="51"/>
          </a:xfrm>
        </p:grpSpPr>
        <p:sp>
          <p:nvSpPr>
            <p:cNvPr id="59" name="Rectangle 47"/>
            <p:cNvSpPr>
              <a:spLocks noChangeArrowheads="1"/>
            </p:cNvSpPr>
            <p:nvPr/>
          </p:nvSpPr>
          <p:spPr bwMode="auto">
            <a:xfrm>
              <a:off x="833" y="3024"/>
              <a:ext cx="78" cy="51"/>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60" name="Line 48"/>
            <p:cNvSpPr>
              <a:spLocks noChangeShapeType="1"/>
            </p:cNvSpPr>
            <p:nvPr/>
          </p:nvSpPr>
          <p:spPr bwMode="auto">
            <a:xfrm>
              <a:off x="839" y="3030"/>
              <a:ext cx="68" cy="0"/>
            </a:xfrm>
            <a:prstGeom prst="line">
              <a:avLst/>
            </a:prstGeom>
            <a:noFill/>
            <a:ln w="254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61" name="Line 49"/>
            <p:cNvSpPr>
              <a:spLocks noChangeShapeType="1"/>
            </p:cNvSpPr>
            <p:nvPr/>
          </p:nvSpPr>
          <p:spPr bwMode="auto">
            <a:xfrm>
              <a:off x="839" y="3075"/>
              <a:ext cx="68" cy="0"/>
            </a:xfrm>
            <a:prstGeom prst="line">
              <a:avLst/>
            </a:prstGeom>
            <a:noFill/>
            <a:ln w="254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sp>
        <p:nvSpPr>
          <p:cNvPr id="63" name="Rectangle 25"/>
          <p:cNvSpPr>
            <a:spLocks noChangeArrowheads="1"/>
          </p:cNvSpPr>
          <p:nvPr/>
        </p:nvSpPr>
        <p:spPr bwMode="auto">
          <a:xfrm>
            <a:off x="3201275" y="3151601"/>
            <a:ext cx="1465197" cy="397545"/>
          </a:xfrm>
          <a:prstGeom prst="rect">
            <a:avLst/>
          </a:prstGeom>
          <a:solidFill>
            <a:srgbClr val="FFCCFF"/>
          </a:solidFill>
          <a:ln>
            <a:solidFill>
              <a:schemeClr val="tx1"/>
            </a:solidFill>
          </a:ln>
          <a:extLst/>
        </p:spPr>
        <p:txBody>
          <a:bodyPr wrap="square" lIns="90488" tIns="44450" rIns="90488" bIns="44450">
            <a:spAutoFit/>
          </a:bodyPr>
          <a:lstStyle/>
          <a:p>
            <a:pPr defTabSz="762000"/>
            <a:r>
              <a:rPr kumimoji="1" lang="zh-CN" altLang="en-US" sz="2000" b="1" dirty="0" smtClean="0">
                <a:solidFill>
                  <a:srgbClr val="333399"/>
                </a:solidFill>
                <a:ea typeface="黑体" pitchFamily="2" charset="-122"/>
              </a:rPr>
              <a:t>下一个首部</a:t>
            </a:r>
            <a:endParaRPr kumimoji="1" lang="zh-CN" altLang="en-US" sz="2000" b="1" dirty="0">
              <a:solidFill>
                <a:srgbClr val="333399"/>
              </a:solidFill>
              <a:ea typeface="黑体" pitchFamily="2" charset="-122"/>
            </a:endParaRPr>
          </a:p>
        </p:txBody>
      </p:sp>
      <p:sp>
        <p:nvSpPr>
          <p:cNvPr id="64" name="Rectangle 25"/>
          <p:cNvSpPr>
            <a:spLocks noChangeArrowheads="1"/>
          </p:cNvSpPr>
          <p:nvPr/>
        </p:nvSpPr>
        <p:spPr bwMode="auto">
          <a:xfrm>
            <a:off x="4666473" y="3158050"/>
            <a:ext cx="1279197" cy="39754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spAutoFit/>
          </a:bodyPr>
          <a:lstStyle/>
          <a:p>
            <a:pPr defTabSz="762000"/>
            <a:r>
              <a:rPr kumimoji="1" lang="zh-CN" altLang="en-US" sz="2000" b="1" dirty="0" smtClean="0">
                <a:solidFill>
                  <a:srgbClr val="333399"/>
                </a:solidFill>
                <a:ea typeface="黑体" pitchFamily="2" charset="-122"/>
              </a:rPr>
              <a:t>首 部长度</a:t>
            </a:r>
            <a:endParaRPr kumimoji="1" lang="zh-CN" altLang="en-US" sz="2000" b="1" dirty="0">
              <a:solidFill>
                <a:srgbClr val="333399"/>
              </a:solidFill>
              <a:ea typeface="黑体" pitchFamily="2" charset="-122"/>
            </a:endParaRPr>
          </a:p>
        </p:txBody>
      </p:sp>
      <p:sp>
        <p:nvSpPr>
          <p:cNvPr id="3" name="TextBox 2"/>
          <p:cNvSpPr txBox="1"/>
          <p:nvPr/>
        </p:nvSpPr>
        <p:spPr>
          <a:xfrm>
            <a:off x="10596563" y="3347700"/>
            <a:ext cx="1587294" cy="461665"/>
          </a:xfrm>
          <a:prstGeom prst="rect">
            <a:avLst/>
          </a:prstGeom>
          <a:noFill/>
        </p:spPr>
        <p:txBody>
          <a:bodyPr wrap="none" rtlCol="0">
            <a:spAutoFit/>
          </a:bodyPr>
          <a:lstStyle/>
          <a:p>
            <a:r>
              <a:rPr lang="zh-CN" altLang="en-US" sz="2400" b="1" dirty="0" smtClean="0">
                <a:solidFill>
                  <a:srgbClr val="333399"/>
                </a:solidFill>
                <a:latin typeface="黑体" pitchFamily="49" charset="-122"/>
                <a:ea typeface="黑体" pitchFamily="49" charset="-122"/>
              </a:rPr>
              <a:t>扩展首部</a:t>
            </a:r>
            <a:r>
              <a:rPr lang="en-US" altLang="zh-CN" sz="2400" b="1" dirty="0" smtClean="0">
                <a:solidFill>
                  <a:srgbClr val="333399"/>
                </a:solidFill>
                <a:latin typeface="黑体" pitchFamily="49" charset="-122"/>
                <a:ea typeface="黑体" pitchFamily="49" charset="-122"/>
              </a:rPr>
              <a:t>1</a:t>
            </a:r>
            <a:endParaRPr lang="zh-CN" altLang="en-US" sz="2400" b="1" dirty="0">
              <a:solidFill>
                <a:srgbClr val="333399"/>
              </a:solidFill>
              <a:latin typeface="黑体" pitchFamily="49" charset="-122"/>
              <a:ea typeface="黑体" pitchFamily="49" charset="-122"/>
            </a:endParaRPr>
          </a:p>
        </p:txBody>
      </p:sp>
      <p:sp>
        <p:nvSpPr>
          <p:cNvPr id="66" name="TextBox 65"/>
          <p:cNvSpPr txBox="1"/>
          <p:nvPr/>
        </p:nvSpPr>
        <p:spPr>
          <a:xfrm>
            <a:off x="10560496" y="4283804"/>
            <a:ext cx="1587294" cy="461665"/>
          </a:xfrm>
          <a:prstGeom prst="rect">
            <a:avLst/>
          </a:prstGeom>
          <a:noFill/>
        </p:spPr>
        <p:txBody>
          <a:bodyPr wrap="none" rtlCol="0">
            <a:spAutoFit/>
          </a:bodyPr>
          <a:lstStyle/>
          <a:p>
            <a:r>
              <a:rPr lang="zh-CN" altLang="en-US" sz="2400" b="1" dirty="0" smtClean="0">
                <a:solidFill>
                  <a:srgbClr val="333399"/>
                </a:solidFill>
                <a:latin typeface="黑体" pitchFamily="49" charset="-122"/>
                <a:ea typeface="黑体" pitchFamily="49" charset="-122"/>
              </a:rPr>
              <a:t>扩展首部</a:t>
            </a:r>
            <a:r>
              <a:rPr lang="en-US" altLang="zh-CN" sz="2400" b="1" dirty="0">
                <a:solidFill>
                  <a:srgbClr val="333399"/>
                </a:solidFill>
                <a:latin typeface="黑体" pitchFamily="49" charset="-122"/>
                <a:ea typeface="黑体" pitchFamily="49" charset="-122"/>
              </a:rPr>
              <a:t>2</a:t>
            </a:r>
            <a:endParaRPr lang="zh-CN" altLang="en-US" sz="2400" b="1" dirty="0">
              <a:solidFill>
                <a:srgbClr val="333399"/>
              </a:solidFill>
              <a:latin typeface="黑体" pitchFamily="49" charset="-122"/>
              <a:ea typeface="黑体" pitchFamily="49" charset="-122"/>
            </a:endParaRPr>
          </a:p>
        </p:txBody>
      </p:sp>
      <p:sp>
        <p:nvSpPr>
          <p:cNvPr id="67" name="Rectangle 25"/>
          <p:cNvSpPr>
            <a:spLocks noChangeArrowheads="1"/>
          </p:cNvSpPr>
          <p:nvPr/>
        </p:nvSpPr>
        <p:spPr bwMode="auto">
          <a:xfrm>
            <a:off x="3205047" y="3983798"/>
            <a:ext cx="1465197" cy="397545"/>
          </a:xfrm>
          <a:prstGeom prst="rect">
            <a:avLst/>
          </a:prstGeom>
          <a:solidFill>
            <a:srgbClr val="FFCCFF"/>
          </a:solidFill>
          <a:ln>
            <a:solidFill>
              <a:schemeClr val="tx1"/>
            </a:solidFill>
          </a:ln>
          <a:extLst/>
        </p:spPr>
        <p:txBody>
          <a:bodyPr wrap="square" lIns="90488" tIns="44450" rIns="90488" bIns="44450">
            <a:spAutoFit/>
          </a:bodyPr>
          <a:lstStyle/>
          <a:p>
            <a:pPr defTabSz="762000"/>
            <a:r>
              <a:rPr kumimoji="1" lang="zh-CN" altLang="en-US" sz="2000" b="1" dirty="0" smtClean="0">
                <a:solidFill>
                  <a:srgbClr val="333399"/>
                </a:solidFill>
                <a:ea typeface="黑体" pitchFamily="2" charset="-122"/>
              </a:rPr>
              <a:t>下一个首部</a:t>
            </a:r>
            <a:endParaRPr kumimoji="1" lang="zh-CN" altLang="en-US" sz="2000" b="1" dirty="0">
              <a:solidFill>
                <a:srgbClr val="333399"/>
              </a:solidFill>
              <a:ea typeface="黑体" pitchFamily="2" charset="-122"/>
            </a:endParaRPr>
          </a:p>
        </p:txBody>
      </p:sp>
      <p:sp>
        <p:nvSpPr>
          <p:cNvPr id="68" name="Rectangle 25"/>
          <p:cNvSpPr>
            <a:spLocks noChangeArrowheads="1"/>
          </p:cNvSpPr>
          <p:nvPr/>
        </p:nvSpPr>
        <p:spPr bwMode="auto">
          <a:xfrm>
            <a:off x="4670245" y="3990247"/>
            <a:ext cx="1279197" cy="39754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spAutoFit/>
          </a:bodyPr>
          <a:lstStyle/>
          <a:p>
            <a:pPr defTabSz="762000"/>
            <a:r>
              <a:rPr kumimoji="1" lang="zh-CN" altLang="en-US" sz="2000" b="1" dirty="0" smtClean="0">
                <a:solidFill>
                  <a:srgbClr val="333399"/>
                </a:solidFill>
                <a:ea typeface="黑体" pitchFamily="2" charset="-122"/>
              </a:rPr>
              <a:t>首 部长度</a:t>
            </a:r>
            <a:endParaRPr kumimoji="1" lang="zh-CN" altLang="en-US" sz="2000" b="1" dirty="0">
              <a:solidFill>
                <a:srgbClr val="333399"/>
              </a:solidFill>
              <a:ea typeface="黑体" pitchFamily="2" charset="-122"/>
            </a:endParaRPr>
          </a:p>
        </p:txBody>
      </p:sp>
      <p:cxnSp>
        <p:nvCxnSpPr>
          <p:cNvPr id="9" name="直接箭头连接符 8"/>
          <p:cNvCxnSpPr/>
          <p:nvPr/>
        </p:nvCxnSpPr>
        <p:spPr>
          <a:xfrm flipH="1">
            <a:off x="4000500" y="1340768"/>
            <a:ext cx="3535661" cy="1944216"/>
          </a:xfrm>
          <a:prstGeom prst="straightConnector1">
            <a:avLst/>
          </a:prstGeom>
          <a:ln w="19050">
            <a:solidFill>
              <a:srgbClr val="333399"/>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H="1">
            <a:off x="3503712" y="3501008"/>
            <a:ext cx="822227" cy="576064"/>
          </a:xfrm>
          <a:prstGeom prst="straightConnector1">
            <a:avLst/>
          </a:prstGeom>
          <a:ln w="19050">
            <a:solidFill>
              <a:srgbClr val="333399"/>
            </a:solidFill>
            <a:tailEnd type="arrow"/>
          </a:ln>
        </p:spPr>
        <p:style>
          <a:lnRef idx="1">
            <a:schemeClr val="accent1"/>
          </a:lnRef>
          <a:fillRef idx="0">
            <a:schemeClr val="accent1"/>
          </a:fillRef>
          <a:effectRef idx="0">
            <a:schemeClr val="accent1"/>
          </a:effectRef>
          <a:fontRef idx="minor">
            <a:schemeClr val="tx1"/>
          </a:fontRef>
        </p:style>
      </p:cxnSp>
      <p:sp>
        <p:nvSpPr>
          <p:cNvPr id="635947" name="Rectangle 43"/>
          <p:cNvSpPr>
            <a:spLocks noChangeArrowheads="1"/>
          </p:cNvSpPr>
          <p:nvPr/>
        </p:nvSpPr>
        <p:spPr bwMode="auto">
          <a:xfrm>
            <a:off x="3162460" y="3159559"/>
            <a:ext cx="7327900" cy="3149166"/>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Tree>
    <p:extLst>
      <p:ext uri="{BB962C8B-B14F-4D97-AF65-F5344CB8AC3E}">
        <p14:creationId xmlns:p14="http://schemas.microsoft.com/office/powerpoint/2010/main" val="325745460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635947"/>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635947"/>
                                        </p:tgtEl>
                                        <p:attrNameLst>
                                          <p:attrName>style.visibility</p:attrName>
                                        </p:attrNameLst>
                                      </p:cBhvr>
                                      <p:tavLst>
                                        <p:tav tm="0">
                                          <p:val>
                                            <p:strVal val="hidden"/>
                                          </p:val>
                                        </p:tav>
                                        <p:tav tm="50000">
                                          <p:val>
                                            <p:strVal val="visible"/>
                                          </p:val>
                                        </p:tav>
                                      </p:tavLst>
                                    </p:anim>
                                  </p:childTnLst>
                                </p:cTn>
                              </p:par>
                              <p:par>
                                <p:cTn id="10" presetID="35" presetClass="emph" presetSubtype="0" repeatCount="3000" fill="hold" grpId="0" nodeType="withEffect">
                                  <p:stCondLst>
                                    <p:cond delay="500"/>
                                  </p:stCondLst>
                                  <p:childTnLst>
                                    <p:anim calcmode="discrete" valueType="str">
                                      <p:cBhvr>
                                        <p:cTn id="11" dur="1000" fill="hold"/>
                                        <p:tgtEl>
                                          <p:spTgt spid="30417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170" grpId="0"/>
      <p:bldP spid="635947" grpId="0" animBg="1"/>
      <p:bldP spid="635947" grpId="1"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p:cNvSpPr>
            <a:spLocks noChangeArrowheads="1"/>
          </p:cNvSpPr>
          <p:nvPr/>
        </p:nvSpPr>
        <p:spPr bwMode="auto">
          <a:xfrm>
            <a:off x="2709863" y="660400"/>
            <a:ext cx="7289800" cy="4208463"/>
          </a:xfrm>
          <a:prstGeom prst="rect">
            <a:avLst/>
          </a:prstGeom>
          <a:solidFill>
            <a:srgbClr val="FFFF99"/>
          </a:solidFill>
          <a:ln w="28575">
            <a:solidFill>
              <a:srgbClr val="0000CC"/>
            </a:solidFill>
            <a:miter lim="800000"/>
            <a:headEnd/>
            <a:tailEnd/>
          </a:ln>
          <a:effectLst>
            <a:outerShdw dist="35921" dir="2700000" algn="ctr" rotWithShape="0">
              <a:schemeClr val="bg2"/>
            </a:outerShdw>
          </a:effectLst>
        </p:spPr>
        <p:txBody>
          <a:bodyPr wrap="none" anchor="ctr"/>
          <a:lstStyle/>
          <a:p>
            <a:pPr eaLnBrk="1" hangingPunct="1"/>
            <a:endParaRPr lang="zh-CN" altLang="en-US" sz="2800" b="1">
              <a:latin typeface="Tahoma" pitchFamily="34" charset="0"/>
              <a:ea typeface="黑体" pitchFamily="2" charset="-122"/>
            </a:endParaRPr>
          </a:p>
        </p:txBody>
      </p:sp>
      <p:sp>
        <p:nvSpPr>
          <p:cNvPr id="308227" name="Line 3"/>
          <p:cNvSpPr>
            <a:spLocks noChangeShapeType="1"/>
          </p:cNvSpPr>
          <p:nvPr/>
        </p:nvSpPr>
        <p:spPr bwMode="auto">
          <a:xfrm>
            <a:off x="2717800" y="1041400"/>
            <a:ext cx="73025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28" name="Line 4"/>
          <p:cNvSpPr>
            <a:spLocks noChangeShapeType="1"/>
          </p:cNvSpPr>
          <p:nvPr/>
        </p:nvSpPr>
        <p:spPr bwMode="auto">
          <a:xfrm>
            <a:off x="3617913" y="661988"/>
            <a:ext cx="0" cy="381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29" name="Line 5"/>
          <p:cNvSpPr>
            <a:spLocks noChangeShapeType="1"/>
          </p:cNvSpPr>
          <p:nvPr/>
        </p:nvSpPr>
        <p:spPr bwMode="auto">
          <a:xfrm>
            <a:off x="6357938" y="1041400"/>
            <a:ext cx="0" cy="4222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30" name="Rectangle 6"/>
          <p:cNvSpPr>
            <a:spLocks noChangeArrowheads="1"/>
          </p:cNvSpPr>
          <p:nvPr/>
        </p:nvSpPr>
        <p:spPr bwMode="auto">
          <a:xfrm>
            <a:off x="2633663" y="271463"/>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0</a:t>
            </a:r>
          </a:p>
        </p:txBody>
      </p:sp>
      <p:sp>
        <p:nvSpPr>
          <p:cNvPr id="308231" name="Rectangle 7"/>
          <p:cNvSpPr>
            <a:spLocks noChangeArrowheads="1"/>
          </p:cNvSpPr>
          <p:nvPr/>
        </p:nvSpPr>
        <p:spPr bwMode="auto">
          <a:xfrm>
            <a:off x="3536950" y="271463"/>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4</a:t>
            </a:r>
          </a:p>
        </p:txBody>
      </p:sp>
      <p:sp>
        <p:nvSpPr>
          <p:cNvPr id="308232" name="Rectangle 8"/>
          <p:cNvSpPr>
            <a:spLocks noChangeArrowheads="1"/>
          </p:cNvSpPr>
          <p:nvPr/>
        </p:nvSpPr>
        <p:spPr bwMode="auto">
          <a:xfrm>
            <a:off x="6267450" y="271463"/>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16</a:t>
            </a:r>
          </a:p>
        </p:txBody>
      </p:sp>
      <p:sp>
        <p:nvSpPr>
          <p:cNvPr id="308233" name="Rectangle 9"/>
          <p:cNvSpPr>
            <a:spLocks noChangeArrowheads="1"/>
          </p:cNvSpPr>
          <p:nvPr/>
        </p:nvSpPr>
        <p:spPr bwMode="auto">
          <a:xfrm>
            <a:off x="9664700" y="271463"/>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31</a:t>
            </a:r>
          </a:p>
        </p:txBody>
      </p:sp>
      <p:sp>
        <p:nvSpPr>
          <p:cNvPr id="308234" name="Rectangle 10"/>
          <p:cNvSpPr>
            <a:spLocks noChangeArrowheads="1"/>
          </p:cNvSpPr>
          <p:nvPr/>
        </p:nvSpPr>
        <p:spPr bwMode="auto">
          <a:xfrm>
            <a:off x="2809484" y="676275"/>
            <a:ext cx="766236"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版 本</a:t>
            </a:r>
          </a:p>
        </p:txBody>
      </p:sp>
      <p:sp>
        <p:nvSpPr>
          <p:cNvPr id="308235" name="Rectangle 11"/>
          <p:cNvSpPr>
            <a:spLocks noChangeArrowheads="1"/>
          </p:cNvSpPr>
          <p:nvPr/>
        </p:nvSpPr>
        <p:spPr bwMode="auto">
          <a:xfrm>
            <a:off x="2016125" y="271463"/>
            <a:ext cx="439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位</a:t>
            </a:r>
          </a:p>
        </p:txBody>
      </p:sp>
      <p:sp>
        <p:nvSpPr>
          <p:cNvPr id="308236" name="Line 12"/>
          <p:cNvSpPr>
            <a:spLocks noChangeShapeType="1"/>
          </p:cNvSpPr>
          <p:nvPr/>
        </p:nvSpPr>
        <p:spPr bwMode="auto">
          <a:xfrm>
            <a:off x="2709863" y="1463675"/>
            <a:ext cx="73025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37" name="Line 13"/>
          <p:cNvSpPr>
            <a:spLocks noChangeShapeType="1"/>
          </p:cNvSpPr>
          <p:nvPr/>
        </p:nvSpPr>
        <p:spPr bwMode="auto">
          <a:xfrm>
            <a:off x="2711450" y="1885950"/>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38" name="Line 14"/>
          <p:cNvSpPr>
            <a:spLocks noChangeShapeType="1"/>
          </p:cNvSpPr>
          <p:nvPr/>
        </p:nvSpPr>
        <p:spPr bwMode="auto">
          <a:xfrm>
            <a:off x="2711450" y="2309813"/>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39" name="Line 15"/>
          <p:cNvSpPr>
            <a:spLocks noChangeShapeType="1"/>
          </p:cNvSpPr>
          <p:nvPr/>
        </p:nvSpPr>
        <p:spPr bwMode="auto">
          <a:xfrm>
            <a:off x="2711450" y="2733675"/>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0" name="Line 16"/>
          <p:cNvSpPr>
            <a:spLocks noChangeShapeType="1"/>
          </p:cNvSpPr>
          <p:nvPr/>
        </p:nvSpPr>
        <p:spPr bwMode="auto">
          <a:xfrm>
            <a:off x="2711450" y="3157538"/>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1" name="Line 17"/>
          <p:cNvSpPr>
            <a:spLocks noChangeShapeType="1"/>
          </p:cNvSpPr>
          <p:nvPr/>
        </p:nvSpPr>
        <p:spPr bwMode="auto">
          <a:xfrm>
            <a:off x="2711450" y="3579813"/>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2" name="Line 18"/>
          <p:cNvSpPr>
            <a:spLocks noChangeShapeType="1"/>
          </p:cNvSpPr>
          <p:nvPr/>
        </p:nvSpPr>
        <p:spPr bwMode="auto">
          <a:xfrm>
            <a:off x="2711450" y="4003675"/>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3" name="Line 19"/>
          <p:cNvSpPr>
            <a:spLocks noChangeShapeType="1"/>
          </p:cNvSpPr>
          <p:nvPr/>
        </p:nvSpPr>
        <p:spPr bwMode="auto">
          <a:xfrm>
            <a:off x="2711450" y="4425950"/>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4" name="Rectangle 20"/>
          <p:cNvSpPr>
            <a:spLocks noChangeArrowheads="1"/>
          </p:cNvSpPr>
          <p:nvPr/>
        </p:nvSpPr>
        <p:spPr bwMode="auto">
          <a:xfrm>
            <a:off x="2936875" y="3438525"/>
            <a:ext cx="6850063" cy="1128713"/>
          </a:xfrm>
          <a:prstGeom prst="rect">
            <a:avLst/>
          </a:prstGeom>
          <a:solidFill>
            <a:srgbClr val="FFFF9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308245" name="Rectangle 21"/>
          <p:cNvSpPr>
            <a:spLocks noChangeArrowheads="1"/>
          </p:cNvSpPr>
          <p:nvPr/>
        </p:nvSpPr>
        <p:spPr bwMode="auto">
          <a:xfrm>
            <a:off x="2936875" y="1744663"/>
            <a:ext cx="6850063" cy="1130300"/>
          </a:xfrm>
          <a:prstGeom prst="rect">
            <a:avLst/>
          </a:prstGeom>
          <a:solidFill>
            <a:srgbClr val="FFFF9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308246" name="Rectangle 22"/>
          <p:cNvSpPr>
            <a:spLocks noChangeArrowheads="1"/>
          </p:cNvSpPr>
          <p:nvPr/>
        </p:nvSpPr>
        <p:spPr bwMode="auto">
          <a:xfrm>
            <a:off x="5559425" y="3651250"/>
            <a:ext cx="18430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目   的   地   址</a:t>
            </a:r>
          </a:p>
        </p:txBody>
      </p:sp>
      <p:sp>
        <p:nvSpPr>
          <p:cNvPr id="308247" name="Rectangle 23"/>
          <p:cNvSpPr>
            <a:spLocks noChangeArrowheads="1"/>
          </p:cNvSpPr>
          <p:nvPr/>
        </p:nvSpPr>
        <p:spPr bwMode="auto">
          <a:xfrm>
            <a:off x="5753100" y="1957388"/>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源   地   址</a:t>
            </a:r>
          </a:p>
        </p:txBody>
      </p:sp>
      <p:sp>
        <p:nvSpPr>
          <p:cNvPr id="308248" name="Line 24"/>
          <p:cNvSpPr>
            <a:spLocks noChangeShapeType="1"/>
          </p:cNvSpPr>
          <p:nvPr/>
        </p:nvSpPr>
        <p:spPr bwMode="auto">
          <a:xfrm>
            <a:off x="8188325" y="1041400"/>
            <a:ext cx="0" cy="4222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9" name="Rectangle 25"/>
          <p:cNvSpPr>
            <a:spLocks noChangeArrowheads="1"/>
          </p:cNvSpPr>
          <p:nvPr/>
        </p:nvSpPr>
        <p:spPr bwMode="auto">
          <a:xfrm>
            <a:off x="6499225" y="1074738"/>
            <a:ext cx="175529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下 一 个 首 部</a:t>
            </a:r>
          </a:p>
        </p:txBody>
      </p:sp>
      <p:sp>
        <p:nvSpPr>
          <p:cNvPr id="308250" name="Rectangle 26"/>
          <p:cNvSpPr>
            <a:spLocks noChangeArrowheads="1"/>
          </p:cNvSpPr>
          <p:nvPr/>
        </p:nvSpPr>
        <p:spPr bwMode="auto">
          <a:xfrm>
            <a:off x="6697663" y="676275"/>
            <a:ext cx="1657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流     标     号</a:t>
            </a:r>
          </a:p>
        </p:txBody>
      </p:sp>
      <p:sp>
        <p:nvSpPr>
          <p:cNvPr id="308251" name="Rectangle 27"/>
          <p:cNvSpPr>
            <a:spLocks noChangeArrowheads="1"/>
          </p:cNvSpPr>
          <p:nvPr/>
        </p:nvSpPr>
        <p:spPr bwMode="auto">
          <a:xfrm>
            <a:off x="5297488" y="271463"/>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12</a:t>
            </a:r>
          </a:p>
        </p:txBody>
      </p:sp>
      <p:sp>
        <p:nvSpPr>
          <p:cNvPr id="308252" name="Rectangle 28"/>
          <p:cNvSpPr>
            <a:spLocks noChangeArrowheads="1"/>
          </p:cNvSpPr>
          <p:nvPr/>
        </p:nvSpPr>
        <p:spPr bwMode="auto">
          <a:xfrm>
            <a:off x="3886200" y="676275"/>
            <a:ext cx="1420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通 信 量 类</a:t>
            </a:r>
          </a:p>
        </p:txBody>
      </p:sp>
      <p:sp>
        <p:nvSpPr>
          <p:cNvPr id="308253" name="Rectangle 29"/>
          <p:cNvSpPr>
            <a:spLocks noChangeArrowheads="1"/>
          </p:cNvSpPr>
          <p:nvPr/>
        </p:nvSpPr>
        <p:spPr bwMode="auto">
          <a:xfrm>
            <a:off x="5730875" y="2292350"/>
            <a:ext cx="14509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a:t>
            </a:r>
            <a:r>
              <a:rPr kumimoji="1" lang="en-US" altLang="zh-CN" sz="2000" b="1">
                <a:solidFill>
                  <a:srgbClr val="333399"/>
                </a:solidFill>
                <a:ea typeface="黑体" pitchFamily="2" charset="-122"/>
              </a:rPr>
              <a:t>128 </a:t>
            </a:r>
            <a:r>
              <a:rPr kumimoji="1" lang="zh-CN" altLang="en-US" sz="2000" b="1">
                <a:solidFill>
                  <a:srgbClr val="333399"/>
                </a:solidFill>
                <a:ea typeface="黑体" pitchFamily="2" charset="-122"/>
              </a:rPr>
              <a:t>位）</a:t>
            </a:r>
          </a:p>
        </p:txBody>
      </p:sp>
      <p:sp>
        <p:nvSpPr>
          <p:cNvPr id="308254" name="Rectangle 30"/>
          <p:cNvSpPr>
            <a:spLocks noChangeArrowheads="1"/>
          </p:cNvSpPr>
          <p:nvPr/>
        </p:nvSpPr>
        <p:spPr bwMode="auto">
          <a:xfrm>
            <a:off x="5748338" y="3922713"/>
            <a:ext cx="14509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a:t>
            </a:r>
            <a:r>
              <a:rPr kumimoji="1" lang="en-US" altLang="zh-CN" sz="2000" b="1">
                <a:solidFill>
                  <a:srgbClr val="333399"/>
                </a:solidFill>
                <a:ea typeface="黑体" pitchFamily="2" charset="-122"/>
              </a:rPr>
              <a:t>128 </a:t>
            </a:r>
            <a:r>
              <a:rPr kumimoji="1" lang="zh-CN" altLang="en-US" sz="2000" b="1">
                <a:solidFill>
                  <a:srgbClr val="333399"/>
                </a:solidFill>
                <a:ea typeface="黑体" pitchFamily="2" charset="-122"/>
              </a:rPr>
              <a:t>位）</a:t>
            </a:r>
          </a:p>
        </p:txBody>
      </p:sp>
      <p:sp>
        <p:nvSpPr>
          <p:cNvPr id="308255" name="Rectangle 31"/>
          <p:cNvSpPr>
            <a:spLocks noChangeArrowheads="1"/>
          </p:cNvSpPr>
          <p:nvPr/>
        </p:nvSpPr>
        <p:spPr bwMode="auto">
          <a:xfrm>
            <a:off x="3425825" y="1066800"/>
            <a:ext cx="24365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有  效  载  荷  长  度</a:t>
            </a:r>
          </a:p>
        </p:txBody>
      </p:sp>
      <p:sp>
        <p:nvSpPr>
          <p:cNvPr id="308256" name="Rectangle 32"/>
          <p:cNvSpPr>
            <a:spLocks noChangeArrowheads="1"/>
          </p:cNvSpPr>
          <p:nvPr/>
        </p:nvSpPr>
        <p:spPr bwMode="auto">
          <a:xfrm>
            <a:off x="8472488" y="1085850"/>
            <a:ext cx="14208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跳 数 限 制</a:t>
            </a:r>
          </a:p>
        </p:txBody>
      </p:sp>
      <p:sp>
        <p:nvSpPr>
          <p:cNvPr id="308257" name="Line 33"/>
          <p:cNvSpPr>
            <a:spLocks noChangeShapeType="1"/>
          </p:cNvSpPr>
          <p:nvPr/>
        </p:nvSpPr>
        <p:spPr bwMode="auto">
          <a:xfrm>
            <a:off x="5435600" y="660400"/>
            <a:ext cx="6350" cy="382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58" name="Rectangle 34"/>
          <p:cNvSpPr>
            <a:spLocks noChangeArrowheads="1"/>
          </p:cNvSpPr>
          <p:nvPr/>
        </p:nvSpPr>
        <p:spPr bwMode="auto">
          <a:xfrm>
            <a:off x="8083550" y="271463"/>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24</a:t>
            </a:r>
          </a:p>
        </p:txBody>
      </p:sp>
      <p:sp>
        <p:nvSpPr>
          <p:cNvPr id="308259" name="AutoShape 35"/>
          <p:cNvSpPr>
            <a:spLocks/>
          </p:cNvSpPr>
          <p:nvPr/>
        </p:nvSpPr>
        <p:spPr bwMode="auto">
          <a:xfrm>
            <a:off x="2405063" y="693738"/>
            <a:ext cx="228600" cy="4162425"/>
          </a:xfrm>
          <a:prstGeom prst="leftBrace">
            <a:avLst>
              <a:gd name="adj1" fmla="val 151736"/>
              <a:gd name="adj2" fmla="val 50000"/>
            </a:avLst>
          </a:prstGeom>
          <a:noFill/>
          <a:ln w="12700">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308260" name="Rectangle 36"/>
          <p:cNvSpPr>
            <a:spLocks noChangeArrowheads="1"/>
          </p:cNvSpPr>
          <p:nvPr/>
        </p:nvSpPr>
        <p:spPr bwMode="auto">
          <a:xfrm>
            <a:off x="909682" y="2149936"/>
            <a:ext cx="1452322" cy="1567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r>
              <a:rPr kumimoji="1" lang="en-US" altLang="zh-CN" sz="2400" b="1" dirty="0" smtClean="0">
                <a:solidFill>
                  <a:srgbClr val="333399"/>
                </a:solidFill>
                <a:ea typeface="黑体" pitchFamily="2" charset="-122"/>
              </a:rPr>
              <a:t>IPv6 </a:t>
            </a:r>
            <a:r>
              <a:rPr kumimoji="1" lang="zh-CN" altLang="en-US" sz="2400" b="1" dirty="0" smtClean="0">
                <a:solidFill>
                  <a:srgbClr val="333399"/>
                </a:solidFill>
                <a:ea typeface="黑体" pitchFamily="2" charset="-122"/>
              </a:rPr>
              <a:t>的</a:t>
            </a:r>
            <a:endParaRPr kumimoji="1" lang="zh-CN" altLang="en-US" sz="2400" b="1" dirty="0">
              <a:solidFill>
                <a:srgbClr val="333399"/>
              </a:solidFill>
              <a:ea typeface="黑体" pitchFamily="2" charset="-122"/>
            </a:endParaRPr>
          </a:p>
          <a:p>
            <a:pPr algn="ctr" defTabSz="762000"/>
            <a:r>
              <a:rPr kumimoji="1" lang="zh-CN" altLang="en-US" sz="2400" b="1" dirty="0" smtClean="0">
                <a:solidFill>
                  <a:srgbClr val="333399"/>
                </a:solidFill>
                <a:ea typeface="黑体" pitchFamily="2" charset="-122"/>
              </a:rPr>
              <a:t>基本首部</a:t>
            </a:r>
            <a:endParaRPr kumimoji="1" lang="zh-CN" altLang="en-US" sz="2400" b="1" dirty="0">
              <a:solidFill>
                <a:srgbClr val="333399"/>
              </a:solidFill>
              <a:ea typeface="黑体" pitchFamily="2" charset="-122"/>
            </a:endParaRPr>
          </a:p>
          <a:p>
            <a:pPr algn="ctr" defTabSz="762000"/>
            <a:r>
              <a:rPr kumimoji="1" lang="zh-CN" altLang="en-US" sz="2400" b="1" dirty="0" smtClean="0">
                <a:solidFill>
                  <a:srgbClr val="333399"/>
                </a:solidFill>
                <a:ea typeface="黑体" pitchFamily="2" charset="-122"/>
              </a:rPr>
              <a:t>（</a:t>
            </a:r>
            <a:r>
              <a:rPr kumimoji="1" lang="en-US" altLang="zh-CN" sz="2400" b="1" dirty="0" smtClean="0">
                <a:solidFill>
                  <a:srgbClr val="333399"/>
                </a:solidFill>
                <a:ea typeface="黑体" pitchFamily="2" charset="-122"/>
              </a:rPr>
              <a:t>40 B</a:t>
            </a:r>
            <a:r>
              <a:rPr kumimoji="1" lang="zh-CN" altLang="en-US" sz="2400" b="1" dirty="0" smtClean="0">
                <a:solidFill>
                  <a:srgbClr val="333399"/>
                </a:solidFill>
                <a:ea typeface="黑体" pitchFamily="2" charset="-122"/>
              </a:rPr>
              <a:t>）</a:t>
            </a:r>
            <a:endParaRPr kumimoji="1" lang="en-US" altLang="zh-CN" sz="2400" b="1" dirty="0">
              <a:solidFill>
                <a:srgbClr val="333399"/>
              </a:solidFill>
              <a:ea typeface="黑体" pitchFamily="2" charset="-122"/>
            </a:endParaRPr>
          </a:p>
          <a:p>
            <a:pPr algn="ctr" defTabSz="762000"/>
            <a:endParaRPr kumimoji="1" lang="en-US" altLang="zh-CN" sz="2400" b="1" dirty="0">
              <a:solidFill>
                <a:srgbClr val="333399"/>
              </a:solidFill>
              <a:ea typeface="黑体" pitchFamily="2" charset="-122"/>
            </a:endParaRPr>
          </a:p>
        </p:txBody>
      </p:sp>
      <p:sp>
        <p:nvSpPr>
          <p:cNvPr id="637989" name="Rectangle 37"/>
          <p:cNvSpPr>
            <a:spLocks noChangeArrowheads="1"/>
          </p:cNvSpPr>
          <p:nvPr/>
        </p:nvSpPr>
        <p:spPr bwMode="auto">
          <a:xfrm>
            <a:off x="2720628" y="649288"/>
            <a:ext cx="927100" cy="419100"/>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308262" name="Text Box 38"/>
          <p:cNvSpPr txBox="1">
            <a:spLocks noChangeArrowheads="1"/>
          </p:cNvSpPr>
          <p:nvPr/>
        </p:nvSpPr>
        <p:spPr bwMode="auto">
          <a:xfrm>
            <a:off x="2424113" y="5102225"/>
            <a:ext cx="772477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zh-CN" altLang="en-US" sz="2800" b="1" dirty="0">
                <a:solidFill>
                  <a:srgbClr val="333399"/>
                </a:solidFill>
                <a:latin typeface="Arial" charset="0"/>
                <a:ea typeface="黑体" pitchFamily="2" charset="-122"/>
              </a:rPr>
              <a:t>版本</a:t>
            </a:r>
            <a:r>
              <a:rPr lang="en-US" altLang="zh-CN" sz="2800" b="1" dirty="0">
                <a:solidFill>
                  <a:srgbClr val="333399"/>
                </a:solidFill>
                <a:latin typeface="Arial" charset="0"/>
                <a:ea typeface="黑体" pitchFamily="2" charset="-122"/>
              </a:rPr>
              <a:t>(version</a:t>
            </a:r>
            <a:r>
              <a:rPr lang="en-US" altLang="zh-CN" sz="2800" b="1" dirty="0" smtClean="0">
                <a:solidFill>
                  <a:srgbClr val="333399"/>
                </a:solidFill>
                <a:latin typeface="Arial" charset="0"/>
                <a:ea typeface="黑体" pitchFamily="2" charset="-122"/>
              </a:rPr>
              <a:t>)——</a:t>
            </a:r>
            <a:r>
              <a:rPr lang="zh-CN" altLang="en-US" sz="2800" b="1" dirty="0" smtClean="0">
                <a:solidFill>
                  <a:srgbClr val="333399"/>
                </a:solidFill>
                <a:latin typeface="Arial" charset="0"/>
                <a:ea typeface="黑体" pitchFamily="2" charset="-122"/>
              </a:rPr>
              <a:t>占 </a:t>
            </a:r>
            <a:r>
              <a:rPr lang="en-US" altLang="zh-CN" sz="2800" b="1" dirty="0" smtClean="0">
                <a:solidFill>
                  <a:srgbClr val="333399"/>
                </a:solidFill>
                <a:latin typeface="Arial" charset="0"/>
                <a:ea typeface="黑体" pitchFamily="2" charset="-122"/>
              </a:rPr>
              <a:t>4 </a:t>
            </a:r>
            <a:r>
              <a:rPr lang="zh-CN" altLang="en-US" sz="2800" b="1" dirty="0" smtClean="0">
                <a:solidFill>
                  <a:srgbClr val="333399"/>
                </a:solidFill>
                <a:latin typeface="Arial" charset="0"/>
                <a:ea typeface="黑体" pitchFamily="2" charset="-122"/>
              </a:rPr>
              <a:t>位，它</a:t>
            </a:r>
            <a:r>
              <a:rPr lang="zh-CN" altLang="en-US" sz="2800" b="1" dirty="0">
                <a:solidFill>
                  <a:srgbClr val="333399"/>
                </a:solidFill>
                <a:latin typeface="Arial" charset="0"/>
                <a:ea typeface="黑体" pitchFamily="2" charset="-122"/>
              </a:rPr>
              <a:t>指明了协议的版本，对 </a:t>
            </a:r>
            <a:r>
              <a:rPr lang="en-US" altLang="zh-CN" sz="2800" b="1" dirty="0">
                <a:solidFill>
                  <a:srgbClr val="333399"/>
                </a:solidFill>
                <a:latin typeface="Arial" charset="0"/>
                <a:ea typeface="黑体" pitchFamily="2" charset="-122"/>
              </a:rPr>
              <a:t>IPv6 </a:t>
            </a:r>
            <a:r>
              <a:rPr lang="zh-CN" altLang="en-US" sz="2800" b="1" dirty="0">
                <a:solidFill>
                  <a:srgbClr val="333399"/>
                </a:solidFill>
                <a:latin typeface="Arial" charset="0"/>
                <a:ea typeface="黑体" pitchFamily="2" charset="-122"/>
              </a:rPr>
              <a:t>该</a:t>
            </a:r>
            <a:r>
              <a:rPr lang="zh-CN" altLang="en-US" sz="2800" b="1" dirty="0" smtClean="0">
                <a:solidFill>
                  <a:srgbClr val="333399"/>
                </a:solidFill>
                <a:latin typeface="Arial" charset="0"/>
                <a:ea typeface="黑体" pitchFamily="2" charset="-122"/>
              </a:rPr>
              <a:t>字段为 </a:t>
            </a:r>
            <a:r>
              <a:rPr lang="en-US" altLang="zh-CN" sz="2800" b="1" dirty="0">
                <a:solidFill>
                  <a:srgbClr val="333399"/>
                </a:solidFill>
                <a:latin typeface="Arial" charset="0"/>
                <a:ea typeface="黑体" pitchFamily="2" charset="-122"/>
              </a:rPr>
              <a:t>6</a:t>
            </a:r>
            <a:r>
              <a:rPr lang="zh-CN" altLang="en-US" sz="2800" b="1" dirty="0">
                <a:solidFill>
                  <a:srgbClr val="333399"/>
                </a:solidFill>
                <a:latin typeface="Arial" charset="0"/>
                <a:ea typeface="黑体" pitchFamily="2" charset="-122"/>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637989"/>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63798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7989" grpId="0" animBg="1"/>
      <p:bldP spid="637989" grpId="1"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p:cNvSpPr>
            <a:spLocks noChangeArrowheads="1"/>
          </p:cNvSpPr>
          <p:nvPr/>
        </p:nvSpPr>
        <p:spPr bwMode="auto">
          <a:xfrm>
            <a:off x="2709863" y="660400"/>
            <a:ext cx="7289800" cy="4208463"/>
          </a:xfrm>
          <a:prstGeom prst="rect">
            <a:avLst/>
          </a:prstGeom>
          <a:solidFill>
            <a:srgbClr val="FFFF99"/>
          </a:solidFill>
          <a:ln w="28575">
            <a:solidFill>
              <a:srgbClr val="0000CC"/>
            </a:solidFill>
            <a:miter lim="800000"/>
            <a:headEnd/>
            <a:tailEnd/>
          </a:ln>
          <a:effectLst>
            <a:outerShdw dist="35921" dir="2700000" algn="ctr" rotWithShape="0">
              <a:schemeClr val="bg2"/>
            </a:outerShdw>
          </a:effectLst>
        </p:spPr>
        <p:txBody>
          <a:bodyPr wrap="none" anchor="ctr"/>
          <a:lstStyle/>
          <a:p>
            <a:pPr eaLnBrk="1" hangingPunct="1"/>
            <a:endParaRPr lang="zh-CN" altLang="en-US" sz="2800" b="1">
              <a:latin typeface="Tahoma" pitchFamily="34" charset="0"/>
              <a:ea typeface="黑体" pitchFamily="2" charset="-122"/>
            </a:endParaRPr>
          </a:p>
        </p:txBody>
      </p:sp>
      <p:sp>
        <p:nvSpPr>
          <p:cNvPr id="308227" name="Line 3"/>
          <p:cNvSpPr>
            <a:spLocks noChangeShapeType="1"/>
          </p:cNvSpPr>
          <p:nvPr/>
        </p:nvSpPr>
        <p:spPr bwMode="auto">
          <a:xfrm>
            <a:off x="2717800" y="1041400"/>
            <a:ext cx="73025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28" name="Line 4"/>
          <p:cNvSpPr>
            <a:spLocks noChangeShapeType="1"/>
          </p:cNvSpPr>
          <p:nvPr/>
        </p:nvSpPr>
        <p:spPr bwMode="auto">
          <a:xfrm>
            <a:off x="3617913" y="661988"/>
            <a:ext cx="0" cy="381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29" name="Line 5"/>
          <p:cNvSpPr>
            <a:spLocks noChangeShapeType="1"/>
          </p:cNvSpPr>
          <p:nvPr/>
        </p:nvSpPr>
        <p:spPr bwMode="auto">
          <a:xfrm>
            <a:off x="6357938" y="1041400"/>
            <a:ext cx="0" cy="4222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30" name="Rectangle 6"/>
          <p:cNvSpPr>
            <a:spLocks noChangeArrowheads="1"/>
          </p:cNvSpPr>
          <p:nvPr/>
        </p:nvSpPr>
        <p:spPr bwMode="auto">
          <a:xfrm>
            <a:off x="2633663" y="271463"/>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0</a:t>
            </a:r>
          </a:p>
        </p:txBody>
      </p:sp>
      <p:sp>
        <p:nvSpPr>
          <p:cNvPr id="308231" name="Rectangle 7"/>
          <p:cNvSpPr>
            <a:spLocks noChangeArrowheads="1"/>
          </p:cNvSpPr>
          <p:nvPr/>
        </p:nvSpPr>
        <p:spPr bwMode="auto">
          <a:xfrm>
            <a:off x="3536950" y="271463"/>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4</a:t>
            </a:r>
          </a:p>
        </p:txBody>
      </p:sp>
      <p:sp>
        <p:nvSpPr>
          <p:cNvPr id="308232" name="Rectangle 8"/>
          <p:cNvSpPr>
            <a:spLocks noChangeArrowheads="1"/>
          </p:cNvSpPr>
          <p:nvPr/>
        </p:nvSpPr>
        <p:spPr bwMode="auto">
          <a:xfrm>
            <a:off x="6267450" y="271463"/>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16</a:t>
            </a:r>
          </a:p>
        </p:txBody>
      </p:sp>
      <p:sp>
        <p:nvSpPr>
          <p:cNvPr id="308233" name="Rectangle 9"/>
          <p:cNvSpPr>
            <a:spLocks noChangeArrowheads="1"/>
          </p:cNvSpPr>
          <p:nvPr/>
        </p:nvSpPr>
        <p:spPr bwMode="auto">
          <a:xfrm>
            <a:off x="9664700" y="271463"/>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31</a:t>
            </a:r>
          </a:p>
        </p:txBody>
      </p:sp>
      <p:sp>
        <p:nvSpPr>
          <p:cNvPr id="308234" name="Rectangle 10"/>
          <p:cNvSpPr>
            <a:spLocks noChangeArrowheads="1"/>
          </p:cNvSpPr>
          <p:nvPr/>
        </p:nvSpPr>
        <p:spPr bwMode="auto">
          <a:xfrm>
            <a:off x="2809484" y="676275"/>
            <a:ext cx="766236"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版 本</a:t>
            </a:r>
          </a:p>
        </p:txBody>
      </p:sp>
      <p:sp>
        <p:nvSpPr>
          <p:cNvPr id="308235" name="Rectangle 11"/>
          <p:cNvSpPr>
            <a:spLocks noChangeArrowheads="1"/>
          </p:cNvSpPr>
          <p:nvPr/>
        </p:nvSpPr>
        <p:spPr bwMode="auto">
          <a:xfrm>
            <a:off x="2016125" y="271463"/>
            <a:ext cx="439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位</a:t>
            </a:r>
          </a:p>
        </p:txBody>
      </p:sp>
      <p:sp>
        <p:nvSpPr>
          <p:cNvPr id="308236" name="Line 12"/>
          <p:cNvSpPr>
            <a:spLocks noChangeShapeType="1"/>
          </p:cNvSpPr>
          <p:nvPr/>
        </p:nvSpPr>
        <p:spPr bwMode="auto">
          <a:xfrm>
            <a:off x="2709863" y="1463675"/>
            <a:ext cx="73025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37" name="Line 13"/>
          <p:cNvSpPr>
            <a:spLocks noChangeShapeType="1"/>
          </p:cNvSpPr>
          <p:nvPr/>
        </p:nvSpPr>
        <p:spPr bwMode="auto">
          <a:xfrm>
            <a:off x="2711450" y="1885950"/>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38" name="Line 14"/>
          <p:cNvSpPr>
            <a:spLocks noChangeShapeType="1"/>
          </p:cNvSpPr>
          <p:nvPr/>
        </p:nvSpPr>
        <p:spPr bwMode="auto">
          <a:xfrm>
            <a:off x="2711450" y="2309813"/>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39" name="Line 15"/>
          <p:cNvSpPr>
            <a:spLocks noChangeShapeType="1"/>
          </p:cNvSpPr>
          <p:nvPr/>
        </p:nvSpPr>
        <p:spPr bwMode="auto">
          <a:xfrm>
            <a:off x="2711450" y="2733675"/>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0" name="Line 16"/>
          <p:cNvSpPr>
            <a:spLocks noChangeShapeType="1"/>
          </p:cNvSpPr>
          <p:nvPr/>
        </p:nvSpPr>
        <p:spPr bwMode="auto">
          <a:xfrm>
            <a:off x="2711450" y="3157538"/>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1" name="Line 17"/>
          <p:cNvSpPr>
            <a:spLocks noChangeShapeType="1"/>
          </p:cNvSpPr>
          <p:nvPr/>
        </p:nvSpPr>
        <p:spPr bwMode="auto">
          <a:xfrm>
            <a:off x="2711450" y="3579813"/>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2" name="Line 18"/>
          <p:cNvSpPr>
            <a:spLocks noChangeShapeType="1"/>
          </p:cNvSpPr>
          <p:nvPr/>
        </p:nvSpPr>
        <p:spPr bwMode="auto">
          <a:xfrm>
            <a:off x="2711450" y="4003675"/>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3" name="Line 19"/>
          <p:cNvSpPr>
            <a:spLocks noChangeShapeType="1"/>
          </p:cNvSpPr>
          <p:nvPr/>
        </p:nvSpPr>
        <p:spPr bwMode="auto">
          <a:xfrm>
            <a:off x="2711450" y="4425950"/>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4" name="Rectangle 20"/>
          <p:cNvSpPr>
            <a:spLocks noChangeArrowheads="1"/>
          </p:cNvSpPr>
          <p:nvPr/>
        </p:nvSpPr>
        <p:spPr bwMode="auto">
          <a:xfrm>
            <a:off x="2936875" y="3438525"/>
            <a:ext cx="6850063" cy="1128713"/>
          </a:xfrm>
          <a:prstGeom prst="rect">
            <a:avLst/>
          </a:prstGeom>
          <a:solidFill>
            <a:srgbClr val="FFFF9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308245" name="Rectangle 21"/>
          <p:cNvSpPr>
            <a:spLocks noChangeArrowheads="1"/>
          </p:cNvSpPr>
          <p:nvPr/>
        </p:nvSpPr>
        <p:spPr bwMode="auto">
          <a:xfrm>
            <a:off x="2936875" y="1744663"/>
            <a:ext cx="6850063" cy="1130300"/>
          </a:xfrm>
          <a:prstGeom prst="rect">
            <a:avLst/>
          </a:prstGeom>
          <a:solidFill>
            <a:srgbClr val="FFFF9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308246" name="Rectangle 22"/>
          <p:cNvSpPr>
            <a:spLocks noChangeArrowheads="1"/>
          </p:cNvSpPr>
          <p:nvPr/>
        </p:nvSpPr>
        <p:spPr bwMode="auto">
          <a:xfrm>
            <a:off x="5559425" y="3651250"/>
            <a:ext cx="18430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目   的   地   址</a:t>
            </a:r>
          </a:p>
        </p:txBody>
      </p:sp>
      <p:sp>
        <p:nvSpPr>
          <p:cNvPr id="308247" name="Rectangle 23"/>
          <p:cNvSpPr>
            <a:spLocks noChangeArrowheads="1"/>
          </p:cNvSpPr>
          <p:nvPr/>
        </p:nvSpPr>
        <p:spPr bwMode="auto">
          <a:xfrm>
            <a:off x="5753100" y="1957388"/>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源   地   址</a:t>
            </a:r>
          </a:p>
        </p:txBody>
      </p:sp>
      <p:sp>
        <p:nvSpPr>
          <p:cNvPr id="308248" name="Line 24"/>
          <p:cNvSpPr>
            <a:spLocks noChangeShapeType="1"/>
          </p:cNvSpPr>
          <p:nvPr/>
        </p:nvSpPr>
        <p:spPr bwMode="auto">
          <a:xfrm>
            <a:off x="8188325" y="1041400"/>
            <a:ext cx="0" cy="4222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9" name="Rectangle 25"/>
          <p:cNvSpPr>
            <a:spLocks noChangeArrowheads="1"/>
          </p:cNvSpPr>
          <p:nvPr/>
        </p:nvSpPr>
        <p:spPr bwMode="auto">
          <a:xfrm>
            <a:off x="6499225" y="1074738"/>
            <a:ext cx="175529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下 一 个 首 部</a:t>
            </a:r>
          </a:p>
        </p:txBody>
      </p:sp>
      <p:sp>
        <p:nvSpPr>
          <p:cNvPr id="308250" name="Rectangle 26"/>
          <p:cNvSpPr>
            <a:spLocks noChangeArrowheads="1"/>
          </p:cNvSpPr>
          <p:nvPr/>
        </p:nvSpPr>
        <p:spPr bwMode="auto">
          <a:xfrm>
            <a:off x="6697663" y="676275"/>
            <a:ext cx="1657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流     标     号</a:t>
            </a:r>
          </a:p>
        </p:txBody>
      </p:sp>
      <p:sp>
        <p:nvSpPr>
          <p:cNvPr id="308251" name="Rectangle 27"/>
          <p:cNvSpPr>
            <a:spLocks noChangeArrowheads="1"/>
          </p:cNvSpPr>
          <p:nvPr/>
        </p:nvSpPr>
        <p:spPr bwMode="auto">
          <a:xfrm>
            <a:off x="5297488" y="271463"/>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12</a:t>
            </a:r>
          </a:p>
        </p:txBody>
      </p:sp>
      <p:sp>
        <p:nvSpPr>
          <p:cNvPr id="308252" name="Rectangle 28"/>
          <p:cNvSpPr>
            <a:spLocks noChangeArrowheads="1"/>
          </p:cNvSpPr>
          <p:nvPr/>
        </p:nvSpPr>
        <p:spPr bwMode="auto">
          <a:xfrm>
            <a:off x="3886200" y="676275"/>
            <a:ext cx="1420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通 信 量 类</a:t>
            </a:r>
          </a:p>
        </p:txBody>
      </p:sp>
      <p:sp>
        <p:nvSpPr>
          <p:cNvPr id="308253" name="Rectangle 29"/>
          <p:cNvSpPr>
            <a:spLocks noChangeArrowheads="1"/>
          </p:cNvSpPr>
          <p:nvPr/>
        </p:nvSpPr>
        <p:spPr bwMode="auto">
          <a:xfrm>
            <a:off x="5730875" y="2292350"/>
            <a:ext cx="14509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a:t>
            </a:r>
            <a:r>
              <a:rPr kumimoji="1" lang="en-US" altLang="zh-CN" sz="2000" b="1">
                <a:solidFill>
                  <a:srgbClr val="333399"/>
                </a:solidFill>
                <a:ea typeface="黑体" pitchFamily="2" charset="-122"/>
              </a:rPr>
              <a:t>128 </a:t>
            </a:r>
            <a:r>
              <a:rPr kumimoji="1" lang="zh-CN" altLang="en-US" sz="2000" b="1">
                <a:solidFill>
                  <a:srgbClr val="333399"/>
                </a:solidFill>
                <a:ea typeface="黑体" pitchFamily="2" charset="-122"/>
              </a:rPr>
              <a:t>位）</a:t>
            </a:r>
          </a:p>
        </p:txBody>
      </p:sp>
      <p:sp>
        <p:nvSpPr>
          <p:cNvPr id="308254" name="Rectangle 30"/>
          <p:cNvSpPr>
            <a:spLocks noChangeArrowheads="1"/>
          </p:cNvSpPr>
          <p:nvPr/>
        </p:nvSpPr>
        <p:spPr bwMode="auto">
          <a:xfrm>
            <a:off x="5748338" y="3922713"/>
            <a:ext cx="14509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a:t>
            </a:r>
            <a:r>
              <a:rPr kumimoji="1" lang="en-US" altLang="zh-CN" sz="2000" b="1">
                <a:solidFill>
                  <a:srgbClr val="333399"/>
                </a:solidFill>
                <a:ea typeface="黑体" pitchFamily="2" charset="-122"/>
              </a:rPr>
              <a:t>128 </a:t>
            </a:r>
            <a:r>
              <a:rPr kumimoji="1" lang="zh-CN" altLang="en-US" sz="2000" b="1">
                <a:solidFill>
                  <a:srgbClr val="333399"/>
                </a:solidFill>
                <a:ea typeface="黑体" pitchFamily="2" charset="-122"/>
              </a:rPr>
              <a:t>位）</a:t>
            </a:r>
          </a:p>
        </p:txBody>
      </p:sp>
      <p:sp>
        <p:nvSpPr>
          <p:cNvPr id="308255" name="Rectangle 31"/>
          <p:cNvSpPr>
            <a:spLocks noChangeArrowheads="1"/>
          </p:cNvSpPr>
          <p:nvPr/>
        </p:nvSpPr>
        <p:spPr bwMode="auto">
          <a:xfrm>
            <a:off x="3425825" y="1066800"/>
            <a:ext cx="24365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有  效  载  荷  长  度</a:t>
            </a:r>
          </a:p>
        </p:txBody>
      </p:sp>
      <p:sp>
        <p:nvSpPr>
          <p:cNvPr id="308256" name="Rectangle 32"/>
          <p:cNvSpPr>
            <a:spLocks noChangeArrowheads="1"/>
          </p:cNvSpPr>
          <p:nvPr/>
        </p:nvSpPr>
        <p:spPr bwMode="auto">
          <a:xfrm>
            <a:off x="8472488" y="1085850"/>
            <a:ext cx="14208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跳 数 限 制</a:t>
            </a:r>
          </a:p>
        </p:txBody>
      </p:sp>
      <p:sp>
        <p:nvSpPr>
          <p:cNvPr id="308257" name="Line 33"/>
          <p:cNvSpPr>
            <a:spLocks noChangeShapeType="1"/>
          </p:cNvSpPr>
          <p:nvPr/>
        </p:nvSpPr>
        <p:spPr bwMode="auto">
          <a:xfrm>
            <a:off x="5435600" y="660400"/>
            <a:ext cx="6350" cy="382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58" name="Rectangle 34"/>
          <p:cNvSpPr>
            <a:spLocks noChangeArrowheads="1"/>
          </p:cNvSpPr>
          <p:nvPr/>
        </p:nvSpPr>
        <p:spPr bwMode="auto">
          <a:xfrm>
            <a:off x="8083550" y="271463"/>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24</a:t>
            </a:r>
          </a:p>
        </p:txBody>
      </p:sp>
      <p:sp>
        <p:nvSpPr>
          <p:cNvPr id="308259" name="AutoShape 35"/>
          <p:cNvSpPr>
            <a:spLocks/>
          </p:cNvSpPr>
          <p:nvPr/>
        </p:nvSpPr>
        <p:spPr bwMode="auto">
          <a:xfrm>
            <a:off x="2405063" y="693738"/>
            <a:ext cx="228600" cy="4162425"/>
          </a:xfrm>
          <a:prstGeom prst="leftBrace">
            <a:avLst>
              <a:gd name="adj1" fmla="val 151736"/>
              <a:gd name="adj2" fmla="val 50000"/>
            </a:avLst>
          </a:prstGeom>
          <a:noFill/>
          <a:ln w="12700">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308260" name="Rectangle 36"/>
          <p:cNvSpPr>
            <a:spLocks noChangeArrowheads="1"/>
          </p:cNvSpPr>
          <p:nvPr/>
        </p:nvSpPr>
        <p:spPr bwMode="auto">
          <a:xfrm>
            <a:off x="909682" y="2149936"/>
            <a:ext cx="1452322" cy="1567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r>
              <a:rPr kumimoji="1" lang="en-US" altLang="zh-CN" sz="2400" b="1" dirty="0" smtClean="0">
                <a:solidFill>
                  <a:srgbClr val="333399"/>
                </a:solidFill>
                <a:ea typeface="黑体" pitchFamily="2" charset="-122"/>
              </a:rPr>
              <a:t>IPv6 </a:t>
            </a:r>
            <a:r>
              <a:rPr kumimoji="1" lang="zh-CN" altLang="en-US" sz="2400" b="1" dirty="0" smtClean="0">
                <a:solidFill>
                  <a:srgbClr val="333399"/>
                </a:solidFill>
                <a:ea typeface="黑体" pitchFamily="2" charset="-122"/>
              </a:rPr>
              <a:t>的</a:t>
            </a:r>
            <a:endParaRPr kumimoji="1" lang="zh-CN" altLang="en-US" sz="2400" b="1" dirty="0">
              <a:solidFill>
                <a:srgbClr val="333399"/>
              </a:solidFill>
              <a:ea typeface="黑体" pitchFamily="2" charset="-122"/>
            </a:endParaRPr>
          </a:p>
          <a:p>
            <a:pPr algn="ctr" defTabSz="762000"/>
            <a:r>
              <a:rPr kumimoji="1" lang="zh-CN" altLang="en-US" sz="2400" b="1" dirty="0" smtClean="0">
                <a:solidFill>
                  <a:srgbClr val="333399"/>
                </a:solidFill>
                <a:ea typeface="黑体" pitchFamily="2" charset="-122"/>
              </a:rPr>
              <a:t>基本首部</a:t>
            </a:r>
            <a:endParaRPr kumimoji="1" lang="zh-CN" altLang="en-US" sz="2400" b="1" dirty="0">
              <a:solidFill>
                <a:srgbClr val="333399"/>
              </a:solidFill>
              <a:ea typeface="黑体" pitchFamily="2" charset="-122"/>
            </a:endParaRPr>
          </a:p>
          <a:p>
            <a:pPr algn="ctr" defTabSz="762000"/>
            <a:r>
              <a:rPr kumimoji="1" lang="zh-CN" altLang="en-US" sz="2400" b="1" dirty="0" smtClean="0">
                <a:solidFill>
                  <a:srgbClr val="333399"/>
                </a:solidFill>
                <a:ea typeface="黑体" pitchFamily="2" charset="-122"/>
              </a:rPr>
              <a:t>（</a:t>
            </a:r>
            <a:r>
              <a:rPr kumimoji="1" lang="en-US" altLang="zh-CN" sz="2400" b="1" dirty="0" smtClean="0">
                <a:solidFill>
                  <a:srgbClr val="333399"/>
                </a:solidFill>
                <a:ea typeface="黑体" pitchFamily="2" charset="-122"/>
              </a:rPr>
              <a:t>40 B</a:t>
            </a:r>
            <a:r>
              <a:rPr kumimoji="1" lang="zh-CN" altLang="en-US" sz="2400" b="1" dirty="0" smtClean="0">
                <a:solidFill>
                  <a:srgbClr val="333399"/>
                </a:solidFill>
                <a:ea typeface="黑体" pitchFamily="2" charset="-122"/>
              </a:rPr>
              <a:t>）</a:t>
            </a:r>
            <a:endParaRPr kumimoji="1" lang="en-US" altLang="zh-CN" sz="2400" b="1" dirty="0">
              <a:solidFill>
                <a:srgbClr val="333399"/>
              </a:solidFill>
              <a:ea typeface="黑体" pitchFamily="2" charset="-122"/>
            </a:endParaRPr>
          </a:p>
          <a:p>
            <a:pPr algn="ctr" defTabSz="762000"/>
            <a:endParaRPr kumimoji="1" lang="en-US" altLang="zh-CN" sz="2400" b="1" dirty="0">
              <a:solidFill>
                <a:srgbClr val="333399"/>
              </a:solidFill>
              <a:ea typeface="黑体" pitchFamily="2" charset="-122"/>
            </a:endParaRPr>
          </a:p>
        </p:txBody>
      </p:sp>
      <p:sp>
        <p:nvSpPr>
          <p:cNvPr id="637989" name="Rectangle 37"/>
          <p:cNvSpPr>
            <a:spLocks noChangeArrowheads="1"/>
          </p:cNvSpPr>
          <p:nvPr/>
        </p:nvSpPr>
        <p:spPr bwMode="auto">
          <a:xfrm>
            <a:off x="3616622" y="649288"/>
            <a:ext cx="1825327" cy="419100"/>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308262" name="Text Box 38"/>
          <p:cNvSpPr txBox="1">
            <a:spLocks noChangeArrowheads="1"/>
          </p:cNvSpPr>
          <p:nvPr/>
        </p:nvSpPr>
        <p:spPr bwMode="auto">
          <a:xfrm>
            <a:off x="2424113" y="5102225"/>
            <a:ext cx="772477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zh-CN" altLang="en-US" sz="2800" b="1" dirty="0">
                <a:solidFill>
                  <a:srgbClr val="333399"/>
                </a:solidFill>
                <a:latin typeface="Arial" charset="0"/>
                <a:ea typeface="黑体" pitchFamily="2" charset="-122"/>
              </a:rPr>
              <a:t>通信量类</a:t>
            </a:r>
            <a:r>
              <a:rPr lang="en-US" altLang="zh-CN" sz="2800" b="1" dirty="0">
                <a:solidFill>
                  <a:srgbClr val="333399"/>
                </a:solidFill>
                <a:latin typeface="Arial" charset="0"/>
                <a:ea typeface="黑体" pitchFamily="2" charset="-122"/>
              </a:rPr>
              <a:t>(traffic class</a:t>
            </a:r>
            <a:r>
              <a:rPr lang="en-US" altLang="zh-CN" sz="2800" b="1" dirty="0" smtClean="0">
                <a:solidFill>
                  <a:srgbClr val="333399"/>
                </a:solidFill>
                <a:latin typeface="Arial" charset="0"/>
                <a:ea typeface="黑体" pitchFamily="2" charset="-122"/>
              </a:rPr>
              <a:t>)——</a:t>
            </a:r>
            <a:r>
              <a:rPr lang="zh-CN" altLang="en-US" sz="2800" b="1" dirty="0" smtClean="0">
                <a:solidFill>
                  <a:srgbClr val="333399"/>
                </a:solidFill>
                <a:latin typeface="Arial" charset="0"/>
                <a:ea typeface="黑体" pitchFamily="2" charset="-122"/>
              </a:rPr>
              <a:t>占</a:t>
            </a:r>
            <a:r>
              <a:rPr lang="en-US" altLang="zh-CN" sz="2800" b="1" dirty="0" smtClean="0">
                <a:solidFill>
                  <a:srgbClr val="333399"/>
                </a:solidFill>
                <a:latin typeface="Arial" charset="0"/>
                <a:ea typeface="黑体" pitchFamily="2" charset="-122"/>
              </a:rPr>
              <a:t> </a:t>
            </a:r>
            <a:r>
              <a:rPr lang="en-US" altLang="zh-CN" sz="2800" b="1" dirty="0">
                <a:solidFill>
                  <a:srgbClr val="333399"/>
                </a:solidFill>
                <a:latin typeface="Arial" charset="0"/>
                <a:ea typeface="黑体" pitchFamily="2" charset="-122"/>
              </a:rPr>
              <a:t>8 </a:t>
            </a:r>
            <a:r>
              <a:rPr lang="zh-CN" altLang="en-US" sz="2800" b="1" dirty="0" smtClean="0">
                <a:solidFill>
                  <a:srgbClr val="333399"/>
                </a:solidFill>
                <a:latin typeface="Arial" charset="0"/>
                <a:ea typeface="黑体" pitchFamily="2" charset="-122"/>
              </a:rPr>
              <a:t>位，这</a:t>
            </a:r>
            <a:r>
              <a:rPr lang="zh-CN" altLang="en-US" sz="2800" b="1" dirty="0">
                <a:solidFill>
                  <a:srgbClr val="333399"/>
                </a:solidFill>
                <a:latin typeface="Arial" charset="0"/>
                <a:ea typeface="黑体" pitchFamily="2" charset="-122"/>
              </a:rPr>
              <a:t>是为了区分不同的 </a:t>
            </a:r>
            <a:r>
              <a:rPr lang="en-US" altLang="zh-CN" sz="2800" b="1" dirty="0">
                <a:solidFill>
                  <a:srgbClr val="333399"/>
                </a:solidFill>
                <a:latin typeface="Arial" charset="0"/>
                <a:ea typeface="黑体" pitchFamily="2" charset="-122"/>
              </a:rPr>
              <a:t>IPv6 </a:t>
            </a:r>
            <a:r>
              <a:rPr lang="zh-CN" altLang="en-US" sz="2800" b="1" dirty="0">
                <a:solidFill>
                  <a:srgbClr val="333399"/>
                </a:solidFill>
                <a:latin typeface="Arial" charset="0"/>
                <a:ea typeface="黑体" pitchFamily="2" charset="-122"/>
              </a:rPr>
              <a:t>数据报的类别或优先级。</a:t>
            </a:r>
          </a:p>
        </p:txBody>
      </p:sp>
    </p:spTree>
    <p:extLst>
      <p:ext uri="{BB962C8B-B14F-4D97-AF65-F5344CB8AC3E}">
        <p14:creationId xmlns:p14="http://schemas.microsoft.com/office/powerpoint/2010/main" val="99542288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637989"/>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63798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7989" grpId="0" animBg="1"/>
      <p:bldP spid="637989" grpId="1"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p:cNvSpPr>
            <a:spLocks noChangeArrowheads="1"/>
          </p:cNvSpPr>
          <p:nvPr/>
        </p:nvSpPr>
        <p:spPr bwMode="auto">
          <a:xfrm>
            <a:off x="2709863" y="660400"/>
            <a:ext cx="7289800" cy="4208463"/>
          </a:xfrm>
          <a:prstGeom prst="rect">
            <a:avLst/>
          </a:prstGeom>
          <a:solidFill>
            <a:srgbClr val="FFFF99"/>
          </a:solidFill>
          <a:ln w="28575">
            <a:solidFill>
              <a:srgbClr val="0000CC"/>
            </a:solidFill>
            <a:miter lim="800000"/>
            <a:headEnd/>
            <a:tailEnd/>
          </a:ln>
          <a:effectLst>
            <a:outerShdw dist="35921" dir="2700000" algn="ctr" rotWithShape="0">
              <a:schemeClr val="bg2"/>
            </a:outerShdw>
          </a:effectLst>
        </p:spPr>
        <p:txBody>
          <a:bodyPr wrap="none" anchor="ctr"/>
          <a:lstStyle/>
          <a:p>
            <a:pPr eaLnBrk="1" hangingPunct="1"/>
            <a:endParaRPr lang="zh-CN" altLang="en-US" sz="2800" b="1">
              <a:latin typeface="Tahoma" pitchFamily="34" charset="0"/>
              <a:ea typeface="黑体" pitchFamily="2" charset="-122"/>
            </a:endParaRPr>
          </a:p>
        </p:txBody>
      </p:sp>
      <p:sp>
        <p:nvSpPr>
          <p:cNvPr id="308227" name="Line 3"/>
          <p:cNvSpPr>
            <a:spLocks noChangeShapeType="1"/>
          </p:cNvSpPr>
          <p:nvPr/>
        </p:nvSpPr>
        <p:spPr bwMode="auto">
          <a:xfrm>
            <a:off x="2717800" y="1041400"/>
            <a:ext cx="73025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28" name="Line 4"/>
          <p:cNvSpPr>
            <a:spLocks noChangeShapeType="1"/>
          </p:cNvSpPr>
          <p:nvPr/>
        </p:nvSpPr>
        <p:spPr bwMode="auto">
          <a:xfrm>
            <a:off x="3617913" y="661988"/>
            <a:ext cx="0" cy="381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29" name="Line 5"/>
          <p:cNvSpPr>
            <a:spLocks noChangeShapeType="1"/>
          </p:cNvSpPr>
          <p:nvPr/>
        </p:nvSpPr>
        <p:spPr bwMode="auto">
          <a:xfrm>
            <a:off x="6357938" y="1041400"/>
            <a:ext cx="0" cy="4222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30" name="Rectangle 6"/>
          <p:cNvSpPr>
            <a:spLocks noChangeArrowheads="1"/>
          </p:cNvSpPr>
          <p:nvPr/>
        </p:nvSpPr>
        <p:spPr bwMode="auto">
          <a:xfrm>
            <a:off x="2633663" y="271463"/>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0</a:t>
            </a:r>
          </a:p>
        </p:txBody>
      </p:sp>
      <p:sp>
        <p:nvSpPr>
          <p:cNvPr id="308231" name="Rectangle 7"/>
          <p:cNvSpPr>
            <a:spLocks noChangeArrowheads="1"/>
          </p:cNvSpPr>
          <p:nvPr/>
        </p:nvSpPr>
        <p:spPr bwMode="auto">
          <a:xfrm>
            <a:off x="3536950" y="271463"/>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4</a:t>
            </a:r>
          </a:p>
        </p:txBody>
      </p:sp>
      <p:sp>
        <p:nvSpPr>
          <p:cNvPr id="308232" name="Rectangle 8"/>
          <p:cNvSpPr>
            <a:spLocks noChangeArrowheads="1"/>
          </p:cNvSpPr>
          <p:nvPr/>
        </p:nvSpPr>
        <p:spPr bwMode="auto">
          <a:xfrm>
            <a:off x="6267450" y="271463"/>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16</a:t>
            </a:r>
          </a:p>
        </p:txBody>
      </p:sp>
      <p:sp>
        <p:nvSpPr>
          <p:cNvPr id="308233" name="Rectangle 9"/>
          <p:cNvSpPr>
            <a:spLocks noChangeArrowheads="1"/>
          </p:cNvSpPr>
          <p:nvPr/>
        </p:nvSpPr>
        <p:spPr bwMode="auto">
          <a:xfrm>
            <a:off x="9664700" y="271463"/>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31</a:t>
            </a:r>
          </a:p>
        </p:txBody>
      </p:sp>
      <p:sp>
        <p:nvSpPr>
          <p:cNvPr id="308234" name="Rectangle 10"/>
          <p:cNvSpPr>
            <a:spLocks noChangeArrowheads="1"/>
          </p:cNvSpPr>
          <p:nvPr/>
        </p:nvSpPr>
        <p:spPr bwMode="auto">
          <a:xfrm>
            <a:off x="2809484" y="676275"/>
            <a:ext cx="766236"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版 本</a:t>
            </a:r>
          </a:p>
        </p:txBody>
      </p:sp>
      <p:sp>
        <p:nvSpPr>
          <p:cNvPr id="308235" name="Rectangle 11"/>
          <p:cNvSpPr>
            <a:spLocks noChangeArrowheads="1"/>
          </p:cNvSpPr>
          <p:nvPr/>
        </p:nvSpPr>
        <p:spPr bwMode="auto">
          <a:xfrm>
            <a:off x="2016125" y="271463"/>
            <a:ext cx="439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位</a:t>
            </a:r>
          </a:p>
        </p:txBody>
      </p:sp>
      <p:sp>
        <p:nvSpPr>
          <p:cNvPr id="308236" name="Line 12"/>
          <p:cNvSpPr>
            <a:spLocks noChangeShapeType="1"/>
          </p:cNvSpPr>
          <p:nvPr/>
        </p:nvSpPr>
        <p:spPr bwMode="auto">
          <a:xfrm>
            <a:off x="2709863" y="1463675"/>
            <a:ext cx="73025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37" name="Line 13"/>
          <p:cNvSpPr>
            <a:spLocks noChangeShapeType="1"/>
          </p:cNvSpPr>
          <p:nvPr/>
        </p:nvSpPr>
        <p:spPr bwMode="auto">
          <a:xfrm>
            <a:off x="2711450" y="1885950"/>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38" name="Line 14"/>
          <p:cNvSpPr>
            <a:spLocks noChangeShapeType="1"/>
          </p:cNvSpPr>
          <p:nvPr/>
        </p:nvSpPr>
        <p:spPr bwMode="auto">
          <a:xfrm>
            <a:off x="2711450" y="2309813"/>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39" name="Line 15"/>
          <p:cNvSpPr>
            <a:spLocks noChangeShapeType="1"/>
          </p:cNvSpPr>
          <p:nvPr/>
        </p:nvSpPr>
        <p:spPr bwMode="auto">
          <a:xfrm>
            <a:off x="2711450" y="2733675"/>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0" name="Line 16"/>
          <p:cNvSpPr>
            <a:spLocks noChangeShapeType="1"/>
          </p:cNvSpPr>
          <p:nvPr/>
        </p:nvSpPr>
        <p:spPr bwMode="auto">
          <a:xfrm>
            <a:off x="2711450" y="3157538"/>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1" name="Line 17"/>
          <p:cNvSpPr>
            <a:spLocks noChangeShapeType="1"/>
          </p:cNvSpPr>
          <p:nvPr/>
        </p:nvSpPr>
        <p:spPr bwMode="auto">
          <a:xfrm>
            <a:off x="2711450" y="3579813"/>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2" name="Line 18"/>
          <p:cNvSpPr>
            <a:spLocks noChangeShapeType="1"/>
          </p:cNvSpPr>
          <p:nvPr/>
        </p:nvSpPr>
        <p:spPr bwMode="auto">
          <a:xfrm>
            <a:off x="2711450" y="4003675"/>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3" name="Line 19"/>
          <p:cNvSpPr>
            <a:spLocks noChangeShapeType="1"/>
          </p:cNvSpPr>
          <p:nvPr/>
        </p:nvSpPr>
        <p:spPr bwMode="auto">
          <a:xfrm>
            <a:off x="2711450" y="4425950"/>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4" name="Rectangle 20"/>
          <p:cNvSpPr>
            <a:spLocks noChangeArrowheads="1"/>
          </p:cNvSpPr>
          <p:nvPr/>
        </p:nvSpPr>
        <p:spPr bwMode="auto">
          <a:xfrm>
            <a:off x="2936875" y="3438525"/>
            <a:ext cx="6850063" cy="1128713"/>
          </a:xfrm>
          <a:prstGeom prst="rect">
            <a:avLst/>
          </a:prstGeom>
          <a:solidFill>
            <a:srgbClr val="FFFF9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308245" name="Rectangle 21"/>
          <p:cNvSpPr>
            <a:spLocks noChangeArrowheads="1"/>
          </p:cNvSpPr>
          <p:nvPr/>
        </p:nvSpPr>
        <p:spPr bwMode="auto">
          <a:xfrm>
            <a:off x="2936875" y="1744663"/>
            <a:ext cx="6850063" cy="1130300"/>
          </a:xfrm>
          <a:prstGeom prst="rect">
            <a:avLst/>
          </a:prstGeom>
          <a:solidFill>
            <a:srgbClr val="FFFF9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308246" name="Rectangle 22"/>
          <p:cNvSpPr>
            <a:spLocks noChangeArrowheads="1"/>
          </p:cNvSpPr>
          <p:nvPr/>
        </p:nvSpPr>
        <p:spPr bwMode="auto">
          <a:xfrm>
            <a:off x="5559425" y="3651250"/>
            <a:ext cx="18430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目   的   地   址</a:t>
            </a:r>
          </a:p>
        </p:txBody>
      </p:sp>
      <p:sp>
        <p:nvSpPr>
          <p:cNvPr id="308247" name="Rectangle 23"/>
          <p:cNvSpPr>
            <a:spLocks noChangeArrowheads="1"/>
          </p:cNvSpPr>
          <p:nvPr/>
        </p:nvSpPr>
        <p:spPr bwMode="auto">
          <a:xfrm>
            <a:off x="5753100" y="1957388"/>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源   地   址</a:t>
            </a:r>
          </a:p>
        </p:txBody>
      </p:sp>
      <p:sp>
        <p:nvSpPr>
          <p:cNvPr id="308248" name="Line 24"/>
          <p:cNvSpPr>
            <a:spLocks noChangeShapeType="1"/>
          </p:cNvSpPr>
          <p:nvPr/>
        </p:nvSpPr>
        <p:spPr bwMode="auto">
          <a:xfrm>
            <a:off x="8188325" y="1041400"/>
            <a:ext cx="0" cy="4222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9" name="Rectangle 25"/>
          <p:cNvSpPr>
            <a:spLocks noChangeArrowheads="1"/>
          </p:cNvSpPr>
          <p:nvPr/>
        </p:nvSpPr>
        <p:spPr bwMode="auto">
          <a:xfrm>
            <a:off x="6499225" y="1074738"/>
            <a:ext cx="175529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下 一 个 首 部</a:t>
            </a:r>
          </a:p>
        </p:txBody>
      </p:sp>
      <p:sp>
        <p:nvSpPr>
          <p:cNvPr id="308250" name="Rectangle 26"/>
          <p:cNvSpPr>
            <a:spLocks noChangeArrowheads="1"/>
          </p:cNvSpPr>
          <p:nvPr/>
        </p:nvSpPr>
        <p:spPr bwMode="auto">
          <a:xfrm>
            <a:off x="6697663" y="676275"/>
            <a:ext cx="1657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流     标     号</a:t>
            </a:r>
          </a:p>
        </p:txBody>
      </p:sp>
      <p:sp>
        <p:nvSpPr>
          <p:cNvPr id="308251" name="Rectangle 27"/>
          <p:cNvSpPr>
            <a:spLocks noChangeArrowheads="1"/>
          </p:cNvSpPr>
          <p:nvPr/>
        </p:nvSpPr>
        <p:spPr bwMode="auto">
          <a:xfrm>
            <a:off x="5297488" y="271463"/>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12</a:t>
            </a:r>
          </a:p>
        </p:txBody>
      </p:sp>
      <p:sp>
        <p:nvSpPr>
          <p:cNvPr id="308252" name="Rectangle 28"/>
          <p:cNvSpPr>
            <a:spLocks noChangeArrowheads="1"/>
          </p:cNvSpPr>
          <p:nvPr/>
        </p:nvSpPr>
        <p:spPr bwMode="auto">
          <a:xfrm>
            <a:off x="3886200" y="676275"/>
            <a:ext cx="1420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通 信 量 类</a:t>
            </a:r>
          </a:p>
        </p:txBody>
      </p:sp>
      <p:sp>
        <p:nvSpPr>
          <p:cNvPr id="308253" name="Rectangle 29"/>
          <p:cNvSpPr>
            <a:spLocks noChangeArrowheads="1"/>
          </p:cNvSpPr>
          <p:nvPr/>
        </p:nvSpPr>
        <p:spPr bwMode="auto">
          <a:xfrm>
            <a:off x="5730875" y="2292350"/>
            <a:ext cx="14509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a:t>
            </a:r>
            <a:r>
              <a:rPr kumimoji="1" lang="en-US" altLang="zh-CN" sz="2000" b="1">
                <a:solidFill>
                  <a:srgbClr val="333399"/>
                </a:solidFill>
                <a:ea typeface="黑体" pitchFamily="2" charset="-122"/>
              </a:rPr>
              <a:t>128 </a:t>
            </a:r>
            <a:r>
              <a:rPr kumimoji="1" lang="zh-CN" altLang="en-US" sz="2000" b="1">
                <a:solidFill>
                  <a:srgbClr val="333399"/>
                </a:solidFill>
                <a:ea typeface="黑体" pitchFamily="2" charset="-122"/>
              </a:rPr>
              <a:t>位）</a:t>
            </a:r>
          </a:p>
        </p:txBody>
      </p:sp>
      <p:sp>
        <p:nvSpPr>
          <p:cNvPr id="308254" name="Rectangle 30"/>
          <p:cNvSpPr>
            <a:spLocks noChangeArrowheads="1"/>
          </p:cNvSpPr>
          <p:nvPr/>
        </p:nvSpPr>
        <p:spPr bwMode="auto">
          <a:xfrm>
            <a:off x="5748338" y="3922713"/>
            <a:ext cx="14509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a:t>
            </a:r>
            <a:r>
              <a:rPr kumimoji="1" lang="en-US" altLang="zh-CN" sz="2000" b="1">
                <a:solidFill>
                  <a:srgbClr val="333399"/>
                </a:solidFill>
                <a:ea typeface="黑体" pitchFamily="2" charset="-122"/>
              </a:rPr>
              <a:t>128 </a:t>
            </a:r>
            <a:r>
              <a:rPr kumimoji="1" lang="zh-CN" altLang="en-US" sz="2000" b="1">
                <a:solidFill>
                  <a:srgbClr val="333399"/>
                </a:solidFill>
                <a:ea typeface="黑体" pitchFamily="2" charset="-122"/>
              </a:rPr>
              <a:t>位）</a:t>
            </a:r>
          </a:p>
        </p:txBody>
      </p:sp>
      <p:sp>
        <p:nvSpPr>
          <p:cNvPr id="308255" name="Rectangle 31"/>
          <p:cNvSpPr>
            <a:spLocks noChangeArrowheads="1"/>
          </p:cNvSpPr>
          <p:nvPr/>
        </p:nvSpPr>
        <p:spPr bwMode="auto">
          <a:xfrm>
            <a:off x="3425825" y="1066800"/>
            <a:ext cx="24365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有  效  载  荷  长  度</a:t>
            </a:r>
          </a:p>
        </p:txBody>
      </p:sp>
      <p:sp>
        <p:nvSpPr>
          <p:cNvPr id="308256" name="Rectangle 32"/>
          <p:cNvSpPr>
            <a:spLocks noChangeArrowheads="1"/>
          </p:cNvSpPr>
          <p:nvPr/>
        </p:nvSpPr>
        <p:spPr bwMode="auto">
          <a:xfrm>
            <a:off x="8472488" y="1085850"/>
            <a:ext cx="14208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跳 数 限 制</a:t>
            </a:r>
          </a:p>
        </p:txBody>
      </p:sp>
      <p:sp>
        <p:nvSpPr>
          <p:cNvPr id="308257" name="Line 33"/>
          <p:cNvSpPr>
            <a:spLocks noChangeShapeType="1"/>
          </p:cNvSpPr>
          <p:nvPr/>
        </p:nvSpPr>
        <p:spPr bwMode="auto">
          <a:xfrm>
            <a:off x="5435600" y="660400"/>
            <a:ext cx="6350" cy="382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58" name="Rectangle 34"/>
          <p:cNvSpPr>
            <a:spLocks noChangeArrowheads="1"/>
          </p:cNvSpPr>
          <p:nvPr/>
        </p:nvSpPr>
        <p:spPr bwMode="auto">
          <a:xfrm>
            <a:off x="8083550" y="271463"/>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24</a:t>
            </a:r>
          </a:p>
        </p:txBody>
      </p:sp>
      <p:sp>
        <p:nvSpPr>
          <p:cNvPr id="308259" name="AutoShape 35"/>
          <p:cNvSpPr>
            <a:spLocks/>
          </p:cNvSpPr>
          <p:nvPr/>
        </p:nvSpPr>
        <p:spPr bwMode="auto">
          <a:xfrm>
            <a:off x="2405063" y="693738"/>
            <a:ext cx="228600" cy="4162425"/>
          </a:xfrm>
          <a:prstGeom prst="leftBrace">
            <a:avLst>
              <a:gd name="adj1" fmla="val 151736"/>
              <a:gd name="adj2" fmla="val 50000"/>
            </a:avLst>
          </a:prstGeom>
          <a:noFill/>
          <a:ln w="12700">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308260" name="Rectangle 36"/>
          <p:cNvSpPr>
            <a:spLocks noChangeArrowheads="1"/>
          </p:cNvSpPr>
          <p:nvPr/>
        </p:nvSpPr>
        <p:spPr bwMode="auto">
          <a:xfrm>
            <a:off x="909682" y="2149936"/>
            <a:ext cx="1452322" cy="1567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r>
              <a:rPr kumimoji="1" lang="en-US" altLang="zh-CN" sz="2400" b="1" dirty="0" smtClean="0">
                <a:solidFill>
                  <a:srgbClr val="333399"/>
                </a:solidFill>
                <a:ea typeface="黑体" pitchFamily="2" charset="-122"/>
              </a:rPr>
              <a:t>IPv6 </a:t>
            </a:r>
            <a:r>
              <a:rPr kumimoji="1" lang="zh-CN" altLang="en-US" sz="2400" b="1" dirty="0" smtClean="0">
                <a:solidFill>
                  <a:srgbClr val="333399"/>
                </a:solidFill>
                <a:ea typeface="黑体" pitchFamily="2" charset="-122"/>
              </a:rPr>
              <a:t>的</a:t>
            </a:r>
            <a:endParaRPr kumimoji="1" lang="zh-CN" altLang="en-US" sz="2400" b="1" dirty="0">
              <a:solidFill>
                <a:srgbClr val="333399"/>
              </a:solidFill>
              <a:ea typeface="黑体" pitchFamily="2" charset="-122"/>
            </a:endParaRPr>
          </a:p>
          <a:p>
            <a:pPr algn="ctr" defTabSz="762000"/>
            <a:r>
              <a:rPr kumimoji="1" lang="zh-CN" altLang="en-US" sz="2400" b="1" dirty="0" smtClean="0">
                <a:solidFill>
                  <a:srgbClr val="333399"/>
                </a:solidFill>
                <a:ea typeface="黑体" pitchFamily="2" charset="-122"/>
              </a:rPr>
              <a:t>基本首部</a:t>
            </a:r>
            <a:endParaRPr kumimoji="1" lang="zh-CN" altLang="en-US" sz="2400" b="1" dirty="0">
              <a:solidFill>
                <a:srgbClr val="333399"/>
              </a:solidFill>
              <a:ea typeface="黑体" pitchFamily="2" charset="-122"/>
            </a:endParaRPr>
          </a:p>
          <a:p>
            <a:pPr algn="ctr" defTabSz="762000"/>
            <a:r>
              <a:rPr kumimoji="1" lang="zh-CN" altLang="en-US" sz="2400" b="1" dirty="0" smtClean="0">
                <a:solidFill>
                  <a:srgbClr val="333399"/>
                </a:solidFill>
                <a:ea typeface="黑体" pitchFamily="2" charset="-122"/>
              </a:rPr>
              <a:t>（</a:t>
            </a:r>
            <a:r>
              <a:rPr kumimoji="1" lang="en-US" altLang="zh-CN" sz="2400" b="1" dirty="0" smtClean="0">
                <a:solidFill>
                  <a:srgbClr val="333399"/>
                </a:solidFill>
                <a:ea typeface="黑体" pitchFamily="2" charset="-122"/>
              </a:rPr>
              <a:t>40 B</a:t>
            </a:r>
            <a:r>
              <a:rPr kumimoji="1" lang="zh-CN" altLang="en-US" sz="2400" b="1" dirty="0" smtClean="0">
                <a:solidFill>
                  <a:srgbClr val="333399"/>
                </a:solidFill>
                <a:ea typeface="黑体" pitchFamily="2" charset="-122"/>
              </a:rPr>
              <a:t>）</a:t>
            </a:r>
            <a:endParaRPr kumimoji="1" lang="en-US" altLang="zh-CN" sz="2400" b="1" dirty="0">
              <a:solidFill>
                <a:srgbClr val="333399"/>
              </a:solidFill>
              <a:ea typeface="黑体" pitchFamily="2" charset="-122"/>
            </a:endParaRPr>
          </a:p>
          <a:p>
            <a:pPr algn="ctr" defTabSz="762000"/>
            <a:endParaRPr kumimoji="1" lang="en-US" altLang="zh-CN" sz="2400" b="1" dirty="0">
              <a:solidFill>
                <a:srgbClr val="333399"/>
              </a:solidFill>
              <a:ea typeface="黑体" pitchFamily="2" charset="-122"/>
            </a:endParaRPr>
          </a:p>
        </p:txBody>
      </p:sp>
      <p:sp>
        <p:nvSpPr>
          <p:cNvPr id="637989" name="Rectangle 37"/>
          <p:cNvSpPr>
            <a:spLocks noChangeArrowheads="1"/>
          </p:cNvSpPr>
          <p:nvPr/>
        </p:nvSpPr>
        <p:spPr bwMode="auto">
          <a:xfrm>
            <a:off x="5422801" y="649288"/>
            <a:ext cx="4576862" cy="419100"/>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308262" name="Text Box 38"/>
          <p:cNvSpPr txBox="1">
            <a:spLocks noChangeArrowheads="1"/>
          </p:cNvSpPr>
          <p:nvPr/>
        </p:nvSpPr>
        <p:spPr bwMode="auto">
          <a:xfrm>
            <a:off x="2424113" y="4869160"/>
            <a:ext cx="8136383" cy="190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lnSpc>
                <a:spcPct val="105000"/>
              </a:lnSpc>
            </a:pPr>
            <a:r>
              <a:rPr lang="zh-CN" altLang="en-US" sz="2800" b="1" dirty="0">
                <a:solidFill>
                  <a:srgbClr val="333399"/>
                </a:solidFill>
                <a:latin typeface="Arial" charset="0"/>
                <a:ea typeface="黑体" pitchFamily="2" charset="-122"/>
              </a:rPr>
              <a:t>流标号</a:t>
            </a:r>
            <a:r>
              <a:rPr lang="en-US" altLang="zh-CN" sz="2800" b="1" dirty="0">
                <a:solidFill>
                  <a:srgbClr val="333399"/>
                </a:solidFill>
                <a:latin typeface="Arial" charset="0"/>
                <a:ea typeface="黑体" pitchFamily="2" charset="-122"/>
              </a:rPr>
              <a:t>(flow label</a:t>
            </a:r>
            <a:r>
              <a:rPr lang="en-US" altLang="zh-CN" sz="2800" b="1" dirty="0" smtClean="0">
                <a:solidFill>
                  <a:srgbClr val="333399"/>
                </a:solidFill>
                <a:latin typeface="Arial" charset="0"/>
                <a:ea typeface="黑体" pitchFamily="2" charset="-122"/>
              </a:rPr>
              <a:t>)——</a:t>
            </a:r>
            <a:r>
              <a:rPr lang="zh-CN" altLang="en-US" sz="2800" b="1" dirty="0" smtClean="0">
                <a:solidFill>
                  <a:srgbClr val="333399"/>
                </a:solidFill>
                <a:latin typeface="Arial" charset="0"/>
                <a:ea typeface="黑体" pitchFamily="2" charset="-122"/>
              </a:rPr>
              <a:t>占</a:t>
            </a:r>
            <a:r>
              <a:rPr lang="en-US" altLang="zh-CN" sz="2800" b="1" dirty="0" smtClean="0">
                <a:solidFill>
                  <a:srgbClr val="333399"/>
                </a:solidFill>
                <a:latin typeface="Arial" charset="0"/>
                <a:ea typeface="黑体" pitchFamily="2" charset="-122"/>
              </a:rPr>
              <a:t> </a:t>
            </a:r>
            <a:r>
              <a:rPr lang="en-US" altLang="zh-CN" sz="2800" b="1" dirty="0">
                <a:solidFill>
                  <a:srgbClr val="333399"/>
                </a:solidFill>
                <a:latin typeface="Arial" charset="0"/>
                <a:ea typeface="黑体" pitchFamily="2" charset="-122"/>
              </a:rPr>
              <a:t>20 </a:t>
            </a:r>
            <a:r>
              <a:rPr lang="zh-CN" altLang="en-US" sz="2800" b="1" dirty="0">
                <a:solidFill>
                  <a:srgbClr val="333399"/>
                </a:solidFill>
                <a:latin typeface="Arial" charset="0"/>
                <a:ea typeface="黑体" pitchFamily="2" charset="-122"/>
              </a:rPr>
              <a:t>位。“流”</a:t>
            </a:r>
            <a:r>
              <a:rPr lang="zh-CN" altLang="en-US" sz="2800" b="1" dirty="0" smtClean="0">
                <a:solidFill>
                  <a:srgbClr val="333399"/>
                </a:solidFill>
                <a:latin typeface="Arial" charset="0"/>
                <a:ea typeface="黑体" pitchFamily="2" charset="-122"/>
              </a:rPr>
              <a:t>是互联网络</a:t>
            </a:r>
            <a:r>
              <a:rPr lang="zh-CN" altLang="en-US" sz="2800" b="1" dirty="0">
                <a:solidFill>
                  <a:srgbClr val="333399"/>
                </a:solidFill>
                <a:latin typeface="Arial" charset="0"/>
                <a:ea typeface="黑体" pitchFamily="2" charset="-122"/>
              </a:rPr>
              <a:t>上从特定源点到特定终点的一系列数据报，“流”所经过的路径上的路由器都保证指明的服务质量</a:t>
            </a:r>
            <a:r>
              <a:rPr lang="zh-CN" altLang="en-US" sz="2800" b="1" dirty="0" smtClean="0">
                <a:solidFill>
                  <a:srgbClr val="333399"/>
                </a:solidFill>
                <a:latin typeface="Arial" charset="0"/>
                <a:ea typeface="黑体" pitchFamily="2" charset="-122"/>
              </a:rPr>
              <a:t>。所有</a:t>
            </a:r>
            <a:r>
              <a:rPr lang="zh-CN" altLang="en-US" sz="2800" b="1" dirty="0">
                <a:solidFill>
                  <a:srgbClr val="333399"/>
                </a:solidFill>
                <a:latin typeface="Arial" charset="0"/>
                <a:ea typeface="黑体" pitchFamily="2" charset="-122"/>
              </a:rPr>
              <a:t>属于同一个流的数据报都具有同样的流标号。 </a:t>
            </a:r>
          </a:p>
        </p:txBody>
      </p:sp>
    </p:spTree>
    <p:extLst>
      <p:ext uri="{BB962C8B-B14F-4D97-AF65-F5344CB8AC3E}">
        <p14:creationId xmlns:p14="http://schemas.microsoft.com/office/powerpoint/2010/main" val="427961129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637989"/>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63798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7989" grpId="0" animBg="1"/>
      <p:bldP spid="637989" grpId="1" animBg="1"/>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p:cNvSpPr>
            <a:spLocks noChangeArrowheads="1"/>
          </p:cNvSpPr>
          <p:nvPr/>
        </p:nvSpPr>
        <p:spPr bwMode="auto">
          <a:xfrm>
            <a:off x="2709863" y="660400"/>
            <a:ext cx="7289800" cy="4208463"/>
          </a:xfrm>
          <a:prstGeom prst="rect">
            <a:avLst/>
          </a:prstGeom>
          <a:solidFill>
            <a:srgbClr val="FFFF99"/>
          </a:solidFill>
          <a:ln w="28575">
            <a:solidFill>
              <a:srgbClr val="0000CC"/>
            </a:solidFill>
            <a:miter lim="800000"/>
            <a:headEnd/>
            <a:tailEnd/>
          </a:ln>
          <a:effectLst>
            <a:outerShdw dist="35921" dir="2700000" algn="ctr" rotWithShape="0">
              <a:schemeClr val="bg2"/>
            </a:outerShdw>
          </a:effectLst>
        </p:spPr>
        <p:txBody>
          <a:bodyPr wrap="none" anchor="ctr"/>
          <a:lstStyle/>
          <a:p>
            <a:pPr eaLnBrk="1" hangingPunct="1"/>
            <a:endParaRPr lang="zh-CN" altLang="en-US" sz="2800" b="1">
              <a:latin typeface="Tahoma" pitchFamily="34" charset="0"/>
              <a:ea typeface="黑体" pitchFamily="2" charset="-122"/>
            </a:endParaRPr>
          </a:p>
        </p:txBody>
      </p:sp>
      <p:sp>
        <p:nvSpPr>
          <p:cNvPr id="308227" name="Line 3"/>
          <p:cNvSpPr>
            <a:spLocks noChangeShapeType="1"/>
          </p:cNvSpPr>
          <p:nvPr/>
        </p:nvSpPr>
        <p:spPr bwMode="auto">
          <a:xfrm>
            <a:off x="2717800" y="1041400"/>
            <a:ext cx="73025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28" name="Line 4"/>
          <p:cNvSpPr>
            <a:spLocks noChangeShapeType="1"/>
          </p:cNvSpPr>
          <p:nvPr/>
        </p:nvSpPr>
        <p:spPr bwMode="auto">
          <a:xfrm>
            <a:off x="3617913" y="661988"/>
            <a:ext cx="0" cy="381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29" name="Line 5"/>
          <p:cNvSpPr>
            <a:spLocks noChangeShapeType="1"/>
          </p:cNvSpPr>
          <p:nvPr/>
        </p:nvSpPr>
        <p:spPr bwMode="auto">
          <a:xfrm>
            <a:off x="6357938" y="1041400"/>
            <a:ext cx="0" cy="4222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30" name="Rectangle 6"/>
          <p:cNvSpPr>
            <a:spLocks noChangeArrowheads="1"/>
          </p:cNvSpPr>
          <p:nvPr/>
        </p:nvSpPr>
        <p:spPr bwMode="auto">
          <a:xfrm>
            <a:off x="2633663" y="271463"/>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0</a:t>
            </a:r>
          </a:p>
        </p:txBody>
      </p:sp>
      <p:sp>
        <p:nvSpPr>
          <p:cNvPr id="308231" name="Rectangle 7"/>
          <p:cNvSpPr>
            <a:spLocks noChangeArrowheads="1"/>
          </p:cNvSpPr>
          <p:nvPr/>
        </p:nvSpPr>
        <p:spPr bwMode="auto">
          <a:xfrm>
            <a:off x="3536950" y="271463"/>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4</a:t>
            </a:r>
          </a:p>
        </p:txBody>
      </p:sp>
      <p:sp>
        <p:nvSpPr>
          <p:cNvPr id="308232" name="Rectangle 8"/>
          <p:cNvSpPr>
            <a:spLocks noChangeArrowheads="1"/>
          </p:cNvSpPr>
          <p:nvPr/>
        </p:nvSpPr>
        <p:spPr bwMode="auto">
          <a:xfrm>
            <a:off x="6267450" y="271463"/>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16</a:t>
            </a:r>
          </a:p>
        </p:txBody>
      </p:sp>
      <p:sp>
        <p:nvSpPr>
          <p:cNvPr id="308233" name="Rectangle 9"/>
          <p:cNvSpPr>
            <a:spLocks noChangeArrowheads="1"/>
          </p:cNvSpPr>
          <p:nvPr/>
        </p:nvSpPr>
        <p:spPr bwMode="auto">
          <a:xfrm>
            <a:off x="9664700" y="271463"/>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31</a:t>
            </a:r>
          </a:p>
        </p:txBody>
      </p:sp>
      <p:sp>
        <p:nvSpPr>
          <p:cNvPr id="308234" name="Rectangle 10"/>
          <p:cNvSpPr>
            <a:spLocks noChangeArrowheads="1"/>
          </p:cNvSpPr>
          <p:nvPr/>
        </p:nvSpPr>
        <p:spPr bwMode="auto">
          <a:xfrm>
            <a:off x="2809484" y="676275"/>
            <a:ext cx="766236"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版 本</a:t>
            </a:r>
          </a:p>
        </p:txBody>
      </p:sp>
      <p:sp>
        <p:nvSpPr>
          <p:cNvPr id="308235" name="Rectangle 11"/>
          <p:cNvSpPr>
            <a:spLocks noChangeArrowheads="1"/>
          </p:cNvSpPr>
          <p:nvPr/>
        </p:nvSpPr>
        <p:spPr bwMode="auto">
          <a:xfrm>
            <a:off x="2016125" y="271463"/>
            <a:ext cx="439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位</a:t>
            </a:r>
          </a:p>
        </p:txBody>
      </p:sp>
      <p:sp>
        <p:nvSpPr>
          <p:cNvPr id="308236" name="Line 12"/>
          <p:cNvSpPr>
            <a:spLocks noChangeShapeType="1"/>
          </p:cNvSpPr>
          <p:nvPr/>
        </p:nvSpPr>
        <p:spPr bwMode="auto">
          <a:xfrm>
            <a:off x="2709863" y="1463675"/>
            <a:ext cx="73025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37" name="Line 13"/>
          <p:cNvSpPr>
            <a:spLocks noChangeShapeType="1"/>
          </p:cNvSpPr>
          <p:nvPr/>
        </p:nvSpPr>
        <p:spPr bwMode="auto">
          <a:xfrm>
            <a:off x="2711450" y="1885950"/>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38" name="Line 14"/>
          <p:cNvSpPr>
            <a:spLocks noChangeShapeType="1"/>
          </p:cNvSpPr>
          <p:nvPr/>
        </p:nvSpPr>
        <p:spPr bwMode="auto">
          <a:xfrm>
            <a:off x="2711450" y="2309813"/>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39" name="Line 15"/>
          <p:cNvSpPr>
            <a:spLocks noChangeShapeType="1"/>
          </p:cNvSpPr>
          <p:nvPr/>
        </p:nvSpPr>
        <p:spPr bwMode="auto">
          <a:xfrm>
            <a:off x="2711450" y="2733675"/>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0" name="Line 16"/>
          <p:cNvSpPr>
            <a:spLocks noChangeShapeType="1"/>
          </p:cNvSpPr>
          <p:nvPr/>
        </p:nvSpPr>
        <p:spPr bwMode="auto">
          <a:xfrm>
            <a:off x="2711450" y="3157538"/>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1" name="Line 17"/>
          <p:cNvSpPr>
            <a:spLocks noChangeShapeType="1"/>
          </p:cNvSpPr>
          <p:nvPr/>
        </p:nvSpPr>
        <p:spPr bwMode="auto">
          <a:xfrm>
            <a:off x="2711450" y="3579813"/>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2" name="Line 18"/>
          <p:cNvSpPr>
            <a:spLocks noChangeShapeType="1"/>
          </p:cNvSpPr>
          <p:nvPr/>
        </p:nvSpPr>
        <p:spPr bwMode="auto">
          <a:xfrm>
            <a:off x="2711450" y="4003675"/>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3" name="Line 19"/>
          <p:cNvSpPr>
            <a:spLocks noChangeShapeType="1"/>
          </p:cNvSpPr>
          <p:nvPr/>
        </p:nvSpPr>
        <p:spPr bwMode="auto">
          <a:xfrm>
            <a:off x="2711450" y="4425950"/>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4" name="Rectangle 20"/>
          <p:cNvSpPr>
            <a:spLocks noChangeArrowheads="1"/>
          </p:cNvSpPr>
          <p:nvPr/>
        </p:nvSpPr>
        <p:spPr bwMode="auto">
          <a:xfrm>
            <a:off x="2936875" y="3438525"/>
            <a:ext cx="6850063" cy="1128713"/>
          </a:xfrm>
          <a:prstGeom prst="rect">
            <a:avLst/>
          </a:prstGeom>
          <a:solidFill>
            <a:srgbClr val="FFFF9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308245" name="Rectangle 21"/>
          <p:cNvSpPr>
            <a:spLocks noChangeArrowheads="1"/>
          </p:cNvSpPr>
          <p:nvPr/>
        </p:nvSpPr>
        <p:spPr bwMode="auto">
          <a:xfrm>
            <a:off x="2936875" y="1744663"/>
            <a:ext cx="6850063" cy="1130300"/>
          </a:xfrm>
          <a:prstGeom prst="rect">
            <a:avLst/>
          </a:prstGeom>
          <a:solidFill>
            <a:srgbClr val="FFFF9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308246" name="Rectangle 22"/>
          <p:cNvSpPr>
            <a:spLocks noChangeArrowheads="1"/>
          </p:cNvSpPr>
          <p:nvPr/>
        </p:nvSpPr>
        <p:spPr bwMode="auto">
          <a:xfrm>
            <a:off x="5559425" y="3651250"/>
            <a:ext cx="18430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目   的   地   址</a:t>
            </a:r>
          </a:p>
        </p:txBody>
      </p:sp>
      <p:sp>
        <p:nvSpPr>
          <p:cNvPr id="308247" name="Rectangle 23"/>
          <p:cNvSpPr>
            <a:spLocks noChangeArrowheads="1"/>
          </p:cNvSpPr>
          <p:nvPr/>
        </p:nvSpPr>
        <p:spPr bwMode="auto">
          <a:xfrm>
            <a:off x="5753100" y="1957388"/>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源   地   址</a:t>
            </a:r>
          </a:p>
        </p:txBody>
      </p:sp>
      <p:sp>
        <p:nvSpPr>
          <p:cNvPr id="308248" name="Line 24"/>
          <p:cNvSpPr>
            <a:spLocks noChangeShapeType="1"/>
          </p:cNvSpPr>
          <p:nvPr/>
        </p:nvSpPr>
        <p:spPr bwMode="auto">
          <a:xfrm>
            <a:off x="8188325" y="1041400"/>
            <a:ext cx="0" cy="4222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9" name="Rectangle 25"/>
          <p:cNvSpPr>
            <a:spLocks noChangeArrowheads="1"/>
          </p:cNvSpPr>
          <p:nvPr/>
        </p:nvSpPr>
        <p:spPr bwMode="auto">
          <a:xfrm>
            <a:off x="6499225" y="1074738"/>
            <a:ext cx="175529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下 一 个 首 部</a:t>
            </a:r>
          </a:p>
        </p:txBody>
      </p:sp>
      <p:sp>
        <p:nvSpPr>
          <p:cNvPr id="308250" name="Rectangle 26"/>
          <p:cNvSpPr>
            <a:spLocks noChangeArrowheads="1"/>
          </p:cNvSpPr>
          <p:nvPr/>
        </p:nvSpPr>
        <p:spPr bwMode="auto">
          <a:xfrm>
            <a:off x="6697663" y="676275"/>
            <a:ext cx="1657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流     标     号</a:t>
            </a:r>
          </a:p>
        </p:txBody>
      </p:sp>
      <p:sp>
        <p:nvSpPr>
          <p:cNvPr id="308251" name="Rectangle 27"/>
          <p:cNvSpPr>
            <a:spLocks noChangeArrowheads="1"/>
          </p:cNvSpPr>
          <p:nvPr/>
        </p:nvSpPr>
        <p:spPr bwMode="auto">
          <a:xfrm>
            <a:off x="5297488" y="271463"/>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12</a:t>
            </a:r>
          </a:p>
        </p:txBody>
      </p:sp>
      <p:sp>
        <p:nvSpPr>
          <p:cNvPr id="308252" name="Rectangle 28"/>
          <p:cNvSpPr>
            <a:spLocks noChangeArrowheads="1"/>
          </p:cNvSpPr>
          <p:nvPr/>
        </p:nvSpPr>
        <p:spPr bwMode="auto">
          <a:xfrm>
            <a:off x="3886200" y="676275"/>
            <a:ext cx="1420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通 信 量 类</a:t>
            </a:r>
          </a:p>
        </p:txBody>
      </p:sp>
      <p:sp>
        <p:nvSpPr>
          <p:cNvPr id="308253" name="Rectangle 29"/>
          <p:cNvSpPr>
            <a:spLocks noChangeArrowheads="1"/>
          </p:cNvSpPr>
          <p:nvPr/>
        </p:nvSpPr>
        <p:spPr bwMode="auto">
          <a:xfrm>
            <a:off x="5730875" y="2292350"/>
            <a:ext cx="14509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a:t>
            </a:r>
            <a:r>
              <a:rPr kumimoji="1" lang="en-US" altLang="zh-CN" sz="2000" b="1">
                <a:solidFill>
                  <a:srgbClr val="333399"/>
                </a:solidFill>
                <a:ea typeface="黑体" pitchFamily="2" charset="-122"/>
              </a:rPr>
              <a:t>128 </a:t>
            </a:r>
            <a:r>
              <a:rPr kumimoji="1" lang="zh-CN" altLang="en-US" sz="2000" b="1">
                <a:solidFill>
                  <a:srgbClr val="333399"/>
                </a:solidFill>
                <a:ea typeface="黑体" pitchFamily="2" charset="-122"/>
              </a:rPr>
              <a:t>位）</a:t>
            </a:r>
          </a:p>
        </p:txBody>
      </p:sp>
      <p:sp>
        <p:nvSpPr>
          <p:cNvPr id="308254" name="Rectangle 30"/>
          <p:cNvSpPr>
            <a:spLocks noChangeArrowheads="1"/>
          </p:cNvSpPr>
          <p:nvPr/>
        </p:nvSpPr>
        <p:spPr bwMode="auto">
          <a:xfrm>
            <a:off x="5748338" y="3922713"/>
            <a:ext cx="14509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a:t>
            </a:r>
            <a:r>
              <a:rPr kumimoji="1" lang="en-US" altLang="zh-CN" sz="2000" b="1">
                <a:solidFill>
                  <a:srgbClr val="333399"/>
                </a:solidFill>
                <a:ea typeface="黑体" pitchFamily="2" charset="-122"/>
              </a:rPr>
              <a:t>128 </a:t>
            </a:r>
            <a:r>
              <a:rPr kumimoji="1" lang="zh-CN" altLang="en-US" sz="2000" b="1">
                <a:solidFill>
                  <a:srgbClr val="333399"/>
                </a:solidFill>
                <a:ea typeface="黑体" pitchFamily="2" charset="-122"/>
              </a:rPr>
              <a:t>位）</a:t>
            </a:r>
          </a:p>
        </p:txBody>
      </p:sp>
      <p:sp>
        <p:nvSpPr>
          <p:cNvPr id="308255" name="Rectangle 31"/>
          <p:cNvSpPr>
            <a:spLocks noChangeArrowheads="1"/>
          </p:cNvSpPr>
          <p:nvPr/>
        </p:nvSpPr>
        <p:spPr bwMode="auto">
          <a:xfrm>
            <a:off x="3425825" y="1066800"/>
            <a:ext cx="24365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有  效  载  荷  长  度</a:t>
            </a:r>
          </a:p>
        </p:txBody>
      </p:sp>
      <p:sp>
        <p:nvSpPr>
          <p:cNvPr id="308256" name="Rectangle 32"/>
          <p:cNvSpPr>
            <a:spLocks noChangeArrowheads="1"/>
          </p:cNvSpPr>
          <p:nvPr/>
        </p:nvSpPr>
        <p:spPr bwMode="auto">
          <a:xfrm>
            <a:off x="8472488" y="1085850"/>
            <a:ext cx="14208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跳 数 限 制</a:t>
            </a:r>
          </a:p>
        </p:txBody>
      </p:sp>
      <p:sp>
        <p:nvSpPr>
          <p:cNvPr id="308257" name="Line 33"/>
          <p:cNvSpPr>
            <a:spLocks noChangeShapeType="1"/>
          </p:cNvSpPr>
          <p:nvPr/>
        </p:nvSpPr>
        <p:spPr bwMode="auto">
          <a:xfrm>
            <a:off x="5435600" y="660400"/>
            <a:ext cx="6350" cy="382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58" name="Rectangle 34"/>
          <p:cNvSpPr>
            <a:spLocks noChangeArrowheads="1"/>
          </p:cNvSpPr>
          <p:nvPr/>
        </p:nvSpPr>
        <p:spPr bwMode="auto">
          <a:xfrm>
            <a:off x="8083550" y="271463"/>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24</a:t>
            </a:r>
          </a:p>
        </p:txBody>
      </p:sp>
      <p:sp>
        <p:nvSpPr>
          <p:cNvPr id="308259" name="AutoShape 35"/>
          <p:cNvSpPr>
            <a:spLocks/>
          </p:cNvSpPr>
          <p:nvPr/>
        </p:nvSpPr>
        <p:spPr bwMode="auto">
          <a:xfrm>
            <a:off x="2405063" y="693738"/>
            <a:ext cx="228600" cy="4162425"/>
          </a:xfrm>
          <a:prstGeom prst="leftBrace">
            <a:avLst>
              <a:gd name="adj1" fmla="val 151736"/>
              <a:gd name="adj2" fmla="val 50000"/>
            </a:avLst>
          </a:prstGeom>
          <a:noFill/>
          <a:ln w="12700">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308260" name="Rectangle 36"/>
          <p:cNvSpPr>
            <a:spLocks noChangeArrowheads="1"/>
          </p:cNvSpPr>
          <p:nvPr/>
        </p:nvSpPr>
        <p:spPr bwMode="auto">
          <a:xfrm>
            <a:off x="909682" y="2149936"/>
            <a:ext cx="1452322" cy="1567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r>
              <a:rPr kumimoji="1" lang="en-US" altLang="zh-CN" sz="2400" b="1" dirty="0" smtClean="0">
                <a:solidFill>
                  <a:srgbClr val="333399"/>
                </a:solidFill>
                <a:ea typeface="黑体" pitchFamily="2" charset="-122"/>
              </a:rPr>
              <a:t>IPv6 </a:t>
            </a:r>
            <a:r>
              <a:rPr kumimoji="1" lang="zh-CN" altLang="en-US" sz="2400" b="1" dirty="0" smtClean="0">
                <a:solidFill>
                  <a:srgbClr val="333399"/>
                </a:solidFill>
                <a:ea typeface="黑体" pitchFamily="2" charset="-122"/>
              </a:rPr>
              <a:t>的</a:t>
            </a:r>
            <a:endParaRPr kumimoji="1" lang="zh-CN" altLang="en-US" sz="2400" b="1" dirty="0">
              <a:solidFill>
                <a:srgbClr val="333399"/>
              </a:solidFill>
              <a:ea typeface="黑体" pitchFamily="2" charset="-122"/>
            </a:endParaRPr>
          </a:p>
          <a:p>
            <a:pPr algn="ctr" defTabSz="762000"/>
            <a:r>
              <a:rPr kumimoji="1" lang="zh-CN" altLang="en-US" sz="2400" b="1" dirty="0" smtClean="0">
                <a:solidFill>
                  <a:srgbClr val="333399"/>
                </a:solidFill>
                <a:ea typeface="黑体" pitchFamily="2" charset="-122"/>
              </a:rPr>
              <a:t>基本首部</a:t>
            </a:r>
            <a:endParaRPr kumimoji="1" lang="zh-CN" altLang="en-US" sz="2400" b="1" dirty="0">
              <a:solidFill>
                <a:srgbClr val="333399"/>
              </a:solidFill>
              <a:ea typeface="黑体" pitchFamily="2" charset="-122"/>
            </a:endParaRPr>
          </a:p>
          <a:p>
            <a:pPr algn="ctr" defTabSz="762000"/>
            <a:r>
              <a:rPr kumimoji="1" lang="zh-CN" altLang="en-US" sz="2400" b="1" dirty="0" smtClean="0">
                <a:solidFill>
                  <a:srgbClr val="333399"/>
                </a:solidFill>
                <a:ea typeface="黑体" pitchFamily="2" charset="-122"/>
              </a:rPr>
              <a:t>（</a:t>
            </a:r>
            <a:r>
              <a:rPr kumimoji="1" lang="en-US" altLang="zh-CN" sz="2400" b="1" dirty="0" smtClean="0">
                <a:solidFill>
                  <a:srgbClr val="333399"/>
                </a:solidFill>
                <a:ea typeface="黑体" pitchFamily="2" charset="-122"/>
              </a:rPr>
              <a:t>40 B</a:t>
            </a:r>
            <a:r>
              <a:rPr kumimoji="1" lang="zh-CN" altLang="en-US" sz="2400" b="1" dirty="0" smtClean="0">
                <a:solidFill>
                  <a:srgbClr val="333399"/>
                </a:solidFill>
                <a:ea typeface="黑体" pitchFamily="2" charset="-122"/>
              </a:rPr>
              <a:t>）</a:t>
            </a:r>
            <a:endParaRPr kumimoji="1" lang="en-US" altLang="zh-CN" sz="2400" b="1" dirty="0">
              <a:solidFill>
                <a:srgbClr val="333399"/>
              </a:solidFill>
              <a:ea typeface="黑体" pitchFamily="2" charset="-122"/>
            </a:endParaRPr>
          </a:p>
          <a:p>
            <a:pPr algn="ctr" defTabSz="762000"/>
            <a:endParaRPr kumimoji="1" lang="en-US" altLang="zh-CN" sz="2400" b="1" dirty="0">
              <a:solidFill>
                <a:srgbClr val="333399"/>
              </a:solidFill>
              <a:ea typeface="黑体" pitchFamily="2" charset="-122"/>
            </a:endParaRPr>
          </a:p>
        </p:txBody>
      </p:sp>
      <p:sp>
        <p:nvSpPr>
          <p:cNvPr id="637989" name="Rectangle 37"/>
          <p:cNvSpPr>
            <a:spLocks noChangeArrowheads="1"/>
          </p:cNvSpPr>
          <p:nvPr/>
        </p:nvSpPr>
        <p:spPr bwMode="auto">
          <a:xfrm>
            <a:off x="2711624" y="1065684"/>
            <a:ext cx="3657426" cy="419100"/>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39" name="Text Box 38"/>
          <p:cNvSpPr txBox="1">
            <a:spLocks noChangeArrowheads="1"/>
          </p:cNvSpPr>
          <p:nvPr/>
        </p:nvSpPr>
        <p:spPr bwMode="auto">
          <a:xfrm>
            <a:off x="2424113" y="5102225"/>
            <a:ext cx="7724775" cy="1449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lnSpc>
                <a:spcPct val="105000"/>
              </a:lnSpc>
            </a:pPr>
            <a:r>
              <a:rPr lang="zh-CN" altLang="en-US" sz="2800" b="1" dirty="0">
                <a:solidFill>
                  <a:srgbClr val="333399"/>
                </a:solidFill>
                <a:latin typeface="Arial" charset="0"/>
                <a:ea typeface="黑体" pitchFamily="2" charset="-122"/>
              </a:rPr>
              <a:t>有效载荷长度</a:t>
            </a:r>
            <a:r>
              <a:rPr lang="en-US" altLang="zh-CN" sz="2800" b="1" dirty="0">
                <a:solidFill>
                  <a:srgbClr val="333399"/>
                </a:solidFill>
                <a:latin typeface="Arial" charset="0"/>
                <a:ea typeface="黑体" pitchFamily="2" charset="-122"/>
              </a:rPr>
              <a:t>(payload length</a:t>
            </a:r>
            <a:r>
              <a:rPr lang="en-US" altLang="zh-CN" sz="2800" b="1" dirty="0" smtClean="0">
                <a:solidFill>
                  <a:srgbClr val="333399"/>
                </a:solidFill>
                <a:latin typeface="Arial" charset="0"/>
                <a:ea typeface="黑体" pitchFamily="2" charset="-122"/>
              </a:rPr>
              <a:t>)——</a:t>
            </a:r>
            <a:r>
              <a:rPr lang="zh-CN" altLang="en-US" sz="2800" b="1" dirty="0" smtClean="0">
                <a:solidFill>
                  <a:srgbClr val="333399"/>
                </a:solidFill>
                <a:latin typeface="Arial" charset="0"/>
                <a:ea typeface="黑体" pitchFamily="2" charset="-122"/>
              </a:rPr>
              <a:t>占</a:t>
            </a:r>
            <a:r>
              <a:rPr lang="en-US" altLang="zh-CN" sz="2800" b="1" dirty="0" smtClean="0">
                <a:solidFill>
                  <a:srgbClr val="333399"/>
                </a:solidFill>
                <a:latin typeface="Arial" charset="0"/>
                <a:ea typeface="黑体" pitchFamily="2" charset="-122"/>
              </a:rPr>
              <a:t> </a:t>
            </a:r>
            <a:r>
              <a:rPr lang="en-US" altLang="zh-CN" sz="2800" b="1" dirty="0">
                <a:solidFill>
                  <a:srgbClr val="333399"/>
                </a:solidFill>
                <a:latin typeface="Arial" charset="0"/>
                <a:ea typeface="黑体" pitchFamily="2" charset="-122"/>
              </a:rPr>
              <a:t>16 </a:t>
            </a:r>
            <a:r>
              <a:rPr lang="zh-CN" altLang="en-US" sz="2800" b="1" dirty="0" smtClean="0">
                <a:solidFill>
                  <a:srgbClr val="333399"/>
                </a:solidFill>
                <a:latin typeface="Arial" charset="0"/>
                <a:ea typeface="黑体" pitchFamily="2" charset="-122"/>
              </a:rPr>
              <a:t>位，它</a:t>
            </a:r>
            <a:r>
              <a:rPr lang="zh-CN" altLang="en-US" sz="2800" b="1" dirty="0">
                <a:solidFill>
                  <a:srgbClr val="333399"/>
                </a:solidFill>
                <a:latin typeface="Arial" charset="0"/>
                <a:ea typeface="黑体" pitchFamily="2" charset="-122"/>
              </a:rPr>
              <a:t>指明 </a:t>
            </a:r>
            <a:r>
              <a:rPr lang="en-US" altLang="zh-CN" sz="2800" b="1" dirty="0">
                <a:solidFill>
                  <a:srgbClr val="333399"/>
                </a:solidFill>
                <a:latin typeface="Arial" charset="0"/>
                <a:ea typeface="黑体" pitchFamily="2" charset="-122"/>
              </a:rPr>
              <a:t>IPv6 </a:t>
            </a:r>
            <a:r>
              <a:rPr lang="zh-CN" altLang="en-US" sz="2800" b="1" dirty="0">
                <a:solidFill>
                  <a:srgbClr val="333399"/>
                </a:solidFill>
                <a:latin typeface="Arial" charset="0"/>
                <a:ea typeface="黑体" pitchFamily="2" charset="-122"/>
              </a:rPr>
              <a:t>数据报除基本首部以外的字节</a:t>
            </a:r>
            <a:r>
              <a:rPr lang="zh-CN" altLang="en-US" sz="2800" b="1" dirty="0" smtClean="0">
                <a:solidFill>
                  <a:srgbClr val="333399"/>
                </a:solidFill>
                <a:latin typeface="Arial" charset="0"/>
                <a:ea typeface="黑体" pitchFamily="2" charset="-122"/>
              </a:rPr>
              <a:t>数，</a:t>
            </a:r>
            <a:r>
              <a:rPr lang="zh-CN" altLang="en-US" sz="2800" b="1" dirty="0">
                <a:solidFill>
                  <a:srgbClr val="333399"/>
                </a:solidFill>
                <a:latin typeface="Arial" charset="0"/>
                <a:ea typeface="黑体" pitchFamily="2" charset="-122"/>
              </a:rPr>
              <a:t>其最大值是 </a:t>
            </a:r>
            <a:r>
              <a:rPr lang="en-US" altLang="zh-CN" sz="2800" b="1" dirty="0">
                <a:solidFill>
                  <a:srgbClr val="333399"/>
                </a:solidFill>
                <a:latin typeface="Arial" charset="0"/>
                <a:ea typeface="黑体" pitchFamily="2" charset="-122"/>
              </a:rPr>
              <a:t>64 KB</a:t>
            </a:r>
            <a:r>
              <a:rPr lang="zh-CN" altLang="en-US" sz="2800" b="1" dirty="0">
                <a:solidFill>
                  <a:srgbClr val="333399"/>
                </a:solidFill>
                <a:latin typeface="Arial" charset="0"/>
                <a:ea typeface="黑体" pitchFamily="2" charset="-122"/>
              </a:rPr>
              <a:t>。 </a:t>
            </a:r>
          </a:p>
        </p:txBody>
      </p:sp>
    </p:spTree>
    <p:extLst>
      <p:ext uri="{BB962C8B-B14F-4D97-AF65-F5344CB8AC3E}">
        <p14:creationId xmlns:p14="http://schemas.microsoft.com/office/powerpoint/2010/main" val="233336813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637989"/>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63798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7989" grpId="0" animBg="1"/>
      <p:bldP spid="637989" grpId="1" animBg="1"/>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p:cNvSpPr>
            <a:spLocks noChangeArrowheads="1"/>
          </p:cNvSpPr>
          <p:nvPr/>
        </p:nvSpPr>
        <p:spPr bwMode="auto">
          <a:xfrm>
            <a:off x="2709863" y="660400"/>
            <a:ext cx="7289800" cy="4208463"/>
          </a:xfrm>
          <a:prstGeom prst="rect">
            <a:avLst/>
          </a:prstGeom>
          <a:solidFill>
            <a:srgbClr val="FFFF99"/>
          </a:solidFill>
          <a:ln w="28575">
            <a:solidFill>
              <a:srgbClr val="0000CC"/>
            </a:solidFill>
            <a:miter lim="800000"/>
            <a:headEnd/>
            <a:tailEnd/>
          </a:ln>
          <a:effectLst>
            <a:outerShdw dist="35921" dir="2700000" algn="ctr" rotWithShape="0">
              <a:schemeClr val="bg2"/>
            </a:outerShdw>
          </a:effectLst>
        </p:spPr>
        <p:txBody>
          <a:bodyPr wrap="none" anchor="ctr"/>
          <a:lstStyle/>
          <a:p>
            <a:pPr eaLnBrk="1" hangingPunct="1"/>
            <a:endParaRPr lang="zh-CN" altLang="en-US" sz="2800" b="1">
              <a:latin typeface="Tahoma" pitchFamily="34" charset="0"/>
              <a:ea typeface="黑体" pitchFamily="2" charset="-122"/>
            </a:endParaRPr>
          </a:p>
        </p:txBody>
      </p:sp>
      <p:sp>
        <p:nvSpPr>
          <p:cNvPr id="308227" name="Line 3"/>
          <p:cNvSpPr>
            <a:spLocks noChangeShapeType="1"/>
          </p:cNvSpPr>
          <p:nvPr/>
        </p:nvSpPr>
        <p:spPr bwMode="auto">
          <a:xfrm>
            <a:off x="2717800" y="1041400"/>
            <a:ext cx="73025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28" name="Line 4"/>
          <p:cNvSpPr>
            <a:spLocks noChangeShapeType="1"/>
          </p:cNvSpPr>
          <p:nvPr/>
        </p:nvSpPr>
        <p:spPr bwMode="auto">
          <a:xfrm>
            <a:off x="3617913" y="661988"/>
            <a:ext cx="0" cy="381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29" name="Line 5"/>
          <p:cNvSpPr>
            <a:spLocks noChangeShapeType="1"/>
          </p:cNvSpPr>
          <p:nvPr/>
        </p:nvSpPr>
        <p:spPr bwMode="auto">
          <a:xfrm>
            <a:off x="6357938" y="1041400"/>
            <a:ext cx="0" cy="4222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30" name="Rectangle 6"/>
          <p:cNvSpPr>
            <a:spLocks noChangeArrowheads="1"/>
          </p:cNvSpPr>
          <p:nvPr/>
        </p:nvSpPr>
        <p:spPr bwMode="auto">
          <a:xfrm>
            <a:off x="2633663" y="271463"/>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0</a:t>
            </a:r>
          </a:p>
        </p:txBody>
      </p:sp>
      <p:sp>
        <p:nvSpPr>
          <p:cNvPr id="308231" name="Rectangle 7"/>
          <p:cNvSpPr>
            <a:spLocks noChangeArrowheads="1"/>
          </p:cNvSpPr>
          <p:nvPr/>
        </p:nvSpPr>
        <p:spPr bwMode="auto">
          <a:xfrm>
            <a:off x="3536950" y="271463"/>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4</a:t>
            </a:r>
          </a:p>
        </p:txBody>
      </p:sp>
      <p:sp>
        <p:nvSpPr>
          <p:cNvPr id="308232" name="Rectangle 8"/>
          <p:cNvSpPr>
            <a:spLocks noChangeArrowheads="1"/>
          </p:cNvSpPr>
          <p:nvPr/>
        </p:nvSpPr>
        <p:spPr bwMode="auto">
          <a:xfrm>
            <a:off x="6267450" y="271463"/>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16</a:t>
            </a:r>
          </a:p>
        </p:txBody>
      </p:sp>
      <p:sp>
        <p:nvSpPr>
          <p:cNvPr id="308233" name="Rectangle 9"/>
          <p:cNvSpPr>
            <a:spLocks noChangeArrowheads="1"/>
          </p:cNvSpPr>
          <p:nvPr/>
        </p:nvSpPr>
        <p:spPr bwMode="auto">
          <a:xfrm>
            <a:off x="9664700" y="271463"/>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31</a:t>
            </a:r>
          </a:p>
        </p:txBody>
      </p:sp>
      <p:sp>
        <p:nvSpPr>
          <p:cNvPr id="308234" name="Rectangle 10"/>
          <p:cNvSpPr>
            <a:spLocks noChangeArrowheads="1"/>
          </p:cNvSpPr>
          <p:nvPr/>
        </p:nvSpPr>
        <p:spPr bwMode="auto">
          <a:xfrm>
            <a:off x="2809484" y="676275"/>
            <a:ext cx="766236"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版 本</a:t>
            </a:r>
          </a:p>
        </p:txBody>
      </p:sp>
      <p:sp>
        <p:nvSpPr>
          <p:cNvPr id="308235" name="Rectangle 11"/>
          <p:cNvSpPr>
            <a:spLocks noChangeArrowheads="1"/>
          </p:cNvSpPr>
          <p:nvPr/>
        </p:nvSpPr>
        <p:spPr bwMode="auto">
          <a:xfrm>
            <a:off x="2016125" y="271463"/>
            <a:ext cx="439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位</a:t>
            </a:r>
          </a:p>
        </p:txBody>
      </p:sp>
      <p:sp>
        <p:nvSpPr>
          <p:cNvPr id="308236" name="Line 12"/>
          <p:cNvSpPr>
            <a:spLocks noChangeShapeType="1"/>
          </p:cNvSpPr>
          <p:nvPr/>
        </p:nvSpPr>
        <p:spPr bwMode="auto">
          <a:xfrm>
            <a:off x="2709863" y="1463675"/>
            <a:ext cx="73025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37" name="Line 13"/>
          <p:cNvSpPr>
            <a:spLocks noChangeShapeType="1"/>
          </p:cNvSpPr>
          <p:nvPr/>
        </p:nvSpPr>
        <p:spPr bwMode="auto">
          <a:xfrm>
            <a:off x="2711450" y="1885950"/>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38" name="Line 14"/>
          <p:cNvSpPr>
            <a:spLocks noChangeShapeType="1"/>
          </p:cNvSpPr>
          <p:nvPr/>
        </p:nvSpPr>
        <p:spPr bwMode="auto">
          <a:xfrm>
            <a:off x="2711450" y="2309813"/>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39" name="Line 15"/>
          <p:cNvSpPr>
            <a:spLocks noChangeShapeType="1"/>
          </p:cNvSpPr>
          <p:nvPr/>
        </p:nvSpPr>
        <p:spPr bwMode="auto">
          <a:xfrm>
            <a:off x="2711450" y="2733675"/>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0" name="Line 16"/>
          <p:cNvSpPr>
            <a:spLocks noChangeShapeType="1"/>
          </p:cNvSpPr>
          <p:nvPr/>
        </p:nvSpPr>
        <p:spPr bwMode="auto">
          <a:xfrm>
            <a:off x="2711450" y="3157538"/>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1" name="Line 17"/>
          <p:cNvSpPr>
            <a:spLocks noChangeShapeType="1"/>
          </p:cNvSpPr>
          <p:nvPr/>
        </p:nvSpPr>
        <p:spPr bwMode="auto">
          <a:xfrm>
            <a:off x="2711450" y="3579813"/>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2" name="Line 18"/>
          <p:cNvSpPr>
            <a:spLocks noChangeShapeType="1"/>
          </p:cNvSpPr>
          <p:nvPr/>
        </p:nvSpPr>
        <p:spPr bwMode="auto">
          <a:xfrm>
            <a:off x="2711450" y="4003675"/>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3" name="Line 19"/>
          <p:cNvSpPr>
            <a:spLocks noChangeShapeType="1"/>
          </p:cNvSpPr>
          <p:nvPr/>
        </p:nvSpPr>
        <p:spPr bwMode="auto">
          <a:xfrm>
            <a:off x="2711450" y="4425950"/>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4" name="Rectangle 20"/>
          <p:cNvSpPr>
            <a:spLocks noChangeArrowheads="1"/>
          </p:cNvSpPr>
          <p:nvPr/>
        </p:nvSpPr>
        <p:spPr bwMode="auto">
          <a:xfrm>
            <a:off x="2936875" y="3438525"/>
            <a:ext cx="6850063" cy="1128713"/>
          </a:xfrm>
          <a:prstGeom prst="rect">
            <a:avLst/>
          </a:prstGeom>
          <a:solidFill>
            <a:srgbClr val="FFFF9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308245" name="Rectangle 21"/>
          <p:cNvSpPr>
            <a:spLocks noChangeArrowheads="1"/>
          </p:cNvSpPr>
          <p:nvPr/>
        </p:nvSpPr>
        <p:spPr bwMode="auto">
          <a:xfrm>
            <a:off x="2936875" y="1744663"/>
            <a:ext cx="6850063" cy="1130300"/>
          </a:xfrm>
          <a:prstGeom prst="rect">
            <a:avLst/>
          </a:prstGeom>
          <a:solidFill>
            <a:srgbClr val="FFFF9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308246" name="Rectangle 22"/>
          <p:cNvSpPr>
            <a:spLocks noChangeArrowheads="1"/>
          </p:cNvSpPr>
          <p:nvPr/>
        </p:nvSpPr>
        <p:spPr bwMode="auto">
          <a:xfrm>
            <a:off x="5559425" y="3651250"/>
            <a:ext cx="18430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目   的   地   址</a:t>
            </a:r>
          </a:p>
        </p:txBody>
      </p:sp>
      <p:sp>
        <p:nvSpPr>
          <p:cNvPr id="308247" name="Rectangle 23"/>
          <p:cNvSpPr>
            <a:spLocks noChangeArrowheads="1"/>
          </p:cNvSpPr>
          <p:nvPr/>
        </p:nvSpPr>
        <p:spPr bwMode="auto">
          <a:xfrm>
            <a:off x="5753100" y="1957388"/>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源   地   址</a:t>
            </a:r>
          </a:p>
        </p:txBody>
      </p:sp>
      <p:sp>
        <p:nvSpPr>
          <p:cNvPr id="308248" name="Line 24"/>
          <p:cNvSpPr>
            <a:spLocks noChangeShapeType="1"/>
          </p:cNvSpPr>
          <p:nvPr/>
        </p:nvSpPr>
        <p:spPr bwMode="auto">
          <a:xfrm>
            <a:off x="8188325" y="1041400"/>
            <a:ext cx="0" cy="4222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9" name="Rectangle 25"/>
          <p:cNvSpPr>
            <a:spLocks noChangeArrowheads="1"/>
          </p:cNvSpPr>
          <p:nvPr/>
        </p:nvSpPr>
        <p:spPr bwMode="auto">
          <a:xfrm>
            <a:off x="6499225" y="1074738"/>
            <a:ext cx="175529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下 一 个 首 部</a:t>
            </a:r>
          </a:p>
        </p:txBody>
      </p:sp>
      <p:sp>
        <p:nvSpPr>
          <p:cNvPr id="308250" name="Rectangle 26"/>
          <p:cNvSpPr>
            <a:spLocks noChangeArrowheads="1"/>
          </p:cNvSpPr>
          <p:nvPr/>
        </p:nvSpPr>
        <p:spPr bwMode="auto">
          <a:xfrm>
            <a:off x="6697663" y="676275"/>
            <a:ext cx="1657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流     标     号</a:t>
            </a:r>
          </a:p>
        </p:txBody>
      </p:sp>
      <p:sp>
        <p:nvSpPr>
          <p:cNvPr id="308251" name="Rectangle 27"/>
          <p:cNvSpPr>
            <a:spLocks noChangeArrowheads="1"/>
          </p:cNvSpPr>
          <p:nvPr/>
        </p:nvSpPr>
        <p:spPr bwMode="auto">
          <a:xfrm>
            <a:off x="5297488" y="271463"/>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12</a:t>
            </a:r>
          </a:p>
        </p:txBody>
      </p:sp>
      <p:sp>
        <p:nvSpPr>
          <p:cNvPr id="308252" name="Rectangle 28"/>
          <p:cNvSpPr>
            <a:spLocks noChangeArrowheads="1"/>
          </p:cNvSpPr>
          <p:nvPr/>
        </p:nvSpPr>
        <p:spPr bwMode="auto">
          <a:xfrm>
            <a:off x="3886200" y="676275"/>
            <a:ext cx="1420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通 信 量 类</a:t>
            </a:r>
          </a:p>
        </p:txBody>
      </p:sp>
      <p:sp>
        <p:nvSpPr>
          <p:cNvPr id="308253" name="Rectangle 29"/>
          <p:cNvSpPr>
            <a:spLocks noChangeArrowheads="1"/>
          </p:cNvSpPr>
          <p:nvPr/>
        </p:nvSpPr>
        <p:spPr bwMode="auto">
          <a:xfrm>
            <a:off x="5730875" y="2292350"/>
            <a:ext cx="14509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a:t>
            </a:r>
            <a:r>
              <a:rPr kumimoji="1" lang="en-US" altLang="zh-CN" sz="2000" b="1">
                <a:solidFill>
                  <a:srgbClr val="333399"/>
                </a:solidFill>
                <a:ea typeface="黑体" pitchFamily="2" charset="-122"/>
              </a:rPr>
              <a:t>128 </a:t>
            </a:r>
            <a:r>
              <a:rPr kumimoji="1" lang="zh-CN" altLang="en-US" sz="2000" b="1">
                <a:solidFill>
                  <a:srgbClr val="333399"/>
                </a:solidFill>
                <a:ea typeface="黑体" pitchFamily="2" charset="-122"/>
              </a:rPr>
              <a:t>位）</a:t>
            </a:r>
          </a:p>
        </p:txBody>
      </p:sp>
      <p:sp>
        <p:nvSpPr>
          <p:cNvPr id="308254" name="Rectangle 30"/>
          <p:cNvSpPr>
            <a:spLocks noChangeArrowheads="1"/>
          </p:cNvSpPr>
          <p:nvPr/>
        </p:nvSpPr>
        <p:spPr bwMode="auto">
          <a:xfrm>
            <a:off x="5748338" y="3922713"/>
            <a:ext cx="14509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a:t>
            </a:r>
            <a:r>
              <a:rPr kumimoji="1" lang="en-US" altLang="zh-CN" sz="2000" b="1">
                <a:solidFill>
                  <a:srgbClr val="333399"/>
                </a:solidFill>
                <a:ea typeface="黑体" pitchFamily="2" charset="-122"/>
              </a:rPr>
              <a:t>128 </a:t>
            </a:r>
            <a:r>
              <a:rPr kumimoji="1" lang="zh-CN" altLang="en-US" sz="2000" b="1">
                <a:solidFill>
                  <a:srgbClr val="333399"/>
                </a:solidFill>
                <a:ea typeface="黑体" pitchFamily="2" charset="-122"/>
              </a:rPr>
              <a:t>位）</a:t>
            </a:r>
          </a:p>
        </p:txBody>
      </p:sp>
      <p:sp>
        <p:nvSpPr>
          <p:cNvPr id="308255" name="Rectangle 31"/>
          <p:cNvSpPr>
            <a:spLocks noChangeArrowheads="1"/>
          </p:cNvSpPr>
          <p:nvPr/>
        </p:nvSpPr>
        <p:spPr bwMode="auto">
          <a:xfrm>
            <a:off x="3425825" y="1066800"/>
            <a:ext cx="24365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有  效  载  荷  长  度</a:t>
            </a:r>
          </a:p>
        </p:txBody>
      </p:sp>
      <p:sp>
        <p:nvSpPr>
          <p:cNvPr id="308256" name="Rectangle 32"/>
          <p:cNvSpPr>
            <a:spLocks noChangeArrowheads="1"/>
          </p:cNvSpPr>
          <p:nvPr/>
        </p:nvSpPr>
        <p:spPr bwMode="auto">
          <a:xfrm>
            <a:off x="8472488" y="1085850"/>
            <a:ext cx="14208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跳 数 限 制</a:t>
            </a:r>
          </a:p>
        </p:txBody>
      </p:sp>
      <p:sp>
        <p:nvSpPr>
          <p:cNvPr id="308257" name="Line 33"/>
          <p:cNvSpPr>
            <a:spLocks noChangeShapeType="1"/>
          </p:cNvSpPr>
          <p:nvPr/>
        </p:nvSpPr>
        <p:spPr bwMode="auto">
          <a:xfrm>
            <a:off x="5435600" y="660400"/>
            <a:ext cx="6350" cy="382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58" name="Rectangle 34"/>
          <p:cNvSpPr>
            <a:spLocks noChangeArrowheads="1"/>
          </p:cNvSpPr>
          <p:nvPr/>
        </p:nvSpPr>
        <p:spPr bwMode="auto">
          <a:xfrm>
            <a:off x="8083550" y="271463"/>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24</a:t>
            </a:r>
          </a:p>
        </p:txBody>
      </p:sp>
      <p:sp>
        <p:nvSpPr>
          <p:cNvPr id="308259" name="AutoShape 35"/>
          <p:cNvSpPr>
            <a:spLocks/>
          </p:cNvSpPr>
          <p:nvPr/>
        </p:nvSpPr>
        <p:spPr bwMode="auto">
          <a:xfrm>
            <a:off x="2405063" y="693738"/>
            <a:ext cx="228600" cy="4162425"/>
          </a:xfrm>
          <a:prstGeom prst="leftBrace">
            <a:avLst>
              <a:gd name="adj1" fmla="val 151736"/>
              <a:gd name="adj2" fmla="val 50000"/>
            </a:avLst>
          </a:prstGeom>
          <a:noFill/>
          <a:ln w="12700">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308260" name="Rectangle 36"/>
          <p:cNvSpPr>
            <a:spLocks noChangeArrowheads="1"/>
          </p:cNvSpPr>
          <p:nvPr/>
        </p:nvSpPr>
        <p:spPr bwMode="auto">
          <a:xfrm>
            <a:off x="909682" y="2149936"/>
            <a:ext cx="1452322" cy="1567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r>
              <a:rPr kumimoji="1" lang="en-US" altLang="zh-CN" sz="2400" b="1" dirty="0" smtClean="0">
                <a:solidFill>
                  <a:srgbClr val="333399"/>
                </a:solidFill>
                <a:ea typeface="黑体" pitchFamily="2" charset="-122"/>
              </a:rPr>
              <a:t>IPv6 </a:t>
            </a:r>
            <a:r>
              <a:rPr kumimoji="1" lang="zh-CN" altLang="en-US" sz="2400" b="1" dirty="0" smtClean="0">
                <a:solidFill>
                  <a:srgbClr val="333399"/>
                </a:solidFill>
                <a:ea typeface="黑体" pitchFamily="2" charset="-122"/>
              </a:rPr>
              <a:t>的</a:t>
            </a:r>
            <a:endParaRPr kumimoji="1" lang="zh-CN" altLang="en-US" sz="2400" b="1" dirty="0">
              <a:solidFill>
                <a:srgbClr val="333399"/>
              </a:solidFill>
              <a:ea typeface="黑体" pitchFamily="2" charset="-122"/>
            </a:endParaRPr>
          </a:p>
          <a:p>
            <a:pPr algn="ctr" defTabSz="762000"/>
            <a:r>
              <a:rPr kumimoji="1" lang="zh-CN" altLang="en-US" sz="2400" b="1" dirty="0" smtClean="0">
                <a:solidFill>
                  <a:srgbClr val="333399"/>
                </a:solidFill>
                <a:ea typeface="黑体" pitchFamily="2" charset="-122"/>
              </a:rPr>
              <a:t>基本首部</a:t>
            </a:r>
            <a:endParaRPr kumimoji="1" lang="zh-CN" altLang="en-US" sz="2400" b="1" dirty="0">
              <a:solidFill>
                <a:srgbClr val="333399"/>
              </a:solidFill>
              <a:ea typeface="黑体" pitchFamily="2" charset="-122"/>
            </a:endParaRPr>
          </a:p>
          <a:p>
            <a:pPr algn="ctr" defTabSz="762000"/>
            <a:r>
              <a:rPr kumimoji="1" lang="zh-CN" altLang="en-US" sz="2400" b="1" dirty="0" smtClean="0">
                <a:solidFill>
                  <a:srgbClr val="333399"/>
                </a:solidFill>
                <a:ea typeface="黑体" pitchFamily="2" charset="-122"/>
              </a:rPr>
              <a:t>（</a:t>
            </a:r>
            <a:r>
              <a:rPr kumimoji="1" lang="en-US" altLang="zh-CN" sz="2400" b="1" dirty="0" smtClean="0">
                <a:solidFill>
                  <a:srgbClr val="333399"/>
                </a:solidFill>
                <a:ea typeface="黑体" pitchFamily="2" charset="-122"/>
              </a:rPr>
              <a:t>40 B</a:t>
            </a:r>
            <a:r>
              <a:rPr kumimoji="1" lang="zh-CN" altLang="en-US" sz="2400" b="1" dirty="0" smtClean="0">
                <a:solidFill>
                  <a:srgbClr val="333399"/>
                </a:solidFill>
                <a:ea typeface="黑体" pitchFamily="2" charset="-122"/>
              </a:rPr>
              <a:t>）</a:t>
            </a:r>
            <a:endParaRPr kumimoji="1" lang="en-US" altLang="zh-CN" sz="2400" b="1" dirty="0">
              <a:solidFill>
                <a:srgbClr val="333399"/>
              </a:solidFill>
              <a:ea typeface="黑体" pitchFamily="2" charset="-122"/>
            </a:endParaRPr>
          </a:p>
          <a:p>
            <a:pPr algn="ctr" defTabSz="762000"/>
            <a:endParaRPr kumimoji="1" lang="en-US" altLang="zh-CN" sz="2400" b="1" dirty="0">
              <a:solidFill>
                <a:srgbClr val="333399"/>
              </a:solidFill>
              <a:ea typeface="黑体" pitchFamily="2" charset="-122"/>
            </a:endParaRPr>
          </a:p>
        </p:txBody>
      </p:sp>
      <p:sp>
        <p:nvSpPr>
          <p:cNvPr id="637989" name="Rectangle 37"/>
          <p:cNvSpPr>
            <a:spLocks noChangeArrowheads="1"/>
          </p:cNvSpPr>
          <p:nvPr/>
        </p:nvSpPr>
        <p:spPr bwMode="auto">
          <a:xfrm>
            <a:off x="6356482" y="1065684"/>
            <a:ext cx="1831843" cy="419100"/>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39" name="Text Box 38"/>
          <p:cNvSpPr txBox="1">
            <a:spLocks noChangeArrowheads="1"/>
          </p:cNvSpPr>
          <p:nvPr/>
        </p:nvSpPr>
        <p:spPr bwMode="auto">
          <a:xfrm>
            <a:off x="2424113" y="4869160"/>
            <a:ext cx="8568431" cy="190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lnSpc>
                <a:spcPct val="105000"/>
              </a:lnSpc>
            </a:pPr>
            <a:r>
              <a:rPr lang="zh-CN" altLang="en-US" sz="2800" b="1" dirty="0">
                <a:solidFill>
                  <a:srgbClr val="333399"/>
                </a:solidFill>
                <a:latin typeface="Arial" charset="0"/>
                <a:ea typeface="黑体" pitchFamily="2" charset="-122"/>
              </a:rPr>
              <a:t>下一个首部</a:t>
            </a:r>
            <a:r>
              <a:rPr lang="en-US" altLang="zh-CN" sz="2800" b="1" dirty="0">
                <a:solidFill>
                  <a:srgbClr val="333399"/>
                </a:solidFill>
                <a:latin typeface="Arial" charset="0"/>
                <a:ea typeface="黑体" pitchFamily="2" charset="-122"/>
              </a:rPr>
              <a:t>(next header</a:t>
            </a:r>
            <a:r>
              <a:rPr lang="en-US" altLang="zh-CN" sz="2800" b="1" dirty="0" smtClean="0">
                <a:solidFill>
                  <a:srgbClr val="333399"/>
                </a:solidFill>
                <a:latin typeface="Arial" charset="0"/>
                <a:ea typeface="黑体" pitchFamily="2" charset="-122"/>
              </a:rPr>
              <a:t>)——</a:t>
            </a:r>
            <a:r>
              <a:rPr lang="zh-CN" altLang="en-US" sz="2800" b="1" dirty="0" smtClean="0">
                <a:solidFill>
                  <a:srgbClr val="333399"/>
                </a:solidFill>
                <a:latin typeface="Arial" charset="0"/>
                <a:ea typeface="黑体" pitchFamily="2" charset="-122"/>
              </a:rPr>
              <a:t>占</a:t>
            </a:r>
            <a:r>
              <a:rPr lang="en-US" altLang="zh-CN" sz="2800" b="1" dirty="0" smtClean="0">
                <a:solidFill>
                  <a:srgbClr val="333399"/>
                </a:solidFill>
                <a:latin typeface="Arial" charset="0"/>
                <a:ea typeface="黑体" pitchFamily="2" charset="-122"/>
              </a:rPr>
              <a:t> </a:t>
            </a:r>
            <a:r>
              <a:rPr lang="en-US" altLang="zh-CN" sz="2800" b="1" dirty="0">
                <a:solidFill>
                  <a:srgbClr val="333399"/>
                </a:solidFill>
                <a:latin typeface="Arial" charset="0"/>
                <a:ea typeface="黑体" pitchFamily="2" charset="-122"/>
              </a:rPr>
              <a:t>8 </a:t>
            </a:r>
            <a:r>
              <a:rPr lang="zh-CN" altLang="en-US" sz="2800" b="1" dirty="0" smtClean="0">
                <a:solidFill>
                  <a:srgbClr val="333399"/>
                </a:solidFill>
                <a:latin typeface="Arial" charset="0"/>
                <a:ea typeface="黑体" pitchFamily="2" charset="-122"/>
              </a:rPr>
              <a:t>位，它</a:t>
            </a:r>
            <a:r>
              <a:rPr lang="zh-CN" altLang="en-US" sz="2800" b="1" dirty="0">
                <a:solidFill>
                  <a:srgbClr val="333399"/>
                </a:solidFill>
                <a:latin typeface="Arial" charset="0"/>
                <a:ea typeface="黑体" pitchFamily="2" charset="-122"/>
              </a:rPr>
              <a:t>相当于 </a:t>
            </a:r>
            <a:r>
              <a:rPr lang="en-US" altLang="zh-CN" sz="2800" b="1" dirty="0">
                <a:solidFill>
                  <a:srgbClr val="333399"/>
                </a:solidFill>
                <a:latin typeface="Arial" charset="0"/>
                <a:ea typeface="黑体" pitchFamily="2" charset="-122"/>
              </a:rPr>
              <a:t>IPv4 </a:t>
            </a:r>
            <a:r>
              <a:rPr lang="zh-CN" altLang="en-US" sz="2800" b="1" dirty="0">
                <a:solidFill>
                  <a:srgbClr val="333399"/>
                </a:solidFill>
                <a:latin typeface="Arial" charset="0"/>
                <a:ea typeface="黑体" pitchFamily="2" charset="-122"/>
              </a:rPr>
              <a:t>的协议字段或可选字段。当 </a:t>
            </a:r>
            <a:r>
              <a:rPr lang="en-US" altLang="zh-CN" sz="2800" b="1" dirty="0">
                <a:solidFill>
                  <a:srgbClr val="333399"/>
                </a:solidFill>
                <a:latin typeface="Arial" charset="0"/>
                <a:ea typeface="黑体" pitchFamily="2" charset="-122"/>
              </a:rPr>
              <a:t>IPv6</a:t>
            </a:r>
            <a:r>
              <a:rPr lang="zh-CN" altLang="en-US" sz="2800" b="1" dirty="0">
                <a:solidFill>
                  <a:srgbClr val="333399"/>
                </a:solidFill>
                <a:latin typeface="Arial" charset="0"/>
                <a:ea typeface="黑体" pitchFamily="2" charset="-122"/>
              </a:rPr>
              <a:t> 数据报没有扩展首部时，其值指明有效载荷应交付的高层协议；若有扩展首部，其值</a:t>
            </a:r>
            <a:r>
              <a:rPr lang="zh-CN" altLang="en-US" sz="2800" b="1" dirty="0" smtClean="0">
                <a:solidFill>
                  <a:srgbClr val="333399"/>
                </a:solidFill>
                <a:latin typeface="Arial" charset="0"/>
                <a:ea typeface="黑体" pitchFamily="2" charset="-122"/>
              </a:rPr>
              <a:t>指明后面第一</a:t>
            </a:r>
            <a:r>
              <a:rPr lang="zh-CN" altLang="en-US" sz="2800" b="1" dirty="0">
                <a:solidFill>
                  <a:srgbClr val="333399"/>
                </a:solidFill>
                <a:latin typeface="Arial" charset="0"/>
                <a:ea typeface="黑体" pitchFamily="2" charset="-122"/>
              </a:rPr>
              <a:t>个扩展首部的类型。</a:t>
            </a:r>
          </a:p>
        </p:txBody>
      </p:sp>
    </p:spTree>
    <p:extLst>
      <p:ext uri="{BB962C8B-B14F-4D97-AF65-F5344CB8AC3E}">
        <p14:creationId xmlns:p14="http://schemas.microsoft.com/office/powerpoint/2010/main" val="235057221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637989"/>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63798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7989" grpId="0" animBg="1"/>
      <p:bldP spid="637989" grpId="1" animBg="1"/>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p:cNvSpPr>
            <a:spLocks noChangeArrowheads="1"/>
          </p:cNvSpPr>
          <p:nvPr/>
        </p:nvSpPr>
        <p:spPr bwMode="auto">
          <a:xfrm>
            <a:off x="2709863" y="660400"/>
            <a:ext cx="7289800" cy="4208463"/>
          </a:xfrm>
          <a:prstGeom prst="rect">
            <a:avLst/>
          </a:prstGeom>
          <a:solidFill>
            <a:srgbClr val="FFFF99"/>
          </a:solidFill>
          <a:ln w="28575">
            <a:solidFill>
              <a:srgbClr val="0000CC"/>
            </a:solidFill>
            <a:miter lim="800000"/>
            <a:headEnd/>
            <a:tailEnd/>
          </a:ln>
          <a:effectLst>
            <a:outerShdw dist="35921" dir="2700000" algn="ctr" rotWithShape="0">
              <a:schemeClr val="bg2"/>
            </a:outerShdw>
          </a:effectLst>
        </p:spPr>
        <p:txBody>
          <a:bodyPr wrap="none" anchor="ctr"/>
          <a:lstStyle/>
          <a:p>
            <a:pPr eaLnBrk="1" hangingPunct="1"/>
            <a:endParaRPr lang="zh-CN" altLang="en-US" sz="2800" b="1">
              <a:latin typeface="Tahoma" pitchFamily="34" charset="0"/>
              <a:ea typeface="黑体" pitchFamily="2" charset="-122"/>
            </a:endParaRPr>
          </a:p>
        </p:txBody>
      </p:sp>
      <p:sp>
        <p:nvSpPr>
          <p:cNvPr id="308227" name="Line 3"/>
          <p:cNvSpPr>
            <a:spLocks noChangeShapeType="1"/>
          </p:cNvSpPr>
          <p:nvPr/>
        </p:nvSpPr>
        <p:spPr bwMode="auto">
          <a:xfrm>
            <a:off x="2717800" y="1041400"/>
            <a:ext cx="73025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28" name="Line 4"/>
          <p:cNvSpPr>
            <a:spLocks noChangeShapeType="1"/>
          </p:cNvSpPr>
          <p:nvPr/>
        </p:nvSpPr>
        <p:spPr bwMode="auto">
          <a:xfrm>
            <a:off x="3617913" y="661988"/>
            <a:ext cx="0" cy="381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29" name="Line 5"/>
          <p:cNvSpPr>
            <a:spLocks noChangeShapeType="1"/>
          </p:cNvSpPr>
          <p:nvPr/>
        </p:nvSpPr>
        <p:spPr bwMode="auto">
          <a:xfrm>
            <a:off x="6357938" y="1041400"/>
            <a:ext cx="0" cy="4222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30" name="Rectangle 6"/>
          <p:cNvSpPr>
            <a:spLocks noChangeArrowheads="1"/>
          </p:cNvSpPr>
          <p:nvPr/>
        </p:nvSpPr>
        <p:spPr bwMode="auto">
          <a:xfrm>
            <a:off x="2633663" y="271463"/>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0</a:t>
            </a:r>
          </a:p>
        </p:txBody>
      </p:sp>
      <p:sp>
        <p:nvSpPr>
          <p:cNvPr id="308231" name="Rectangle 7"/>
          <p:cNvSpPr>
            <a:spLocks noChangeArrowheads="1"/>
          </p:cNvSpPr>
          <p:nvPr/>
        </p:nvSpPr>
        <p:spPr bwMode="auto">
          <a:xfrm>
            <a:off x="3536950" y="271463"/>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4</a:t>
            </a:r>
          </a:p>
        </p:txBody>
      </p:sp>
      <p:sp>
        <p:nvSpPr>
          <p:cNvPr id="308232" name="Rectangle 8"/>
          <p:cNvSpPr>
            <a:spLocks noChangeArrowheads="1"/>
          </p:cNvSpPr>
          <p:nvPr/>
        </p:nvSpPr>
        <p:spPr bwMode="auto">
          <a:xfrm>
            <a:off x="6267450" y="271463"/>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16</a:t>
            </a:r>
          </a:p>
        </p:txBody>
      </p:sp>
      <p:sp>
        <p:nvSpPr>
          <p:cNvPr id="308233" name="Rectangle 9"/>
          <p:cNvSpPr>
            <a:spLocks noChangeArrowheads="1"/>
          </p:cNvSpPr>
          <p:nvPr/>
        </p:nvSpPr>
        <p:spPr bwMode="auto">
          <a:xfrm>
            <a:off x="9664700" y="271463"/>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31</a:t>
            </a:r>
          </a:p>
        </p:txBody>
      </p:sp>
      <p:sp>
        <p:nvSpPr>
          <p:cNvPr id="308234" name="Rectangle 10"/>
          <p:cNvSpPr>
            <a:spLocks noChangeArrowheads="1"/>
          </p:cNvSpPr>
          <p:nvPr/>
        </p:nvSpPr>
        <p:spPr bwMode="auto">
          <a:xfrm>
            <a:off x="2809484" y="676275"/>
            <a:ext cx="766236"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版 本</a:t>
            </a:r>
          </a:p>
        </p:txBody>
      </p:sp>
      <p:sp>
        <p:nvSpPr>
          <p:cNvPr id="308235" name="Rectangle 11"/>
          <p:cNvSpPr>
            <a:spLocks noChangeArrowheads="1"/>
          </p:cNvSpPr>
          <p:nvPr/>
        </p:nvSpPr>
        <p:spPr bwMode="auto">
          <a:xfrm>
            <a:off x="2016125" y="271463"/>
            <a:ext cx="439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位</a:t>
            </a:r>
          </a:p>
        </p:txBody>
      </p:sp>
      <p:sp>
        <p:nvSpPr>
          <p:cNvPr id="308236" name="Line 12"/>
          <p:cNvSpPr>
            <a:spLocks noChangeShapeType="1"/>
          </p:cNvSpPr>
          <p:nvPr/>
        </p:nvSpPr>
        <p:spPr bwMode="auto">
          <a:xfrm>
            <a:off x="2709863" y="1463675"/>
            <a:ext cx="73025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37" name="Line 13"/>
          <p:cNvSpPr>
            <a:spLocks noChangeShapeType="1"/>
          </p:cNvSpPr>
          <p:nvPr/>
        </p:nvSpPr>
        <p:spPr bwMode="auto">
          <a:xfrm>
            <a:off x="2711450" y="1885950"/>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38" name="Line 14"/>
          <p:cNvSpPr>
            <a:spLocks noChangeShapeType="1"/>
          </p:cNvSpPr>
          <p:nvPr/>
        </p:nvSpPr>
        <p:spPr bwMode="auto">
          <a:xfrm>
            <a:off x="2711450" y="2309813"/>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39" name="Line 15"/>
          <p:cNvSpPr>
            <a:spLocks noChangeShapeType="1"/>
          </p:cNvSpPr>
          <p:nvPr/>
        </p:nvSpPr>
        <p:spPr bwMode="auto">
          <a:xfrm>
            <a:off x="2711450" y="2733675"/>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0" name="Line 16"/>
          <p:cNvSpPr>
            <a:spLocks noChangeShapeType="1"/>
          </p:cNvSpPr>
          <p:nvPr/>
        </p:nvSpPr>
        <p:spPr bwMode="auto">
          <a:xfrm>
            <a:off x="2711450" y="3157538"/>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1" name="Line 17"/>
          <p:cNvSpPr>
            <a:spLocks noChangeShapeType="1"/>
          </p:cNvSpPr>
          <p:nvPr/>
        </p:nvSpPr>
        <p:spPr bwMode="auto">
          <a:xfrm>
            <a:off x="2711450" y="3579813"/>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2" name="Line 18"/>
          <p:cNvSpPr>
            <a:spLocks noChangeShapeType="1"/>
          </p:cNvSpPr>
          <p:nvPr/>
        </p:nvSpPr>
        <p:spPr bwMode="auto">
          <a:xfrm>
            <a:off x="2711450" y="4003675"/>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3" name="Line 19"/>
          <p:cNvSpPr>
            <a:spLocks noChangeShapeType="1"/>
          </p:cNvSpPr>
          <p:nvPr/>
        </p:nvSpPr>
        <p:spPr bwMode="auto">
          <a:xfrm>
            <a:off x="2711450" y="4425950"/>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4" name="Rectangle 20"/>
          <p:cNvSpPr>
            <a:spLocks noChangeArrowheads="1"/>
          </p:cNvSpPr>
          <p:nvPr/>
        </p:nvSpPr>
        <p:spPr bwMode="auto">
          <a:xfrm>
            <a:off x="2936875" y="3438525"/>
            <a:ext cx="6850063" cy="1128713"/>
          </a:xfrm>
          <a:prstGeom prst="rect">
            <a:avLst/>
          </a:prstGeom>
          <a:solidFill>
            <a:srgbClr val="FFFF9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308245" name="Rectangle 21"/>
          <p:cNvSpPr>
            <a:spLocks noChangeArrowheads="1"/>
          </p:cNvSpPr>
          <p:nvPr/>
        </p:nvSpPr>
        <p:spPr bwMode="auto">
          <a:xfrm>
            <a:off x="2936875" y="1744663"/>
            <a:ext cx="6850063" cy="1130300"/>
          </a:xfrm>
          <a:prstGeom prst="rect">
            <a:avLst/>
          </a:prstGeom>
          <a:solidFill>
            <a:srgbClr val="FFFF9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308246" name="Rectangle 22"/>
          <p:cNvSpPr>
            <a:spLocks noChangeArrowheads="1"/>
          </p:cNvSpPr>
          <p:nvPr/>
        </p:nvSpPr>
        <p:spPr bwMode="auto">
          <a:xfrm>
            <a:off x="5559425" y="3651250"/>
            <a:ext cx="18430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目   的   地   址</a:t>
            </a:r>
          </a:p>
        </p:txBody>
      </p:sp>
      <p:sp>
        <p:nvSpPr>
          <p:cNvPr id="308247" name="Rectangle 23"/>
          <p:cNvSpPr>
            <a:spLocks noChangeArrowheads="1"/>
          </p:cNvSpPr>
          <p:nvPr/>
        </p:nvSpPr>
        <p:spPr bwMode="auto">
          <a:xfrm>
            <a:off x="5753100" y="1957388"/>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源   地   址</a:t>
            </a:r>
          </a:p>
        </p:txBody>
      </p:sp>
      <p:sp>
        <p:nvSpPr>
          <p:cNvPr id="308248" name="Line 24"/>
          <p:cNvSpPr>
            <a:spLocks noChangeShapeType="1"/>
          </p:cNvSpPr>
          <p:nvPr/>
        </p:nvSpPr>
        <p:spPr bwMode="auto">
          <a:xfrm>
            <a:off x="8188325" y="1041400"/>
            <a:ext cx="0" cy="4222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9" name="Rectangle 25"/>
          <p:cNvSpPr>
            <a:spLocks noChangeArrowheads="1"/>
          </p:cNvSpPr>
          <p:nvPr/>
        </p:nvSpPr>
        <p:spPr bwMode="auto">
          <a:xfrm>
            <a:off x="6499225" y="1074738"/>
            <a:ext cx="175529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下 一 个 首 部</a:t>
            </a:r>
          </a:p>
        </p:txBody>
      </p:sp>
      <p:sp>
        <p:nvSpPr>
          <p:cNvPr id="308250" name="Rectangle 26"/>
          <p:cNvSpPr>
            <a:spLocks noChangeArrowheads="1"/>
          </p:cNvSpPr>
          <p:nvPr/>
        </p:nvSpPr>
        <p:spPr bwMode="auto">
          <a:xfrm>
            <a:off x="6697663" y="676275"/>
            <a:ext cx="1657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流     标     号</a:t>
            </a:r>
          </a:p>
        </p:txBody>
      </p:sp>
      <p:sp>
        <p:nvSpPr>
          <p:cNvPr id="308251" name="Rectangle 27"/>
          <p:cNvSpPr>
            <a:spLocks noChangeArrowheads="1"/>
          </p:cNvSpPr>
          <p:nvPr/>
        </p:nvSpPr>
        <p:spPr bwMode="auto">
          <a:xfrm>
            <a:off x="5297488" y="271463"/>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12</a:t>
            </a:r>
          </a:p>
        </p:txBody>
      </p:sp>
      <p:sp>
        <p:nvSpPr>
          <p:cNvPr id="308252" name="Rectangle 28"/>
          <p:cNvSpPr>
            <a:spLocks noChangeArrowheads="1"/>
          </p:cNvSpPr>
          <p:nvPr/>
        </p:nvSpPr>
        <p:spPr bwMode="auto">
          <a:xfrm>
            <a:off x="3886200" y="676275"/>
            <a:ext cx="1420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通 信 量 类</a:t>
            </a:r>
          </a:p>
        </p:txBody>
      </p:sp>
      <p:sp>
        <p:nvSpPr>
          <p:cNvPr id="308253" name="Rectangle 29"/>
          <p:cNvSpPr>
            <a:spLocks noChangeArrowheads="1"/>
          </p:cNvSpPr>
          <p:nvPr/>
        </p:nvSpPr>
        <p:spPr bwMode="auto">
          <a:xfrm>
            <a:off x="5730875" y="2292350"/>
            <a:ext cx="14509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a:t>
            </a:r>
            <a:r>
              <a:rPr kumimoji="1" lang="en-US" altLang="zh-CN" sz="2000" b="1">
                <a:solidFill>
                  <a:srgbClr val="333399"/>
                </a:solidFill>
                <a:ea typeface="黑体" pitchFamily="2" charset="-122"/>
              </a:rPr>
              <a:t>128 </a:t>
            </a:r>
            <a:r>
              <a:rPr kumimoji="1" lang="zh-CN" altLang="en-US" sz="2000" b="1">
                <a:solidFill>
                  <a:srgbClr val="333399"/>
                </a:solidFill>
                <a:ea typeface="黑体" pitchFamily="2" charset="-122"/>
              </a:rPr>
              <a:t>位）</a:t>
            </a:r>
          </a:p>
        </p:txBody>
      </p:sp>
      <p:sp>
        <p:nvSpPr>
          <p:cNvPr id="308254" name="Rectangle 30"/>
          <p:cNvSpPr>
            <a:spLocks noChangeArrowheads="1"/>
          </p:cNvSpPr>
          <p:nvPr/>
        </p:nvSpPr>
        <p:spPr bwMode="auto">
          <a:xfrm>
            <a:off x="5748338" y="3922713"/>
            <a:ext cx="14509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a:t>
            </a:r>
            <a:r>
              <a:rPr kumimoji="1" lang="en-US" altLang="zh-CN" sz="2000" b="1">
                <a:solidFill>
                  <a:srgbClr val="333399"/>
                </a:solidFill>
                <a:ea typeface="黑体" pitchFamily="2" charset="-122"/>
              </a:rPr>
              <a:t>128 </a:t>
            </a:r>
            <a:r>
              <a:rPr kumimoji="1" lang="zh-CN" altLang="en-US" sz="2000" b="1">
                <a:solidFill>
                  <a:srgbClr val="333399"/>
                </a:solidFill>
                <a:ea typeface="黑体" pitchFamily="2" charset="-122"/>
              </a:rPr>
              <a:t>位）</a:t>
            </a:r>
          </a:p>
        </p:txBody>
      </p:sp>
      <p:sp>
        <p:nvSpPr>
          <p:cNvPr id="308255" name="Rectangle 31"/>
          <p:cNvSpPr>
            <a:spLocks noChangeArrowheads="1"/>
          </p:cNvSpPr>
          <p:nvPr/>
        </p:nvSpPr>
        <p:spPr bwMode="auto">
          <a:xfrm>
            <a:off x="3425825" y="1066800"/>
            <a:ext cx="24365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有  效  载  荷  长  度</a:t>
            </a:r>
          </a:p>
        </p:txBody>
      </p:sp>
      <p:sp>
        <p:nvSpPr>
          <p:cNvPr id="308256" name="Rectangle 32"/>
          <p:cNvSpPr>
            <a:spLocks noChangeArrowheads="1"/>
          </p:cNvSpPr>
          <p:nvPr/>
        </p:nvSpPr>
        <p:spPr bwMode="auto">
          <a:xfrm>
            <a:off x="8472488" y="1085850"/>
            <a:ext cx="14208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跳 数 限 制</a:t>
            </a:r>
          </a:p>
        </p:txBody>
      </p:sp>
      <p:sp>
        <p:nvSpPr>
          <p:cNvPr id="308257" name="Line 33"/>
          <p:cNvSpPr>
            <a:spLocks noChangeShapeType="1"/>
          </p:cNvSpPr>
          <p:nvPr/>
        </p:nvSpPr>
        <p:spPr bwMode="auto">
          <a:xfrm>
            <a:off x="5435600" y="660400"/>
            <a:ext cx="6350" cy="382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58" name="Rectangle 34"/>
          <p:cNvSpPr>
            <a:spLocks noChangeArrowheads="1"/>
          </p:cNvSpPr>
          <p:nvPr/>
        </p:nvSpPr>
        <p:spPr bwMode="auto">
          <a:xfrm>
            <a:off x="8083550" y="271463"/>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24</a:t>
            </a:r>
          </a:p>
        </p:txBody>
      </p:sp>
      <p:sp>
        <p:nvSpPr>
          <p:cNvPr id="308259" name="AutoShape 35"/>
          <p:cNvSpPr>
            <a:spLocks/>
          </p:cNvSpPr>
          <p:nvPr/>
        </p:nvSpPr>
        <p:spPr bwMode="auto">
          <a:xfrm>
            <a:off x="2405063" y="693738"/>
            <a:ext cx="228600" cy="4162425"/>
          </a:xfrm>
          <a:prstGeom prst="leftBrace">
            <a:avLst>
              <a:gd name="adj1" fmla="val 151736"/>
              <a:gd name="adj2" fmla="val 50000"/>
            </a:avLst>
          </a:prstGeom>
          <a:noFill/>
          <a:ln w="12700">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308260" name="Rectangle 36"/>
          <p:cNvSpPr>
            <a:spLocks noChangeArrowheads="1"/>
          </p:cNvSpPr>
          <p:nvPr/>
        </p:nvSpPr>
        <p:spPr bwMode="auto">
          <a:xfrm>
            <a:off x="909682" y="2149936"/>
            <a:ext cx="1452322" cy="1567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r>
              <a:rPr kumimoji="1" lang="en-US" altLang="zh-CN" sz="2400" b="1" dirty="0" smtClean="0">
                <a:solidFill>
                  <a:srgbClr val="333399"/>
                </a:solidFill>
                <a:ea typeface="黑体" pitchFamily="2" charset="-122"/>
              </a:rPr>
              <a:t>IPv6 </a:t>
            </a:r>
            <a:r>
              <a:rPr kumimoji="1" lang="zh-CN" altLang="en-US" sz="2400" b="1" dirty="0" smtClean="0">
                <a:solidFill>
                  <a:srgbClr val="333399"/>
                </a:solidFill>
                <a:ea typeface="黑体" pitchFamily="2" charset="-122"/>
              </a:rPr>
              <a:t>的</a:t>
            </a:r>
            <a:endParaRPr kumimoji="1" lang="zh-CN" altLang="en-US" sz="2400" b="1" dirty="0">
              <a:solidFill>
                <a:srgbClr val="333399"/>
              </a:solidFill>
              <a:ea typeface="黑体" pitchFamily="2" charset="-122"/>
            </a:endParaRPr>
          </a:p>
          <a:p>
            <a:pPr algn="ctr" defTabSz="762000"/>
            <a:r>
              <a:rPr kumimoji="1" lang="zh-CN" altLang="en-US" sz="2400" b="1" dirty="0" smtClean="0">
                <a:solidFill>
                  <a:srgbClr val="333399"/>
                </a:solidFill>
                <a:ea typeface="黑体" pitchFamily="2" charset="-122"/>
              </a:rPr>
              <a:t>基本首部</a:t>
            </a:r>
            <a:endParaRPr kumimoji="1" lang="zh-CN" altLang="en-US" sz="2400" b="1" dirty="0">
              <a:solidFill>
                <a:srgbClr val="333399"/>
              </a:solidFill>
              <a:ea typeface="黑体" pitchFamily="2" charset="-122"/>
            </a:endParaRPr>
          </a:p>
          <a:p>
            <a:pPr algn="ctr" defTabSz="762000"/>
            <a:r>
              <a:rPr kumimoji="1" lang="zh-CN" altLang="en-US" sz="2400" b="1" dirty="0" smtClean="0">
                <a:solidFill>
                  <a:srgbClr val="333399"/>
                </a:solidFill>
                <a:ea typeface="黑体" pitchFamily="2" charset="-122"/>
              </a:rPr>
              <a:t>（</a:t>
            </a:r>
            <a:r>
              <a:rPr kumimoji="1" lang="en-US" altLang="zh-CN" sz="2400" b="1" dirty="0" smtClean="0">
                <a:solidFill>
                  <a:srgbClr val="333399"/>
                </a:solidFill>
                <a:ea typeface="黑体" pitchFamily="2" charset="-122"/>
              </a:rPr>
              <a:t>40 B</a:t>
            </a:r>
            <a:r>
              <a:rPr kumimoji="1" lang="zh-CN" altLang="en-US" sz="2400" b="1" dirty="0" smtClean="0">
                <a:solidFill>
                  <a:srgbClr val="333399"/>
                </a:solidFill>
                <a:ea typeface="黑体" pitchFamily="2" charset="-122"/>
              </a:rPr>
              <a:t>）</a:t>
            </a:r>
            <a:endParaRPr kumimoji="1" lang="en-US" altLang="zh-CN" sz="2400" b="1" dirty="0">
              <a:solidFill>
                <a:srgbClr val="333399"/>
              </a:solidFill>
              <a:ea typeface="黑体" pitchFamily="2" charset="-122"/>
            </a:endParaRPr>
          </a:p>
          <a:p>
            <a:pPr algn="ctr" defTabSz="762000"/>
            <a:endParaRPr kumimoji="1" lang="en-US" altLang="zh-CN" sz="2400" b="1" dirty="0">
              <a:solidFill>
                <a:srgbClr val="333399"/>
              </a:solidFill>
              <a:ea typeface="黑体" pitchFamily="2" charset="-122"/>
            </a:endParaRPr>
          </a:p>
        </p:txBody>
      </p:sp>
      <p:sp>
        <p:nvSpPr>
          <p:cNvPr id="637989" name="Rectangle 37"/>
          <p:cNvSpPr>
            <a:spLocks noChangeArrowheads="1"/>
          </p:cNvSpPr>
          <p:nvPr/>
        </p:nvSpPr>
        <p:spPr bwMode="auto">
          <a:xfrm>
            <a:off x="8182065" y="1065684"/>
            <a:ext cx="1831843" cy="419100"/>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39" name="Text Box 38"/>
          <p:cNvSpPr txBox="1">
            <a:spLocks noChangeArrowheads="1"/>
          </p:cNvSpPr>
          <p:nvPr/>
        </p:nvSpPr>
        <p:spPr bwMode="auto">
          <a:xfrm>
            <a:off x="2424113" y="4869160"/>
            <a:ext cx="8568431" cy="190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lnSpc>
                <a:spcPct val="105000"/>
              </a:lnSpc>
            </a:pPr>
            <a:r>
              <a:rPr lang="zh-CN" altLang="en-US" sz="2800" b="1" dirty="0">
                <a:solidFill>
                  <a:srgbClr val="333399"/>
                </a:solidFill>
                <a:latin typeface="Arial" charset="0"/>
                <a:ea typeface="黑体" pitchFamily="2" charset="-122"/>
              </a:rPr>
              <a:t>跳数限制</a:t>
            </a:r>
            <a:r>
              <a:rPr lang="en-US" altLang="zh-CN" sz="2800" b="1" dirty="0">
                <a:solidFill>
                  <a:srgbClr val="333399"/>
                </a:solidFill>
                <a:latin typeface="Arial" charset="0"/>
                <a:ea typeface="黑体" pitchFamily="2" charset="-122"/>
              </a:rPr>
              <a:t>(hop limit</a:t>
            </a:r>
            <a:r>
              <a:rPr lang="en-US" altLang="zh-CN" sz="2800" b="1" dirty="0" smtClean="0">
                <a:solidFill>
                  <a:srgbClr val="333399"/>
                </a:solidFill>
                <a:latin typeface="Arial" charset="0"/>
                <a:ea typeface="黑体" pitchFamily="2" charset="-122"/>
              </a:rPr>
              <a:t>)——</a:t>
            </a:r>
            <a:r>
              <a:rPr lang="zh-CN" altLang="en-US" sz="2800" b="1" dirty="0" smtClean="0">
                <a:solidFill>
                  <a:srgbClr val="333399"/>
                </a:solidFill>
                <a:latin typeface="Arial" charset="0"/>
                <a:ea typeface="黑体" pitchFamily="2" charset="-122"/>
              </a:rPr>
              <a:t>占</a:t>
            </a:r>
            <a:r>
              <a:rPr lang="en-US" altLang="zh-CN" sz="2800" b="1" dirty="0" smtClean="0">
                <a:solidFill>
                  <a:srgbClr val="333399"/>
                </a:solidFill>
                <a:latin typeface="Arial" charset="0"/>
                <a:ea typeface="黑体" pitchFamily="2" charset="-122"/>
              </a:rPr>
              <a:t> </a:t>
            </a:r>
            <a:r>
              <a:rPr lang="en-US" altLang="zh-CN" sz="2800" b="1" dirty="0">
                <a:solidFill>
                  <a:srgbClr val="333399"/>
                </a:solidFill>
                <a:latin typeface="Arial" charset="0"/>
                <a:ea typeface="黑体" pitchFamily="2" charset="-122"/>
              </a:rPr>
              <a:t>8 </a:t>
            </a:r>
            <a:r>
              <a:rPr lang="zh-CN" altLang="en-US" sz="2800" b="1" dirty="0">
                <a:solidFill>
                  <a:srgbClr val="333399"/>
                </a:solidFill>
                <a:latin typeface="Arial" charset="0"/>
                <a:ea typeface="黑体" pitchFamily="2" charset="-122"/>
              </a:rPr>
              <a:t>位。</a:t>
            </a:r>
            <a:r>
              <a:rPr lang="zh-CN" altLang="en-US" sz="2800" b="1" dirty="0" smtClean="0">
                <a:solidFill>
                  <a:srgbClr val="333399"/>
                </a:solidFill>
                <a:latin typeface="Arial" charset="0"/>
                <a:ea typeface="黑体" pitchFamily="2" charset="-122"/>
              </a:rPr>
              <a:t>源点在每个数据报</a:t>
            </a:r>
            <a:r>
              <a:rPr lang="zh-CN" altLang="en-US" sz="2800" b="1" dirty="0">
                <a:solidFill>
                  <a:srgbClr val="333399"/>
                </a:solidFill>
                <a:latin typeface="Arial" charset="0"/>
                <a:ea typeface="黑体" pitchFamily="2" charset="-122"/>
              </a:rPr>
              <a:t>发出时即设定跳数限制。路由器在转发数据报时先将跳数限制字段中的值减</a:t>
            </a:r>
            <a:r>
              <a:rPr lang="en-US" altLang="zh-CN" sz="2800" b="1" dirty="0">
                <a:solidFill>
                  <a:srgbClr val="333399"/>
                </a:solidFill>
                <a:latin typeface="Arial" charset="0"/>
                <a:ea typeface="黑体" pitchFamily="2" charset="-122"/>
              </a:rPr>
              <a:t>1</a:t>
            </a:r>
            <a:r>
              <a:rPr lang="zh-CN" altLang="en-US" sz="2800" b="1" dirty="0" smtClean="0">
                <a:solidFill>
                  <a:srgbClr val="333399"/>
                </a:solidFill>
                <a:latin typeface="Arial" charset="0"/>
                <a:ea typeface="黑体" pitchFamily="2" charset="-122"/>
              </a:rPr>
              <a:t>。当</a:t>
            </a:r>
            <a:r>
              <a:rPr lang="zh-CN" altLang="en-US" sz="2800" b="1" dirty="0">
                <a:solidFill>
                  <a:srgbClr val="333399"/>
                </a:solidFill>
                <a:latin typeface="Arial" charset="0"/>
                <a:ea typeface="黑体" pitchFamily="2" charset="-122"/>
              </a:rPr>
              <a:t>跳数限制字段的值为零时，就要将此数据报丢弃。 </a:t>
            </a:r>
          </a:p>
        </p:txBody>
      </p:sp>
    </p:spTree>
    <p:extLst>
      <p:ext uri="{BB962C8B-B14F-4D97-AF65-F5344CB8AC3E}">
        <p14:creationId xmlns:p14="http://schemas.microsoft.com/office/powerpoint/2010/main" val="148553287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637989"/>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63798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7989" grpId="0" animBg="1"/>
      <p:bldP spid="637989" grpId="1" animBg="1"/>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p:cNvSpPr>
            <a:spLocks noChangeArrowheads="1"/>
          </p:cNvSpPr>
          <p:nvPr/>
        </p:nvSpPr>
        <p:spPr bwMode="auto">
          <a:xfrm>
            <a:off x="2709863" y="660400"/>
            <a:ext cx="7289800" cy="4208463"/>
          </a:xfrm>
          <a:prstGeom prst="rect">
            <a:avLst/>
          </a:prstGeom>
          <a:solidFill>
            <a:srgbClr val="FFFF99"/>
          </a:solidFill>
          <a:ln w="28575">
            <a:solidFill>
              <a:srgbClr val="0000CC"/>
            </a:solidFill>
            <a:miter lim="800000"/>
            <a:headEnd/>
            <a:tailEnd/>
          </a:ln>
          <a:effectLst>
            <a:outerShdw dist="35921" dir="2700000" algn="ctr" rotWithShape="0">
              <a:schemeClr val="bg2"/>
            </a:outerShdw>
          </a:effectLst>
        </p:spPr>
        <p:txBody>
          <a:bodyPr wrap="none" anchor="ctr"/>
          <a:lstStyle/>
          <a:p>
            <a:pPr eaLnBrk="1" hangingPunct="1"/>
            <a:endParaRPr lang="zh-CN" altLang="en-US" sz="2800" b="1">
              <a:latin typeface="Tahoma" pitchFamily="34" charset="0"/>
              <a:ea typeface="黑体" pitchFamily="2" charset="-122"/>
            </a:endParaRPr>
          </a:p>
        </p:txBody>
      </p:sp>
      <p:sp>
        <p:nvSpPr>
          <p:cNvPr id="308227" name="Line 3"/>
          <p:cNvSpPr>
            <a:spLocks noChangeShapeType="1"/>
          </p:cNvSpPr>
          <p:nvPr/>
        </p:nvSpPr>
        <p:spPr bwMode="auto">
          <a:xfrm>
            <a:off x="2717800" y="1041400"/>
            <a:ext cx="73025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28" name="Line 4"/>
          <p:cNvSpPr>
            <a:spLocks noChangeShapeType="1"/>
          </p:cNvSpPr>
          <p:nvPr/>
        </p:nvSpPr>
        <p:spPr bwMode="auto">
          <a:xfrm>
            <a:off x="3617913" y="661988"/>
            <a:ext cx="0" cy="381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29" name="Line 5"/>
          <p:cNvSpPr>
            <a:spLocks noChangeShapeType="1"/>
          </p:cNvSpPr>
          <p:nvPr/>
        </p:nvSpPr>
        <p:spPr bwMode="auto">
          <a:xfrm>
            <a:off x="6357938" y="1041400"/>
            <a:ext cx="0" cy="4222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30" name="Rectangle 6"/>
          <p:cNvSpPr>
            <a:spLocks noChangeArrowheads="1"/>
          </p:cNvSpPr>
          <p:nvPr/>
        </p:nvSpPr>
        <p:spPr bwMode="auto">
          <a:xfrm>
            <a:off x="2633663" y="271463"/>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0</a:t>
            </a:r>
          </a:p>
        </p:txBody>
      </p:sp>
      <p:sp>
        <p:nvSpPr>
          <p:cNvPr id="308231" name="Rectangle 7"/>
          <p:cNvSpPr>
            <a:spLocks noChangeArrowheads="1"/>
          </p:cNvSpPr>
          <p:nvPr/>
        </p:nvSpPr>
        <p:spPr bwMode="auto">
          <a:xfrm>
            <a:off x="3536950" y="271463"/>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4</a:t>
            </a:r>
          </a:p>
        </p:txBody>
      </p:sp>
      <p:sp>
        <p:nvSpPr>
          <p:cNvPr id="308232" name="Rectangle 8"/>
          <p:cNvSpPr>
            <a:spLocks noChangeArrowheads="1"/>
          </p:cNvSpPr>
          <p:nvPr/>
        </p:nvSpPr>
        <p:spPr bwMode="auto">
          <a:xfrm>
            <a:off x="6267450" y="271463"/>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16</a:t>
            </a:r>
          </a:p>
        </p:txBody>
      </p:sp>
      <p:sp>
        <p:nvSpPr>
          <p:cNvPr id="308233" name="Rectangle 9"/>
          <p:cNvSpPr>
            <a:spLocks noChangeArrowheads="1"/>
          </p:cNvSpPr>
          <p:nvPr/>
        </p:nvSpPr>
        <p:spPr bwMode="auto">
          <a:xfrm>
            <a:off x="9664700" y="271463"/>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31</a:t>
            </a:r>
          </a:p>
        </p:txBody>
      </p:sp>
      <p:sp>
        <p:nvSpPr>
          <p:cNvPr id="308234" name="Rectangle 10"/>
          <p:cNvSpPr>
            <a:spLocks noChangeArrowheads="1"/>
          </p:cNvSpPr>
          <p:nvPr/>
        </p:nvSpPr>
        <p:spPr bwMode="auto">
          <a:xfrm>
            <a:off x="2809484" y="676275"/>
            <a:ext cx="766236"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版 本</a:t>
            </a:r>
          </a:p>
        </p:txBody>
      </p:sp>
      <p:sp>
        <p:nvSpPr>
          <p:cNvPr id="308235" name="Rectangle 11"/>
          <p:cNvSpPr>
            <a:spLocks noChangeArrowheads="1"/>
          </p:cNvSpPr>
          <p:nvPr/>
        </p:nvSpPr>
        <p:spPr bwMode="auto">
          <a:xfrm>
            <a:off x="2016125" y="271463"/>
            <a:ext cx="439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位</a:t>
            </a:r>
          </a:p>
        </p:txBody>
      </p:sp>
      <p:sp>
        <p:nvSpPr>
          <p:cNvPr id="308236" name="Line 12"/>
          <p:cNvSpPr>
            <a:spLocks noChangeShapeType="1"/>
          </p:cNvSpPr>
          <p:nvPr/>
        </p:nvSpPr>
        <p:spPr bwMode="auto">
          <a:xfrm>
            <a:off x="2709863" y="1463675"/>
            <a:ext cx="73025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37" name="Line 13"/>
          <p:cNvSpPr>
            <a:spLocks noChangeShapeType="1"/>
          </p:cNvSpPr>
          <p:nvPr/>
        </p:nvSpPr>
        <p:spPr bwMode="auto">
          <a:xfrm>
            <a:off x="2711450" y="1885950"/>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38" name="Line 14"/>
          <p:cNvSpPr>
            <a:spLocks noChangeShapeType="1"/>
          </p:cNvSpPr>
          <p:nvPr/>
        </p:nvSpPr>
        <p:spPr bwMode="auto">
          <a:xfrm>
            <a:off x="2711450" y="2309813"/>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39" name="Line 15"/>
          <p:cNvSpPr>
            <a:spLocks noChangeShapeType="1"/>
          </p:cNvSpPr>
          <p:nvPr/>
        </p:nvSpPr>
        <p:spPr bwMode="auto">
          <a:xfrm>
            <a:off x="2711450" y="2733675"/>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0" name="Line 16"/>
          <p:cNvSpPr>
            <a:spLocks noChangeShapeType="1"/>
          </p:cNvSpPr>
          <p:nvPr/>
        </p:nvSpPr>
        <p:spPr bwMode="auto">
          <a:xfrm>
            <a:off x="2711450" y="3157538"/>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1" name="Line 17"/>
          <p:cNvSpPr>
            <a:spLocks noChangeShapeType="1"/>
          </p:cNvSpPr>
          <p:nvPr/>
        </p:nvSpPr>
        <p:spPr bwMode="auto">
          <a:xfrm>
            <a:off x="2711450" y="3579813"/>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2" name="Line 18"/>
          <p:cNvSpPr>
            <a:spLocks noChangeShapeType="1"/>
          </p:cNvSpPr>
          <p:nvPr/>
        </p:nvSpPr>
        <p:spPr bwMode="auto">
          <a:xfrm>
            <a:off x="2711450" y="4003675"/>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3" name="Line 19"/>
          <p:cNvSpPr>
            <a:spLocks noChangeShapeType="1"/>
          </p:cNvSpPr>
          <p:nvPr/>
        </p:nvSpPr>
        <p:spPr bwMode="auto">
          <a:xfrm>
            <a:off x="2711450" y="4425950"/>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4" name="Rectangle 20"/>
          <p:cNvSpPr>
            <a:spLocks noChangeArrowheads="1"/>
          </p:cNvSpPr>
          <p:nvPr/>
        </p:nvSpPr>
        <p:spPr bwMode="auto">
          <a:xfrm>
            <a:off x="2936875" y="3438525"/>
            <a:ext cx="6850063" cy="1128713"/>
          </a:xfrm>
          <a:prstGeom prst="rect">
            <a:avLst/>
          </a:prstGeom>
          <a:solidFill>
            <a:srgbClr val="FFFF9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308245" name="Rectangle 21"/>
          <p:cNvSpPr>
            <a:spLocks noChangeArrowheads="1"/>
          </p:cNvSpPr>
          <p:nvPr/>
        </p:nvSpPr>
        <p:spPr bwMode="auto">
          <a:xfrm>
            <a:off x="2936875" y="1744663"/>
            <a:ext cx="6850063" cy="1130300"/>
          </a:xfrm>
          <a:prstGeom prst="rect">
            <a:avLst/>
          </a:prstGeom>
          <a:solidFill>
            <a:srgbClr val="FFFF9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308246" name="Rectangle 22"/>
          <p:cNvSpPr>
            <a:spLocks noChangeArrowheads="1"/>
          </p:cNvSpPr>
          <p:nvPr/>
        </p:nvSpPr>
        <p:spPr bwMode="auto">
          <a:xfrm>
            <a:off x="5559425" y="3651250"/>
            <a:ext cx="18430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目   的   地   址</a:t>
            </a:r>
          </a:p>
        </p:txBody>
      </p:sp>
      <p:sp>
        <p:nvSpPr>
          <p:cNvPr id="308247" name="Rectangle 23"/>
          <p:cNvSpPr>
            <a:spLocks noChangeArrowheads="1"/>
          </p:cNvSpPr>
          <p:nvPr/>
        </p:nvSpPr>
        <p:spPr bwMode="auto">
          <a:xfrm>
            <a:off x="5753100" y="1957388"/>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源   地   址</a:t>
            </a:r>
          </a:p>
        </p:txBody>
      </p:sp>
      <p:sp>
        <p:nvSpPr>
          <p:cNvPr id="308248" name="Line 24"/>
          <p:cNvSpPr>
            <a:spLocks noChangeShapeType="1"/>
          </p:cNvSpPr>
          <p:nvPr/>
        </p:nvSpPr>
        <p:spPr bwMode="auto">
          <a:xfrm>
            <a:off x="8188325" y="1041400"/>
            <a:ext cx="0" cy="4222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9" name="Rectangle 25"/>
          <p:cNvSpPr>
            <a:spLocks noChangeArrowheads="1"/>
          </p:cNvSpPr>
          <p:nvPr/>
        </p:nvSpPr>
        <p:spPr bwMode="auto">
          <a:xfrm>
            <a:off x="6499225" y="1074738"/>
            <a:ext cx="175529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下 一 个 首 部</a:t>
            </a:r>
          </a:p>
        </p:txBody>
      </p:sp>
      <p:sp>
        <p:nvSpPr>
          <p:cNvPr id="308250" name="Rectangle 26"/>
          <p:cNvSpPr>
            <a:spLocks noChangeArrowheads="1"/>
          </p:cNvSpPr>
          <p:nvPr/>
        </p:nvSpPr>
        <p:spPr bwMode="auto">
          <a:xfrm>
            <a:off x="6697663" y="676275"/>
            <a:ext cx="1657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流     标     号</a:t>
            </a:r>
          </a:p>
        </p:txBody>
      </p:sp>
      <p:sp>
        <p:nvSpPr>
          <p:cNvPr id="308251" name="Rectangle 27"/>
          <p:cNvSpPr>
            <a:spLocks noChangeArrowheads="1"/>
          </p:cNvSpPr>
          <p:nvPr/>
        </p:nvSpPr>
        <p:spPr bwMode="auto">
          <a:xfrm>
            <a:off x="5297488" y="271463"/>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12</a:t>
            </a:r>
          </a:p>
        </p:txBody>
      </p:sp>
      <p:sp>
        <p:nvSpPr>
          <p:cNvPr id="308252" name="Rectangle 28"/>
          <p:cNvSpPr>
            <a:spLocks noChangeArrowheads="1"/>
          </p:cNvSpPr>
          <p:nvPr/>
        </p:nvSpPr>
        <p:spPr bwMode="auto">
          <a:xfrm>
            <a:off x="3886200" y="676275"/>
            <a:ext cx="1420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通 信 量 类</a:t>
            </a:r>
          </a:p>
        </p:txBody>
      </p:sp>
      <p:sp>
        <p:nvSpPr>
          <p:cNvPr id="308253" name="Rectangle 29"/>
          <p:cNvSpPr>
            <a:spLocks noChangeArrowheads="1"/>
          </p:cNvSpPr>
          <p:nvPr/>
        </p:nvSpPr>
        <p:spPr bwMode="auto">
          <a:xfrm>
            <a:off x="5730875" y="2292350"/>
            <a:ext cx="14509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a:t>
            </a:r>
            <a:r>
              <a:rPr kumimoji="1" lang="en-US" altLang="zh-CN" sz="2000" b="1">
                <a:solidFill>
                  <a:srgbClr val="333399"/>
                </a:solidFill>
                <a:ea typeface="黑体" pitchFamily="2" charset="-122"/>
              </a:rPr>
              <a:t>128 </a:t>
            </a:r>
            <a:r>
              <a:rPr kumimoji="1" lang="zh-CN" altLang="en-US" sz="2000" b="1">
                <a:solidFill>
                  <a:srgbClr val="333399"/>
                </a:solidFill>
                <a:ea typeface="黑体" pitchFamily="2" charset="-122"/>
              </a:rPr>
              <a:t>位）</a:t>
            </a:r>
          </a:p>
        </p:txBody>
      </p:sp>
      <p:sp>
        <p:nvSpPr>
          <p:cNvPr id="308254" name="Rectangle 30"/>
          <p:cNvSpPr>
            <a:spLocks noChangeArrowheads="1"/>
          </p:cNvSpPr>
          <p:nvPr/>
        </p:nvSpPr>
        <p:spPr bwMode="auto">
          <a:xfrm>
            <a:off x="5748338" y="3922713"/>
            <a:ext cx="14509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a:t>
            </a:r>
            <a:r>
              <a:rPr kumimoji="1" lang="en-US" altLang="zh-CN" sz="2000" b="1">
                <a:solidFill>
                  <a:srgbClr val="333399"/>
                </a:solidFill>
                <a:ea typeface="黑体" pitchFamily="2" charset="-122"/>
              </a:rPr>
              <a:t>128 </a:t>
            </a:r>
            <a:r>
              <a:rPr kumimoji="1" lang="zh-CN" altLang="en-US" sz="2000" b="1">
                <a:solidFill>
                  <a:srgbClr val="333399"/>
                </a:solidFill>
                <a:ea typeface="黑体" pitchFamily="2" charset="-122"/>
              </a:rPr>
              <a:t>位）</a:t>
            </a:r>
          </a:p>
        </p:txBody>
      </p:sp>
      <p:sp>
        <p:nvSpPr>
          <p:cNvPr id="308255" name="Rectangle 31"/>
          <p:cNvSpPr>
            <a:spLocks noChangeArrowheads="1"/>
          </p:cNvSpPr>
          <p:nvPr/>
        </p:nvSpPr>
        <p:spPr bwMode="auto">
          <a:xfrm>
            <a:off x="3425825" y="1066800"/>
            <a:ext cx="24365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有  效  载  荷  长  度</a:t>
            </a:r>
          </a:p>
        </p:txBody>
      </p:sp>
      <p:sp>
        <p:nvSpPr>
          <p:cNvPr id="308256" name="Rectangle 32"/>
          <p:cNvSpPr>
            <a:spLocks noChangeArrowheads="1"/>
          </p:cNvSpPr>
          <p:nvPr/>
        </p:nvSpPr>
        <p:spPr bwMode="auto">
          <a:xfrm>
            <a:off x="8472488" y="1085850"/>
            <a:ext cx="14208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跳 数 限 制</a:t>
            </a:r>
          </a:p>
        </p:txBody>
      </p:sp>
      <p:sp>
        <p:nvSpPr>
          <p:cNvPr id="308257" name="Line 33"/>
          <p:cNvSpPr>
            <a:spLocks noChangeShapeType="1"/>
          </p:cNvSpPr>
          <p:nvPr/>
        </p:nvSpPr>
        <p:spPr bwMode="auto">
          <a:xfrm>
            <a:off x="5435600" y="660400"/>
            <a:ext cx="6350" cy="382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58" name="Rectangle 34"/>
          <p:cNvSpPr>
            <a:spLocks noChangeArrowheads="1"/>
          </p:cNvSpPr>
          <p:nvPr/>
        </p:nvSpPr>
        <p:spPr bwMode="auto">
          <a:xfrm>
            <a:off x="8083550" y="271463"/>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24</a:t>
            </a:r>
          </a:p>
        </p:txBody>
      </p:sp>
      <p:sp>
        <p:nvSpPr>
          <p:cNvPr id="308259" name="AutoShape 35"/>
          <p:cNvSpPr>
            <a:spLocks/>
          </p:cNvSpPr>
          <p:nvPr/>
        </p:nvSpPr>
        <p:spPr bwMode="auto">
          <a:xfrm>
            <a:off x="2405063" y="693738"/>
            <a:ext cx="228600" cy="4162425"/>
          </a:xfrm>
          <a:prstGeom prst="leftBrace">
            <a:avLst>
              <a:gd name="adj1" fmla="val 151736"/>
              <a:gd name="adj2" fmla="val 50000"/>
            </a:avLst>
          </a:prstGeom>
          <a:noFill/>
          <a:ln w="12700">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308260" name="Rectangle 36"/>
          <p:cNvSpPr>
            <a:spLocks noChangeArrowheads="1"/>
          </p:cNvSpPr>
          <p:nvPr/>
        </p:nvSpPr>
        <p:spPr bwMode="auto">
          <a:xfrm>
            <a:off x="909682" y="2149936"/>
            <a:ext cx="1452322" cy="1567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r>
              <a:rPr kumimoji="1" lang="en-US" altLang="zh-CN" sz="2400" b="1" dirty="0" smtClean="0">
                <a:solidFill>
                  <a:srgbClr val="333399"/>
                </a:solidFill>
                <a:ea typeface="黑体" pitchFamily="2" charset="-122"/>
              </a:rPr>
              <a:t>IPv6 </a:t>
            </a:r>
            <a:r>
              <a:rPr kumimoji="1" lang="zh-CN" altLang="en-US" sz="2400" b="1" dirty="0" smtClean="0">
                <a:solidFill>
                  <a:srgbClr val="333399"/>
                </a:solidFill>
                <a:ea typeface="黑体" pitchFamily="2" charset="-122"/>
              </a:rPr>
              <a:t>的</a:t>
            </a:r>
            <a:endParaRPr kumimoji="1" lang="zh-CN" altLang="en-US" sz="2400" b="1" dirty="0">
              <a:solidFill>
                <a:srgbClr val="333399"/>
              </a:solidFill>
              <a:ea typeface="黑体" pitchFamily="2" charset="-122"/>
            </a:endParaRPr>
          </a:p>
          <a:p>
            <a:pPr algn="ctr" defTabSz="762000"/>
            <a:r>
              <a:rPr kumimoji="1" lang="zh-CN" altLang="en-US" sz="2400" b="1" dirty="0" smtClean="0">
                <a:solidFill>
                  <a:srgbClr val="333399"/>
                </a:solidFill>
                <a:ea typeface="黑体" pitchFamily="2" charset="-122"/>
              </a:rPr>
              <a:t>基本首部</a:t>
            </a:r>
            <a:endParaRPr kumimoji="1" lang="zh-CN" altLang="en-US" sz="2400" b="1" dirty="0">
              <a:solidFill>
                <a:srgbClr val="333399"/>
              </a:solidFill>
              <a:ea typeface="黑体" pitchFamily="2" charset="-122"/>
            </a:endParaRPr>
          </a:p>
          <a:p>
            <a:pPr algn="ctr" defTabSz="762000"/>
            <a:r>
              <a:rPr kumimoji="1" lang="zh-CN" altLang="en-US" sz="2400" b="1" dirty="0" smtClean="0">
                <a:solidFill>
                  <a:srgbClr val="333399"/>
                </a:solidFill>
                <a:ea typeface="黑体" pitchFamily="2" charset="-122"/>
              </a:rPr>
              <a:t>（</a:t>
            </a:r>
            <a:r>
              <a:rPr kumimoji="1" lang="en-US" altLang="zh-CN" sz="2400" b="1" dirty="0" smtClean="0">
                <a:solidFill>
                  <a:srgbClr val="333399"/>
                </a:solidFill>
                <a:ea typeface="黑体" pitchFamily="2" charset="-122"/>
              </a:rPr>
              <a:t>40 B</a:t>
            </a:r>
            <a:r>
              <a:rPr kumimoji="1" lang="zh-CN" altLang="en-US" sz="2400" b="1" dirty="0" smtClean="0">
                <a:solidFill>
                  <a:srgbClr val="333399"/>
                </a:solidFill>
                <a:ea typeface="黑体" pitchFamily="2" charset="-122"/>
              </a:rPr>
              <a:t>）</a:t>
            </a:r>
            <a:endParaRPr kumimoji="1" lang="en-US" altLang="zh-CN" sz="2400" b="1" dirty="0">
              <a:solidFill>
                <a:srgbClr val="333399"/>
              </a:solidFill>
              <a:ea typeface="黑体" pitchFamily="2" charset="-122"/>
            </a:endParaRPr>
          </a:p>
          <a:p>
            <a:pPr algn="ctr" defTabSz="762000"/>
            <a:endParaRPr kumimoji="1" lang="en-US" altLang="zh-CN" sz="2400" b="1" dirty="0">
              <a:solidFill>
                <a:srgbClr val="333399"/>
              </a:solidFill>
              <a:ea typeface="黑体" pitchFamily="2" charset="-122"/>
            </a:endParaRPr>
          </a:p>
        </p:txBody>
      </p:sp>
      <p:sp>
        <p:nvSpPr>
          <p:cNvPr id="637989" name="Rectangle 37"/>
          <p:cNvSpPr>
            <a:spLocks noChangeArrowheads="1"/>
          </p:cNvSpPr>
          <p:nvPr/>
        </p:nvSpPr>
        <p:spPr bwMode="auto">
          <a:xfrm>
            <a:off x="2709995" y="1476466"/>
            <a:ext cx="7289668" cy="1681072"/>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308262" name="Text Box 38"/>
          <p:cNvSpPr txBox="1">
            <a:spLocks noChangeArrowheads="1"/>
          </p:cNvSpPr>
          <p:nvPr/>
        </p:nvSpPr>
        <p:spPr bwMode="auto">
          <a:xfrm>
            <a:off x="2424113" y="5102225"/>
            <a:ext cx="7724775" cy="99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lnSpc>
                <a:spcPct val="105000"/>
              </a:lnSpc>
            </a:pPr>
            <a:r>
              <a:rPr lang="zh-CN" altLang="en-US" sz="2800" b="1" dirty="0">
                <a:solidFill>
                  <a:srgbClr val="333399"/>
                </a:solidFill>
                <a:latin typeface="Arial" charset="0"/>
                <a:ea typeface="黑体" pitchFamily="2" charset="-122"/>
              </a:rPr>
              <a:t>源地址</a:t>
            </a:r>
            <a:r>
              <a:rPr lang="en-US" altLang="zh-CN" sz="2800" b="1" dirty="0" smtClean="0">
                <a:solidFill>
                  <a:srgbClr val="333399"/>
                </a:solidFill>
                <a:latin typeface="Arial" charset="0"/>
                <a:ea typeface="黑体" pitchFamily="2" charset="-122"/>
              </a:rPr>
              <a:t>——</a:t>
            </a:r>
            <a:r>
              <a:rPr lang="zh-CN" altLang="en-US" sz="2800" b="1" dirty="0" smtClean="0">
                <a:solidFill>
                  <a:srgbClr val="333399"/>
                </a:solidFill>
                <a:latin typeface="Arial" charset="0"/>
                <a:ea typeface="黑体" pitchFamily="2" charset="-122"/>
              </a:rPr>
              <a:t>占</a:t>
            </a:r>
            <a:r>
              <a:rPr lang="en-US" altLang="zh-CN" sz="2800" b="1" dirty="0" smtClean="0">
                <a:solidFill>
                  <a:srgbClr val="333399"/>
                </a:solidFill>
                <a:latin typeface="Arial" charset="0"/>
                <a:ea typeface="黑体" pitchFamily="2" charset="-122"/>
              </a:rPr>
              <a:t> </a:t>
            </a:r>
            <a:r>
              <a:rPr lang="en-US" altLang="zh-CN" sz="2800" b="1" dirty="0">
                <a:solidFill>
                  <a:srgbClr val="333399"/>
                </a:solidFill>
                <a:latin typeface="Arial" charset="0"/>
                <a:ea typeface="黑体" pitchFamily="2" charset="-122"/>
              </a:rPr>
              <a:t>128 </a:t>
            </a:r>
            <a:r>
              <a:rPr lang="zh-CN" altLang="en-US" sz="2800" b="1" dirty="0" smtClean="0">
                <a:solidFill>
                  <a:srgbClr val="333399"/>
                </a:solidFill>
                <a:latin typeface="Arial" charset="0"/>
                <a:ea typeface="黑体" pitchFamily="2" charset="-122"/>
              </a:rPr>
              <a:t>位，是</a:t>
            </a:r>
            <a:r>
              <a:rPr lang="zh-CN" altLang="en-US" sz="2800" b="1" dirty="0">
                <a:solidFill>
                  <a:srgbClr val="333399"/>
                </a:solidFill>
                <a:latin typeface="Arial" charset="0"/>
                <a:ea typeface="黑体" pitchFamily="2" charset="-122"/>
              </a:rPr>
              <a:t>数据报的发送端的 </a:t>
            </a:r>
            <a:r>
              <a:rPr lang="en-US" altLang="zh-CN" sz="2800" b="1" dirty="0">
                <a:solidFill>
                  <a:srgbClr val="333399"/>
                </a:solidFill>
                <a:latin typeface="Arial" charset="0"/>
                <a:ea typeface="黑体" pitchFamily="2" charset="-122"/>
              </a:rPr>
              <a:t>IP </a:t>
            </a:r>
            <a:r>
              <a:rPr lang="zh-CN" altLang="en-US" sz="2800" b="1" dirty="0">
                <a:solidFill>
                  <a:srgbClr val="333399"/>
                </a:solidFill>
                <a:latin typeface="Arial" charset="0"/>
                <a:ea typeface="黑体" pitchFamily="2" charset="-122"/>
              </a:rPr>
              <a:t>地址。 </a:t>
            </a:r>
          </a:p>
        </p:txBody>
      </p:sp>
    </p:spTree>
    <p:extLst>
      <p:ext uri="{BB962C8B-B14F-4D97-AF65-F5344CB8AC3E}">
        <p14:creationId xmlns:p14="http://schemas.microsoft.com/office/powerpoint/2010/main" val="340041693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637989"/>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63798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7989" grpId="0" animBg="1"/>
      <p:bldP spid="637989" grpId="1" animBg="1"/>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p:cNvSpPr>
            <a:spLocks noChangeArrowheads="1"/>
          </p:cNvSpPr>
          <p:nvPr/>
        </p:nvSpPr>
        <p:spPr bwMode="auto">
          <a:xfrm>
            <a:off x="2709863" y="660400"/>
            <a:ext cx="7289800" cy="4208463"/>
          </a:xfrm>
          <a:prstGeom prst="rect">
            <a:avLst/>
          </a:prstGeom>
          <a:solidFill>
            <a:srgbClr val="FFFF99"/>
          </a:solidFill>
          <a:ln w="28575">
            <a:solidFill>
              <a:srgbClr val="0000CC"/>
            </a:solidFill>
            <a:miter lim="800000"/>
            <a:headEnd/>
            <a:tailEnd/>
          </a:ln>
          <a:effectLst>
            <a:outerShdw dist="35921" dir="2700000" algn="ctr" rotWithShape="0">
              <a:schemeClr val="bg2"/>
            </a:outerShdw>
          </a:effectLst>
        </p:spPr>
        <p:txBody>
          <a:bodyPr wrap="none" anchor="ctr"/>
          <a:lstStyle/>
          <a:p>
            <a:pPr eaLnBrk="1" hangingPunct="1"/>
            <a:endParaRPr lang="zh-CN" altLang="en-US" sz="2800" b="1">
              <a:latin typeface="Tahoma" pitchFamily="34" charset="0"/>
              <a:ea typeface="黑体" pitchFamily="2" charset="-122"/>
            </a:endParaRPr>
          </a:p>
        </p:txBody>
      </p:sp>
      <p:sp>
        <p:nvSpPr>
          <p:cNvPr id="308227" name="Line 3"/>
          <p:cNvSpPr>
            <a:spLocks noChangeShapeType="1"/>
          </p:cNvSpPr>
          <p:nvPr/>
        </p:nvSpPr>
        <p:spPr bwMode="auto">
          <a:xfrm>
            <a:off x="2717800" y="1041400"/>
            <a:ext cx="73025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28" name="Line 4"/>
          <p:cNvSpPr>
            <a:spLocks noChangeShapeType="1"/>
          </p:cNvSpPr>
          <p:nvPr/>
        </p:nvSpPr>
        <p:spPr bwMode="auto">
          <a:xfrm>
            <a:off x="3617913" y="661988"/>
            <a:ext cx="0" cy="381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29" name="Line 5"/>
          <p:cNvSpPr>
            <a:spLocks noChangeShapeType="1"/>
          </p:cNvSpPr>
          <p:nvPr/>
        </p:nvSpPr>
        <p:spPr bwMode="auto">
          <a:xfrm>
            <a:off x="6357938" y="1041400"/>
            <a:ext cx="0" cy="4222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30" name="Rectangle 6"/>
          <p:cNvSpPr>
            <a:spLocks noChangeArrowheads="1"/>
          </p:cNvSpPr>
          <p:nvPr/>
        </p:nvSpPr>
        <p:spPr bwMode="auto">
          <a:xfrm>
            <a:off x="2633663" y="271463"/>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0</a:t>
            </a:r>
          </a:p>
        </p:txBody>
      </p:sp>
      <p:sp>
        <p:nvSpPr>
          <p:cNvPr id="308231" name="Rectangle 7"/>
          <p:cNvSpPr>
            <a:spLocks noChangeArrowheads="1"/>
          </p:cNvSpPr>
          <p:nvPr/>
        </p:nvSpPr>
        <p:spPr bwMode="auto">
          <a:xfrm>
            <a:off x="3536950" y="271463"/>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4</a:t>
            </a:r>
          </a:p>
        </p:txBody>
      </p:sp>
      <p:sp>
        <p:nvSpPr>
          <p:cNvPr id="308232" name="Rectangle 8"/>
          <p:cNvSpPr>
            <a:spLocks noChangeArrowheads="1"/>
          </p:cNvSpPr>
          <p:nvPr/>
        </p:nvSpPr>
        <p:spPr bwMode="auto">
          <a:xfrm>
            <a:off x="6267450" y="271463"/>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16</a:t>
            </a:r>
          </a:p>
        </p:txBody>
      </p:sp>
      <p:sp>
        <p:nvSpPr>
          <p:cNvPr id="308233" name="Rectangle 9"/>
          <p:cNvSpPr>
            <a:spLocks noChangeArrowheads="1"/>
          </p:cNvSpPr>
          <p:nvPr/>
        </p:nvSpPr>
        <p:spPr bwMode="auto">
          <a:xfrm>
            <a:off x="9664700" y="271463"/>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31</a:t>
            </a:r>
          </a:p>
        </p:txBody>
      </p:sp>
      <p:sp>
        <p:nvSpPr>
          <p:cNvPr id="308234" name="Rectangle 10"/>
          <p:cNvSpPr>
            <a:spLocks noChangeArrowheads="1"/>
          </p:cNvSpPr>
          <p:nvPr/>
        </p:nvSpPr>
        <p:spPr bwMode="auto">
          <a:xfrm>
            <a:off x="2809484" y="676275"/>
            <a:ext cx="766236"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版 本</a:t>
            </a:r>
          </a:p>
        </p:txBody>
      </p:sp>
      <p:sp>
        <p:nvSpPr>
          <p:cNvPr id="308235" name="Rectangle 11"/>
          <p:cNvSpPr>
            <a:spLocks noChangeArrowheads="1"/>
          </p:cNvSpPr>
          <p:nvPr/>
        </p:nvSpPr>
        <p:spPr bwMode="auto">
          <a:xfrm>
            <a:off x="2016125" y="271463"/>
            <a:ext cx="439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位</a:t>
            </a:r>
          </a:p>
        </p:txBody>
      </p:sp>
      <p:sp>
        <p:nvSpPr>
          <p:cNvPr id="308236" name="Line 12"/>
          <p:cNvSpPr>
            <a:spLocks noChangeShapeType="1"/>
          </p:cNvSpPr>
          <p:nvPr/>
        </p:nvSpPr>
        <p:spPr bwMode="auto">
          <a:xfrm>
            <a:off x="2709863" y="1463675"/>
            <a:ext cx="73025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37" name="Line 13"/>
          <p:cNvSpPr>
            <a:spLocks noChangeShapeType="1"/>
          </p:cNvSpPr>
          <p:nvPr/>
        </p:nvSpPr>
        <p:spPr bwMode="auto">
          <a:xfrm>
            <a:off x="2711450" y="1885950"/>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38" name="Line 14"/>
          <p:cNvSpPr>
            <a:spLocks noChangeShapeType="1"/>
          </p:cNvSpPr>
          <p:nvPr/>
        </p:nvSpPr>
        <p:spPr bwMode="auto">
          <a:xfrm>
            <a:off x="2711450" y="2309813"/>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39" name="Line 15"/>
          <p:cNvSpPr>
            <a:spLocks noChangeShapeType="1"/>
          </p:cNvSpPr>
          <p:nvPr/>
        </p:nvSpPr>
        <p:spPr bwMode="auto">
          <a:xfrm>
            <a:off x="2711450" y="2733675"/>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0" name="Line 16"/>
          <p:cNvSpPr>
            <a:spLocks noChangeShapeType="1"/>
          </p:cNvSpPr>
          <p:nvPr/>
        </p:nvSpPr>
        <p:spPr bwMode="auto">
          <a:xfrm>
            <a:off x="2711450" y="3157538"/>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1" name="Line 17"/>
          <p:cNvSpPr>
            <a:spLocks noChangeShapeType="1"/>
          </p:cNvSpPr>
          <p:nvPr/>
        </p:nvSpPr>
        <p:spPr bwMode="auto">
          <a:xfrm>
            <a:off x="2711450" y="3579813"/>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2" name="Line 18"/>
          <p:cNvSpPr>
            <a:spLocks noChangeShapeType="1"/>
          </p:cNvSpPr>
          <p:nvPr/>
        </p:nvSpPr>
        <p:spPr bwMode="auto">
          <a:xfrm>
            <a:off x="2711450" y="4003675"/>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3" name="Line 19"/>
          <p:cNvSpPr>
            <a:spLocks noChangeShapeType="1"/>
          </p:cNvSpPr>
          <p:nvPr/>
        </p:nvSpPr>
        <p:spPr bwMode="auto">
          <a:xfrm>
            <a:off x="2711450" y="4425950"/>
            <a:ext cx="73040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4" name="Rectangle 20"/>
          <p:cNvSpPr>
            <a:spLocks noChangeArrowheads="1"/>
          </p:cNvSpPr>
          <p:nvPr/>
        </p:nvSpPr>
        <p:spPr bwMode="auto">
          <a:xfrm>
            <a:off x="2936875" y="3438525"/>
            <a:ext cx="6850063" cy="1128713"/>
          </a:xfrm>
          <a:prstGeom prst="rect">
            <a:avLst/>
          </a:prstGeom>
          <a:solidFill>
            <a:srgbClr val="FFFF9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308245" name="Rectangle 21"/>
          <p:cNvSpPr>
            <a:spLocks noChangeArrowheads="1"/>
          </p:cNvSpPr>
          <p:nvPr/>
        </p:nvSpPr>
        <p:spPr bwMode="auto">
          <a:xfrm>
            <a:off x="2936875" y="1744663"/>
            <a:ext cx="6850063" cy="1130300"/>
          </a:xfrm>
          <a:prstGeom prst="rect">
            <a:avLst/>
          </a:prstGeom>
          <a:solidFill>
            <a:srgbClr val="FFFF9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308246" name="Rectangle 22"/>
          <p:cNvSpPr>
            <a:spLocks noChangeArrowheads="1"/>
          </p:cNvSpPr>
          <p:nvPr/>
        </p:nvSpPr>
        <p:spPr bwMode="auto">
          <a:xfrm>
            <a:off x="5559425" y="3651250"/>
            <a:ext cx="18430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目   的   地   址</a:t>
            </a:r>
          </a:p>
        </p:txBody>
      </p:sp>
      <p:sp>
        <p:nvSpPr>
          <p:cNvPr id="308247" name="Rectangle 23"/>
          <p:cNvSpPr>
            <a:spLocks noChangeArrowheads="1"/>
          </p:cNvSpPr>
          <p:nvPr/>
        </p:nvSpPr>
        <p:spPr bwMode="auto">
          <a:xfrm>
            <a:off x="5753100" y="1957388"/>
            <a:ext cx="1374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源   地   址</a:t>
            </a:r>
          </a:p>
        </p:txBody>
      </p:sp>
      <p:sp>
        <p:nvSpPr>
          <p:cNvPr id="308248" name="Line 24"/>
          <p:cNvSpPr>
            <a:spLocks noChangeShapeType="1"/>
          </p:cNvSpPr>
          <p:nvPr/>
        </p:nvSpPr>
        <p:spPr bwMode="auto">
          <a:xfrm>
            <a:off x="8188325" y="1041400"/>
            <a:ext cx="0" cy="4222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49" name="Rectangle 25"/>
          <p:cNvSpPr>
            <a:spLocks noChangeArrowheads="1"/>
          </p:cNvSpPr>
          <p:nvPr/>
        </p:nvSpPr>
        <p:spPr bwMode="auto">
          <a:xfrm>
            <a:off x="6499225" y="1074738"/>
            <a:ext cx="175529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下 一 个 首 部</a:t>
            </a:r>
          </a:p>
        </p:txBody>
      </p:sp>
      <p:sp>
        <p:nvSpPr>
          <p:cNvPr id="308250" name="Rectangle 26"/>
          <p:cNvSpPr>
            <a:spLocks noChangeArrowheads="1"/>
          </p:cNvSpPr>
          <p:nvPr/>
        </p:nvSpPr>
        <p:spPr bwMode="auto">
          <a:xfrm>
            <a:off x="6697663" y="676275"/>
            <a:ext cx="1657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流     标     号</a:t>
            </a:r>
          </a:p>
        </p:txBody>
      </p:sp>
      <p:sp>
        <p:nvSpPr>
          <p:cNvPr id="308251" name="Rectangle 27"/>
          <p:cNvSpPr>
            <a:spLocks noChangeArrowheads="1"/>
          </p:cNvSpPr>
          <p:nvPr/>
        </p:nvSpPr>
        <p:spPr bwMode="auto">
          <a:xfrm>
            <a:off x="5297488" y="271463"/>
            <a:ext cx="468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12</a:t>
            </a:r>
          </a:p>
        </p:txBody>
      </p:sp>
      <p:sp>
        <p:nvSpPr>
          <p:cNvPr id="308252" name="Rectangle 28"/>
          <p:cNvSpPr>
            <a:spLocks noChangeArrowheads="1"/>
          </p:cNvSpPr>
          <p:nvPr/>
        </p:nvSpPr>
        <p:spPr bwMode="auto">
          <a:xfrm>
            <a:off x="3886200" y="676275"/>
            <a:ext cx="1420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dirty="0">
                <a:solidFill>
                  <a:srgbClr val="333399"/>
                </a:solidFill>
                <a:ea typeface="黑体" pitchFamily="2" charset="-122"/>
              </a:rPr>
              <a:t>通 信 量 类</a:t>
            </a:r>
          </a:p>
        </p:txBody>
      </p:sp>
      <p:sp>
        <p:nvSpPr>
          <p:cNvPr id="308253" name="Rectangle 29"/>
          <p:cNvSpPr>
            <a:spLocks noChangeArrowheads="1"/>
          </p:cNvSpPr>
          <p:nvPr/>
        </p:nvSpPr>
        <p:spPr bwMode="auto">
          <a:xfrm>
            <a:off x="5730875" y="2292350"/>
            <a:ext cx="14509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a:t>
            </a:r>
            <a:r>
              <a:rPr kumimoji="1" lang="en-US" altLang="zh-CN" sz="2000" b="1">
                <a:solidFill>
                  <a:srgbClr val="333399"/>
                </a:solidFill>
                <a:ea typeface="黑体" pitchFamily="2" charset="-122"/>
              </a:rPr>
              <a:t>128 </a:t>
            </a:r>
            <a:r>
              <a:rPr kumimoji="1" lang="zh-CN" altLang="en-US" sz="2000" b="1">
                <a:solidFill>
                  <a:srgbClr val="333399"/>
                </a:solidFill>
                <a:ea typeface="黑体" pitchFamily="2" charset="-122"/>
              </a:rPr>
              <a:t>位）</a:t>
            </a:r>
          </a:p>
        </p:txBody>
      </p:sp>
      <p:sp>
        <p:nvSpPr>
          <p:cNvPr id="308254" name="Rectangle 30"/>
          <p:cNvSpPr>
            <a:spLocks noChangeArrowheads="1"/>
          </p:cNvSpPr>
          <p:nvPr/>
        </p:nvSpPr>
        <p:spPr bwMode="auto">
          <a:xfrm>
            <a:off x="5748338" y="3922713"/>
            <a:ext cx="14509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a:t>
            </a:r>
            <a:r>
              <a:rPr kumimoji="1" lang="en-US" altLang="zh-CN" sz="2000" b="1">
                <a:solidFill>
                  <a:srgbClr val="333399"/>
                </a:solidFill>
                <a:ea typeface="黑体" pitchFamily="2" charset="-122"/>
              </a:rPr>
              <a:t>128 </a:t>
            </a:r>
            <a:r>
              <a:rPr kumimoji="1" lang="zh-CN" altLang="en-US" sz="2000" b="1">
                <a:solidFill>
                  <a:srgbClr val="333399"/>
                </a:solidFill>
                <a:ea typeface="黑体" pitchFamily="2" charset="-122"/>
              </a:rPr>
              <a:t>位）</a:t>
            </a:r>
          </a:p>
        </p:txBody>
      </p:sp>
      <p:sp>
        <p:nvSpPr>
          <p:cNvPr id="308255" name="Rectangle 31"/>
          <p:cNvSpPr>
            <a:spLocks noChangeArrowheads="1"/>
          </p:cNvSpPr>
          <p:nvPr/>
        </p:nvSpPr>
        <p:spPr bwMode="auto">
          <a:xfrm>
            <a:off x="3425825" y="1066800"/>
            <a:ext cx="24365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有  效  载  荷  长  度</a:t>
            </a:r>
          </a:p>
        </p:txBody>
      </p:sp>
      <p:sp>
        <p:nvSpPr>
          <p:cNvPr id="308256" name="Rectangle 32"/>
          <p:cNvSpPr>
            <a:spLocks noChangeArrowheads="1"/>
          </p:cNvSpPr>
          <p:nvPr/>
        </p:nvSpPr>
        <p:spPr bwMode="auto">
          <a:xfrm>
            <a:off x="8472488" y="1085850"/>
            <a:ext cx="14208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zh-CN" altLang="en-US" sz="2000" b="1">
                <a:solidFill>
                  <a:srgbClr val="333399"/>
                </a:solidFill>
                <a:ea typeface="黑体" pitchFamily="2" charset="-122"/>
              </a:rPr>
              <a:t>跳 数 限 制</a:t>
            </a:r>
          </a:p>
        </p:txBody>
      </p:sp>
      <p:sp>
        <p:nvSpPr>
          <p:cNvPr id="308257" name="Line 33"/>
          <p:cNvSpPr>
            <a:spLocks noChangeShapeType="1"/>
          </p:cNvSpPr>
          <p:nvPr/>
        </p:nvSpPr>
        <p:spPr bwMode="auto">
          <a:xfrm>
            <a:off x="5435600" y="660400"/>
            <a:ext cx="6350" cy="3825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08258" name="Rectangle 34"/>
          <p:cNvSpPr>
            <a:spLocks noChangeArrowheads="1"/>
          </p:cNvSpPr>
          <p:nvPr/>
        </p:nvSpPr>
        <p:spPr bwMode="auto">
          <a:xfrm>
            <a:off x="8083550" y="271463"/>
            <a:ext cx="468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a:r>
              <a:rPr kumimoji="1" lang="en-US" altLang="zh-CN" sz="2000" b="1">
                <a:solidFill>
                  <a:srgbClr val="333399"/>
                </a:solidFill>
                <a:ea typeface="黑体" pitchFamily="2" charset="-122"/>
              </a:rPr>
              <a:t>24</a:t>
            </a:r>
          </a:p>
        </p:txBody>
      </p:sp>
      <p:sp>
        <p:nvSpPr>
          <p:cNvPr id="308259" name="AutoShape 35"/>
          <p:cNvSpPr>
            <a:spLocks/>
          </p:cNvSpPr>
          <p:nvPr/>
        </p:nvSpPr>
        <p:spPr bwMode="auto">
          <a:xfrm>
            <a:off x="2405063" y="693738"/>
            <a:ext cx="228600" cy="4162425"/>
          </a:xfrm>
          <a:prstGeom prst="leftBrace">
            <a:avLst>
              <a:gd name="adj1" fmla="val 151736"/>
              <a:gd name="adj2" fmla="val 50000"/>
            </a:avLst>
          </a:prstGeom>
          <a:noFill/>
          <a:ln w="12700">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308260" name="Rectangle 36"/>
          <p:cNvSpPr>
            <a:spLocks noChangeArrowheads="1"/>
          </p:cNvSpPr>
          <p:nvPr/>
        </p:nvSpPr>
        <p:spPr bwMode="auto">
          <a:xfrm>
            <a:off x="909682" y="2149936"/>
            <a:ext cx="1452322" cy="1567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r>
              <a:rPr kumimoji="1" lang="en-US" altLang="zh-CN" sz="2400" b="1" dirty="0" smtClean="0">
                <a:solidFill>
                  <a:srgbClr val="333399"/>
                </a:solidFill>
                <a:ea typeface="黑体" pitchFamily="2" charset="-122"/>
              </a:rPr>
              <a:t>IPv6 </a:t>
            </a:r>
            <a:r>
              <a:rPr kumimoji="1" lang="zh-CN" altLang="en-US" sz="2400" b="1" dirty="0" smtClean="0">
                <a:solidFill>
                  <a:srgbClr val="333399"/>
                </a:solidFill>
                <a:ea typeface="黑体" pitchFamily="2" charset="-122"/>
              </a:rPr>
              <a:t>的</a:t>
            </a:r>
            <a:endParaRPr kumimoji="1" lang="zh-CN" altLang="en-US" sz="2400" b="1" dirty="0">
              <a:solidFill>
                <a:srgbClr val="333399"/>
              </a:solidFill>
              <a:ea typeface="黑体" pitchFamily="2" charset="-122"/>
            </a:endParaRPr>
          </a:p>
          <a:p>
            <a:pPr algn="ctr" defTabSz="762000"/>
            <a:r>
              <a:rPr kumimoji="1" lang="zh-CN" altLang="en-US" sz="2400" b="1" dirty="0" smtClean="0">
                <a:solidFill>
                  <a:srgbClr val="333399"/>
                </a:solidFill>
                <a:ea typeface="黑体" pitchFamily="2" charset="-122"/>
              </a:rPr>
              <a:t>基本首部</a:t>
            </a:r>
            <a:endParaRPr kumimoji="1" lang="zh-CN" altLang="en-US" sz="2400" b="1" dirty="0">
              <a:solidFill>
                <a:srgbClr val="333399"/>
              </a:solidFill>
              <a:ea typeface="黑体" pitchFamily="2" charset="-122"/>
            </a:endParaRPr>
          </a:p>
          <a:p>
            <a:pPr algn="ctr" defTabSz="762000"/>
            <a:r>
              <a:rPr kumimoji="1" lang="zh-CN" altLang="en-US" sz="2400" b="1" dirty="0" smtClean="0">
                <a:solidFill>
                  <a:srgbClr val="333399"/>
                </a:solidFill>
                <a:ea typeface="黑体" pitchFamily="2" charset="-122"/>
              </a:rPr>
              <a:t>（</a:t>
            </a:r>
            <a:r>
              <a:rPr kumimoji="1" lang="en-US" altLang="zh-CN" sz="2400" b="1" dirty="0" smtClean="0">
                <a:solidFill>
                  <a:srgbClr val="333399"/>
                </a:solidFill>
                <a:ea typeface="黑体" pitchFamily="2" charset="-122"/>
              </a:rPr>
              <a:t>40 B</a:t>
            </a:r>
            <a:r>
              <a:rPr kumimoji="1" lang="zh-CN" altLang="en-US" sz="2400" b="1" dirty="0" smtClean="0">
                <a:solidFill>
                  <a:srgbClr val="333399"/>
                </a:solidFill>
                <a:ea typeface="黑体" pitchFamily="2" charset="-122"/>
              </a:rPr>
              <a:t>）</a:t>
            </a:r>
            <a:endParaRPr kumimoji="1" lang="en-US" altLang="zh-CN" sz="2400" b="1" dirty="0">
              <a:solidFill>
                <a:srgbClr val="333399"/>
              </a:solidFill>
              <a:ea typeface="黑体" pitchFamily="2" charset="-122"/>
            </a:endParaRPr>
          </a:p>
          <a:p>
            <a:pPr algn="ctr" defTabSz="762000"/>
            <a:endParaRPr kumimoji="1" lang="en-US" altLang="zh-CN" sz="2400" b="1" dirty="0">
              <a:solidFill>
                <a:srgbClr val="333399"/>
              </a:solidFill>
              <a:ea typeface="黑体" pitchFamily="2" charset="-122"/>
            </a:endParaRPr>
          </a:p>
        </p:txBody>
      </p:sp>
      <p:sp>
        <p:nvSpPr>
          <p:cNvPr id="637989" name="Rectangle 37"/>
          <p:cNvSpPr>
            <a:spLocks noChangeArrowheads="1"/>
          </p:cNvSpPr>
          <p:nvPr/>
        </p:nvSpPr>
        <p:spPr bwMode="auto">
          <a:xfrm>
            <a:off x="2709995" y="3188088"/>
            <a:ext cx="7289668" cy="1681072"/>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800" b="1">
              <a:latin typeface="Tahoma" pitchFamily="34" charset="0"/>
              <a:ea typeface="黑体" pitchFamily="2" charset="-122"/>
            </a:endParaRPr>
          </a:p>
        </p:txBody>
      </p:sp>
      <p:sp>
        <p:nvSpPr>
          <p:cNvPr id="308262" name="Text Box 38"/>
          <p:cNvSpPr txBox="1">
            <a:spLocks noChangeArrowheads="1"/>
          </p:cNvSpPr>
          <p:nvPr/>
        </p:nvSpPr>
        <p:spPr bwMode="auto">
          <a:xfrm>
            <a:off x="2424113" y="5102225"/>
            <a:ext cx="7724775" cy="99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lnSpc>
                <a:spcPct val="105000"/>
              </a:lnSpc>
            </a:pPr>
            <a:r>
              <a:rPr lang="zh-CN" altLang="en-US" sz="2800" b="1" dirty="0" smtClean="0">
                <a:solidFill>
                  <a:srgbClr val="333399"/>
                </a:solidFill>
                <a:latin typeface="Arial" charset="0"/>
                <a:ea typeface="黑体" pitchFamily="2" charset="-122"/>
              </a:rPr>
              <a:t>目的地址</a:t>
            </a:r>
            <a:r>
              <a:rPr lang="en-US" altLang="zh-CN" sz="2800" b="1" dirty="0" smtClean="0">
                <a:solidFill>
                  <a:srgbClr val="333399"/>
                </a:solidFill>
                <a:latin typeface="Arial" charset="0"/>
                <a:ea typeface="黑体" pitchFamily="2" charset="-122"/>
              </a:rPr>
              <a:t>——</a:t>
            </a:r>
            <a:r>
              <a:rPr lang="zh-CN" altLang="en-US" sz="2800" b="1" dirty="0" smtClean="0">
                <a:solidFill>
                  <a:srgbClr val="333399"/>
                </a:solidFill>
                <a:latin typeface="Arial" charset="0"/>
                <a:ea typeface="黑体" pitchFamily="2" charset="-122"/>
              </a:rPr>
              <a:t>占</a:t>
            </a:r>
            <a:r>
              <a:rPr lang="en-US" altLang="zh-CN" sz="2800" b="1" dirty="0" smtClean="0">
                <a:solidFill>
                  <a:srgbClr val="333399"/>
                </a:solidFill>
                <a:latin typeface="Arial" charset="0"/>
                <a:ea typeface="黑体" pitchFamily="2" charset="-122"/>
              </a:rPr>
              <a:t> </a:t>
            </a:r>
            <a:r>
              <a:rPr lang="en-US" altLang="zh-CN" sz="2800" b="1" dirty="0">
                <a:solidFill>
                  <a:srgbClr val="333399"/>
                </a:solidFill>
                <a:latin typeface="Arial" charset="0"/>
                <a:ea typeface="黑体" pitchFamily="2" charset="-122"/>
              </a:rPr>
              <a:t>128 </a:t>
            </a:r>
            <a:r>
              <a:rPr lang="zh-CN" altLang="en-US" sz="2800" b="1" dirty="0" smtClean="0">
                <a:solidFill>
                  <a:srgbClr val="333399"/>
                </a:solidFill>
                <a:latin typeface="Arial" charset="0"/>
                <a:ea typeface="黑体" pitchFamily="2" charset="-122"/>
              </a:rPr>
              <a:t>位，是</a:t>
            </a:r>
            <a:r>
              <a:rPr lang="zh-CN" altLang="en-US" sz="2800" b="1" dirty="0">
                <a:solidFill>
                  <a:srgbClr val="333399"/>
                </a:solidFill>
                <a:latin typeface="Arial" charset="0"/>
                <a:ea typeface="黑体" pitchFamily="2" charset="-122"/>
              </a:rPr>
              <a:t>数据报</a:t>
            </a:r>
            <a:r>
              <a:rPr lang="zh-CN" altLang="en-US" sz="2800" b="1" dirty="0" smtClean="0">
                <a:solidFill>
                  <a:srgbClr val="333399"/>
                </a:solidFill>
                <a:latin typeface="Arial" charset="0"/>
                <a:ea typeface="黑体" pitchFamily="2" charset="-122"/>
              </a:rPr>
              <a:t>的接收端的 </a:t>
            </a:r>
            <a:r>
              <a:rPr lang="en-US" altLang="zh-CN" sz="2800" b="1" dirty="0">
                <a:solidFill>
                  <a:srgbClr val="333399"/>
                </a:solidFill>
                <a:latin typeface="Arial" charset="0"/>
                <a:ea typeface="黑体" pitchFamily="2" charset="-122"/>
              </a:rPr>
              <a:t>IP </a:t>
            </a:r>
            <a:r>
              <a:rPr lang="zh-CN" altLang="en-US" sz="2800" b="1" dirty="0">
                <a:solidFill>
                  <a:srgbClr val="333399"/>
                </a:solidFill>
                <a:latin typeface="Arial" charset="0"/>
                <a:ea typeface="黑体" pitchFamily="2" charset="-122"/>
              </a:rPr>
              <a:t>地址。 </a:t>
            </a:r>
          </a:p>
        </p:txBody>
      </p:sp>
    </p:spTree>
    <p:extLst>
      <p:ext uri="{BB962C8B-B14F-4D97-AF65-F5344CB8AC3E}">
        <p14:creationId xmlns:p14="http://schemas.microsoft.com/office/powerpoint/2010/main" val="341061402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637989"/>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63798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7989" grpId="0" animBg="1"/>
      <p:bldP spid="637989" grpId="1" animBg="1"/>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p:cNvSpPr>
            <a:spLocks noGrp="1" noChangeArrowheads="1"/>
          </p:cNvSpPr>
          <p:nvPr>
            <p:ph type="title"/>
          </p:nvPr>
        </p:nvSpPr>
        <p:spPr/>
        <p:txBody>
          <a:bodyPr/>
          <a:lstStyle/>
          <a:p>
            <a:pPr eaLnBrk="1" hangingPunct="1"/>
            <a:r>
              <a:rPr lang="en-US" altLang="zh-CN" dirty="0" smtClean="0"/>
              <a:t>4.6.2 IPv6 </a:t>
            </a:r>
            <a:r>
              <a:rPr lang="zh-CN" altLang="en-US" dirty="0" smtClean="0"/>
              <a:t>的地址</a:t>
            </a:r>
          </a:p>
        </p:txBody>
      </p:sp>
      <p:sp>
        <p:nvSpPr>
          <p:cNvPr id="324611" name="Rectangle 3"/>
          <p:cNvSpPr>
            <a:spLocks noGrp="1" noChangeArrowheads="1"/>
          </p:cNvSpPr>
          <p:nvPr>
            <p:ph idx="1"/>
          </p:nvPr>
        </p:nvSpPr>
        <p:spPr>
          <a:xfrm>
            <a:off x="442913" y="1266825"/>
            <a:ext cx="11139487" cy="4895850"/>
          </a:xfrm>
        </p:spPr>
        <p:txBody>
          <a:bodyPr/>
          <a:lstStyle/>
          <a:p>
            <a:pPr eaLnBrk="1" hangingPunct="1"/>
            <a:r>
              <a:rPr lang="zh-CN" altLang="en-US" b="1" dirty="0"/>
              <a:t>一</a:t>
            </a:r>
            <a:r>
              <a:rPr lang="zh-CN" altLang="en-US" b="1" dirty="0" smtClean="0"/>
              <a:t>个 </a:t>
            </a:r>
            <a:r>
              <a:rPr lang="en-US" altLang="zh-CN" b="1" dirty="0" smtClean="0"/>
              <a:t>IPv6 </a:t>
            </a:r>
            <a:r>
              <a:rPr lang="zh-CN" altLang="en-US" b="1" dirty="0" smtClean="0"/>
              <a:t>数据报的目的地址可以是以下三种基本类型地址之一：</a:t>
            </a:r>
          </a:p>
          <a:p>
            <a:pPr lvl="1" eaLnBrk="1" hangingPunct="1"/>
            <a:r>
              <a:rPr lang="zh-CN" altLang="en-US" b="1" dirty="0" smtClean="0">
                <a:solidFill>
                  <a:srgbClr val="FF0000"/>
                </a:solidFill>
              </a:rPr>
              <a:t>单播</a:t>
            </a:r>
            <a:r>
              <a:rPr lang="en-US" altLang="zh-CN" b="1" dirty="0" smtClean="0"/>
              <a:t>(unicast)</a:t>
            </a:r>
            <a:r>
              <a:rPr lang="zh-CN" altLang="en-US" b="1" dirty="0" smtClean="0"/>
              <a:t>：传统的点对点通信。</a:t>
            </a:r>
          </a:p>
          <a:p>
            <a:pPr lvl="1" eaLnBrk="1" hangingPunct="1"/>
            <a:r>
              <a:rPr lang="zh-CN" altLang="en-US" b="1" dirty="0" smtClean="0">
                <a:solidFill>
                  <a:srgbClr val="FF0000"/>
                </a:solidFill>
              </a:rPr>
              <a:t>多播</a:t>
            </a:r>
            <a:r>
              <a:rPr lang="en-US" altLang="zh-CN" b="1" dirty="0" smtClean="0"/>
              <a:t>(multicast)</a:t>
            </a:r>
            <a:r>
              <a:rPr lang="zh-CN" altLang="en-US" b="1" dirty="0" smtClean="0"/>
              <a:t>：一点对多点的通信。</a:t>
            </a:r>
            <a:r>
              <a:rPr lang="en-US" altLang="zh-CN" b="1" dirty="0" smtClean="0"/>
              <a:t>IPv6 </a:t>
            </a:r>
            <a:r>
              <a:rPr lang="zh-CN" altLang="en-US" b="1" dirty="0" smtClean="0"/>
              <a:t>将广播</a:t>
            </a:r>
            <a:r>
              <a:rPr lang="zh-CN" altLang="en-US" b="1" dirty="0"/>
              <a:t>看作</a:t>
            </a:r>
            <a:r>
              <a:rPr lang="zh-CN" altLang="en-US" b="1" dirty="0" smtClean="0"/>
              <a:t>多播的一个特例。</a:t>
            </a:r>
          </a:p>
          <a:p>
            <a:pPr lvl="1" eaLnBrk="1" hangingPunct="1"/>
            <a:r>
              <a:rPr lang="zh-CN" altLang="en-US" b="1" dirty="0" smtClean="0">
                <a:solidFill>
                  <a:srgbClr val="FF0000"/>
                </a:solidFill>
              </a:rPr>
              <a:t>任播</a:t>
            </a:r>
            <a:r>
              <a:rPr lang="en-US" altLang="zh-CN" b="1" dirty="0" smtClean="0"/>
              <a:t>(</a:t>
            </a:r>
            <a:r>
              <a:rPr lang="en-US" altLang="zh-CN" b="1" dirty="0" err="1" smtClean="0"/>
              <a:t>anycast</a:t>
            </a:r>
            <a:r>
              <a:rPr lang="en-US" altLang="zh-CN" b="1" dirty="0" smtClean="0"/>
              <a:t>)</a:t>
            </a:r>
            <a:r>
              <a:rPr lang="zh-CN" altLang="en-US" b="1" dirty="0" smtClean="0"/>
              <a:t>：</a:t>
            </a:r>
            <a:r>
              <a:rPr lang="en-US" altLang="zh-CN" b="1" dirty="0"/>
              <a:t>IPv6 </a:t>
            </a:r>
            <a:r>
              <a:rPr lang="zh-CN" altLang="en-US" b="1" dirty="0"/>
              <a:t>增加的一种</a:t>
            </a:r>
            <a:r>
              <a:rPr lang="zh-CN" altLang="en-US" b="1" dirty="0" smtClean="0"/>
              <a:t>类型。任播的终点是一组计算机，但数据报只交付其中的一个，通常是距离最近的一个。 </a:t>
            </a:r>
          </a:p>
        </p:txBody>
      </p:sp>
    </p:spTree>
  </p:cSld>
  <p:clrMapOvr>
    <a:masterClrMapping/>
  </p:clrMapOvr>
  <p:transition/>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2"/>
          <p:cNvSpPr>
            <a:spLocks noGrp="1" noChangeArrowheads="1"/>
          </p:cNvSpPr>
          <p:nvPr>
            <p:ph type="title"/>
          </p:nvPr>
        </p:nvSpPr>
        <p:spPr/>
        <p:txBody>
          <a:bodyPr/>
          <a:lstStyle/>
          <a:p>
            <a:pPr eaLnBrk="1" hangingPunct="1"/>
            <a:r>
              <a:rPr lang="zh-CN" altLang="en-US" smtClean="0"/>
              <a:t>冒号十六进制记法</a:t>
            </a:r>
            <a:endParaRPr lang="en-US" altLang="zh-CN" smtClean="0"/>
          </a:p>
        </p:txBody>
      </p:sp>
      <p:sp>
        <p:nvSpPr>
          <p:cNvPr id="655363" name="Rectangle 3">
            <a:extLst>
              <a:ext uri="{FF2B5EF4-FFF2-40B4-BE49-F238E27FC236}"/>
            </a:extLst>
          </p:cNvPr>
          <p:cNvSpPr>
            <a:spLocks noGrp="1" noChangeArrowheads="1"/>
          </p:cNvSpPr>
          <p:nvPr>
            <p:ph idx="1"/>
          </p:nvPr>
        </p:nvSpPr>
        <p:spPr>
          <a:xfrm>
            <a:off x="442913" y="1266825"/>
            <a:ext cx="10982325" cy="4895850"/>
          </a:xfrm>
        </p:spPr>
        <p:txBody>
          <a:bodyPr/>
          <a:lstStyle/>
          <a:p>
            <a:pPr eaLnBrk="1" hangingPunct="1">
              <a:defRPr/>
            </a:pPr>
            <a:r>
              <a:rPr lang="zh-CN" altLang="en-US" b="1" dirty="0" smtClean="0"/>
              <a:t>在 </a:t>
            </a:r>
            <a:r>
              <a:rPr lang="en-US" altLang="zh-CN" b="1" dirty="0" smtClean="0"/>
              <a:t>IPv6 </a:t>
            </a:r>
            <a:r>
              <a:rPr lang="zh-CN" altLang="en-US" b="1" dirty="0" smtClean="0"/>
              <a:t>中，每个地址占 </a:t>
            </a:r>
            <a:r>
              <a:rPr lang="en-US" altLang="zh-CN" b="1" dirty="0" smtClean="0">
                <a:solidFill>
                  <a:srgbClr val="FF0000"/>
                </a:solidFill>
              </a:rPr>
              <a:t>128</a:t>
            </a:r>
            <a:r>
              <a:rPr lang="en-US" altLang="zh-CN" b="1" dirty="0" smtClean="0"/>
              <a:t> </a:t>
            </a:r>
            <a:r>
              <a:rPr lang="zh-CN" altLang="en-US" b="1" dirty="0" smtClean="0"/>
              <a:t>位。</a:t>
            </a:r>
            <a:r>
              <a:rPr lang="en-US" altLang="zh-CN" b="1" dirty="0" smtClean="0"/>
              <a:t>IPv6 </a:t>
            </a:r>
            <a:r>
              <a:rPr lang="zh-CN" altLang="en-US" b="1" dirty="0" smtClean="0"/>
              <a:t>使用</a:t>
            </a:r>
            <a:r>
              <a:rPr lang="zh-CN" altLang="en-US" b="1" dirty="0" smtClean="0">
                <a:solidFill>
                  <a:srgbClr val="FF0000"/>
                </a:solidFill>
              </a:rPr>
              <a:t>冒号十六进制记法</a:t>
            </a:r>
            <a:r>
              <a:rPr lang="en-US" altLang="zh-CN" b="1" dirty="0" smtClean="0"/>
              <a:t>(colon hexadecimal notation)</a:t>
            </a:r>
            <a:r>
              <a:rPr lang="zh-CN" altLang="en-US" b="1" dirty="0" smtClean="0"/>
              <a:t>：每 </a:t>
            </a:r>
            <a:r>
              <a:rPr lang="en-US" altLang="zh-CN" b="1" dirty="0" smtClean="0"/>
              <a:t>16 </a:t>
            </a:r>
            <a:r>
              <a:rPr lang="zh-CN" altLang="en-US" b="1" dirty="0" smtClean="0"/>
              <a:t>位二进制值用 </a:t>
            </a:r>
            <a:r>
              <a:rPr lang="en-US" altLang="zh-CN" b="1" dirty="0" smtClean="0"/>
              <a:t>4 </a:t>
            </a:r>
            <a:r>
              <a:rPr lang="zh-CN" altLang="en-US" b="1" dirty="0" smtClean="0"/>
              <a:t>个十六进制值表示，各组值之间用冒号分隔，并允许把数字前面的 </a:t>
            </a:r>
            <a:r>
              <a:rPr lang="en-US" altLang="zh-CN" b="1" dirty="0" smtClean="0"/>
              <a:t>0 </a:t>
            </a:r>
            <a:r>
              <a:rPr lang="zh-CN" altLang="en-US" b="1" dirty="0" smtClean="0"/>
              <a:t>省略，例如：</a:t>
            </a:r>
            <a:endParaRPr lang="en-US" altLang="zh-CN" b="1" dirty="0" smtClean="0"/>
          </a:p>
          <a:p>
            <a:pPr lvl="1" eaLnBrk="1" hangingPunct="1">
              <a:defRPr/>
            </a:pPr>
            <a:r>
              <a:rPr lang="en-US" altLang="zh-CN" b="1" dirty="0" smtClean="0"/>
              <a:t>68E6:8C64:FFFF:FFFF:0:1180:960A:FFFF</a:t>
            </a:r>
          </a:p>
          <a:p>
            <a:pPr eaLnBrk="1" hangingPunct="1">
              <a:defRPr/>
            </a:pPr>
            <a:endParaRPr lang="zh-CN" altLang="en-US" b="1" dirty="0"/>
          </a:p>
        </p:txBody>
      </p:sp>
    </p:spTree>
  </p:cSld>
  <p:clrMapOvr>
    <a:masterClrMapping/>
  </p:clrMapOvr>
  <p:transition/>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2"/>
          <p:cNvSpPr>
            <a:spLocks noGrp="1" noChangeArrowheads="1"/>
          </p:cNvSpPr>
          <p:nvPr>
            <p:ph type="title"/>
          </p:nvPr>
        </p:nvSpPr>
        <p:spPr/>
        <p:txBody>
          <a:bodyPr/>
          <a:lstStyle/>
          <a:p>
            <a:pPr eaLnBrk="1" hangingPunct="1"/>
            <a:r>
              <a:rPr lang="zh-CN" altLang="en-US" dirty="0" smtClean="0"/>
              <a:t>冒号十六进制记法</a:t>
            </a:r>
            <a:endParaRPr lang="en-US" altLang="zh-CN" dirty="0" smtClean="0"/>
          </a:p>
        </p:txBody>
      </p:sp>
      <p:sp>
        <p:nvSpPr>
          <p:cNvPr id="655363" name="Rectangle 3">
            <a:extLst>
              <a:ext uri="{FF2B5EF4-FFF2-40B4-BE49-F238E27FC236}"/>
            </a:extLst>
          </p:cNvPr>
          <p:cNvSpPr>
            <a:spLocks noGrp="1" noChangeArrowheads="1"/>
          </p:cNvSpPr>
          <p:nvPr>
            <p:ph idx="1"/>
          </p:nvPr>
        </p:nvSpPr>
        <p:spPr>
          <a:xfrm>
            <a:off x="442913" y="1266825"/>
            <a:ext cx="10982325" cy="4895850"/>
          </a:xfrm>
        </p:spPr>
        <p:txBody>
          <a:bodyPr/>
          <a:lstStyle/>
          <a:p>
            <a:pPr eaLnBrk="1" hangingPunct="1">
              <a:defRPr/>
            </a:pPr>
            <a:r>
              <a:rPr lang="zh-CN" altLang="en-US" b="1" dirty="0" smtClean="0"/>
              <a:t>在冒号十六进制记法中，一串连续的 </a:t>
            </a:r>
            <a:r>
              <a:rPr lang="en-US" altLang="zh-CN" b="1" dirty="0" smtClean="0"/>
              <a:t>0 </a:t>
            </a:r>
            <a:r>
              <a:rPr lang="zh-CN" altLang="en-US" b="1" dirty="0" smtClean="0"/>
              <a:t>可以被一对冒号取代，这就是</a:t>
            </a:r>
            <a:r>
              <a:rPr lang="zh-CN" altLang="en-US" b="1" dirty="0">
                <a:solidFill>
                  <a:srgbClr val="FF0000"/>
                </a:solidFill>
              </a:rPr>
              <a:t>零</a:t>
            </a:r>
            <a:r>
              <a:rPr lang="zh-CN" altLang="en-US" b="1" dirty="0" smtClean="0">
                <a:solidFill>
                  <a:srgbClr val="FF0000"/>
                </a:solidFill>
              </a:rPr>
              <a:t>压缩</a:t>
            </a:r>
            <a:r>
              <a:rPr lang="zh-CN" altLang="en-US" b="1" dirty="0" smtClean="0"/>
              <a:t>。例如，</a:t>
            </a:r>
            <a:r>
              <a:rPr lang="en-US" altLang="zh-CN" b="1" dirty="0" smtClean="0"/>
              <a:t>FF05:0:0:0:0:0:0:B3 </a:t>
            </a:r>
            <a:r>
              <a:rPr lang="zh-CN" altLang="en-US" b="1" dirty="0" smtClean="0"/>
              <a:t>可以</a:t>
            </a:r>
            <a:r>
              <a:rPr lang="zh-CN" altLang="en-US" b="1" dirty="0"/>
              <a:t>写</a:t>
            </a:r>
            <a:r>
              <a:rPr lang="zh-CN" altLang="en-US" b="1" dirty="0" smtClean="0"/>
              <a:t>成 </a:t>
            </a:r>
            <a:r>
              <a:rPr lang="en-US" altLang="zh-CN" b="1" dirty="0" smtClean="0"/>
              <a:t>FF05::B3</a:t>
            </a:r>
            <a:r>
              <a:rPr lang="zh-CN" altLang="en-US" b="1" dirty="0" smtClean="0"/>
              <a:t>。</a:t>
            </a:r>
            <a:endParaRPr lang="en-US" altLang="zh-CN" b="1" dirty="0" smtClean="0"/>
          </a:p>
          <a:p>
            <a:pPr eaLnBrk="1" hangingPunct="1">
              <a:defRPr/>
            </a:pPr>
            <a:r>
              <a:rPr lang="zh-CN" altLang="en-US" b="1" dirty="0" smtClean="0"/>
              <a:t>为了不引起歧义，在 </a:t>
            </a:r>
            <a:r>
              <a:rPr lang="en-US" altLang="zh-CN" b="1" dirty="0" smtClean="0"/>
              <a:t>IPv6 </a:t>
            </a:r>
            <a:r>
              <a:rPr lang="zh-CN" altLang="en-US" b="1" dirty="0" smtClean="0"/>
              <a:t>地址中只能</a:t>
            </a:r>
            <a:r>
              <a:rPr lang="zh-CN" altLang="en-US" b="1" dirty="0"/>
              <a:t>使用一次零压缩。</a:t>
            </a:r>
            <a:endParaRPr lang="en-US" altLang="zh-CN" b="1" dirty="0"/>
          </a:p>
        </p:txBody>
      </p:sp>
    </p:spTree>
    <p:extLst>
      <p:ext uri="{BB962C8B-B14F-4D97-AF65-F5344CB8AC3E}">
        <p14:creationId xmlns:p14="http://schemas.microsoft.com/office/powerpoint/2010/main" val="118189244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553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5536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2"/>
          <p:cNvSpPr>
            <a:spLocks noGrp="1" noChangeArrowheads="1"/>
          </p:cNvSpPr>
          <p:nvPr>
            <p:ph type="title"/>
          </p:nvPr>
        </p:nvSpPr>
        <p:spPr/>
        <p:txBody>
          <a:bodyPr/>
          <a:lstStyle/>
          <a:p>
            <a:pPr eaLnBrk="1" hangingPunct="1"/>
            <a:r>
              <a:rPr lang="zh-CN" altLang="en-US" dirty="0"/>
              <a:t>冒号十六进制记法</a:t>
            </a:r>
            <a:endParaRPr lang="zh-CN" altLang="en-US" dirty="0" smtClean="0"/>
          </a:p>
        </p:txBody>
      </p:sp>
      <p:sp>
        <p:nvSpPr>
          <p:cNvPr id="656387" name="Rectangle 3">
            <a:extLst>
              <a:ext uri="{FF2B5EF4-FFF2-40B4-BE49-F238E27FC236}"/>
            </a:extLst>
          </p:cNvPr>
          <p:cNvSpPr>
            <a:spLocks noGrp="1" noChangeArrowheads="1"/>
          </p:cNvSpPr>
          <p:nvPr>
            <p:ph idx="1"/>
          </p:nvPr>
        </p:nvSpPr>
        <p:spPr>
          <a:xfrm>
            <a:off x="442913" y="1266825"/>
            <a:ext cx="10801350" cy="4895850"/>
          </a:xfrm>
        </p:spPr>
        <p:txBody>
          <a:bodyPr/>
          <a:lstStyle/>
          <a:p>
            <a:pPr eaLnBrk="1" hangingPunct="1">
              <a:defRPr/>
            </a:pPr>
            <a:r>
              <a:rPr lang="zh-CN" altLang="en-US" b="1" dirty="0" smtClean="0"/>
              <a:t>冒号</a:t>
            </a:r>
            <a:r>
              <a:rPr lang="zh-CN" altLang="en-US" b="1" dirty="0"/>
              <a:t>十六进制记法可结合使用点分</a:t>
            </a:r>
            <a:r>
              <a:rPr lang="zh-CN" altLang="en-US" b="1" dirty="0" smtClean="0"/>
              <a:t>十进制后缀，这种形式在 </a:t>
            </a:r>
            <a:r>
              <a:rPr lang="en-US" altLang="zh-CN" b="1" dirty="0" smtClean="0"/>
              <a:t>IPv4 </a:t>
            </a:r>
            <a:r>
              <a:rPr lang="zh-CN" altLang="en-US" b="1" dirty="0" smtClean="0"/>
              <a:t>转向 </a:t>
            </a:r>
            <a:r>
              <a:rPr lang="en-US" altLang="zh-CN" b="1" dirty="0" smtClean="0"/>
              <a:t>IPv6 </a:t>
            </a:r>
            <a:r>
              <a:rPr lang="zh-CN" altLang="en-US" b="1" dirty="0" smtClean="0"/>
              <a:t>的过渡</a:t>
            </a:r>
            <a:r>
              <a:rPr lang="zh-CN" altLang="en-US" b="1" dirty="0"/>
              <a:t>阶段</a:t>
            </a:r>
            <a:r>
              <a:rPr lang="zh-CN" altLang="en-US" b="1" dirty="0" smtClean="0"/>
              <a:t>特别</a:t>
            </a:r>
            <a:r>
              <a:rPr lang="zh-CN" altLang="en-US" b="1" dirty="0"/>
              <a:t>有用。</a:t>
            </a:r>
            <a:r>
              <a:rPr lang="zh-CN" altLang="en-US" b="1" dirty="0" smtClean="0"/>
              <a:t>例如：</a:t>
            </a:r>
            <a:r>
              <a:rPr lang="en-US" altLang="zh-CN" b="1" dirty="0" smtClean="0"/>
              <a:t>0:0:0:0:0:0:128.10.2.1</a:t>
            </a:r>
            <a:r>
              <a:rPr lang="zh-CN" altLang="en-US" b="1" dirty="0" smtClean="0"/>
              <a:t>。</a:t>
            </a:r>
            <a:endParaRPr lang="en-US" altLang="zh-CN" b="1" dirty="0" smtClean="0"/>
          </a:p>
          <a:p>
            <a:pPr eaLnBrk="1" hangingPunct="1">
              <a:defRPr/>
            </a:pPr>
            <a:r>
              <a:rPr lang="zh-CN" altLang="en-US" b="1" dirty="0" smtClean="0"/>
              <a:t>再使用零压缩即可得出 </a:t>
            </a:r>
            <a:r>
              <a:rPr lang="en-US" altLang="zh-CN" b="1" dirty="0" smtClean="0"/>
              <a:t>::128.10.2.1</a:t>
            </a:r>
            <a:r>
              <a:rPr lang="zh-CN" altLang="en-US" b="1" dirty="0" smtClean="0"/>
              <a:t>。</a:t>
            </a:r>
            <a:endParaRPr lang="en-US" altLang="zh-CN" b="1" dirty="0" smtClean="0"/>
          </a:p>
        </p:txBody>
      </p:sp>
    </p:spTree>
  </p:cSld>
  <p:clrMapOvr>
    <a:masterClrMapping/>
  </p:clrMapOvr>
  <p:transition/>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2"/>
          <p:cNvSpPr>
            <a:spLocks noGrp="1" noChangeArrowheads="1"/>
          </p:cNvSpPr>
          <p:nvPr>
            <p:ph type="title"/>
          </p:nvPr>
        </p:nvSpPr>
        <p:spPr/>
        <p:txBody>
          <a:bodyPr/>
          <a:lstStyle/>
          <a:p>
            <a:pPr eaLnBrk="1" hangingPunct="1"/>
            <a:r>
              <a:rPr lang="zh-CN" altLang="en-US" dirty="0"/>
              <a:t>冒号十六进制记法</a:t>
            </a:r>
            <a:endParaRPr lang="zh-CN" altLang="en-US" dirty="0" smtClean="0"/>
          </a:p>
        </p:txBody>
      </p:sp>
      <p:sp>
        <p:nvSpPr>
          <p:cNvPr id="656387" name="Rectangle 3">
            <a:extLst>
              <a:ext uri="{FF2B5EF4-FFF2-40B4-BE49-F238E27FC236}"/>
            </a:extLst>
          </p:cNvPr>
          <p:cNvSpPr>
            <a:spLocks noGrp="1" noChangeArrowheads="1"/>
          </p:cNvSpPr>
          <p:nvPr>
            <p:ph idx="1"/>
          </p:nvPr>
        </p:nvSpPr>
        <p:spPr>
          <a:xfrm>
            <a:off x="442913" y="1266825"/>
            <a:ext cx="10801350" cy="4895850"/>
          </a:xfrm>
        </p:spPr>
        <p:txBody>
          <a:bodyPr/>
          <a:lstStyle/>
          <a:p>
            <a:pPr eaLnBrk="1" hangingPunct="1">
              <a:defRPr/>
            </a:pPr>
            <a:r>
              <a:rPr lang="zh-CN" altLang="en-US" b="1" dirty="0"/>
              <a:t>在冒号十六进制记</a:t>
            </a:r>
            <a:r>
              <a:rPr lang="zh-CN" altLang="en-US" b="1" dirty="0" smtClean="0"/>
              <a:t>法中，</a:t>
            </a:r>
            <a:r>
              <a:rPr lang="en-US" altLang="zh-CN" b="1" dirty="0" smtClean="0"/>
              <a:t>CIDR </a:t>
            </a:r>
            <a:r>
              <a:rPr lang="zh-CN" altLang="en-US" b="1" dirty="0"/>
              <a:t>的斜线表示法仍然可用</a:t>
            </a:r>
            <a:r>
              <a:rPr lang="zh-CN" altLang="en-US" b="1" dirty="0" smtClean="0"/>
              <a:t>。例如，</a:t>
            </a:r>
            <a:r>
              <a:rPr lang="en-US" altLang="zh-CN" b="1" dirty="0" smtClean="0"/>
              <a:t>60 </a:t>
            </a:r>
            <a:r>
              <a:rPr lang="zh-CN" altLang="en-US" b="1" dirty="0"/>
              <a:t>位的前缀 </a:t>
            </a:r>
            <a:r>
              <a:rPr lang="en-US" altLang="zh-CN" b="1" dirty="0"/>
              <a:t>12AB00000000CD3 </a:t>
            </a:r>
            <a:r>
              <a:rPr lang="zh-CN" altLang="en-US" b="1" dirty="0"/>
              <a:t>可记</a:t>
            </a:r>
            <a:r>
              <a:rPr lang="zh-CN" altLang="en-US" b="1" dirty="0" smtClean="0"/>
              <a:t>为</a:t>
            </a:r>
            <a:r>
              <a:rPr lang="en-US" altLang="zh-CN" b="1" dirty="0" smtClean="0"/>
              <a:t>12AB:0000:0000:CD30:0000:0000:0000:0000/60 </a:t>
            </a:r>
            <a:r>
              <a:rPr lang="zh-CN" altLang="en-US" b="1" dirty="0" smtClean="0"/>
              <a:t>或 </a:t>
            </a:r>
            <a:r>
              <a:rPr lang="en-US" altLang="zh-CN" b="1" dirty="0" smtClean="0"/>
              <a:t>12AB::CD30:0:0:0:0/60 </a:t>
            </a:r>
            <a:r>
              <a:rPr lang="zh-CN" altLang="en-US" b="1" dirty="0" smtClean="0"/>
              <a:t>或 </a:t>
            </a:r>
            <a:r>
              <a:rPr lang="en-US" altLang="zh-CN" b="1" dirty="0" smtClean="0"/>
              <a:t>12AB:0:0:CD30::/60   </a:t>
            </a:r>
            <a:endParaRPr lang="en-US" altLang="zh-CN" b="1" dirty="0"/>
          </a:p>
        </p:txBody>
      </p:sp>
    </p:spTree>
    <p:extLst>
      <p:ext uri="{BB962C8B-B14F-4D97-AF65-F5344CB8AC3E}">
        <p14:creationId xmlns:p14="http://schemas.microsoft.com/office/powerpoint/2010/main" val="207733058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5638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2802" name="Rectangle 2"/>
          <p:cNvSpPr>
            <a:spLocks noGrp="1" noChangeArrowheads="1"/>
          </p:cNvSpPr>
          <p:nvPr>
            <p:ph type="title"/>
          </p:nvPr>
        </p:nvSpPr>
        <p:spPr/>
        <p:txBody>
          <a:bodyPr/>
          <a:lstStyle/>
          <a:p>
            <a:pPr eaLnBrk="1" hangingPunct="1"/>
            <a:r>
              <a:rPr lang="en-US" altLang="zh-CN" dirty="0" smtClean="0"/>
              <a:t>IPv6 </a:t>
            </a:r>
            <a:r>
              <a:rPr lang="zh-CN" altLang="en-US" dirty="0" smtClean="0"/>
              <a:t>地址分类 </a:t>
            </a:r>
          </a:p>
        </p:txBody>
      </p:sp>
      <p:graphicFrame>
        <p:nvGraphicFramePr>
          <p:cNvPr id="5" name="内容占位符 3"/>
          <p:cNvGraphicFramePr>
            <a:graphicFrameLocks/>
          </p:cNvGraphicFramePr>
          <p:nvPr>
            <p:extLst>
              <p:ext uri="{D42A27DB-BD31-4B8C-83A1-F6EECF244321}">
                <p14:modId xmlns:p14="http://schemas.microsoft.com/office/powerpoint/2010/main" val="2777708781"/>
              </p:ext>
            </p:extLst>
          </p:nvPr>
        </p:nvGraphicFramePr>
        <p:xfrm>
          <a:off x="850603" y="1629133"/>
          <a:ext cx="10069933" cy="4710204"/>
        </p:xfrm>
        <a:graphic>
          <a:graphicData uri="http://schemas.openxmlformats.org/drawingml/2006/table">
            <a:tbl>
              <a:tblPr firstRow="1" firstCol="1" bandCol="1">
                <a:tableStyleId>{5C22544A-7EE6-4342-B048-85BDC9FD1C3A}</a:tableStyleId>
              </a:tblPr>
              <a:tblGrid>
                <a:gridCol w="2207783">
                  <a:extLst>
                    <a:ext uri="{9D8B030D-6E8A-4147-A177-3AD203B41FA5}">
                      <a16:colId xmlns:a16="http://schemas.microsoft.com/office/drawing/2014/main" xmlns="" val="20000"/>
                    </a:ext>
                  </a:extLst>
                </a:gridCol>
                <a:gridCol w="4117734">
                  <a:extLst>
                    <a:ext uri="{9D8B030D-6E8A-4147-A177-3AD203B41FA5}">
                      <a16:colId xmlns:a16="http://schemas.microsoft.com/office/drawing/2014/main" xmlns="" val="20001"/>
                    </a:ext>
                  </a:extLst>
                </a:gridCol>
                <a:gridCol w="3744416"/>
              </a:tblGrid>
              <a:tr h="579580">
                <a:tc>
                  <a:txBody>
                    <a:bodyPr/>
                    <a:lstStyle/>
                    <a:p>
                      <a:pPr algn="ctr">
                        <a:lnSpc>
                          <a:spcPts val="2400"/>
                        </a:lnSpc>
                        <a:spcAft>
                          <a:spcPts val="0"/>
                        </a:spcAft>
                      </a:pPr>
                      <a:r>
                        <a:rPr lang="zh-CN" sz="2000" b="1" dirty="0">
                          <a:solidFill>
                            <a:srgbClr val="000000"/>
                          </a:solidFill>
                          <a:effectLst/>
                          <a:latin typeface="微软雅黑" panose="020B0503020204020204" pitchFamily="34" charset="-122"/>
                          <a:ea typeface="微软雅黑" panose="020B0503020204020204" pitchFamily="34" charset="-122"/>
                        </a:rPr>
                        <a:t>地址类型</a:t>
                      </a:r>
                    </a:p>
                  </a:txBody>
                  <a:tcPr marL="68580" marR="68580" marT="0" marB="0" anchor="ctr"/>
                </a:tc>
                <a:tc>
                  <a:txBody>
                    <a:bodyPr/>
                    <a:lstStyle/>
                    <a:p>
                      <a:pPr algn="ctr">
                        <a:lnSpc>
                          <a:spcPts val="2400"/>
                        </a:lnSpc>
                        <a:spcAft>
                          <a:spcPts val="0"/>
                        </a:spcAft>
                      </a:pPr>
                      <a:r>
                        <a:rPr lang="zh-CN" sz="2000" b="1" dirty="0">
                          <a:solidFill>
                            <a:srgbClr val="000000"/>
                          </a:solidFill>
                          <a:effectLst/>
                          <a:latin typeface="微软雅黑" panose="020B0503020204020204" pitchFamily="34" charset="-122"/>
                          <a:ea typeface="微软雅黑" panose="020B0503020204020204" pitchFamily="34" charset="-122"/>
                        </a:rPr>
                        <a:t>二进制</a:t>
                      </a:r>
                      <a:r>
                        <a:rPr lang="zh-CN" sz="2000" b="1" dirty="0" smtClean="0">
                          <a:solidFill>
                            <a:srgbClr val="000000"/>
                          </a:solidFill>
                          <a:effectLst/>
                          <a:latin typeface="微软雅黑" panose="020B0503020204020204" pitchFamily="34" charset="-122"/>
                          <a:ea typeface="微软雅黑" panose="020B0503020204020204" pitchFamily="34" charset="-122"/>
                        </a:rPr>
                        <a:t>前缀</a:t>
                      </a:r>
                      <a:r>
                        <a:rPr lang="zh-CN" altLang="en-US" sz="2000" b="1" dirty="0" smtClean="0">
                          <a:solidFill>
                            <a:srgbClr val="000000"/>
                          </a:solidFill>
                          <a:effectLst/>
                          <a:latin typeface="微软雅黑" panose="020B0503020204020204" pitchFamily="34" charset="-122"/>
                          <a:ea typeface="微软雅黑" panose="020B0503020204020204" pitchFamily="34" charset="-122"/>
                        </a:rPr>
                        <a:t>或地址</a:t>
                      </a:r>
                      <a:endParaRPr lang="zh-CN" sz="2000" b="1" dirty="0">
                        <a:solidFill>
                          <a:srgbClr val="000000"/>
                        </a:solidFill>
                        <a:effectLst/>
                        <a:latin typeface="微软雅黑" pitchFamily="34" charset="-122"/>
                        <a:ea typeface="微软雅黑" pitchFamily="34" charset="-122"/>
                      </a:endParaRPr>
                    </a:p>
                  </a:txBody>
                  <a:tcPr marL="68580" marR="68580" marT="0" marB="0" anchor="ctr"/>
                </a:tc>
                <a:tc>
                  <a:txBody>
                    <a:bodyPr/>
                    <a:lstStyle/>
                    <a:p>
                      <a:pPr algn="ctr">
                        <a:lnSpc>
                          <a:spcPts val="2400"/>
                        </a:lnSpc>
                        <a:spcAft>
                          <a:spcPts val="0"/>
                        </a:spcAft>
                      </a:pPr>
                      <a:r>
                        <a:rPr lang="en-US" altLang="zh-CN" sz="2000" b="1" dirty="0" smtClean="0">
                          <a:solidFill>
                            <a:srgbClr val="000000"/>
                          </a:solidFill>
                          <a:latin typeface="微软雅黑" pitchFamily="34" charset="-122"/>
                          <a:ea typeface="微软雅黑" pitchFamily="34" charset="-122"/>
                        </a:rPr>
                        <a:t>CIDR</a:t>
                      </a:r>
                      <a:r>
                        <a:rPr lang="zh-CN" altLang="en-US" sz="2000" b="1" dirty="0" smtClean="0">
                          <a:solidFill>
                            <a:srgbClr val="000000"/>
                          </a:solidFill>
                          <a:latin typeface="微软雅黑" pitchFamily="34" charset="-122"/>
                          <a:ea typeface="微软雅黑" pitchFamily="34" charset="-122"/>
                        </a:rPr>
                        <a:t>风格的冒号十六进制记法</a:t>
                      </a:r>
                      <a:endParaRPr lang="zh-CN" sz="2000" b="1" dirty="0">
                        <a:solidFill>
                          <a:srgbClr val="000000"/>
                        </a:solidFill>
                        <a:effectLst/>
                        <a:latin typeface="微软雅黑" pitchFamily="34" charset="-122"/>
                        <a:ea typeface="微软雅黑" pitchFamily="34" charset="-122"/>
                      </a:endParaRPr>
                    </a:p>
                  </a:txBody>
                  <a:tcPr marL="68580" marR="68580" marT="0" marB="0" anchor="ctr"/>
                </a:tc>
                <a:extLst>
                  <a:ext uri="{0D108BD9-81ED-4DB2-BD59-A6C34878D82A}">
                    <a16:rowId xmlns:a16="http://schemas.microsoft.com/office/drawing/2014/main" xmlns="" val="10000"/>
                  </a:ext>
                </a:extLst>
              </a:tr>
              <a:tr h="579580">
                <a:tc>
                  <a:txBody>
                    <a:bodyPr/>
                    <a:lstStyle/>
                    <a:p>
                      <a:pPr algn="just">
                        <a:lnSpc>
                          <a:spcPts val="2400"/>
                        </a:lnSpc>
                        <a:spcAft>
                          <a:spcPts val="0"/>
                        </a:spcAft>
                      </a:pPr>
                      <a:r>
                        <a:rPr lang="zh-CN" sz="2000" b="1" dirty="0">
                          <a:effectLst/>
                          <a:latin typeface="微软雅黑" panose="020B0503020204020204" pitchFamily="34" charset="-122"/>
                          <a:ea typeface="微软雅黑" panose="020B0503020204020204" pitchFamily="34" charset="-122"/>
                        </a:rPr>
                        <a:t>未指明地址</a:t>
                      </a:r>
                      <a:endParaRPr lang="zh-CN" sz="2000" b="1" dirty="0">
                        <a:solidFill>
                          <a:schemeClr val="tx1"/>
                        </a:solidFill>
                        <a:effectLst/>
                        <a:latin typeface="微软雅黑" pitchFamily="34" charset="-122"/>
                        <a:ea typeface="微软雅黑" pitchFamily="34" charset="-122"/>
                      </a:endParaRPr>
                    </a:p>
                  </a:txBody>
                  <a:tcPr marL="68580" marR="68580" marT="0" marB="0" anchor="ctr"/>
                </a:tc>
                <a:tc>
                  <a:txBody>
                    <a:bodyPr/>
                    <a:lstStyle/>
                    <a:p>
                      <a:pPr algn="just">
                        <a:lnSpc>
                          <a:spcPts val="2400"/>
                        </a:lnSpc>
                        <a:spcAft>
                          <a:spcPts val="0"/>
                        </a:spcAft>
                      </a:pPr>
                      <a:r>
                        <a:rPr lang="en-US" sz="2000" b="1" dirty="0">
                          <a:solidFill>
                            <a:srgbClr val="000000"/>
                          </a:solidFill>
                          <a:effectLst/>
                          <a:latin typeface="微软雅黑" panose="020B0503020204020204" pitchFamily="34" charset="-122"/>
                          <a:ea typeface="微软雅黑" panose="020B0503020204020204" pitchFamily="34" charset="-122"/>
                        </a:rPr>
                        <a:t>00…0</a:t>
                      </a:r>
                      <a:r>
                        <a:rPr lang="zh-CN" sz="2000" b="1" dirty="0">
                          <a:solidFill>
                            <a:srgbClr val="000000"/>
                          </a:solidFill>
                          <a:effectLst/>
                          <a:latin typeface="微软雅黑" panose="020B0503020204020204" pitchFamily="34" charset="-122"/>
                          <a:ea typeface="微软雅黑" panose="020B0503020204020204" pitchFamily="34" charset="-122"/>
                        </a:rPr>
                        <a:t>（</a:t>
                      </a:r>
                      <a:r>
                        <a:rPr lang="en-US" sz="2000" b="1" dirty="0">
                          <a:solidFill>
                            <a:srgbClr val="000000"/>
                          </a:solidFill>
                          <a:effectLst/>
                          <a:latin typeface="微软雅黑" panose="020B0503020204020204" pitchFamily="34" charset="-122"/>
                          <a:ea typeface="微软雅黑" panose="020B0503020204020204" pitchFamily="34" charset="-122"/>
                        </a:rPr>
                        <a:t>128</a:t>
                      </a:r>
                      <a:r>
                        <a:rPr lang="zh-CN" sz="2000" b="1" dirty="0">
                          <a:solidFill>
                            <a:srgbClr val="000000"/>
                          </a:solidFill>
                          <a:effectLst/>
                          <a:latin typeface="微软雅黑" panose="020B0503020204020204" pitchFamily="34" charset="-122"/>
                          <a:ea typeface="微软雅黑" panose="020B0503020204020204" pitchFamily="34" charset="-122"/>
                        </a:rPr>
                        <a:t>位</a:t>
                      </a:r>
                      <a:r>
                        <a:rPr lang="zh-CN" sz="2000" b="1" dirty="0" smtClean="0">
                          <a:solidFill>
                            <a:srgbClr val="000000"/>
                          </a:solidFill>
                          <a:effectLst/>
                          <a:latin typeface="微软雅黑" panose="020B0503020204020204" pitchFamily="34" charset="-122"/>
                          <a:ea typeface="微软雅黑" panose="020B0503020204020204" pitchFamily="34" charset="-122"/>
                        </a:rPr>
                        <a:t>），</a:t>
                      </a:r>
                      <a:r>
                        <a:rPr lang="zh-CN" altLang="en-US" sz="2000" b="1" dirty="0" smtClean="0">
                          <a:solidFill>
                            <a:srgbClr val="C00000"/>
                          </a:solidFill>
                          <a:latin typeface="微软雅黑" pitchFamily="34" charset="-122"/>
                          <a:ea typeface="微软雅黑" pitchFamily="34" charset="-122"/>
                        </a:rPr>
                        <a:t>仅此一个</a:t>
                      </a:r>
                      <a:endParaRPr lang="zh-CN" sz="2000" b="1" dirty="0">
                        <a:solidFill>
                          <a:schemeClr val="tx1"/>
                        </a:solidFill>
                        <a:effectLst/>
                        <a:latin typeface="微软雅黑" pitchFamily="34" charset="-122"/>
                        <a:ea typeface="微软雅黑" pitchFamily="34" charset="-122"/>
                      </a:endParaRPr>
                    </a:p>
                  </a:txBody>
                  <a:tcPr marL="68580" marR="68580" marT="0" marB="0" anchor="ctr"/>
                </a:tc>
                <a:tc>
                  <a:txBody>
                    <a:bodyPr/>
                    <a:lstStyle/>
                    <a:p>
                      <a:pPr algn="just">
                        <a:lnSpc>
                          <a:spcPts val="2400"/>
                        </a:lnSpc>
                        <a:spcAft>
                          <a:spcPts val="0"/>
                        </a:spcAft>
                      </a:pPr>
                      <a:r>
                        <a:rPr lang="en-US" sz="2000" b="1" dirty="0" smtClean="0">
                          <a:solidFill>
                            <a:srgbClr val="000000"/>
                          </a:solidFill>
                          <a:effectLst/>
                          <a:latin typeface="微软雅黑" panose="020B0503020204020204" pitchFamily="34" charset="-122"/>
                          <a:ea typeface="微软雅黑" panose="020B0503020204020204" pitchFamily="34" charset="-122"/>
                        </a:rPr>
                        <a:t>::/128</a:t>
                      </a:r>
                      <a:endParaRPr lang="zh-CN" sz="2000" b="1" dirty="0">
                        <a:solidFill>
                          <a:srgbClr val="000000"/>
                        </a:solidFill>
                        <a:effectLst/>
                        <a:latin typeface="微软雅黑" pitchFamily="34" charset="-122"/>
                        <a:ea typeface="微软雅黑" pitchFamily="34" charset="-122"/>
                      </a:endParaRPr>
                    </a:p>
                  </a:txBody>
                  <a:tcPr marL="68580" marR="68580" marT="0" marB="0" anchor="ctr"/>
                </a:tc>
                <a:extLst>
                  <a:ext uri="{0D108BD9-81ED-4DB2-BD59-A6C34878D82A}">
                    <a16:rowId xmlns:a16="http://schemas.microsoft.com/office/drawing/2014/main" xmlns="" val="10001"/>
                  </a:ext>
                </a:extLst>
              </a:tr>
              <a:tr h="579580">
                <a:tc>
                  <a:txBody>
                    <a:bodyPr/>
                    <a:lstStyle/>
                    <a:p>
                      <a:pPr algn="just">
                        <a:lnSpc>
                          <a:spcPts val="2400"/>
                        </a:lnSpc>
                        <a:spcAft>
                          <a:spcPts val="0"/>
                        </a:spcAft>
                      </a:pPr>
                      <a:r>
                        <a:rPr lang="zh-CN" sz="2000" b="1" dirty="0">
                          <a:effectLst/>
                          <a:latin typeface="微软雅黑" panose="020B0503020204020204" pitchFamily="34" charset="-122"/>
                          <a:ea typeface="微软雅黑" panose="020B0503020204020204" pitchFamily="34" charset="-122"/>
                        </a:rPr>
                        <a:t>环回地址</a:t>
                      </a:r>
                      <a:endParaRPr lang="zh-CN" sz="2000" b="1" dirty="0">
                        <a:solidFill>
                          <a:schemeClr val="tx1"/>
                        </a:solidFill>
                        <a:effectLst/>
                        <a:latin typeface="微软雅黑" pitchFamily="34" charset="-122"/>
                        <a:ea typeface="微软雅黑" pitchFamily="34" charset="-122"/>
                      </a:endParaRPr>
                    </a:p>
                  </a:txBody>
                  <a:tcPr marL="68580" marR="68580" marT="0" marB="0" anchor="ctr"/>
                </a:tc>
                <a:tc>
                  <a:txBody>
                    <a:bodyPr/>
                    <a:lstStyle/>
                    <a:p>
                      <a:pPr algn="just">
                        <a:lnSpc>
                          <a:spcPts val="2400"/>
                        </a:lnSpc>
                        <a:spcAft>
                          <a:spcPts val="0"/>
                        </a:spcAft>
                      </a:pPr>
                      <a:r>
                        <a:rPr lang="en-US" sz="2000" b="1" dirty="0">
                          <a:solidFill>
                            <a:srgbClr val="000000"/>
                          </a:solidFill>
                          <a:effectLst/>
                          <a:latin typeface="微软雅黑" panose="020B0503020204020204" pitchFamily="34" charset="-122"/>
                          <a:ea typeface="微软雅黑" panose="020B0503020204020204" pitchFamily="34" charset="-122"/>
                        </a:rPr>
                        <a:t>00…1</a:t>
                      </a:r>
                      <a:r>
                        <a:rPr lang="zh-CN" sz="2000" b="1" dirty="0">
                          <a:solidFill>
                            <a:srgbClr val="000000"/>
                          </a:solidFill>
                          <a:effectLst/>
                          <a:latin typeface="微软雅黑" panose="020B0503020204020204" pitchFamily="34" charset="-122"/>
                          <a:ea typeface="微软雅黑" panose="020B0503020204020204" pitchFamily="34" charset="-122"/>
                        </a:rPr>
                        <a:t>（</a:t>
                      </a:r>
                      <a:r>
                        <a:rPr lang="en-US" sz="2000" b="1" dirty="0">
                          <a:solidFill>
                            <a:srgbClr val="000000"/>
                          </a:solidFill>
                          <a:effectLst/>
                          <a:latin typeface="微软雅黑" panose="020B0503020204020204" pitchFamily="34" charset="-122"/>
                          <a:ea typeface="微软雅黑" panose="020B0503020204020204" pitchFamily="34" charset="-122"/>
                        </a:rPr>
                        <a:t>128</a:t>
                      </a:r>
                      <a:r>
                        <a:rPr lang="zh-CN" sz="2000" b="1" dirty="0">
                          <a:solidFill>
                            <a:srgbClr val="000000"/>
                          </a:solidFill>
                          <a:effectLst/>
                          <a:latin typeface="微软雅黑" panose="020B0503020204020204" pitchFamily="34" charset="-122"/>
                          <a:ea typeface="微软雅黑" panose="020B0503020204020204" pitchFamily="34" charset="-122"/>
                        </a:rPr>
                        <a:t>位</a:t>
                      </a:r>
                      <a:r>
                        <a:rPr lang="zh-CN" sz="2000" b="1" dirty="0" smtClean="0">
                          <a:solidFill>
                            <a:srgbClr val="000000"/>
                          </a:solidFill>
                          <a:effectLst/>
                          <a:latin typeface="微软雅黑" panose="020B0503020204020204" pitchFamily="34" charset="-122"/>
                          <a:ea typeface="微软雅黑" panose="020B0503020204020204" pitchFamily="34" charset="-122"/>
                        </a:rPr>
                        <a:t>），</a:t>
                      </a:r>
                      <a:r>
                        <a:rPr lang="zh-CN" altLang="en-US" sz="2000" b="1" dirty="0" smtClean="0">
                          <a:solidFill>
                            <a:srgbClr val="C00000"/>
                          </a:solidFill>
                          <a:latin typeface="微软雅黑" pitchFamily="34" charset="-122"/>
                          <a:ea typeface="微软雅黑" pitchFamily="34" charset="-122"/>
                        </a:rPr>
                        <a:t>仅此一个</a:t>
                      </a:r>
                      <a:endParaRPr lang="zh-CN" sz="2000" b="1" dirty="0">
                        <a:solidFill>
                          <a:schemeClr val="tx1"/>
                        </a:solidFill>
                        <a:effectLst/>
                        <a:latin typeface="微软雅黑" pitchFamily="34" charset="-122"/>
                        <a:ea typeface="微软雅黑" pitchFamily="34" charset="-122"/>
                      </a:endParaRPr>
                    </a:p>
                  </a:txBody>
                  <a:tcPr marL="68580" marR="68580" marT="0" marB="0" anchor="ctr"/>
                </a:tc>
                <a:tc>
                  <a:txBody>
                    <a:bodyPr/>
                    <a:lstStyle/>
                    <a:p>
                      <a:pPr algn="just">
                        <a:lnSpc>
                          <a:spcPts val="2400"/>
                        </a:lnSpc>
                        <a:spcAft>
                          <a:spcPts val="0"/>
                        </a:spcAft>
                      </a:pPr>
                      <a:r>
                        <a:rPr lang="en-US" sz="2000" b="1" dirty="0" smtClean="0">
                          <a:solidFill>
                            <a:srgbClr val="000000"/>
                          </a:solidFill>
                          <a:effectLst/>
                          <a:latin typeface="微软雅黑" panose="020B0503020204020204" pitchFamily="34" charset="-122"/>
                          <a:ea typeface="微软雅黑" panose="020B0503020204020204" pitchFamily="34" charset="-122"/>
                        </a:rPr>
                        <a:t>::1/128</a:t>
                      </a:r>
                      <a:endParaRPr lang="zh-CN" sz="2000" b="1" dirty="0">
                        <a:solidFill>
                          <a:srgbClr val="000000"/>
                        </a:solidFill>
                        <a:effectLst/>
                        <a:latin typeface="微软雅黑" pitchFamily="34" charset="-122"/>
                        <a:ea typeface="微软雅黑" pitchFamily="34" charset="-122"/>
                      </a:endParaRPr>
                    </a:p>
                  </a:txBody>
                  <a:tcPr marL="68580" marR="68580" marT="0" marB="0" anchor="ctr"/>
                </a:tc>
                <a:extLst>
                  <a:ext uri="{0D108BD9-81ED-4DB2-BD59-A6C34878D82A}">
                    <a16:rowId xmlns:a16="http://schemas.microsoft.com/office/drawing/2014/main" xmlns="" val="10002"/>
                  </a:ext>
                </a:extLst>
              </a:tr>
              <a:tr h="579580">
                <a:tc>
                  <a:txBody>
                    <a:bodyPr/>
                    <a:lstStyle/>
                    <a:p>
                      <a:pPr algn="just">
                        <a:lnSpc>
                          <a:spcPts val="2400"/>
                        </a:lnSpc>
                        <a:spcAft>
                          <a:spcPts val="0"/>
                        </a:spcAft>
                      </a:pPr>
                      <a:r>
                        <a:rPr lang="zh-CN" sz="2000" b="1" dirty="0">
                          <a:effectLst/>
                          <a:latin typeface="微软雅黑" panose="020B0503020204020204" pitchFamily="34" charset="-122"/>
                          <a:ea typeface="微软雅黑" panose="020B0503020204020204" pitchFamily="34" charset="-122"/>
                        </a:rPr>
                        <a:t>多播地址</a:t>
                      </a:r>
                      <a:endParaRPr lang="zh-CN" sz="2000" b="1" dirty="0">
                        <a:solidFill>
                          <a:schemeClr val="tx1"/>
                        </a:solidFill>
                        <a:effectLst/>
                        <a:latin typeface="微软雅黑" pitchFamily="34" charset="-122"/>
                        <a:ea typeface="微软雅黑" pitchFamily="34" charset="-122"/>
                      </a:endParaRPr>
                    </a:p>
                  </a:txBody>
                  <a:tcPr marL="68580" marR="68580" marT="0" marB="0" anchor="ctr"/>
                </a:tc>
                <a:tc>
                  <a:txBody>
                    <a:bodyPr/>
                    <a:lstStyle/>
                    <a:p>
                      <a:pPr marL="0" marR="0" indent="0" algn="just" defTabSz="914400" rtl="0" eaLnBrk="1" fontAlgn="auto" latinLnBrk="0" hangingPunct="1">
                        <a:lnSpc>
                          <a:spcPts val="2400"/>
                        </a:lnSpc>
                        <a:spcBef>
                          <a:spcPts val="0"/>
                        </a:spcBef>
                        <a:spcAft>
                          <a:spcPts val="0"/>
                        </a:spcAft>
                        <a:buClrTx/>
                        <a:buSzTx/>
                        <a:buFontTx/>
                        <a:buNone/>
                        <a:tabLst/>
                        <a:defRPr/>
                      </a:pPr>
                      <a:r>
                        <a:rPr lang="en-US" sz="2000" b="1" dirty="0" smtClean="0">
                          <a:solidFill>
                            <a:srgbClr val="000000"/>
                          </a:solidFill>
                          <a:effectLst/>
                          <a:latin typeface="微软雅黑" panose="020B0503020204020204" pitchFamily="34" charset="-122"/>
                          <a:ea typeface="微软雅黑" panose="020B0503020204020204" pitchFamily="34" charset="-122"/>
                        </a:rPr>
                        <a:t>11111111</a:t>
                      </a:r>
                      <a:r>
                        <a:rPr lang="zh-CN" sz="2000" b="1" dirty="0" smtClean="0">
                          <a:solidFill>
                            <a:srgbClr val="000000"/>
                          </a:solidFill>
                          <a:effectLst/>
                          <a:latin typeface="微软雅黑" panose="020B0503020204020204" pitchFamily="34" charset="-122"/>
                          <a:ea typeface="微软雅黑" panose="020B0503020204020204" pitchFamily="34" charset="-122"/>
                        </a:rPr>
                        <a:t>（</a:t>
                      </a:r>
                      <a:r>
                        <a:rPr lang="en-US" sz="2000" b="1" dirty="0" smtClean="0">
                          <a:solidFill>
                            <a:srgbClr val="000000"/>
                          </a:solidFill>
                          <a:effectLst/>
                          <a:latin typeface="微软雅黑" panose="020B0503020204020204" pitchFamily="34" charset="-122"/>
                          <a:ea typeface="微软雅黑" panose="020B0503020204020204" pitchFamily="34" charset="-122"/>
                        </a:rPr>
                        <a:t>8</a:t>
                      </a:r>
                      <a:r>
                        <a:rPr lang="zh-CN" sz="2000" b="1" dirty="0" smtClean="0">
                          <a:solidFill>
                            <a:srgbClr val="000000"/>
                          </a:solidFill>
                          <a:effectLst/>
                          <a:latin typeface="微软雅黑" panose="020B0503020204020204" pitchFamily="34" charset="-122"/>
                          <a:ea typeface="微软雅黑" panose="020B0503020204020204" pitchFamily="34" charset="-122"/>
                        </a:rPr>
                        <a:t>位），</a:t>
                      </a:r>
                      <a:r>
                        <a:rPr lang="zh-CN" altLang="en-US" sz="2000" b="1" kern="1200" dirty="0" smtClean="0">
                          <a:solidFill>
                            <a:srgbClr val="C00000"/>
                          </a:solidFill>
                          <a:latin typeface="微软雅黑" pitchFamily="34" charset="-122"/>
                          <a:ea typeface="微软雅黑" pitchFamily="34" charset="-122"/>
                          <a:cs typeface="+mn-cs"/>
                        </a:rPr>
                        <a:t>功能和 </a:t>
                      </a:r>
                      <a:r>
                        <a:rPr lang="en-US" altLang="zh-CN" sz="2000" b="1" kern="1200" dirty="0" smtClean="0">
                          <a:solidFill>
                            <a:srgbClr val="C00000"/>
                          </a:solidFill>
                          <a:latin typeface="微软雅黑" pitchFamily="34" charset="-122"/>
                          <a:ea typeface="微软雅黑" pitchFamily="34" charset="-122"/>
                          <a:cs typeface="+mn-cs"/>
                        </a:rPr>
                        <a:t>IPv4 </a:t>
                      </a:r>
                      <a:r>
                        <a:rPr lang="zh-CN" altLang="en-US" sz="2000" b="1" kern="1200" dirty="0" smtClean="0">
                          <a:solidFill>
                            <a:srgbClr val="C00000"/>
                          </a:solidFill>
                          <a:latin typeface="微软雅黑" pitchFamily="34" charset="-122"/>
                          <a:ea typeface="微软雅黑" pitchFamily="34" charset="-122"/>
                          <a:cs typeface="+mn-cs"/>
                        </a:rPr>
                        <a:t>多播地址一样</a:t>
                      </a:r>
                    </a:p>
                  </a:txBody>
                  <a:tcPr marL="68580" marR="68580" marT="0" marB="0" anchor="ctr"/>
                </a:tc>
                <a:tc>
                  <a:txBody>
                    <a:bodyPr/>
                    <a:lstStyle/>
                    <a:p>
                      <a:pPr marL="0" marR="0" indent="0" algn="just" defTabSz="914400" rtl="0" eaLnBrk="1" fontAlgn="auto" latinLnBrk="0" hangingPunct="1">
                        <a:lnSpc>
                          <a:spcPts val="2400"/>
                        </a:lnSpc>
                        <a:spcBef>
                          <a:spcPts val="0"/>
                        </a:spcBef>
                        <a:spcAft>
                          <a:spcPts val="0"/>
                        </a:spcAft>
                        <a:buClrTx/>
                        <a:buSzTx/>
                        <a:buFontTx/>
                        <a:buNone/>
                        <a:tabLst/>
                        <a:defRPr/>
                      </a:pPr>
                      <a:r>
                        <a:rPr lang="en-US" sz="2000" b="1" dirty="0" err="1" smtClean="0">
                          <a:solidFill>
                            <a:srgbClr val="000000"/>
                          </a:solidFill>
                          <a:effectLst/>
                          <a:latin typeface="微软雅黑" panose="020B0503020204020204" pitchFamily="34" charset="-122"/>
                          <a:ea typeface="微软雅黑" panose="020B0503020204020204" pitchFamily="34" charset="-122"/>
                        </a:rPr>
                        <a:t>FF00</a:t>
                      </a:r>
                      <a:r>
                        <a:rPr lang="en-US" sz="2000" b="1" dirty="0" smtClean="0">
                          <a:solidFill>
                            <a:srgbClr val="000000"/>
                          </a:solidFill>
                          <a:effectLst/>
                          <a:latin typeface="微软雅黑" panose="020B0503020204020204" pitchFamily="34" charset="-122"/>
                          <a:ea typeface="微软雅黑" panose="020B0503020204020204" pitchFamily="34" charset="-122"/>
                        </a:rPr>
                        <a:t>::/8</a:t>
                      </a:r>
                      <a:endParaRPr lang="zh-CN" altLang="en-US" sz="2000" b="1" kern="1200" dirty="0" smtClean="0">
                        <a:solidFill>
                          <a:srgbClr val="000000"/>
                        </a:solidFill>
                        <a:latin typeface="微软雅黑" pitchFamily="34" charset="-122"/>
                        <a:ea typeface="微软雅黑" pitchFamily="34" charset="-122"/>
                        <a:cs typeface="+mn-cs"/>
                      </a:endParaRPr>
                    </a:p>
                  </a:txBody>
                  <a:tcPr marL="68580" marR="68580" marT="0" marB="0" anchor="ctr"/>
                </a:tc>
                <a:extLst>
                  <a:ext uri="{0D108BD9-81ED-4DB2-BD59-A6C34878D82A}">
                    <a16:rowId xmlns:a16="http://schemas.microsoft.com/office/drawing/2014/main" xmlns="" val="10003"/>
                  </a:ext>
                </a:extLst>
              </a:tr>
              <a:tr h="891142">
                <a:tc>
                  <a:txBody>
                    <a:bodyPr/>
                    <a:lstStyle/>
                    <a:p>
                      <a:pPr algn="just">
                        <a:lnSpc>
                          <a:spcPts val="2400"/>
                        </a:lnSpc>
                        <a:spcAft>
                          <a:spcPts val="0"/>
                        </a:spcAft>
                      </a:pPr>
                      <a:r>
                        <a:rPr lang="zh-CN" altLang="en-US" sz="2000" b="1" dirty="0" smtClean="0">
                          <a:solidFill>
                            <a:schemeClr val="bg1"/>
                          </a:solidFill>
                          <a:effectLst/>
                          <a:latin typeface="微软雅黑" pitchFamily="34" charset="-122"/>
                          <a:ea typeface="微软雅黑" pitchFamily="34" charset="-122"/>
                        </a:rPr>
                        <a:t>本地站点单播地址</a:t>
                      </a:r>
                      <a:endParaRPr lang="zh-CN" sz="2000" b="1" dirty="0">
                        <a:solidFill>
                          <a:schemeClr val="bg1"/>
                        </a:solidFill>
                        <a:effectLst/>
                        <a:latin typeface="微软雅黑" pitchFamily="34" charset="-122"/>
                        <a:ea typeface="微软雅黑" pitchFamily="34" charset="-122"/>
                      </a:endParaRPr>
                    </a:p>
                  </a:txBody>
                  <a:tcPr marL="68580" marR="68580" marT="0" marB="0" anchor="ctr"/>
                </a:tc>
                <a:tc>
                  <a:txBody>
                    <a:bodyPr/>
                    <a:lstStyle/>
                    <a:p>
                      <a:pPr algn="just">
                        <a:lnSpc>
                          <a:spcPts val="2400"/>
                        </a:lnSpc>
                        <a:spcAft>
                          <a:spcPts val="0"/>
                        </a:spcAft>
                      </a:pPr>
                      <a:r>
                        <a:rPr lang="en-US" altLang="zh-CN" sz="2000" b="1" dirty="0" smtClean="0">
                          <a:solidFill>
                            <a:srgbClr val="000000"/>
                          </a:solidFill>
                          <a:latin typeface="微软雅黑" pitchFamily="34" charset="-122"/>
                          <a:ea typeface="微软雅黑" pitchFamily="34" charset="-122"/>
                        </a:rPr>
                        <a:t>1111111011</a:t>
                      </a:r>
                      <a:r>
                        <a:rPr lang="zh-CN" altLang="zh-CN" sz="2000" b="1" dirty="0" smtClean="0">
                          <a:solidFill>
                            <a:srgbClr val="000000"/>
                          </a:solidFill>
                          <a:effectLst/>
                          <a:latin typeface="微软雅黑" panose="020B0503020204020204" pitchFamily="34" charset="-122"/>
                          <a:ea typeface="微软雅黑" panose="020B0503020204020204" pitchFamily="34" charset="-122"/>
                        </a:rPr>
                        <a:t>（</a:t>
                      </a:r>
                      <a:r>
                        <a:rPr lang="en-US" altLang="zh-CN" sz="2000" b="1" dirty="0" smtClean="0">
                          <a:solidFill>
                            <a:srgbClr val="000000"/>
                          </a:solidFill>
                          <a:effectLst/>
                          <a:latin typeface="微软雅黑" panose="020B0503020204020204" pitchFamily="34" charset="-122"/>
                          <a:ea typeface="微软雅黑" panose="020B0503020204020204" pitchFamily="34" charset="-122"/>
                        </a:rPr>
                        <a:t>10</a:t>
                      </a:r>
                      <a:r>
                        <a:rPr lang="zh-CN" altLang="zh-CN" sz="2000" b="1" dirty="0" smtClean="0">
                          <a:solidFill>
                            <a:srgbClr val="000000"/>
                          </a:solidFill>
                          <a:effectLst/>
                          <a:latin typeface="微软雅黑" panose="020B0503020204020204" pitchFamily="34" charset="-122"/>
                          <a:ea typeface="微软雅黑" panose="020B0503020204020204" pitchFamily="34" charset="-122"/>
                        </a:rPr>
                        <a:t>位）</a:t>
                      </a:r>
                      <a:r>
                        <a:rPr lang="zh-CN" altLang="en-US" sz="2000" b="1" dirty="0" smtClean="0">
                          <a:solidFill>
                            <a:srgbClr val="000000"/>
                          </a:solidFill>
                          <a:effectLst/>
                          <a:latin typeface="微软雅黑" panose="020B0503020204020204" pitchFamily="34" charset="-122"/>
                          <a:ea typeface="微软雅黑" panose="020B0503020204020204" pitchFamily="34" charset="-122"/>
                        </a:rPr>
                        <a:t>，</a:t>
                      </a:r>
                      <a:r>
                        <a:rPr lang="zh-CN" altLang="en-US" sz="2000" b="1" dirty="0" smtClean="0">
                          <a:solidFill>
                            <a:srgbClr val="C00000"/>
                          </a:solidFill>
                          <a:effectLst/>
                          <a:latin typeface="微软雅黑" panose="020B0503020204020204" pitchFamily="34" charset="-122"/>
                          <a:ea typeface="微软雅黑" panose="020B0503020204020204" pitchFamily="34" charset="-122"/>
                        </a:rPr>
                        <a:t>仅供一个单位内部使用</a:t>
                      </a:r>
                      <a:endParaRPr lang="zh-CN" altLang="en-US" sz="2000" b="1" dirty="0" smtClean="0">
                        <a:solidFill>
                          <a:srgbClr val="C00000"/>
                        </a:solidFill>
                        <a:latin typeface="微软雅黑" pitchFamily="34" charset="-122"/>
                        <a:ea typeface="微软雅黑" pitchFamily="34" charset="-122"/>
                      </a:endParaRPr>
                    </a:p>
                  </a:txBody>
                  <a:tcPr marL="68580" marR="68580" marT="0" marB="0" anchor="ctr"/>
                </a:tc>
                <a:tc>
                  <a:txBody>
                    <a:bodyPr/>
                    <a:lstStyle/>
                    <a:p>
                      <a:pPr algn="just">
                        <a:lnSpc>
                          <a:spcPts val="2400"/>
                        </a:lnSpc>
                        <a:spcAft>
                          <a:spcPts val="0"/>
                        </a:spcAft>
                      </a:pPr>
                      <a:r>
                        <a:rPr lang="en-US" altLang="zh-CN" sz="2000" b="1" dirty="0" smtClean="0">
                          <a:solidFill>
                            <a:srgbClr val="000000"/>
                          </a:solidFill>
                          <a:latin typeface="微软雅黑" pitchFamily="34" charset="-122"/>
                          <a:ea typeface="微软雅黑" pitchFamily="34" charset="-122"/>
                        </a:rPr>
                        <a:t>FEC0::/10</a:t>
                      </a:r>
                      <a:endParaRPr lang="zh-CN" altLang="en-US" sz="2000" b="1" dirty="0" smtClean="0">
                        <a:solidFill>
                          <a:srgbClr val="000000"/>
                        </a:solidFill>
                        <a:latin typeface="微软雅黑" pitchFamily="34" charset="-122"/>
                        <a:ea typeface="微软雅黑" pitchFamily="34" charset="-122"/>
                      </a:endParaRPr>
                    </a:p>
                  </a:txBody>
                  <a:tcPr marL="68580" marR="68580" marT="0" marB="0" anchor="ctr"/>
                </a:tc>
              </a:tr>
              <a:tr h="891142">
                <a:tc>
                  <a:txBody>
                    <a:bodyPr/>
                    <a:lstStyle/>
                    <a:p>
                      <a:pPr algn="just">
                        <a:lnSpc>
                          <a:spcPts val="2400"/>
                        </a:lnSpc>
                        <a:spcAft>
                          <a:spcPts val="0"/>
                        </a:spcAft>
                      </a:pPr>
                      <a:r>
                        <a:rPr lang="zh-CN" sz="2000" b="1" dirty="0">
                          <a:effectLst/>
                          <a:latin typeface="微软雅黑" panose="020B0503020204020204" pitchFamily="34" charset="-122"/>
                          <a:ea typeface="微软雅黑" panose="020B0503020204020204" pitchFamily="34" charset="-122"/>
                        </a:rPr>
                        <a:t>本地链路单播地址</a:t>
                      </a:r>
                      <a:endParaRPr lang="zh-CN" sz="2000" b="1" dirty="0">
                        <a:solidFill>
                          <a:schemeClr val="tx1"/>
                        </a:solidFill>
                        <a:effectLst/>
                        <a:latin typeface="微软雅黑" pitchFamily="34" charset="-122"/>
                        <a:ea typeface="微软雅黑" pitchFamily="34" charset="-122"/>
                      </a:endParaRPr>
                    </a:p>
                  </a:txBody>
                  <a:tcPr marL="68580" marR="68580" marT="0" marB="0" anchor="ctr"/>
                </a:tc>
                <a:tc>
                  <a:txBody>
                    <a:bodyPr/>
                    <a:lstStyle/>
                    <a:p>
                      <a:pPr algn="just">
                        <a:lnSpc>
                          <a:spcPts val="2400"/>
                        </a:lnSpc>
                        <a:spcAft>
                          <a:spcPts val="0"/>
                        </a:spcAft>
                      </a:pPr>
                      <a:r>
                        <a:rPr lang="en-US" sz="2000" b="1" dirty="0">
                          <a:solidFill>
                            <a:srgbClr val="000000"/>
                          </a:solidFill>
                          <a:effectLst/>
                          <a:latin typeface="微软雅黑" panose="020B0503020204020204" pitchFamily="34" charset="-122"/>
                          <a:ea typeface="微软雅黑" panose="020B0503020204020204" pitchFamily="34" charset="-122"/>
                        </a:rPr>
                        <a:t>1111111010</a:t>
                      </a:r>
                      <a:r>
                        <a:rPr lang="zh-CN" sz="2000" b="1" dirty="0">
                          <a:solidFill>
                            <a:srgbClr val="000000"/>
                          </a:solidFill>
                          <a:effectLst/>
                          <a:latin typeface="微软雅黑" panose="020B0503020204020204" pitchFamily="34" charset="-122"/>
                          <a:ea typeface="微软雅黑" panose="020B0503020204020204" pitchFamily="34" charset="-122"/>
                        </a:rPr>
                        <a:t>（</a:t>
                      </a:r>
                      <a:r>
                        <a:rPr lang="en-US" sz="2000" b="1" dirty="0">
                          <a:solidFill>
                            <a:srgbClr val="000000"/>
                          </a:solidFill>
                          <a:effectLst/>
                          <a:latin typeface="微软雅黑" panose="020B0503020204020204" pitchFamily="34" charset="-122"/>
                          <a:ea typeface="微软雅黑" panose="020B0503020204020204" pitchFamily="34" charset="-122"/>
                        </a:rPr>
                        <a:t>10</a:t>
                      </a:r>
                      <a:r>
                        <a:rPr lang="zh-CN" sz="2000" b="1" dirty="0">
                          <a:solidFill>
                            <a:srgbClr val="000000"/>
                          </a:solidFill>
                          <a:effectLst/>
                          <a:latin typeface="微软雅黑" panose="020B0503020204020204" pitchFamily="34" charset="-122"/>
                          <a:ea typeface="微软雅黑" panose="020B0503020204020204" pitchFamily="34" charset="-122"/>
                        </a:rPr>
                        <a:t>位</a:t>
                      </a:r>
                      <a:r>
                        <a:rPr lang="zh-CN" sz="2000" b="1" dirty="0" smtClean="0">
                          <a:solidFill>
                            <a:srgbClr val="000000"/>
                          </a:solidFill>
                          <a:effectLst/>
                          <a:latin typeface="微软雅黑" panose="020B0503020204020204" pitchFamily="34" charset="-122"/>
                          <a:ea typeface="微软雅黑" panose="020B0503020204020204" pitchFamily="34" charset="-122"/>
                        </a:rPr>
                        <a:t>）</a:t>
                      </a:r>
                      <a:r>
                        <a:rPr lang="zh-CN" altLang="en-US" sz="2000" b="1" dirty="0" smtClean="0">
                          <a:solidFill>
                            <a:srgbClr val="000000"/>
                          </a:solidFill>
                          <a:effectLst/>
                          <a:latin typeface="微软雅黑" panose="020B0503020204020204" pitchFamily="34" charset="-122"/>
                          <a:ea typeface="微软雅黑" panose="020B0503020204020204" pitchFamily="34" charset="-122"/>
                        </a:rPr>
                        <a:t>，</a:t>
                      </a:r>
                      <a:r>
                        <a:rPr lang="zh-CN" altLang="en-US" sz="2000" b="1" dirty="0" smtClean="0">
                          <a:solidFill>
                            <a:srgbClr val="C00000"/>
                          </a:solidFill>
                          <a:latin typeface="微软雅黑" pitchFamily="34" charset="-122"/>
                          <a:ea typeface="微软雅黑" pitchFamily="34" charset="-122"/>
                        </a:rPr>
                        <a:t>启用</a:t>
                      </a:r>
                      <a:r>
                        <a:rPr lang="zh-CN" altLang="en-US" sz="2000" b="1" baseline="0" dirty="0" smtClean="0">
                          <a:solidFill>
                            <a:srgbClr val="C00000"/>
                          </a:solidFill>
                          <a:latin typeface="微软雅黑" pitchFamily="34" charset="-122"/>
                          <a:ea typeface="微软雅黑" pitchFamily="34" charset="-122"/>
                        </a:rPr>
                        <a:t> </a:t>
                      </a:r>
                      <a:r>
                        <a:rPr lang="en-US" altLang="zh-CN" sz="2000" b="1" baseline="0" dirty="0" smtClean="0">
                          <a:solidFill>
                            <a:srgbClr val="C00000"/>
                          </a:solidFill>
                          <a:latin typeface="微软雅黑" pitchFamily="34" charset="-122"/>
                          <a:ea typeface="微软雅黑" pitchFamily="34" charset="-122"/>
                        </a:rPr>
                        <a:t>IPv6 </a:t>
                      </a:r>
                      <a:r>
                        <a:rPr lang="zh-CN" altLang="en-US" sz="2000" b="1" baseline="0" dirty="0" smtClean="0">
                          <a:solidFill>
                            <a:srgbClr val="C00000"/>
                          </a:solidFill>
                          <a:latin typeface="微软雅黑" pitchFamily="34" charset="-122"/>
                          <a:ea typeface="微软雅黑" pitchFamily="34" charset="-122"/>
                        </a:rPr>
                        <a:t>时自动生成</a:t>
                      </a:r>
                      <a:endParaRPr lang="zh-CN" altLang="en-US" sz="2000" b="1" dirty="0" smtClean="0">
                        <a:solidFill>
                          <a:srgbClr val="C00000"/>
                        </a:solidFill>
                        <a:latin typeface="微软雅黑" pitchFamily="34" charset="-122"/>
                        <a:ea typeface="微软雅黑" pitchFamily="34" charset="-122"/>
                      </a:endParaRPr>
                    </a:p>
                  </a:txBody>
                  <a:tcPr marL="68580" marR="68580" marT="0" marB="0" anchor="ctr"/>
                </a:tc>
                <a:tc>
                  <a:txBody>
                    <a:bodyPr/>
                    <a:lstStyle/>
                    <a:p>
                      <a:pPr algn="just">
                        <a:lnSpc>
                          <a:spcPts val="2400"/>
                        </a:lnSpc>
                        <a:spcAft>
                          <a:spcPts val="0"/>
                        </a:spcAft>
                      </a:pPr>
                      <a:r>
                        <a:rPr lang="en-US" sz="2000" b="1" dirty="0" err="1" smtClean="0">
                          <a:solidFill>
                            <a:srgbClr val="000000"/>
                          </a:solidFill>
                          <a:effectLst/>
                          <a:latin typeface="微软雅黑" panose="020B0503020204020204" pitchFamily="34" charset="-122"/>
                          <a:ea typeface="微软雅黑" panose="020B0503020204020204" pitchFamily="34" charset="-122"/>
                        </a:rPr>
                        <a:t>FE80</a:t>
                      </a:r>
                      <a:r>
                        <a:rPr lang="en-US" sz="2000" b="1" dirty="0" smtClean="0">
                          <a:solidFill>
                            <a:srgbClr val="000000"/>
                          </a:solidFill>
                          <a:effectLst/>
                          <a:latin typeface="微软雅黑" panose="020B0503020204020204" pitchFamily="34" charset="-122"/>
                          <a:ea typeface="微软雅黑" panose="020B0503020204020204" pitchFamily="34" charset="-122"/>
                        </a:rPr>
                        <a:t>::/10</a:t>
                      </a:r>
                      <a:endParaRPr lang="zh-CN" altLang="en-US" sz="2000" b="1" dirty="0" smtClean="0">
                        <a:solidFill>
                          <a:srgbClr val="000000"/>
                        </a:solidFill>
                        <a:latin typeface="微软雅黑" pitchFamily="34" charset="-122"/>
                        <a:ea typeface="微软雅黑" pitchFamily="34" charset="-122"/>
                      </a:endParaRPr>
                    </a:p>
                  </a:txBody>
                  <a:tcPr marL="68580" marR="68580" marT="0" marB="0" anchor="ctr"/>
                </a:tc>
                <a:extLst>
                  <a:ext uri="{0D108BD9-81ED-4DB2-BD59-A6C34878D82A}">
                    <a16:rowId xmlns:a16="http://schemas.microsoft.com/office/drawing/2014/main" xmlns="" val="10004"/>
                  </a:ext>
                </a:extLst>
              </a:tr>
              <a:tr h="579580">
                <a:tc>
                  <a:txBody>
                    <a:bodyPr/>
                    <a:lstStyle/>
                    <a:p>
                      <a:pPr algn="just">
                        <a:lnSpc>
                          <a:spcPts val="2400"/>
                        </a:lnSpc>
                        <a:spcAft>
                          <a:spcPts val="0"/>
                        </a:spcAft>
                      </a:pPr>
                      <a:r>
                        <a:rPr lang="zh-CN" sz="2000" b="1" dirty="0">
                          <a:effectLst/>
                          <a:latin typeface="微软雅黑" panose="020B0503020204020204" pitchFamily="34" charset="-122"/>
                          <a:ea typeface="微软雅黑" panose="020B0503020204020204" pitchFamily="34" charset="-122"/>
                        </a:rPr>
                        <a:t>全球单播地址</a:t>
                      </a:r>
                      <a:endParaRPr lang="zh-CN" sz="2000" b="1" dirty="0">
                        <a:solidFill>
                          <a:schemeClr val="tx1"/>
                        </a:solidFill>
                        <a:effectLst/>
                        <a:latin typeface="微软雅黑" pitchFamily="34" charset="-122"/>
                        <a:ea typeface="微软雅黑" pitchFamily="34" charset="-122"/>
                      </a:endParaRPr>
                    </a:p>
                  </a:txBody>
                  <a:tcPr marL="68580" marR="68580" marT="0" marB="0" anchor="ctr"/>
                </a:tc>
                <a:tc gridSpan="2">
                  <a:txBody>
                    <a:bodyPr/>
                    <a:lstStyle/>
                    <a:p>
                      <a:pPr algn="just">
                        <a:lnSpc>
                          <a:spcPts val="2400"/>
                        </a:lnSpc>
                        <a:spcAft>
                          <a:spcPts val="0"/>
                        </a:spcAft>
                      </a:pPr>
                      <a:r>
                        <a:rPr lang="zh-CN" sz="2000" b="1" dirty="0" smtClean="0">
                          <a:solidFill>
                            <a:srgbClr val="000000"/>
                          </a:solidFill>
                          <a:effectLst/>
                          <a:latin typeface="微软雅黑" panose="020B0503020204020204" pitchFamily="34" charset="-122"/>
                          <a:ea typeface="微软雅黑" panose="020B0503020204020204" pitchFamily="34" charset="-122"/>
                        </a:rPr>
                        <a:t>除上述</a:t>
                      </a:r>
                      <a:r>
                        <a:rPr lang="zh-CN" altLang="en-US" sz="2000" b="1" dirty="0" smtClean="0">
                          <a:solidFill>
                            <a:srgbClr val="000000"/>
                          </a:solidFill>
                          <a:effectLst/>
                          <a:latin typeface="微软雅黑" panose="020B0503020204020204" pitchFamily="34" charset="-122"/>
                          <a:ea typeface="微软雅黑" panose="020B0503020204020204" pitchFamily="34" charset="-122"/>
                        </a:rPr>
                        <a:t>五</a:t>
                      </a:r>
                      <a:r>
                        <a:rPr lang="zh-CN" sz="2000" b="1" dirty="0" smtClean="0">
                          <a:solidFill>
                            <a:srgbClr val="000000"/>
                          </a:solidFill>
                          <a:effectLst/>
                          <a:latin typeface="微软雅黑" panose="020B0503020204020204" pitchFamily="34" charset="-122"/>
                          <a:ea typeface="微软雅黑" panose="020B0503020204020204" pitchFamily="34" charset="-122"/>
                        </a:rPr>
                        <a:t>种</a:t>
                      </a:r>
                      <a:r>
                        <a:rPr lang="zh-CN" sz="2000" b="1" dirty="0">
                          <a:solidFill>
                            <a:srgbClr val="000000"/>
                          </a:solidFill>
                          <a:effectLst/>
                          <a:latin typeface="微软雅黑" panose="020B0503020204020204" pitchFamily="34" charset="-122"/>
                          <a:ea typeface="微软雅黑" panose="020B0503020204020204" pitchFamily="34" charset="-122"/>
                        </a:rPr>
                        <a:t>外，所有其他</a:t>
                      </a:r>
                      <a:r>
                        <a:rPr lang="zh-CN" sz="2000" b="1" dirty="0" smtClean="0">
                          <a:solidFill>
                            <a:srgbClr val="000000"/>
                          </a:solidFill>
                          <a:effectLst/>
                          <a:latin typeface="微软雅黑" panose="020B0503020204020204" pitchFamily="34" charset="-122"/>
                          <a:ea typeface="微软雅黑" panose="020B0503020204020204" pitchFamily="34" charset="-122"/>
                        </a:rPr>
                        <a:t>的</a:t>
                      </a:r>
                      <a:r>
                        <a:rPr lang="zh-CN" altLang="en-US" sz="2000" b="1" dirty="0" smtClean="0">
                          <a:solidFill>
                            <a:srgbClr val="000000"/>
                          </a:solidFill>
                          <a:effectLst/>
                          <a:latin typeface="微软雅黑" panose="020B0503020204020204" pitchFamily="34" charset="-122"/>
                          <a:ea typeface="微软雅黑" panose="020B0503020204020204" pitchFamily="34" charset="-122"/>
                        </a:rPr>
                        <a:t>地址</a:t>
                      </a:r>
                      <a:endParaRPr lang="zh-CN" sz="2000" b="1" dirty="0">
                        <a:solidFill>
                          <a:srgbClr val="000000"/>
                        </a:solidFill>
                        <a:effectLst/>
                        <a:latin typeface="微软雅黑" panose="020B0503020204020204" pitchFamily="34" charset="-122"/>
                        <a:ea typeface="微软雅黑" panose="020B0503020204020204" pitchFamily="34" charset="-122"/>
                      </a:endParaRPr>
                    </a:p>
                  </a:txBody>
                  <a:tcPr marL="68580" marR="68580" marT="0" marB="0" anchor="ctr"/>
                </a:tc>
                <a:tc hMerge="1">
                  <a:txBody>
                    <a:bodyPr/>
                    <a:lstStyle/>
                    <a:p>
                      <a:pPr algn="just">
                        <a:lnSpc>
                          <a:spcPts val="2400"/>
                        </a:lnSpc>
                        <a:spcAft>
                          <a:spcPts val="0"/>
                        </a:spcAft>
                      </a:pPr>
                      <a:endParaRPr lang="zh-CN" sz="1600" b="1" dirty="0">
                        <a:solidFill>
                          <a:schemeClr val="tx1"/>
                        </a:solidFill>
                        <a:effectLst/>
                        <a:latin typeface="微软雅黑" pitchFamily="34" charset="-122"/>
                        <a:ea typeface="微软雅黑" pitchFamily="34" charset="-122"/>
                      </a:endParaRPr>
                    </a:p>
                  </a:txBody>
                  <a:tcPr marL="68580" marR="68580" marT="0" marB="0" anchor="ctr"/>
                </a:tc>
                <a:extLst>
                  <a:ext uri="{0D108BD9-81ED-4DB2-BD59-A6C34878D82A}">
                    <a16:rowId xmlns:a16="http://schemas.microsoft.com/office/drawing/2014/main" xmlns="" val="10005"/>
                  </a:ext>
                </a:extLst>
              </a:tr>
            </a:tbl>
          </a:graphicData>
        </a:graphic>
      </p:graphicFrame>
    </p:spTree>
  </p:cSld>
  <p:clrMapOvr>
    <a:masterClrMapping/>
  </p:clrMapOvr>
  <p:transition/>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4850" name="Rectangle 2"/>
          <p:cNvSpPr>
            <a:spLocks noGrp="1" noChangeArrowheads="1"/>
          </p:cNvSpPr>
          <p:nvPr>
            <p:ph type="title"/>
          </p:nvPr>
        </p:nvSpPr>
        <p:spPr/>
        <p:txBody>
          <a:bodyPr/>
          <a:lstStyle/>
          <a:p>
            <a:pPr eaLnBrk="1" hangingPunct="1"/>
            <a:r>
              <a:rPr lang="en-US" altLang="zh-CN" dirty="0" smtClean="0"/>
              <a:t>IPv6 </a:t>
            </a:r>
            <a:r>
              <a:rPr lang="zh-CN" altLang="en-US" dirty="0" smtClean="0"/>
              <a:t>地址分类</a:t>
            </a:r>
          </a:p>
        </p:txBody>
      </p:sp>
      <p:sp>
        <p:nvSpPr>
          <p:cNvPr id="334851" name="Rectangle 3"/>
          <p:cNvSpPr>
            <a:spLocks noGrp="1" noChangeArrowheads="1"/>
          </p:cNvSpPr>
          <p:nvPr>
            <p:ph idx="1"/>
          </p:nvPr>
        </p:nvSpPr>
        <p:spPr>
          <a:xfrm>
            <a:off x="442913" y="1266825"/>
            <a:ext cx="10801350" cy="4895850"/>
          </a:xfrm>
        </p:spPr>
        <p:txBody>
          <a:bodyPr/>
          <a:lstStyle/>
          <a:p>
            <a:pPr eaLnBrk="1" hangingPunct="1"/>
            <a:r>
              <a:rPr lang="zh-CN" altLang="en-US" b="1" dirty="0" smtClean="0">
                <a:solidFill>
                  <a:srgbClr val="FF0000"/>
                </a:solidFill>
              </a:rPr>
              <a:t>全球单播地址    </a:t>
            </a:r>
            <a:r>
              <a:rPr lang="zh-CN" altLang="en-US" b="1" dirty="0" smtClean="0"/>
              <a:t>这是使用得最多的一类，其划分方法有以下三种：</a:t>
            </a:r>
          </a:p>
          <a:p>
            <a:pPr lvl="1" eaLnBrk="1" hangingPunct="1"/>
            <a:r>
              <a:rPr lang="zh-CN" altLang="en-US" b="1" dirty="0" smtClean="0"/>
              <a:t>把整个 </a:t>
            </a:r>
            <a:r>
              <a:rPr lang="en-US" altLang="zh-CN" b="1" dirty="0" smtClean="0"/>
              <a:t>128 </a:t>
            </a:r>
            <a:r>
              <a:rPr lang="zh-CN" altLang="en-US" b="1" dirty="0" smtClean="0"/>
              <a:t>位作为一个节点的地址； </a:t>
            </a:r>
          </a:p>
          <a:p>
            <a:pPr lvl="1" eaLnBrk="1" hangingPunct="1"/>
            <a:r>
              <a:rPr lang="zh-CN" altLang="en-US" b="1" dirty="0" smtClean="0"/>
              <a:t>用 </a:t>
            </a:r>
            <a:r>
              <a:rPr lang="en-US" altLang="zh-CN" b="1" dirty="0" smtClean="0"/>
              <a:t>n </a:t>
            </a:r>
            <a:r>
              <a:rPr lang="zh-CN" altLang="en-US" b="1" dirty="0"/>
              <a:t>位</a:t>
            </a:r>
            <a:r>
              <a:rPr lang="zh-CN" altLang="en-US" b="1" dirty="0" smtClean="0"/>
              <a:t>作为子网前缀，用剩下的 </a:t>
            </a:r>
            <a:r>
              <a:rPr lang="en-US" altLang="zh-CN" b="1" dirty="0" smtClean="0"/>
              <a:t>(128 - n) </a:t>
            </a:r>
            <a:r>
              <a:rPr lang="zh-CN" altLang="en-US" b="1" dirty="0" smtClean="0"/>
              <a:t>位作为接口标识符（相当于 </a:t>
            </a:r>
            <a:r>
              <a:rPr lang="en-US" altLang="zh-CN" b="1" dirty="0" smtClean="0"/>
              <a:t>IPv4 </a:t>
            </a:r>
            <a:r>
              <a:rPr lang="zh-CN" altLang="en-US" b="1" dirty="0" smtClean="0"/>
              <a:t>的主机号）</a:t>
            </a:r>
            <a:r>
              <a:rPr lang="zh-CN" altLang="en-US" b="1" dirty="0"/>
              <a:t>；</a:t>
            </a:r>
            <a:endParaRPr lang="zh-CN" altLang="en-US" b="1" dirty="0" smtClean="0"/>
          </a:p>
          <a:p>
            <a:pPr lvl="1" eaLnBrk="1" hangingPunct="1"/>
            <a:r>
              <a:rPr lang="zh-CN" altLang="en-US" b="1" dirty="0"/>
              <a:t>用 </a:t>
            </a:r>
            <a:r>
              <a:rPr lang="en-US" altLang="zh-CN" b="1" dirty="0"/>
              <a:t>n </a:t>
            </a:r>
            <a:r>
              <a:rPr lang="zh-CN" altLang="en-US" b="1" dirty="0" smtClean="0"/>
              <a:t>位作为全球路由选择前缀，用</a:t>
            </a:r>
            <a:r>
              <a:rPr lang="en-US" altLang="zh-CN" b="1" dirty="0"/>
              <a:t> </a:t>
            </a:r>
            <a:r>
              <a:rPr lang="en-US" altLang="zh-CN" b="1" dirty="0" smtClean="0"/>
              <a:t>m </a:t>
            </a:r>
            <a:r>
              <a:rPr lang="zh-CN" altLang="en-US" b="1" dirty="0" smtClean="0"/>
              <a:t>位作为子网前缀，用剩下的 </a:t>
            </a:r>
            <a:r>
              <a:rPr lang="en-US" altLang="zh-CN" b="1" dirty="0" smtClean="0"/>
              <a:t>(128 - n - m) </a:t>
            </a:r>
            <a:r>
              <a:rPr lang="zh-CN" altLang="en-US" b="1" dirty="0"/>
              <a:t>位</a:t>
            </a:r>
            <a:r>
              <a:rPr lang="zh-CN" altLang="en-US" b="1" dirty="0" smtClean="0"/>
              <a:t>作为接口标识符。 </a:t>
            </a:r>
          </a:p>
        </p:txBody>
      </p:sp>
    </p:spTree>
  </p:cSld>
  <p:clrMapOvr>
    <a:masterClrMapping/>
  </p:clrMapOvr>
  <p:transition/>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Rectangle 2"/>
          <p:cNvSpPr>
            <a:spLocks noGrp="1" noChangeArrowheads="1"/>
          </p:cNvSpPr>
          <p:nvPr>
            <p:ph type="title"/>
          </p:nvPr>
        </p:nvSpPr>
        <p:spPr/>
        <p:txBody>
          <a:bodyPr/>
          <a:lstStyle/>
          <a:p>
            <a:pPr eaLnBrk="1" hangingPunct="1"/>
            <a:r>
              <a:rPr lang="en-US" altLang="zh-CN" dirty="0" smtClean="0"/>
              <a:t>4.5.3 </a:t>
            </a:r>
            <a:r>
              <a:rPr lang="zh-CN" altLang="en-US" dirty="0" smtClean="0"/>
              <a:t>从 </a:t>
            </a:r>
            <a:r>
              <a:rPr lang="en-US" altLang="zh-CN" dirty="0" smtClean="0"/>
              <a:t>IPv4 </a:t>
            </a:r>
            <a:r>
              <a:rPr lang="zh-CN" altLang="en-US" dirty="0"/>
              <a:t>向</a:t>
            </a:r>
            <a:r>
              <a:rPr lang="zh-CN" altLang="en-US" dirty="0" smtClean="0"/>
              <a:t> </a:t>
            </a:r>
            <a:r>
              <a:rPr lang="en-US" altLang="zh-CN" dirty="0" smtClean="0"/>
              <a:t>IPv6 </a:t>
            </a:r>
            <a:r>
              <a:rPr lang="zh-CN" altLang="en-US" dirty="0" smtClean="0"/>
              <a:t>过渡 </a:t>
            </a:r>
          </a:p>
        </p:txBody>
      </p:sp>
      <p:sp>
        <p:nvSpPr>
          <p:cNvPr id="72" name="Rectangle 3"/>
          <p:cNvSpPr>
            <a:spLocks noGrp="1" noChangeArrowheads="1"/>
          </p:cNvSpPr>
          <p:nvPr>
            <p:ph idx="1"/>
          </p:nvPr>
        </p:nvSpPr>
        <p:spPr>
          <a:xfrm>
            <a:off x="442913" y="1266825"/>
            <a:ext cx="10801350" cy="4895850"/>
          </a:xfrm>
        </p:spPr>
        <p:txBody>
          <a:bodyPr/>
          <a:lstStyle/>
          <a:p>
            <a:pPr eaLnBrk="1" hangingPunct="1"/>
            <a:r>
              <a:rPr lang="zh-CN" altLang="en-US" b="1" dirty="0" smtClean="0"/>
              <a:t>从 </a:t>
            </a:r>
            <a:r>
              <a:rPr lang="en-US" altLang="zh-CN" b="1" dirty="0" smtClean="0"/>
              <a:t>IPv4 </a:t>
            </a:r>
            <a:r>
              <a:rPr lang="zh-CN" altLang="en-US" b="1" dirty="0" smtClean="0"/>
              <a:t>向 </a:t>
            </a:r>
            <a:r>
              <a:rPr lang="en-US" altLang="zh-CN" b="1" dirty="0"/>
              <a:t>IPv6 </a:t>
            </a:r>
            <a:r>
              <a:rPr lang="zh-CN" altLang="en-US" b="1" dirty="0"/>
              <a:t>过渡只能采用</a:t>
            </a:r>
            <a:r>
              <a:rPr lang="zh-CN" altLang="en-US" b="1" dirty="0">
                <a:solidFill>
                  <a:srgbClr val="FF0000"/>
                </a:solidFill>
              </a:rPr>
              <a:t>逐步演进</a:t>
            </a:r>
            <a:r>
              <a:rPr lang="zh-CN" altLang="en-US" b="1" dirty="0"/>
              <a:t>的办法，</a:t>
            </a:r>
            <a:r>
              <a:rPr lang="zh-CN" altLang="en-US" b="1" dirty="0" smtClean="0"/>
              <a:t>同时还</a:t>
            </a:r>
            <a:r>
              <a:rPr lang="zh-CN" altLang="en-US" b="1" dirty="0"/>
              <a:t>必须</a:t>
            </a:r>
            <a:r>
              <a:rPr lang="zh-CN" altLang="en-US" b="1" dirty="0" smtClean="0"/>
              <a:t>使 </a:t>
            </a:r>
            <a:r>
              <a:rPr lang="en-US" altLang="zh-CN" b="1" dirty="0"/>
              <a:t>IPv6 </a:t>
            </a:r>
            <a:r>
              <a:rPr lang="zh-CN" altLang="en-US" b="1" dirty="0" smtClean="0"/>
              <a:t>能够</a:t>
            </a:r>
            <a:r>
              <a:rPr lang="zh-CN" altLang="en-US" b="1" dirty="0">
                <a:solidFill>
                  <a:srgbClr val="FF0000"/>
                </a:solidFill>
              </a:rPr>
              <a:t>向后兼容</a:t>
            </a:r>
            <a:r>
              <a:rPr lang="zh-CN" altLang="en-US" b="1" dirty="0" smtClean="0"/>
              <a:t>。这就要求 </a:t>
            </a:r>
            <a:r>
              <a:rPr lang="en-US" altLang="zh-CN" b="1" dirty="0" smtClean="0"/>
              <a:t>IPv6 </a:t>
            </a:r>
            <a:r>
              <a:rPr lang="zh-CN" altLang="en-US" b="1" dirty="0" smtClean="0"/>
              <a:t>必须</a:t>
            </a:r>
            <a:r>
              <a:rPr lang="zh-CN" altLang="en-US" b="1" dirty="0"/>
              <a:t>能够接收和转发 </a:t>
            </a:r>
            <a:r>
              <a:rPr lang="en-US" altLang="zh-CN" b="1" dirty="0"/>
              <a:t>IPv4 </a:t>
            </a:r>
            <a:r>
              <a:rPr lang="zh-CN" altLang="en-US" b="1" dirty="0"/>
              <a:t>分组，并且能够为 </a:t>
            </a:r>
            <a:r>
              <a:rPr lang="en-US" altLang="zh-CN" b="1" dirty="0"/>
              <a:t>IPv4 </a:t>
            </a:r>
            <a:r>
              <a:rPr lang="zh-CN" altLang="en-US" b="1" dirty="0"/>
              <a:t>分组选择路由。</a:t>
            </a:r>
          </a:p>
          <a:p>
            <a:pPr eaLnBrk="1" hangingPunct="1"/>
            <a:r>
              <a:rPr lang="zh-CN" altLang="en-US" b="1" dirty="0"/>
              <a:t>从 </a:t>
            </a:r>
            <a:r>
              <a:rPr lang="en-US" altLang="zh-CN" b="1" dirty="0"/>
              <a:t>IPv4 </a:t>
            </a:r>
            <a:r>
              <a:rPr lang="zh-CN" altLang="en-US" b="1" dirty="0"/>
              <a:t>向 </a:t>
            </a:r>
            <a:r>
              <a:rPr lang="en-US" altLang="zh-CN" b="1" dirty="0"/>
              <a:t>IPv6 </a:t>
            </a:r>
            <a:r>
              <a:rPr lang="zh-CN" altLang="en-US" b="1" dirty="0" smtClean="0"/>
              <a:t>过渡主要有两种方法：</a:t>
            </a:r>
            <a:r>
              <a:rPr lang="zh-CN" altLang="en-US" b="1" dirty="0">
                <a:solidFill>
                  <a:srgbClr val="FF0000"/>
                </a:solidFill>
              </a:rPr>
              <a:t>双协议</a:t>
            </a:r>
            <a:r>
              <a:rPr lang="zh-CN" altLang="en-US" b="1" dirty="0" smtClean="0">
                <a:solidFill>
                  <a:srgbClr val="FF0000"/>
                </a:solidFill>
              </a:rPr>
              <a:t>栈</a:t>
            </a:r>
            <a:r>
              <a:rPr lang="zh-CN" altLang="en-US" b="1" dirty="0" smtClean="0"/>
              <a:t>和</a:t>
            </a:r>
            <a:r>
              <a:rPr lang="zh-CN" altLang="en-US" b="1" dirty="0" smtClean="0">
                <a:solidFill>
                  <a:srgbClr val="FF0000"/>
                </a:solidFill>
              </a:rPr>
              <a:t>隧道技术</a:t>
            </a:r>
            <a:r>
              <a:rPr lang="zh-CN" altLang="en-US" b="1" dirty="0" smtClean="0"/>
              <a:t>。</a:t>
            </a:r>
            <a:endParaRPr lang="en-US" altLang="zh-CN" b="1" dirty="0" smtClean="0"/>
          </a:p>
          <a:p>
            <a:pPr eaLnBrk="1" hangingPunct="1"/>
            <a:endParaRPr lang="zh-CN" altLang="en-US" b="1" dirty="0" smtClean="0"/>
          </a:p>
        </p:txBody>
      </p:sp>
    </p:spTree>
  </p:cSld>
  <p:clrMapOvr>
    <a:masterClrMapping/>
  </p:clrMapOvr>
  <p:transition/>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Rectangle 2"/>
          <p:cNvSpPr>
            <a:spLocks noGrp="1" noChangeArrowheads="1"/>
          </p:cNvSpPr>
          <p:nvPr>
            <p:ph type="title"/>
          </p:nvPr>
        </p:nvSpPr>
        <p:spPr/>
        <p:txBody>
          <a:bodyPr/>
          <a:lstStyle/>
          <a:p>
            <a:pPr eaLnBrk="1" hangingPunct="1"/>
            <a:r>
              <a:rPr lang="zh-CN" altLang="en-US" dirty="0" smtClean="0"/>
              <a:t>双协议栈</a:t>
            </a:r>
          </a:p>
        </p:txBody>
      </p:sp>
      <p:grpSp>
        <p:nvGrpSpPr>
          <p:cNvPr id="336899" name="Group 3"/>
          <p:cNvGrpSpPr>
            <a:grpSpLocks/>
          </p:cNvGrpSpPr>
          <p:nvPr/>
        </p:nvGrpSpPr>
        <p:grpSpPr bwMode="auto">
          <a:xfrm>
            <a:off x="3754438" y="1854200"/>
            <a:ext cx="4032250" cy="1223963"/>
            <a:chOff x="912" y="768"/>
            <a:chExt cx="2400" cy="1584"/>
          </a:xfrm>
        </p:grpSpPr>
        <p:sp>
          <p:nvSpPr>
            <p:cNvPr id="336949" name="Oval 4"/>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6950" name="Oval 5"/>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6951" name="Oval 6"/>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6952" name="Oval 7"/>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6953" name="Oval 8"/>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6954" name="Oval 9"/>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6955" name="Oval 10"/>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6956" name="Oval 11"/>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6957" name="Oval 12"/>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grpSp>
          <p:nvGrpSpPr>
            <p:cNvPr id="336958" name="Group 13"/>
            <p:cNvGrpSpPr>
              <a:grpSpLocks/>
            </p:cNvGrpSpPr>
            <p:nvPr/>
          </p:nvGrpSpPr>
          <p:grpSpPr bwMode="auto">
            <a:xfrm>
              <a:off x="912" y="768"/>
              <a:ext cx="2386" cy="1553"/>
              <a:chOff x="912" y="768"/>
              <a:chExt cx="2386" cy="1553"/>
            </a:xfrm>
          </p:grpSpPr>
          <p:sp>
            <p:nvSpPr>
              <p:cNvPr id="336959" name="Oval 14"/>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6960" name="Oval 15"/>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6961" name="Oval 16"/>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6962" name="Oval 17"/>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6963" name="Oval 18"/>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6964" name="Oval 19"/>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6965" name="Oval 20"/>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6966" name="Oval 21"/>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6967" name="Oval 22"/>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grpSp>
      </p:grpSp>
      <p:sp>
        <p:nvSpPr>
          <p:cNvPr id="336900" name="Freeform 23"/>
          <p:cNvSpPr>
            <a:spLocks/>
          </p:cNvSpPr>
          <p:nvPr/>
        </p:nvSpPr>
        <p:spPr bwMode="auto">
          <a:xfrm flipH="1">
            <a:off x="7826375" y="3232150"/>
            <a:ext cx="692150" cy="1200150"/>
          </a:xfrm>
          <a:custGeom>
            <a:avLst/>
            <a:gdLst>
              <a:gd name="T0" fmla="*/ 0 w 576"/>
              <a:gd name="T1" fmla="*/ 0 h 756"/>
              <a:gd name="T2" fmla="*/ 2147483646 w 576"/>
              <a:gd name="T3" fmla="*/ 2147483646 h 756"/>
              <a:gd name="T4" fmla="*/ 2147483646 w 576"/>
              <a:gd name="T5" fmla="*/ 2147483646 h 756"/>
              <a:gd name="T6" fmla="*/ 2147483646 w 576"/>
              <a:gd name="T7" fmla="*/ 2147483646 h 756"/>
              <a:gd name="T8" fmla="*/ 0 w 576"/>
              <a:gd name="T9" fmla="*/ 0 h 756"/>
              <a:gd name="T10" fmla="*/ 0 60000 65536"/>
              <a:gd name="T11" fmla="*/ 0 60000 65536"/>
              <a:gd name="T12" fmla="*/ 0 60000 65536"/>
              <a:gd name="T13" fmla="*/ 0 60000 65536"/>
              <a:gd name="T14" fmla="*/ 0 60000 65536"/>
              <a:gd name="T15" fmla="*/ 0 w 576"/>
              <a:gd name="T16" fmla="*/ 0 h 756"/>
              <a:gd name="T17" fmla="*/ 576 w 576"/>
              <a:gd name="T18" fmla="*/ 756 h 756"/>
            </a:gdLst>
            <a:ahLst/>
            <a:cxnLst>
              <a:cxn ang="T10">
                <a:pos x="T0" y="T1"/>
              </a:cxn>
              <a:cxn ang="T11">
                <a:pos x="T2" y="T3"/>
              </a:cxn>
              <a:cxn ang="T12">
                <a:pos x="T4" y="T5"/>
              </a:cxn>
              <a:cxn ang="T13">
                <a:pos x="T6" y="T7"/>
              </a:cxn>
              <a:cxn ang="T14">
                <a:pos x="T8" y="T9"/>
              </a:cxn>
            </a:cxnLst>
            <a:rect l="T15" t="T16" r="T17" b="T18"/>
            <a:pathLst>
              <a:path w="576" h="756">
                <a:moveTo>
                  <a:pt x="0" y="0"/>
                </a:moveTo>
                <a:lnTo>
                  <a:pt x="576" y="4"/>
                </a:lnTo>
                <a:lnTo>
                  <a:pt x="576" y="564"/>
                </a:lnTo>
                <a:lnTo>
                  <a:pt x="4" y="756"/>
                </a:lnTo>
                <a:lnTo>
                  <a:pt x="0" y="0"/>
                </a:lnTo>
                <a:close/>
              </a:path>
            </a:pathLst>
          </a:cu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36901" name="Freeform 24"/>
          <p:cNvSpPr>
            <a:spLocks/>
          </p:cNvSpPr>
          <p:nvPr/>
        </p:nvSpPr>
        <p:spPr bwMode="auto">
          <a:xfrm>
            <a:off x="2860675" y="3238500"/>
            <a:ext cx="914400" cy="1200150"/>
          </a:xfrm>
          <a:custGeom>
            <a:avLst/>
            <a:gdLst>
              <a:gd name="T0" fmla="*/ 0 w 576"/>
              <a:gd name="T1" fmla="*/ 0 h 756"/>
              <a:gd name="T2" fmla="*/ 2147483646 w 576"/>
              <a:gd name="T3" fmla="*/ 2147483646 h 756"/>
              <a:gd name="T4" fmla="*/ 2147483646 w 576"/>
              <a:gd name="T5" fmla="*/ 2147483646 h 756"/>
              <a:gd name="T6" fmla="*/ 2147483646 w 576"/>
              <a:gd name="T7" fmla="*/ 2147483646 h 756"/>
              <a:gd name="T8" fmla="*/ 0 w 576"/>
              <a:gd name="T9" fmla="*/ 0 h 756"/>
              <a:gd name="T10" fmla="*/ 0 60000 65536"/>
              <a:gd name="T11" fmla="*/ 0 60000 65536"/>
              <a:gd name="T12" fmla="*/ 0 60000 65536"/>
              <a:gd name="T13" fmla="*/ 0 60000 65536"/>
              <a:gd name="T14" fmla="*/ 0 60000 65536"/>
              <a:gd name="T15" fmla="*/ 0 w 576"/>
              <a:gd name="T16" fmla="*/ 0 h 756"/>
              <a:gd name="T17" fmla="*/ 576 w 576"/>
              <a:gd name="T18" fmla="*/ 756 h 756"/>
            </a:gdLst>
            <a:ahLst/>
            <a:cxnLst>
              <a:cxn ang="T10">
                <a:pos x="T0" y="T1"/>
              </a:cxn>
              <a:cxn ang="T11">
                <a:pos x="T2" y="T3"/>
              </a:cxn>
              <a:cxn ang="T12">
                <a:pos x="T4" y="T5"/>
              </a:cxn>
              <a:cxn ang="T13">
                <a:pos x="T6" y="T7"/>
              </a:cxn>
              <a:cxn ang="T14">
                <a:pos x="T8" y="T9"/>
              </a:cxn>
            </a:cxnLst>
            <a:rect l="T15" t="T16" r="T17" b="T18"/>
            <a:pathLst>
              <a:path w="576" h="756">
                <a:moveTo>
                  <a:pt x="0" y="0"/>
                </a:moveTo>
                <a:lnTo>
                  <a:pt x="576" y="4"/>
                </a:lnTo>
                <a:lnTo>
                  <a:pt x="576" y="564"/>
                </a:lnTo>
                <a:lnTo>
                  <a:pt x="4" y="756"/>
                </a:lnTo>
                <a:lnTo>
                  <a:pt x="0" y="0"/>
                </a:lnTo>
                <a:close/>
              </a:path>
            </a:pathLst>
          </a:cu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336902" name="Line 25"/>
          <p:cNvSpPr>
            <a:spLocks noChangeShapeType="1"/>
          </p:cNvSpPr>
          <p:nvPr/>
        </p:nvSpPr>
        <p:spPr bwMode="auto">
          <a:xfrm>
            <a:off x="1812925" y="2609850"/>
            <a:ext cx="807720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pic>
        <p:nvPicPr>
          <p:cNvPr id="336903" name="Picture 2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08125" y="2306638"/>
            <a:ext cx="527050"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6904" name="Picture 2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46475" y="2381250"/>
            <a:ext cx="5207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336905" name="Text Box 28"/>
          <p:cNvSpPr txBox="1">
            <a:spLocks noChangeArrowheads="1"/>
          </p:cNvSpPr>
          <p:nvPr/>
        </p:nvSpPr>
        <p:spPr bwMode="auto">
          <a:xfrm>
            <a:off x="2982518" y="1773238"/>
            <a:ext cx="119776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zh-CN" altLang="en-US" sz="1800" b="1">
                <a:solidFill>
                  <a:srgbClr val="333399"/>
                </a:solidFill>
                <a:latin typeface="Arial" charset="0"/>
                <a:ea typeface="黑体" pitchFamily="2" charset="-122"/>
              </a:rPr>
              <a:t>双协议栈</a:t>
            </a:r>
          </a:p>
          <a:p>
            <a:pPr algn="ctr" eaLnBrk="1" hangingPunct="1"/>
            <a:r>
              <a:rPr kumimoji="1" lang="en-US" altLang="zh-CN" sz="1800" b="1">
                <a:solidFill>
                  <a:srgbClr val="333399"/>
                </a:solidFill>
                <a:latin typeface="Arial" charset="0"/>
                <a:ea typeface="黑体" pitchFamily="2" charset="-122"/>
              </a:rPr>
              <a:t>IPv6/IPv4</a:t>
            </a:r>
          </a:p>
        </p:txBody>
      </p:sp>
      <p:pic>
        <p:nvPicPr>
          <p:cNvPr id="336906" name="Picture 2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73625" y="2381250"/>
            <a:ext cx="5207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336907" name="Picture 3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45225" y="2381250"/>
            <a:ext cx="5207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336908" name="Picture 3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66025" y="2381250"/>
            <a:ext cx="5207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336909" name="Picture 3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667875" y="2306638"/>
            <a:ext cx="527050"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6910" name="Text Box 33"/>
          <p:cNvSpPr txBox="1">
            <a:spLocks noChangeArrowheads="1"/>
          </p:cNvSpPr>
          <p:nvPr/>
        </p:nvSpPr>
        <p:spPr bwMode="auto">
          <a:xfrm>
            <a:off x="1508125" y="1989138"/>
            <a:ext cx="6591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a:solidFill>
                  <a:srgbClr val="333399"/>
                </a:solidFill>
                <a:latin typeface="Arial" charset="0"/>
                <a:ea typeface="黑体" pitchFamily="2" charset="-122"/>
              </a:rPr>
              <a:t>IPv6</a:t>
            </a:r>
          </a:p>
        </p:txBody>
      </p:sp>
      <p:sp>
        <p:nvSpPr>
          <p:cNvPr id="336911" name="Text Box 34"/>
          <p:cNvSpPr txBox="1">
            <a:spLocks noChangeArrowheads="1"/>
          </p:cNvSpPr>
          <p:nvPr/>
        </p:nvSpPr>
        <p:spPr bwMode="auto">
          <a:xfrm>
            <a:off x="9585325" y="1989138"/>
            <a:ext cx="6591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a:solidFill>
                  <a:srgbClr val="333399"/>
                </a:solidFill>
                <a:latin typeface="Arial" charset="0"/>
                <a:ea typeface="黑体" pitchFamily="2" charset="-122"/>
              </a:rPr>
              <a:t>IPv6</a:t>
            </a:r>
          </a:p>
        </p:txBody>
      </p:sp>
      <p:sp>
        <p:nvSpPr>
          <p:cNvPr id="336912" name="Text Box 35"/>
          <p:cNvSpPr txBox="1">
            <a:spLocks noChangeArrowheads="1"/>
          </p:cNvSpPr>
          <p:nvPr/>
        </p:nvSpPr>
        <p:spPr bwMode="auto">
          <a:xfrm>
            <a:off x="5359400" y="1822450"/>
            <a:ext cx="11881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a:solidFill>
                  <a:srgbClr val="333399"/>
                </a:solidFill>
                <a:latin typeface="Arial" charset="0"/>
                <a:ea typeface="黑体" pitchFamily="2" charset="-122"/>
              </a:rPr>
              <a:t>IPv4 </a:t>
            </a:r>
            <a:r>
              <a:rPr kumimoji="1" lang="zh-CN" altLang="en-US" sz="1800" b="1">
                <a:solidFill>
                  <a:srgbClr val="333399"/>
                </a:solidFill>
                <a:latin typeface="Arial" charset="0"/>
                <a:ea typeface="黑体" pitchFamily="2" charset="-122"/>
              </a:rPr>
              <a:t>网络</a:t>
            </a:r>
          </a:p>
        </p:txBody>
      </p:sp>
      <p:sp>
        <p:nvSpPr>
          <p:cNvPr id="336913" name="Text Box 36"/>
          <p:cNvSpPr txBox="1">
            <a:spLocks noChangeArrowheads="1"/>
          </p:cNvSpPr>
          <p:nvPr/>
        </p:nvSpPr>
        <p:spPr bwMode="auto">
          <a:xfrm>
            <a:off x="1254125" y="2314575"/>
            <a:ext cx="3321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600" b="1">
                <a:solidFill>
                  <a:srgbClr val="333399"/>
                </a:solidFill>
                <a:latin typeface="Arial" charset="0"/>
                <a:ea typeface="黑体" pitchFamily="2" charset="-122"/>
              </a:rPr>
              <a:t>A</a:t>
            </a:r>
          </a:p>
        </p:txBody>
      </p:sp>
      <p:sp>
        <p:nvSpPr>
          <p:cNvPr id="336914" name="Text Box 37"/>
          <p:cNvSpPr txBox="1">
            <a:spLocks noChangeArrowheads="1"/>
          </p:cNvSpPr>
          <p:nvPr/>
        </p:nvSpPr>
        <p:spPr bwMode="auto">
          <a:xfrm>
            <a:off x="3241675" y="2303463"/>
            <a:ext cx="3321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600" b="1">
                <a:solidFill>
                  <a:srgbClr val="333399"/>
                </a:solidFill>
                <a:latin typeface="Arial" charset="0"/>
                <a:ea typeface="黑体" pitchFamily="2" charset="-122"/>
              </a:rPr>
              <a:t>B</a:t>
            </a:r>
          </a:p>
        </p:txBody>
      </p:sp>
      <p:sp>
        <p:nvSpPr>
          <p:cNvPr id="336915" name="Text Box 38"/>
          <p:cNvSpPr txBox="1">
            <a:spLocks noChangeArrowheads="1"/>
          </p:cNvSpPr>
          <p:nvPr/>
        </p:nvSpPr>
        <p:spPr bwMode="auto">
          <a:xfrm>
            <a:off x="4541838" y="2292350"/>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600" b="1">
                <a:solidFill>
                  <a:srgbClr val="333399"/>
                </a:solidFill>
                <a:latin typeface="Arial" charset="0"/>
                <a:ea typeface="黑体" pitchFamily="2" charset="-122"/>
              </a:rPr>
              <a:t>C</a:t>
            </a:r>
          </a:p>
        </p:txBody>
      </p:sp>
      <p:sp>
        <p:nvSpPr>
          <p:cNvPr id="336916" name="Text Box 39"/>
          <p:cNvSpPr txBox="1">
            <a:spLocks noChangeArrowheads="1"/>
          </p:cNvSpPr>
          <p:nvPr/>
        </p:nvSpPr>
        <p:spPr bwMode="auto">
          <a:xfrm>
            <a:off x="5965825" y="2281238"/>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600" b="1">
                <a:solidFill>
                  <a:srgbClr val="333399"/>
                </a:solidFill>
                <a:latin typeface="Arial" charset="0"/>
                <a:ea typeface="黑体" pitchFamily="2" charset="-122"/>
              </a:rPr>
              <a:t>D</a:t>
            </a:r>
          </a:p>
        </p:txBody>
      </p:sp>
      <p:sp>
        <p:nvSpPr>
          <p:cNvPr id="336917" name="Text Box 40"/>
          <p:cNvSpPr txBox="1">
            <a:spLocks noChangeArrowheads="1"/>
          </p:cNvSpPr>
          <p:nvPr/>
        </p:nvSpPr>
        <p:spPr bwMode="auto">
          <a:xfrm>
            <a:off x="7273925" y="2270125"/>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600" b="1">
                <a:solidFill>
                  <a:srgbClr val="333399"/>
                </a:solidFill>
                <a:latin typeface="Arial" charset="0"/>
                <a:ea typeface="黑体" pitchFamily="2" charset="-122"/>
              </a:rPr>
              <a:t>E</a:t>
            </a:r>
          </a:p>
        </p:txBody>
      </p:sp>
      <p:sp>
        <p:nvSpPr>
          <p:cNvPr id="336918" name="Text Box 41"/>
          <p:cNvSpPr txBox="1">
            <a:spLocks noChangeArrowheads="1"/>
          </p:cNvSpPr>
          <p:nvPr/>
        </p:nvSpPr>
        <p:spPr bwMode="auto">
          <a:xfrm>
            <a:off x="9432925" y="2259013"/>
            <a:ext cx="3079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600" b="1">
                <a:solidFill>
                  <a:srgbClr val="333399"/>
                </a:solidFill>
                <a:latin typeface="Arial" charset="0"/>
                <a:ea typeface="黑体" pitchFamily="2" charset="-122"/>
              </a:rPr>
              <a:t>F</a:t>
            </a:r>
          </a:p>
        </p:txBody>
      </p:sp>
      <p:sp>
        <p:nvSpPr>
          <p:cNvPr id="336919" name="Rectangle 42"/>
          <p:cNvSpPr>
            <a:spLocks noChangeArrowheads="1"/>
          </p:cNvSpPr>
          <p:nvPr/>
        </p:nvSpPr>
        <p:spPr bwMode="auto">
          <a:xfrm>
            <a:off x="1566863" y="3230563"/>
            <a:ext cx="1295400" cy="2057400"/>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eaLnBrk="1" hangingPunct="1"/>
            <a:endParaRPr lang="zh-CN" altLang="en-US" sz="2800" b="1">
              <a:latin typeface="Tahoma" pitchFamily="34" charset="0"/>
              <a:ea typeface="黑体" pitchFamily="2" charset="-122"/>
            </a:endParaRPr>
          </a:p>
        </p:txBody>
      </p:sp>
      <p:sp>
        <p:nvSpPr>
          <p:cNvPr id="336920" name="Rectangle 43"/>
          <p:cNvSpPr>
            <a:spLocks noChangeArrowheads="1"/>
          </p:cNvSpPr>
          <p:nvPr/>
        </p:nvSpPr>
        <p:spPr bwMode="auto">
          <a:xfrm>
            <a:off x="1600200" y="3251200"/>
            <a:ext cx="1263650" cy="117792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336921" name="Text Box 44"/>
          <p:cNvSpPr txBox="1">
            <a:spLocks noChangeArrowheads="1"/>
          </p:cNvSpPr>
          <p:nvPr/>
        </p:nvSpPr>
        <p:spPr bwMode="auto">
          <a:xfrm>
            <a:off x="1566863" y="3230563"/>
            <a:ext cx="1370012" cy="180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600" b="1">
                <a:solidFill>
                  <a:srgbClr val="333399"/>
                </a:solidFill>
                <a:latin typeface="Arial" charset="0"/>
                <a:ea typeface="黑体" pitchFamily="2" charset="-122"/>
              </a:rPr>
              <a:t>流标号：</a:t>
            </a:r>
            <a:r>
              <a:rPr kumimoji="1" lang="en-US" altLang="zh-CN" sz="1600" b="1">
                <a:solidFill>
                  <a:srgbClr val="333399"/>
                </a:solidFill>
                <a:latin typeface="Arial" charset="0"/>
                <a:ea typeface="黑体" pitchFamily="2" charset="-122"/>
              </a:rPr>
              <a:t>X</a:t>
            </a:r>
          </a:p>
          <a:p>
            <a:pPr eaLnBrk="1" hangingPunct="1"/>
            <a:r>
              <a:rPr kumimoji="1" lang="zh-CN" altLang="en-US" sz="1600" b="1">
                <a:solidFill>
                  <a:srgbClr val="333399"/>
                </a:solidFill>
                <a:latin typeface="Arial" charset="0"/>
                <a:ea typeface="黑体" pitchFamily="2" charset="-122"/>
              </a:rPr>
              <a:t>源地址：</a:t>
            </a:r>
            <a:r>
              <a:rPr kumimoji="1" lang="en-US" altLang="zh-CN" sz="1600" b="1">
                <a:solidFill>
                  <a:srgbClr val="333399"/>
                </a:solidFill>
                <a:latin typeface="Arial" charset="0"/>
                <a:ea typeface="黑体" pitchFamily="2" charset="-122"/>
              </a:rPr>
              <a:t>A</a:t>
            </a:r>
          </a:p>
          <a:p>
            <a:pPr eaLnBrk="1" hangingPunct="1"/>
            <a:r>
              <a:rPr kumimoji="1" lang="zh-CN" altLang="en-US" sz="1600" b="1">
                <a:solidFill>
                  <a:srgbClr val="333399"/>
                </a:solidFill>
                <a:latin typeface="Arial" charset="0"/>
                <a:ea typeface="黑体" pitchFamily="2" charset="-122"/>
              </a:rPr>
              <a:t>目的地址：</a:t>
            </a:r>
            <a:r>
              <a:rPr kumimoji="1" lang="en-US" altLang="zh-CN" sz="1600" b="1">
                <a:solidFill>
                  <a:srgbClr val="333399"/>
                </a:solidFill>
                <a:latin typeface="Arial" charset="0"/>
                <a:ea typeface="黑体" pitchFamily="2" charset="-122"/>
              </a:rPr>
              <a:t>F</a:t>
            </a:r>
          </a:p>
          <a:p>
            <a:pPr eaLnBrk="1" hangingPunct="1"/>
            <a:r>
              <a:rPr kumimoji="1" lang="en-US" altLang="zh-CN" sz="1600" b="1">
                <a:solidFill>
                  <a:srgbClr val="333399"/>
                </a:solidFill>
                <a:latin typeface="Arial" charset="0"/>
                <a:ea typeface="黑体" pitchFamily="2" charset="-122"/>
              </a:rPr>
              <a:t>……</a:t>
            </a:r>
          </a:p>
          <a:p>
            <a:pPr eaLnBrk="1" hangingPunct="1"/>
            <a:endParaRPr kumimoji="1" lang="en-US" altLang="zh-CN" sz="1600" b="1">
              <a:solidFill>
                <a:srgbClr val="333399"/>
              </a:solidFill>
              <a:latin typeface="Arial" charset="0"/>
              <a:ea typeface="黑体" pitchFamily="2" charset="-122"/>
            </a:endParaRPr>
          </a:p>
          <a:p>
            <a:pPr eaLnBrk="1" hangingPunct="1"/>
            <a:endParaRPr kumimoji="1" lang="en-US" altLang="zh-CN" sz="1600" b="1">
              <a:solidFill>
                <a:srgbClr val="333399"/>
              </a:solidFill>
              <a:latin typeface="Arial" charset="0"/>
              <a:ea typeface="黑体" pitchFamily="2" charset="-122"/>
            </a:endParaRPr>
          </a:p>
          <a:p>
            <a:pPr eaLnBrk="1" hangingPunct="1"/>
            <a:r>
              <a:rPr kumimoji="1" lang="en-US" altLang="zh-CN" sz="1600" b="1">
                <a:solidFill>
                  <a:srgbClr val="333399"/>
                </a:solidFill>
                <a:latin typeface="Arial" charset="0"/>
                <a:ea typeface="黑体" pitchFamily="2" charset="-122"/>
              </a:rPr>
              <a:t>   </a:t>
            </a:r>
            <a:r>
              <a:rPr kumimoji="1" lang="zh-CN" altLang="en-US" sz="1600" b="1">
                <a:solidFill>
                  <a:srgbClr val="333399"/>
                </a:solidFill>
                <a:latin typeface="Arial" charset="0"/>
                <a:ea typeface="黑体" pitchFamily="2" charset="-122"/>
              </a:rPr>
              <a:t>数据部分</a:t>
            </a:r>
          </a:p>
        </p:txBody>
      </p:sp>
      <p:sp>
        <p:nvSpPr>
          <p:cNvPr id="336922" name="Rectangle 45"/>
          <p:cNvSpPr>
            <a:spLocks noChangeArrowheads="1"/>
          </p:cNvSpPr>
          <p:nvPr/>
        </p:nvSpPr>
        <p:spPr bwMode="auto">
          <a:xfrm>
            <a:off x="8518525" y="3230563"/>
            <a:ext cx="1295400" cy="2057400"/>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eaLnBrk="1" hangingPunct="1"/>
            <a:endParaRPr lang="zh-CN" altLang="en-US" sz="2800" b="1">
              <a:latin typeface="Tahoma" pitchFamily="34" charset="0"/>
              <a:ea typeface="黑体" pitchFamily="2" charset="-122"/>
            </a:endParaRPr>
          </a:p>
        </p:txBody>
      </p:sp>
      <p:sp>
        <p:nvSpPr>
          <p:cNvPr id="336923" name="Rectangle 46"/>
          <p:cNvSpPr>
            <a:spLocks noChangeArrowheads="1"/>
          </p:cNvSpPr>
          <p:nvPr/>
        </p:nvSpPr>
        <p:spPr bwMode="auto">
          <a:xfrm>
            <a:off x="8537575" y="3251200"/>
            <a:ext cx="1276350" cy="117792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336924" name="Text Box 47"/>
          <p:cNvSpPr txBox="1">
            <a:spLocks noChangeArrowheads="1"/>
          </p:cNvSpPr>
          <p:nvPr/>
        </p:nvSpPr>
        <p:spPr bwMode="auto">
          <a:xfrm>
            <a:off x="8518525" y="3230563"/>
            <a:ext cx="1389063" cy="180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600" b="1">
                <a:solidFill>
                  <a:srgbClr val="333399"/>
                </a:solidFill>
                <a:latin typeface="Arial" charset="0"/>
                <a:ea typeface="黑体" pitchFamily="2" charset="-122"/>
              </a:rPr>
              <a:t>流标号：无</a:t>
            </a:r>
          </a:p>
          <a:p>
            <a:pPr eaLnBrk="1" hangingPunct="1"/>
            <a:r>
              <a:rPr kumimoji="1" lang="zh-CN" altLang="en-US" sz="1600" b="1">
                <a:solidFill>
                  <a:srgbClr val="333399"/>
                </a:solidFill>
                <a:latin typeface="Arial" charset="0"/>
                <a:ea typeface="黑体" pitchFamily="2" charset="-122"/>
              </a:rPr>
              <a:t>源地址：</a:t>
            </a:r>
            <a:r>
              <a:rPr kumimoji="1" lang="en-US" altLang="zh-CN" sz="1600" b="1">
                <a:solidFill>
                  <a:srgbClr val="333399"/>
                </a:solidFill>
                <a:latin typeface="Arial" charset="0"/>
                <a:ea typeface="黑体" pitchFamily="2" charset="-122"/>
              </a:rPr>
              <a:t>A</a:t>
            </a:r>
          </a:p>
          <a:p>
            <a:pPr eaLnBrk="1" hangingPunct="1"/>
            <a:r>
              <a:rPr kumimoji="1" lang="zh-CN" altLang="en-US" sz="1600" b="1">
                <a:solidFill>
                  <a:srgbClr val="333399"/>
                </a:solidFill>
                <a:latin typeface="Arial" charset="0"/>
                <a:ea typeface="黑体" pitchFamily="2" charset="-122"/>
              </a:rPr>
              <a:t>目的地址：</a:t>
            </a:r>
            <a:r>
              <a:rPr kumimoji="1" lang="en-US" altLang="zh-CN" sz="1600" b="1">
                <a:solidFill>
                  <a:srgbClr val="333399"/>
                </a:solidFill>
                <a:latin typeface="Arial" charset="0"/>
                <a:ea typeface="黑体" pitchFamily="2" charset="-122"/>
              </a:rPr>
              <a:t>F</a:t>
            </a:r>
          </a:p>
          <a:p>
            <a:pPr eaLnBrk="1" hangingPunct="1"/>
            <a:r>
              <a:rPr kumimoji="1" lang="en-US" altLang="zh-CN" sz="1600" b="1">
                <a:solidFill>
                  <a:srgbClr val="333399"/>
                </a:solidFill>
                <a:latin typeface="Arial" charset="0"/>
                <a:ea typeface="黑体" pitchFamily="2" charset="-122"/>
              </a:rPr>
              <a:t>……</a:t>
            </a:r>
          </a:p>
          <a:p>
            <a:pPr eaLnBrk="1" hangingPunct="1"/>
            <a:endParaRPr kumimoji="1" lang="en-US" altLang="zh-CN" sz="1600" b="1">
              <a:solidFill>
                <a:srgbClr val="333399"/>
              </a:solidFill>
              <a:latin typeface="Arial" charset="0"/>
              <a:ea typeface="黑体" pitchFamily="2" charset="-122"/>
            </a:endParaRPr>
          </a:p>
          <a:p>
            <a:pPr eaLnBrk="1" hangingPunct="1"/>
            <a:endParaRPr kumimoji="1" lang="en-US" altLang="zh-CN" sz="1600" b="1">
              <a:solidFill>
                <a:srgbClr val="333399"/>
              </a:solidFill>
              <a:latin typeface="Arial" charset="0"/>
              <a:ea typeface="黑体" pitchFamily="2" charset="-122"/>
            </a:endParaRPr>
          </a:p>
          <a:p>
            <a:pPr eaLnBrk="1" hangingPunct="1"/>
            <a:r>
              <a:rPr kumimoji="1" lang="en-US" altLang="zh-CN" sz="1600" b="1">
                <a:solidFill>
                  <a:srgbClr val="333399"/>
                </a:solidFill>
                <a:latin typeface="Arial" charset="0"/>
                <a:ea typeface="黑体" pitchFamily="2" charset="-122"/>
              </a:rPr>
              <a:t>   </a:t>
            </a:r>
            <a:r>
              <a:rPr kumimoji="1" lang="zh-CN" altLang="en-US" sz="1600" b="1">
                <a:solidFill>
                  <a:srgbClr val="333399"/>
                </a:solidFill>
                <a:latin typeface="Arial" charset="0"/>
                <a:ea typeface="黑体" pitchFamily="2" charset="-122"/>
              </a:rPr>
              <a:t>数据部分</a:t>
            </a:r>
          </a:p>
        </p:txBody>
      </p:sp>
      <p:sp>
        <p:nvSpPr>
          <p:cNvPr id="336925" name="Line 48"/>
          <p:cNvSpPr>
            <a:spLocks noChangeShapeType="1"/>
          </p:cNvSpPr>
          <p:nvPr/>
        </p:nvSpPr>
        <p:spPr bwMode="auto">
          <a:xfrm>
            <a:off x="1736725" y="3078163"/>
            <a:ext cx="914400" cy="0"/>
          </a:xfrm>
          <a:prstGeom prst="line">
            <a:avLst/>
          </a:prstGeom>
          <a:noFill/>
          <a:ln w="5715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336926" name="Line 49"/>
          <p:cNvSpPr>
            <a:spLocks noChangeShapeType="1"/>
          </p:cNvSpPr>
          <p:nvPr/>
        </p:nvSpPr>
        <p:spPr bwMode="auto">
          <a:xfrm>
            <a:off x="3870325" y="3078163"/>
            <a:ext cx="914400" cy="0"/>
          </a:xfrm>
          <a:prstGeom prst="line">
            <a:avLst/>
          </a:prstGeom>
          <a:noFill/>
          <a:ln w="5715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336927" name="Line 50"/>
          <p:cNvSpPr>
            <a:spLocks noChangeShapeType="1"/>
          </p:cNvSpPr>
          <p:nvPr/>
        </p:nvSpPr>
        <p:spPr bwMode="auto">
          <a:xfrm>
            <a:off x="6689725" y="3078163"/>
            <a:ext cx="914400" cy="0"/>
          </a:xfrm>
          <a:prstGeom prst="line">
            <a:avLst/>
          </a:prstGeom>
          <a:noFill/>
          <a:ln w="5715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336928" name="Line 51"/>
          <p:cNvSpPr>
            <a:spLocks noChangeShapeType="1"/>
          </p:cNvSpPr>
          <p:nvPr/>
        </p:nvSpPr>
        <p:spPr bwMode="auto">
          <a:xfrm>
            <a:off x="8747125" y="3078163"/>
            <a:ext cx="914400" cy="0"/>
          </a:xfrm>
          <a:prstGeom prst="line">
            <a:avLst/>
          </a:prstGeom>
          <a:noFill/>
          <a:ln w="5715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336929" name="Text Box 52"/>
          <p:cNvSpPr txBox="1">
            <a:spLocks noChangeArrowheads="1"/>
          </p:cNvSpPr>
          <p:nvPr/>
        </p:nvSpPr>
        <p:spPr bwMode="auto">
          <a:xfrm>
            <a:off x="7471968" y="1773238"/>
            <a:ext cx="119776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zh-CN" altLang="en-US" sz="1800" b="1">
                <a:solidFill>
                  <a:srgbClr val="333399"/>
                </a:solidFill>
                <a:latin typeface="Arial" charset="0"/>
                <a:ea typeface="黑体" pitchFamily="2" charset="-122"/>
              </a:rPr>
              <a:t>双协议栈</a:t>
            </a:r>
          </a:p>
          <a:p>
            <a:pPr algn="ctr" eaLnBrk="1" hangingPunct="1"/>
            <a:r>
              <a:rPr kumimoji="1" lang="en-US" altLang="zh-CN" sz="1800" b="1">
                <a:solidFill>
                  <a:srgbClr val="333399"/>
                </a:solidFill>
                <a:latin typeface="Arial" charset="0"/>
                <a:ea typeface="黑体" pitchFamily="2" charset="-122"/>
              </a:rPr>
              <a:t>IPv6/IPv4</a:t>
            </a:r>
          </a:p>
        </p:txBody>
      </p:sp>
      <p:sp>
        <p:nvSpPr>
          <p:cNvPr id="336930" name="Text Box 53"/>
          <p:cNvSpPr txBox="1">
            <a:spLocks noChangeArrowheads="1"/>
          </p:cNvSpPr>
          <p:nvPr/>
        </p:nvSpPr>
        <p:spPr bwMode="auto">
          <a:xfrm>
            <a:off x="5573713" y="3502025"/>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a:t>
            </a:r>
          </a:p>
        </p:txBody>
      </p:sp>
      <p:sp>
        <p:nvSpPr>
          <p:cNvPr id="336931" name="Text Box 54"/>
          <p:cNvSpPr txBox="1">
            <a:spLocks noChangeArrowheads="1"/>
          </p:cNvSpPr>
          <p:nvPr/>
        </p:nvSpPr>
        <p:spPr bwMode="auto">
          <a:xfrm>
            <a:off x="1619250" y="5302250"/>
            <a:ext cx="128432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600" b="1">
                <a:solidFill>
                  <a:srgbClr val="333399"/>
                </a:solidFill>
                <a:latin typeface="Arial" charset="0"/>
                <a:ea typeface="黑体" pitchFamily="2" charset="-122"/>
              </a:rPr>
              <a:t>IPv6 </a:t>
            </a:r>
            <a:r>
              <a:rPr kumimoji="1" lang="zh-CN" altLang="en-US" sz="1600" b="1">
                <a:solidFill>
                  <a:srgbClr val="333399"/>
                </a:solidFill>
                <a:latin typeface="Arial" charset="0"/>
                <a:ea typeface="黑体" pitchFamily="2" charset="-122"/>
              </a:rPr>
              <a:t>数据报</a:t>
            </a:r>
          </a:p>
        </p:txBody>
      </p:sp>
      <p:sp>
        <p:nvSpPr>
          <p:cNvPr id="336932" name="Line 55"/>
          <p:cNvSpPr>
            <a:spLocks noChangeShapeType="1"/>
          </p:cNvSpPr>
          <p:nvPr/>
        </p:nvSpPr>
        <p:spPr bwMode="auto">
          <a:xfrm>
            <a:off x="3641725" y="2925763"/>
            <a:ext cx="0" cy="2590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36933" name="Line 56"/>
          <p:cNvSpPr>
            <a:spLocks noChangeShapeType="1"/>
          </p:cNvSpPr>
          <p:nvPr/>
        </p:nvSpPr>
        <p:spPr bwMode="auto">
          <a:xfrm>
            <a:off x="7908925" y="2925763"/>
            <a:ext cx="0" cy="2590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36934" name="Text Box 57"/>
          <p:cNvSpPr txBox="1">
            <a:spLocks noChangeArrowheads="1"/>
          </p:cNvSpPr>
          <p:nvPr/>
        </p:nvSpPr>
        <p:spPr bwMode="auto">
          <a:xfrm>
            <a:off x="8585200" y="5302250"/>
            <a:ext cx="128432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600" b="1">
                <a:solidFill>
                  <a:srgbClr val="333399"/>
                </a:solidFill>
                <a:latin typeface="Arial" charset="0"/>
                <a:ea typeface="黑体" pitchFamily="2" charset="-122"/>
              </a:rPr>
              <a:t>IPv6 </a:t>
            </a:r>
            <a:r>
              <a:rPr kumimoji="1" lang="zh-CN" altLang="en-US" sz="1600" b="1">
                <a:solidFill>
                  <a:srgbClr val="333399"/>
                </a:solidFill>
                <a:latin typeface="Arial" charset="0"/>
                <a:ea typeface="黑体" pitchFamily="2" charset="-122"/>
              </a:rPr>
              <a:t>数据报</a:t>
            </a:r>
          </a:p>
        </p:txBody>
      </p:sp>
      <p:sp>
        <p:nvSpPr>
          <p:cNvPr id="336935" name="Line 58"/>
          <p:cNvSpPr>
            <a:spLocks noChangeShapeType="1"/>
          </p:cNvSpPr>
          <p:nvPr/>
        </p:nvSpPr>
        <p:spPr bwMode="auto">
          <a:xfrm>
            <a:off x="1584325" y="4438650"/>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36936" name="Line 59"/>
          <p:cNvSpPr>
            <a:spLocks noChangeShapeType="1"/>
          </p:cNvSpPr>
          <p:nvPr/>
        </p:nvSpPr>
        <p:spPr bwMode="auto">
          <a:xfrm>
            <a:off x="8518525" y="4438650"/>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36937" name="Rectangle 60"/>
          <p:cNvSpPr>
            <a:spLocks noChangeArrowheads="1"/>
          </p:cNvSpPr>
          <p:nvPr/>
        </p:nvSpPr>
        <p:spPr bwMode="auto">
          <a:xfrm>
            <a:off x="3776663" y="3230563"/>
            <a:ext cx="1295400" cy="1741487"/>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eaLnBrk="1" hangingPunct="1"/>
            <a:endParaRPr lang="zh-CN" altLang="en-US" sz="2800" b="1">
              <a:latin typeface="Tahoma" pitchFamily="34" charset="0"/>
              <a:ea typeface="黑体" pitchFamily="2" charset="-122"/>
            </a:endParaRPr>
          </a:p>
        </p:txBody>
      </p:sp>
      <p:sp>
        <p:nvSpPr>
          <p:cNvPr id="336938" name="Rectangle 61"/>
          <p:cNvSpPr>
            <a:spLocks noChangeArrowheads="1"/>
          </p:cNvSpPr>
          <p:nvPr/>
        </p:nvSpPr>
        <p:spPr bwMode="auto">
          <a:xfrm>
            <a:off x="3789363" y="3240088"/>
            <a:ext cx="1276350" cy="88582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336939" name="Text Box 62"/>
          <p:cNvSpPr txBox="1">
            <a:spLocks noChangeArrowheads="1"/>
          </p:cNvSpPr>
          <p:nvPr/>
        </p:nvSpPr>
        <p:spPr bwMode="auto">
          <a:xfrm>
            <a:off x="3776663" y="3230563"/>
            <a:ext cx="1389062"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600" b="1">
                <a:solidFill>
                  <a:srgbClr val="333399"/>
                </a:solidFill>
                <a:latin typeface="Arial" charset="0"/>
                <a:ea typeface="黑体" pitchFamily="2" charset="-122"/>
              </a:rPr>
              <a:t>源地址：</a:t>
            </a:r>
            <a:r>
              <a:rPr kumimoji="1" lang="en-US" altLang="zh-CN" sz="1600" b="1">
                <a:solidFill>
                  <a:srgbClr val="333399"/>
                </a:solidFill>
                <a:latin typeface="Arial" charset="0"/>
                <a:ea typeface="黑体" pitchFamily="2" charset="-122"/>
              </a:rPr>
              <a:t>A</a:t>
            </a:r>
          </a:p>
          <a:p>
            <a:pPr eaLnBrk="1" hangingPunct="1"/>
            <a:r>
              <a:rPr kumimoji="1" lang="zh-CN" altLang="en-US" sz="1600" b="1">
                <a:solidFill>
                  <a:srgbClr val="333399"/>
                </a:solidFill>
                <a:latin typeface="Arial" charset="0"/>
                <a:ea typeface="黑体" pitchFamily="2" charset="-122"/>
              </a:rPr>
              <a:t>目的地址：</a:t>
            </a:r>
            <a:r>
              <a:rPr kumimoji="1" lang="en-US" altLang="zh-CN" sz="1600" b="1">
                <a:solidFill>
                  <a:srgbClr val="333399"/>
                </a:solidFill>
                <a:latin typeface="Arial" charset="0"/>
                <a:ea typeface="黑体" pitchFamily="2" charset="-122"/>
              </a:rPr>
              <a:t>F</a:t>
            </a:r>
          </a:p>
          <a:p>
            <a:pPr eaLnBrk="1" hangingPunct="1"/>
            <a:r>
              <a:rPr kumimoji="1" lang="en-US" altLang="zh-CN" sz="1600" b="1">
                <a:solidFill>
                  <a:srgbClr val="333399"/>
                </a:solidFill>
                <a:latin typeface="Arial" charset="0"/>
                <a:ea typeface="黑体" pitchFamily="2" charset="-122"/>
              </a:rPr>
              <a:t>……</a:t>
            </a:r>
          </a:p>
          <a:p>
            <a:pPr eaLnBrk="1" hangingPunct="1"/>
            <a:endParaRPr kumimoji="1" lang="en-US" altLang="zh-CN" sz="1600" b="1">
              <a:solidFill>
                <a:srgbClr val="333399"/>
              </a:solidFill>
              <a:latin typeface="Arial" charset="0"/>
              <a:ea typeface="黑体" pitchFamily="2" charset="-122"/>
            </a:endParaRPr>
          </a:p>
          <a:p>
            <a:pPr eaLnBrk="1" hangingPunct="1"/>
            <a:endParaRPr kumimoji="1" lang="en-US" altLang="zh-CN" sz="1600" b="1">
              <a:solidFill>
                <a:srgbClr val="333399"/>
              </a:solidFill>
              <a:latin typeface="Arial" charset="0"/>
              <a:ea typeface="黑体" pitchFamily="2" charset="-122"/>
            </a:endParaRPr>
          </a:p>
        </p:txBody>
      </p:sp>
      <p:sp>
        <p:nvSpPr>
          <p:cNvPr id="336940" name="Line 63"/>
          <p:cNvSpPr>
            <a:spLocks noChangeShapeType="1"/>
          </p:cNvSpPr>
          <p:nvPr/>
        </p:nvSpPr>
        <p:spPr bwMode="auto">
          <a:xfrm>
            <a:off x="3794125" y="4133850"/>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36941" name="Text Box 64"/>
          <p:cNvSpPr txBox="1">
            <a:spLocks noChangeArrowheads="1"/>
          </p:cNvSpPr>
          <p:nvPr/>
        </p:nvSpPr>
        <p:spPr bwMode="auto">
          <a:xfrm>
            <a:off x="3963988" y="4376738"/>
            <a:ext cx="101181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600" b="1">
                <a:solidFill>
                  <a:srgbClr val="333399"/>
                </a:solidFill>
                <a:latin typeface="Arial" charset="0"/>
                <a:ea typeface="黑体" pitchFamily="2" charset="-122"/>
              </a:rPr>
              <a:t>数据部分</a:t>
            </a:r>
          </a:p>
        </p:txBody>
      </p:sp>
      <p:sp>
        <p:nvSpPr>
          <p:cNvPr id="336942" name="Rectangle 65"/>
          <p:cNvSpPr>
            <a:spLocks noChangeArrowheads="1"/>
          </p:cNvSpPr>
          <p:nvPr/>
        </p:nvSpPr>
        <p:spPr bwMode="auto">
          <a:xfrm>
            <a:off x="6519863" y="3230563"/>
            <a:ext cx="1295400" cy="1741487"/>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eaLnBrk="1" hangingPunct="1"/>
            <a:endParaRPr lang="zh-CN" altLang="en-US" sz="2800" b="1">
              <a:latin typeface="Tahoma" pitchFamily="34" charset="0"/>
              <a:ea typeface="黑体" pitchFamily="2" charset="-122"/>
            </a:endParaRPr>
          </a:p>
        </p:txBody>
      </p:sp>
      <p:sp>
        <p:nvSpPr>
          <p:cNvPr id="336943" name="Rectangle 66"/>
          <p:cNvSpPr>
            <a:spLocks noChangeArrowheads="1"/>
          </p:cNvSpPr>
          <p:nvPr/>
        </p:nvSpPr>
        <p:spPr bwMode="auto">
          <a:xfrm>
            <a:off x="6542088" y="3246438"/>
            <a:ext cx="1262062" cy="88582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sz="2800" b="1">
              <a:latin typeface="Tahoma" pitchFamily="34" charset="0"/>
              <a:ea typeface="黑体" pitchFamily="2" charset="-122"/>
            </a:endParaRPr>
          </a:p>
        </p:txBody>
      </p:sp>
      <p:sp>
        <p:nvSpPr>
          <p:cNvPr id="336944" name="Text Box 67"/>
          <p:cNvSpPr txBox="1">
            <a:spLocks noChangeArrowheads="1"/>
          </p:cNvSpPr>
          <p:nvPr/>
        </p:nvSpPr>
        <p:spPr bwMode="auto">
          <a:xfrm>
            <a:off x="6519863" y="3230563"/>
            <a:ext cx="1389062"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600" b="1">
                <a:solidFill>
                  <a:srgbClr val="333399"/>
                </a:solidFill>
                <a:latin typeface="Arial" charset="0"/>
                <a:ea typeface="黑体" pitchFamily="2" charset="-122"/>
              </a:rPr>
              <a:t>源地址：</a:t>
            </a:r>
            <a:r>
              <a:rPr kumimoji="1" lang="en-US" altLang="zh-CN" sz="1600" b="1">
                <a:solidFill>
                  <a:srgbClr val="333399"/>
                </a:solidFill>
                <a:latin typeface="Arial" charset="0"/>
                <a:ea typeface="黑体" pitchFamily="2" charset="-122"/>
              </a:rPr>
              <a:t>A</a:t>
            </a:r>
          </a:p>
          <a:p>
            <a:pPr eaLnBrk="1" hangingPunct="1"/>
            <a:r>
              <a:rPr kumimoji="1" lang="zh-CN" altLang="en-US" sz="1600" b="1">
                <a:solidFill>
                  <a:srgbClr val="333399"/>
                </a:solidFill>
                <a:latin typeface="Arial" charset="0"/>
                <a:ea typeface="黑体" pitchFamily="2" charset="-122"/>
              </a:rPr>
              <a:t>目的地址：</a:t>
            </a:r>
            <a:r>
              <a:rPr kumimoji="1" lang="en-US" altLang="zh-CN" sz="1600" b="1">
                <a:solidFill>
                  <a:srgbClr val="333399"/>
                </a:solidFill>
                <a:latin typeface="Arial" charset="0"/>
                <a:ea typeface="黑体" pitchFamily="2" charset="-122"/>
              </a:rPr>
              <a:t>F</a:t>
            </a:r>
          </a:p>
          <a:p>
            <a:pPr eaLnBrk="1" hangingPunct="1"/>
            <a:r>
              <a:rPr kumimoji="1" lang="en-US" altLang="zh-CN" sz="1600" b="1">
                <a:solidFill>
                  <a:srgbClr val="333399"/>
                </a:solidFill>
                <a:latin typeface="Arial" charset="0"/>
                <a:ea typeface="黑体" pitchFamily="2" charset="-122"/>
              </a:rPr>
              <a:t>……</a:t>
            </a:r>
          </a:p>
          <a:p>
            <a:pPr eaLnBrk="1" hangingPunct="1"/>
            <a:endParaRPr kumimoji="1" lang="en-US" altLang="zh-CN" sz="1600" b="1">
              <a:solidFill>
                <a:srgbClr val="333399"/>
              </a:solidFill>
              <a:latin typeface="Arial" charset="0"/>
              <a:ea typeface="黑体" pitchFamily="2" charset="-122"/>
            </a:endParaRPr>
          </a:p>
          <a:p>
            <a:pPr eaLnBrk="1" hangingPunct="1"/>
            <a:endParaRPr kumimoji="1" lang="en-US" altLang="zh-CN" sz="1600" b="1">
              <a:solidFill>
                <a:srgbClr val="333399"/>
              </a:solidFill>
              <a:latin typeface="Arial" charset="0"/>
              <a:ea typeface="黑体" pitchFamily="2" charset="-122"/>
            </a:endParaRPr>
          </a:p>
        </p:txBody>
      </p:sp>
      <p:sp>
        <p:nvSpPr>
          <p:cNvPr id="336945" name="Line 68"/>
          <p:cNvSpPr>
            <a:spLocks noChangeShapeType="1"/>
          </p:cNvSpPr>
          <p:nvPr/>
        </p:nvSpPr>
        <p:spPr bwMode="auto">
          <a:xfrm>
            <a:off x="6537325" y="4133850"/>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36946" name="Text Box 69"/>
          <p:cNvSpPr txBox="1">
            <a:spLocks noChangeArrowheads="1"/>
          </p:cNvSpPr>
          <p:nvPr/>
        </p:nvSpPr>
        <p:spPr bwMode="auto">
          <a:xfrm>
            <a:off x="6707188" y="4376738"/>
            <a:ext cx="101181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600" b="1">
                <a:solidFill>
                  <a:srgbClr val="333399"/>
                </a:solidFill>
                <a:latin typeface="Arial" charset="0"/>
                <a:ea typeface="黑体" pitchFamily="2" charset="-122"/>
              </a:rPr>
              <a:t>数据部分</a:t>
            </a:r>
          </a:p>
        </p:txBody>
      </p:sp>
      <p:sp>
        <p:nvSpPr>
          <p:cNvPr id="336947" name="Line 70"/>
          <p:cNvSpPr>
            <a:spLocks noChangeShapeType="1"/>
          </p:cNvSpPr>
          <p:nvPr/>
        </p:nvSpPr>
        <p:spPr bwMode="auto">
          <a:xfrm>
            <a:off x="3641725" y="5229225"/>
            <a:ext cx="4267200" cy="0"/>
          </a:xfrm>
          <a:prstGeom prst="line">
            <a:avLst/>
          </a:prstGeom>
          <a:noFill/>
          <a:ln w="19050">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336948" name="Text Box 71"/>
          <p:cNvSpPr txBox="1">
            <a:spLocks noChangeArrowheads="1"/>
          </p:cNvSpPr>
          <p:nvPr/>
        </p:nvSpPr>
        <p:spPr bwMode="auto">
          <a:xfrm>
            <a:off x="5235575" y="5046663"/>
            <a:ext cx="1284326" cy="3385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600" b="1">
                <a:solidFill>
                  <a:srgbClr val="333399"/>
                </a:solidFill>
                <a:latin typeface="Arial" charset="0"/>
                <a:ea typeface="黑体" pitchFamily="2" charset="-122"/>
              </a:rPr>
              <a:t>IPv4 </a:t>
            </a:r>
            <a:r>
              <a:rPr kumimoji="1" lang="zh-CN" altLang="en-US" sz="1600" b="1">
                <a:solidFill>
                  <a:srgbClr val="333399"/>
                </a:solidFill>
                <a:latin typeface="Arial" charset="0"/>
                <a:ea typeface="黑体" pitchFamily="2" charset="-122"/>
              </a:rPr>
              <a:t>数据报</a:t>
            </a:r>
          </a:p>
        </p:txBody>
      </p:sp>
    </p:spTree>
    <p:extLst>
      <p:ext uri="{BB962C8B-B14F-4D97-AF65-F5344CB8AC3E}">
        <p14:creationId xmlns:p14="http://schemas.microsoft.com/office/powerpoint/2010/main" val="3408933276"/>
      </p:ext>
    </p:extLst>
  </p:cSld>
  <p:clrMapOvr>
    <a:masterClrMapping/>
  </p:clrMapOvr>
  <p:transition/>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8946" name="Group 2"/>
          <p:cNvGrpSpPr>
            <a:grpSpLocks/>
          </p:cNvGrpSpPr>
          <p:nvPr/>
        </p:nvGrpSpPr>
        <p:grpSpPr bwMode="auto">
          <a:xfrm>
            <a:off x="4160838" y="1425575"/>
            <a:ext cx="3889375" cy="1150938"/>
            <a:chOff x="912" y="768"/>
            <a:chExt cx="2400" cy="1584"/>
          </a:xfrm>
        </p:grpSpPr>
        <p:sp>
          <p:nvSpPr>
            <p:cNvPr id="339033" name="Oval 3"/>
            <p:cNvSpPr>
              <a:spLocks noChangeArrowheads="1"/>
            </p:cNvSpPr>
            <p:nvPr/>
          </p:nvSpPr>
          <p:spPr bwMode="auto">
            <a:xfrm>
              <a:off x="1751" y="799"/>
              <a:ext cx="1026" cy="628"/>
            </a:xfrm>
            <a:prstGeom prst="ellipse">
              <a:avLst/>
            </a:pr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9034" name="Oval 4"/>
            <p:cNvSpPr>
              <a:spLocks noChangeArrowheads="1"/>
            </p:cNvSpPr>
            <p:nvPr/>
          </p:nvSpPr>
          <p:spPr bwMode="auto">
            <a:xfrm>
              <a:off x="1172" y="972"/>
              <a:ext cx="781" cy="627"/>
            </a:xfrm>
            <a:prstGeom prst="ellipse">
              <a:avLst/>
            </a:pr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9035" name="Oval 5"/>
            <p:cNvSpPr>
              <a:spLocks noChangeArrowheads="1"/>
            </p:cNvSpPr>
            <p:nvPr/>
          </p:nvSpPr>
          <p:spPr bwMode="auto">
            <a:xfrm>
              <a:off x="926" y="1364"/>
              <a:ext cx="521" cy="502"/>
            </a:xfrm>
            <a:prstGeom prst="ellipse">
              <a:avLst/>
            </a:pr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9036" name="Oval 6"/>
            <p:cNvSpPr>
              <a:spLocks noChangeArrowheads="1"/>
            </p:cNvSpPr>
            <p:nvPr/>
          </p:nvSpPr>
          <p:spPr bwMode="auto">
            <a:xfrm>
              <a:off x="1085" y="1599"/>
              <a:ext cx="796" cy="549"/>
            </a:xfrm>
            <a:prstGeom prst="ellipse">
              <a:avLst/>
            </a:pr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9037" name="Oval 7"/>
            <p:cNvSpPr>
              <a:spLocks noChangeArrowheads="1"/>
            </p:cNvSpPr>
            <p:nvPr/>
          </p:nvSpPr>
          <p:spPr bwMode="auto">
            <a:xfrm>
              <a:off x="1664" y="1693"/>
              <a:ext cx="1200" cy="659"/>
            </a:xfrm>
            <a:prstGeom prst="ellipse">
              <a:avLst/>
            </a:pr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9038" name="Oval 8"/>
            <p:cNvSpPr>
              <a:spLocks noChangeArrowheads="1"/>
            </p:cNvSpPr>
            <p:nvPr/>
          </p:nvSpPr>
          <p:spPr bwMode="auto">
            <a:xfrm>
              <a:off x="2445" y="988"/>
              <a:ext cx="751" cy="486"/>
            </a:xfrm>
            <a:prstGeom prst="ellipse">
              <a:avLst/>
            </a:pr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9039" name="Oval 9"/>
            <p:cNvSpPr>
              <a:spLocks noChangeArrowheads="1"/>
            </p:cNvSpPr>
            <p:nvPr/>
          </p:nvSpPr>
          <p:spPr bwMode="auto">
            <a:xfrm>
              <a:off x="2560" y="1317"/>
              <a:ext cx="752" cy="486"/>
            </a:xfrm>
            <a:prstGeom prst="ellipse">
              <a:avLst/>
            </a:pr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9040" name="Oval 10"/>
            <p:cNvSpPr>
              <a:spLocks noChangeArrowheads="1"/>
            </p:cNvSpPr>
            <p:nvPr/>
          </p:nvSpPr>
          <p:spPr bwMode="auto">
            <a:xfrm>
              <a:off x="2488" y="1427"/>
              <a:ext cx="752" cy="815"/>
            </a:xfrm>
            <a:prstGeom prst="ellipse">
              <a:avLst/>
            </a:pr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9041" name="Oval 11"/>
            <p:cNvSpPr>
              <a:spLocks noChangeArrowheads="1"/>
            </p:cNvSpPr>
            <p:nvPr/>
          </p:nvSpPr>
          <p:spPr bwMode="auto">
            <a:xfrm>
              <a:off x="1360" y="1176"/>
              <a:ext cx="1547" cy="815"/>
            </a:xfrm>
            <a:prstGeom prst="ellipse">
              <a:avLst/>
            </a:pr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grpSp>
          <p:nvGrpSpPr>
            <p:cNvPr id="339042" name="Group 12"/>
            <p:cNvGrpSpPr>
              <a:grpSpLocks/>
            </p:cNvGrpSpPr>
            <p:nvPr/>
          </p:nvGrpSpPr>
          <p:grpSpPr bwMode="auto">
            <a:xfrm>
              <a:off x="912" y="768"/>
              <a:ext cx="2386" cy="1553"/>
              <a:chOff x="912" y="768"/>
              <a:chExt cx="2386" cy="1553"/>
            </a:xfrm>
          </p:grpSpPr>
          <p:sp>
            <p:nvSpPr>
              <p:cNvPr id="339043" name="Oval 13"/>
              <p:cNvSpPr>
                <a:spLocks noChangeArrowheads="1"/>
              </p:cNvSpPr>
              <p:nvPr/>
            </p:nvSpPr>
            <p:spPr bwMode="auto">
              <a:xfrm>
                <a:off x="1736" y="768"/>
                <a:ext cx="1027" cy="627"/>
              </a:xfrm>
              <a:prstGeom prst="ellipse">
                <a:avLst/>
              </a:pr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9044" name="Oval 14"/>
              <p:cNvSpPr>
                <a:spLocks noChangeArrowheads="1"/>
              </p:cNvSpPr>
              <p:nvPr/>
            </p:nvSpPr>
            <p:spPr bwMode="auto">
              <a:xfrm>
                <a:off x="1158" y="941"/>
                <a:ext cx="781" cy="627"/>
              </a:xfrm>
              <a:prstGeom prst="ellipse">
                <a:avLst/>
              </a:pr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9045" name="Oval 15"/>
              <p:cNvSpPr>
                <a:spLocks noChangeArrowheads="1"/>
              </p:cNvSpPr>
              <p:nvPr/>
            </p:nvSpPr>
            <p:spPr bwMode="auto">
              <a:xfrm>
                <a:off x="912" y="1333"/>
                <a:ext cx="520" cy="501"/>
              </a:xfrm>
              <a:prstGeom prst="ellipse">
                <a:avLst/>
              </a:pr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9046" name="Oval 16"/>
              <p:cNvSpPr>
                <a:spLocks noChangeArrowheads="1"/>
              </p:cNvSpPr>
              <p:nvPr/>
            </p:nvSpPr>
            <p:spPr bwMode="auto">
              <a:xfrm>
                <a:off x="1071" y="1568"/>
                <a:ext cx="795" cy="549"/>
              </a:xfrm>
              <a:prstGeom prst="ellipse">
                <a:avLst/>
              </a:pr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9047" name="Oval 17"/>
              <p:cNvSpPr>
                <a:spLocks noChangeArrowheads="1"/>
              </p:cNvSpPr>
              <p:nvPr/>
            </p:nvSpPr>
            <p:spPr bwMode="auto">
              <a:xfrm>
                <a:off x="1649" y="1662"/>
                <a:ext cx="1200" cy="659"/>
              </a:xfrm>
              <a:prstGeom prst="ellipse">
                <a:avLst/>
              </a:pr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9048" name="Oval 18"/>
              <p:cNvSpPr>
                <a:spLocks noChangeArrowheads="1"/>
              </p:cNvSpPr>
              <p:nvPr/>
            </p:nvSpPr>
            <p:spPr bwMode="auto">
              <a:xfrm>
                <a:off x="2430" y="956"/>
                <a:ext cx="752" cy="486"/>
              </a:xfrm>
              <a:prstGeom prst="ellipse">
                <a:avLst/>
              </a:pr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9049" name="Oval 19"/>
              <p:cNvSpPr>
                <a:spLocks noChangeArrowheads="1"/>
              </p:cNvSpPr>
              <p:nvPr/>
            </p:nvSpPr>
            <p:spPr bwMode="auto">
              <a:xfrm>
                <a:off x="2546" y="1286"/>
                <a:ext cx="752" cy="486"/>
              </a:xfrm>
              <a:prstGeom prst="ellipse">
                <a:avLst/>
              </a:pr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9050" name="Oval 20"/>
              <p:cNvSpPr>
                <a:spLocks noChangeArrowheads="1"/>
              </p:cNvSpPr>
              <p:nvPr/>
            </p:nvSpPr>
            <p:spPr bwMode="auto">
              <a:xfrm>
                <a:off x="2473" y="1395"/>
                <a:ext cx="752" cy="816"/>
              </a:xfrm>
              <a:prstGeom prst="ellipse">
                <a:avLst/>
              </a:pr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9051" name="Oval 21"/>
              <p:cNvSpPr>
                <a:spLocks noChangeArrowheads="1"/>
              </p:cNvSpPr>
              <p:nvPr/>
            </p:nvSpPr>
            <p:spPr bwMode="auto">
              <a:xfrm>
                <a:off x="1346" y="1144"/>
                <a:ext cx="1547" cy="816"/>
              </a:xfrm>
              <a:prstGeom prst="ellipse">
                <a:avLst/>
              </a:pr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grpSp>
      </p:grpSp>
      <p:sp>
        <p:nvSpPr>
          <p:cNvPr id="338947" name="AutoShape 22"/>
          <p:cNvSpPr>
            <a:spLocks noChangeArrowheads="1"/>
          </p:cNvSpPr>
          <p:nvPr/>
        </p:nvSpPr>
        <p:spPr bwMode="auto">
          <a:xfrm>
            <a:off x="3790950" y="3689350"/>
            <a:ext cx="4724400" cy="3124200"/>
          </a:xfrm>
          <a:prstGeom prst="roundRect">
            <a:avLst>
              <a:gd name="adj" fmla="val 16667"/>
            </a:avLst>
          </a:prstGeom>
          <a:solidFill>
            <a:srgbClr val="CCECFF"/>
          </a:solidFill>
          <a:ln w="9525">
            <a:solidFill>
              <a:schemeClr val="tx1"/>
            </a:solidFill>
            <a:prstDash val="dash"/>
            <a:round/>
            <a:headEnd/>
            <a:tailEnd/>
          </a:ln>
        </p:spPr>
        <p:txBody>
          <a:bodyPr wrap="none" anchor="ctr"/>
          <a:lstStyle/>
          <a:p>
            <a:pPr eaLnBrk="1" hangingPunct="1"/>
            <a:endParaRPr lang="zh-CN" altLang="en-US" sz="2800" b="1">
              <a:latin typeface="Tahoma" pitchFamily="34" charset="0"/>
              <a:ea typeface="黑体" pitchFamily="2" charset="-122"/>
            </a:endParaRPr>
          </a:p>
        </p:txBody>
      </p:sp>
      <p:grpSp>
        <p:nvGrpSpPr>
          <p:cNvPr id="338948" name="Group 23"/>
          <p:cNvGrpSpPr>
            <a:grpSpLocks/>
          </p:cNvGrpSpPr>
          <p:nvPr/>
        </p:nvGrpSpPr>
        <p:grpSpPr bwMode="auto">
          <a:xfrm>
            <a:off x="4160838" y="2795588"/>
            <a:ext cx="3889375" cy="1006475"/>
            <a:chOff x="912" y="768"/>
            <a:chExt cx="2400" cy="1584"/>
          </a:xfrm>
        </p:grpSpPr>
        <p:sp>
          <p:nvSpPr>
            <p:cNvPr id="339014" name="Oval 24"/>
            <p:cNvSpPr>
              <a:spLocks noChangeArrowheads="1"/>
            </p:cNvSpPr>
            <p:nvPr/>
          </p:nvSpPr>
          <p:spPr bwMode="auto">
            <a:xfrm>
              <a:off x="1751" y="799"/>
              <a:ext cx="1026" cy="628"/>
            </a:xfrm>
            <a:prstGeom prst="ellipse">
              <a:avLst/>
            </a:pr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9015" name="Oval 25"/>
            <p:cNvSpPr>
              <a:spLocks noChangeArrowheads="1"/>
            </p:cNvSpPr>
            <p:nvPr/>
          </p:nvSpPr>
          <p:spPr bwMode="auto">
            <a:xfrm>
              <a:off x="1172" y="972"/>
              <a:ext cx="781" cy="627"/>
            </a:xfrm>
            <a:prstGeom prst="ellipse">
              <a:avLst/>
            </a:pr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9016" name="Oval 26"/>
            <p:cNvSpPr>
              <a:spLocks noChangeArrowheads="1"/>
            </p:cNvSpPr>
            <p:nvPr/>
          </p:nvSpPr>
          <p:spPr bwMode="auto">
            <a:xfrm>
              <a:off x="926" y="1364"/>
              <a:ext cx="521" cy="502"/>
            </a:xfrm>
            <a:prstGeom prst="ellipse">
              <a:avLst/>
            </a:pr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9017" name="Oval 27"/>
            <p:cNvSpPr>
              <a:spLocks noChangeArrowheads="1"/>
            </p:cNvSpPr>
            <p:nvPr/>
          </p:nvSpPr>
          <p:spPr bwMode="auto">
            <a:xfrm>
              <a:off x="1085" y="1599"/>
              <a:ext cx="796" cy="549"/>
            </a:xfrm>
            <a:prstGeom prst="ellipse">
              <a:avLst/>
            </a:pr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9018" name="Oval 28"/>
            <p:cNvSpPr>
              <a:spLocks noChangeArrowheads="1"/>
            </p:cNvSpPr>
            <p:nvPr/>
          </p:nvSpPr>
          <p:spPr bwMode="auto">
            <a:xfrm>
              <a:off x="1664" y="1693"/>
              <a:ext cx="1200" cy="659"/>
            </a:xfrm>
            <a:prstGeom prst="ellipse">
              <a:avLst/>
            </a:pr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9019" name="Oval 29"/>
            <p:cNvSpPr>
              <a:spLocks noChangeArrowheads="1"/>
            </p:cNvSpPr>
            <p:nvPr/>
          </p:nvSpPr>
          <p:spPr bwMode="auto">
            <a:xfrm>
              <a:off x="2445" y="988"/>
              <a:ext cx="751" cy="486"/>
            </a:xfrm>
            <a:prstGeom prst="ellipse">
              <a:avLst/>
            </a:pr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9020" name="Oval 30"/>
            <p:cNvSpPr>
              <a:spLocks noChangeArrowheads="1"/>
            </p:cNvSpPr>
            <p:nvPr/>
          </p:nvSpPr>
          <p:spPr bwMode="auto">
            <a:xfrm>
              <a:off x="2560" y="1317"/>
              <a:ext cx="752" cy="486"/>
            </a:xfrm>
            <a:prstGeom prst="ellipse">
              <a:avLst/>
            </a:pr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9021" name="Oval 31"/>
            <p:cNvSpPr>
              <a:spLocks noChangeArrowheads="1"/>
            </p:cNvSpPr>
            <p:nvPr/>
          </p:nvSpPr>
          <p:spPr bwMode="auto">
            <a:xfrm>
              <a:off x="2488" y="1427"/>
              <a:ext cx="752" cy="815"/>
            </a:xfrm>
            <a:prstGeom prst="ellipse">
              <a:avLst/>
            </a:pr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9022" name="Oval 32"/>
            <p:cNvSpPr>
              <a:spLocks noChangeArrowheads="1"/>
            </p:cNvSpPr>
            <p:nvPr/>
          </p:nvSpPr>
          <p:spPr bwMode="auto">
            <a:xfrm>
              <a:off x="1360" y="1176"/>
              <a:ext cx="1547" cy="815"/>
            </a:xfrm>
            <a:prstGeom prst="ellipse">
              <a:avLst/>
            </a:pr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grpSp>
          <p:nvGrpSpPr>
            <p:cNvPr id="339023" name="Group 33"/>
            <p:cNvGrpSpPr>
              <a:grpSpLocks/>
            </p:cNvGrpSpPr>
            <p:nvPr/>
          </p:nvGrpSpPr>
          <p:grpSpPr bwMode="auto">
            <a:xfrm>
              <a:off x="912" y="768"/>
              <a:ext cx="2386" cy="1553"/>
              <a:chOff x="912" y="768"/>
              <a:chExt cx="2386" cy="1553"/>
            </a:xfrm>
          </p:grpSpPr>
          <p:sp>
            <p:nvSpPr>
              <p:cNvPr id="339024" name="Oval 34"/>
              <p:cNvSpPr>
                <a:spLocks noChangeArrowheads="1"/>
              </p:cNvSpPr>
              <p:nvPr/>
            </p:nvSpPr>
            <p:spPr bwMode="auto">
              <a:xfrm>
                <a:off x="1736" y="768"/>
                <a:ext cx="1027" cy="627"/>
              </a:xfrm>
              <a:prstGeom prst="ellipse">
                <a:avLst/>
              </a:pr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9025" name="Oval 35"/>
              <p:cNvSpPr>
                <a:spLocks noChangeArrowheads="1"/>
              </p:cNvSpPr>
              <p:nvPr/>
            </p:nvSpPr>
            <p:spPr bwMode="auto">
              <a:xfrm>
                <a:off x="1158" y="941"/>
                <a:ext cx="781" cy="627"/>
              </a:xfrm>
              <a:prstGeom prst="ellipse">
                <a:avLst/>
              </a:pr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9026" name="Oval 36"/>
              <p:cNvSpPr>
                <a:spLocks noChangeArrowheads="1"/>
              </p:cNvSpPr>
              <p:nvPr/>
            </p:nvSpPr>
            <p:spPr bwMode="auto">
              <a:xfrm>
                <a:off x="912" y="1333"/>
                <a:ext cx="520" cy="501"/>
              </a:xfrm>
              <a:prstGeom prst="ellipse">
                <a:avLst/>
              </a:pr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9027" name="Oval 37"/>
              <p:cNvSpPr>
                <a:spLocks noChangeArrowheads="1"/>
              </p:cNvSpPr>
              <p:nvPr/>
            </p:nvSpPr>
            <p:spPr bwMode="auto">
              <a:xfrm>
                <a:off x="1071" y="1568"/>
                <a:ext cx="795" cy="549"/>
              </a:xfrm>
              <a:prstGeom prst="ellipse">
                <a:avLst/>
              </a:pr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9028" name="Oval 38"/>
              <p:cNvSpPr>
                <a:spLocks noChangeArrowheads="1"/>
              </p:cNvSpPr>
              <p:nvPr/>
            </p:nvSpPr>
            <p:spPr bwMode="auto">
              <a:xfrm>
                <a:off x="1649" y="1662"/>
                <a:ext cx="1200" cy="659"/>
              </a:xfrm>
              <a:prstGeom prst="ellipse">
                <a:avLst/>
              </a:pr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9029" name="Oval 39"/>
              <p:cNvSpPr>
                <a:spLocks noChangeArrowheads="1"/>
              </p:cNvSpPr>
              <p:nvPr/>
            </p:nvSpPr>
            <p:spPr bwMode="auto">
              <a:xfrm>
                <a:off x="2430" y="956"/>
                <a:ext cx="752" cy="486"/>
              </a:xfrm>
              <a:prstGeom prst="ellipse">
                <a:avLst/>
              </a:pr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9030" name="Oval 40"/>
              <p:cNvSpPr>
                <a:spLocks noChangeArrowheads="1"/>
              </p:cNvSpPr>
              <p:nvPr/>
            </p:nvSpPr>
            <p:spPr bwMode="auto">
              <a:xfrm>
                <a:off x="2546" y="1286"/>
                <a:ext cx="752" cy="486"/>
              </a:xfrm>
              <a:prstGeom prst="ellipse">
                <a:avLst/>
              </a:pr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9031" name="Oval 41"/>
              <p:cNvSpPr>
                <a:spLocks noChangeArrowheads="1"/>
              </p:cNvSpPr>
              <p:nvPr/>
            </p:nvSpPr>
            <p:spPr bwMode="auto">
              <a:xfrm>
                <a:off x="2473" y="1395"/>
                <a:ext cx="752" cy="816"/>
              </a:xfrm>
              <a:prstGeom prst="ellipse">
                <a:avLst/>
              </a:pr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sp>
            <p:nvSpPr>
              <p:cNvPr id="339032" name="Oval 42"/>
              <p:cNvSpPr>
                <a:spLocks noChangeArrowheads="1"/>
              </p:cNvSpPr>
              <p:nvPr/>
            </p:nvSpPr>
            <p:spPr bwMode="auto">
              <a:xfrm>
                <a:off x="1346" y="1144"/>
                <a:ext cx="1547" cy="816"/>
              </a:xfrm>
              <a:prstGeom prst="ellipse">
                <a:avLst/>
              </a:pr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zh-CN" altLang="en-US" sz="2800" b="1">
                  <a:latin typeface="Tahoma" pitchFamily="34" charset="0"/>
                  <a:ea typeface="黑体" pitchFamily="2" charset="-122"/>
                </a:endParaRPr>
              </a:p>
            </p:txBody>
          </p:sp>
        </p:grpSp>
      </p:grpSp>
      <p:sp>
        <p:nvSpPr>
          <p:cNvPr id="338949" name="Text Box 43"/>
          <p:cNvSpPr txBox="1">
            <a:spLocks noChangeArrowheads="1"/>
          </p:cNvSpPr>
          <p:nvPr/>
        </p:nvSpPr>
        <p:spPr bwMode="auto">
          <a:xfrm>
            <a:off x="5765800" y="2773363"/>
            <a:ext cx="11881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a:solidFill>
                  <a:srgbClr val="333399"/>
                </a:solidFill>
                <a:latin typeface="Arial" charset="0"/>
                <a:ea typeface="黑体" pitchFamily="2" charset="-122"/>
              </a:rPr>
              <a:t>IPv4 </a:t>
            </a:r>
            <a:r>
              <a:rPr kumimoji="1" lang="zh-CN" altLang="en-US" sz="1800" b="1">
                <a:solidFill>
                  <a:srgbClr val="333399"/>
                </a:solidFill>
                <a:latin typeface="Arial" charset="0"/>
                <a:ea typeface="黑体" pitchFamily="2" charset="-122"/>
              </a:rPr>
              <a:t>网络</a:t>
            </a:r>
          </a:p>
        </p:txBody>
      </p:sp>
      <p:sp>
        <p:nvSpPr>
          <p:cNvPr id="338950" name="Line 44"/>
          <p:cNvSpPr>
            <a:spLocks noChangeShapeType="1"/>
          </p:cNvSpPr>
          <p:nvPr/>
        </p:nvSpPr>
        <p:spPr bwMode="auto">
          <a:xfrm>
            <a:off x="2219325" y="3451225"/>
            <a:ext cx="807720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pic>
        <p:nvPicPr>
          <p:cNvPr id="338951" name="Picture 4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14525" y="3148013"/>
            <a:ext cx="527050"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952" name="Picture 4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52875" y="3222625"/>
            <a:ext cx="5207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338953" name="Picture 4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80025" y="3222625"/>
            <a:ext cx="5207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338954" name="Picture 4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51625" y="3222625"/>
            <a:ext cx="5207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338955" name="Picture 4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72425" y="3222625"/>
            <a:ext cx="5207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338956" name="Picture 5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074275" y="3148013"/>
            <a:ext cx="527050"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957" name="Text Box 51"/>
          <p:cNvSpPr txBox="1">
            <a:spLocks noChangeArrowheads="1"/>
          </p:cNvSpPr>
          <p:nvPr/>
        </p:nvSpPr>
        <p:spPr bwMode="auto">
          <a:xfrm>
            <a:off x="1914525" y="2773363"/>
            <a:ext cx="6591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a:solidFill>
                  <a:srgbClr val="333399"/>
                </a:solidFill>
                <a:latin typeface="Arial" charset="0"/>
                <a:ea typeface="黑体" pitchFamily="2" charset="-122"/>
              </a:rPr>
              <a:t>IPv6</a:t>
            </a:r>
          </a:p>
        </p:txBody>
      </p:sp>
      <p:sp>
        <p:nvSpPr>
          <p:cNvPr id="338958" name="Text Box 52"/>
          <p:cNvSpPr txBox="1">
            <a:spLocks noChangeArrowheads="1"/>
          </p:cNvSpPr>
          <p:nvPr/>
        </p:nvSpPr>
        <p:spPr bwMode="auto">
          <a:xfrm>
            <a:off x="9991725" y="2773363"/>
            <a:ext cx="6591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a:solidFill>
                  <a:srgbClr val="333399"/>
                </a:solidFill>
                <a:latin typeface="Arial" charset="0"/>
                <a:ea typeface="黑体" pitchFamily="2" charset="-122"/>
              </a:rPr>
              <a:t>IPv6</a:t>
            </a:r>
          </a:p>
        </p:txBody>
      </p:sp>
      <p:sp>
        <p:nvSpPr>
          <p:cNvPr id="338959" name="Text Box 53"/>
          <p:cNvSpPr txBox="1">
            <a:spLocks noChangeArrowheads="1"/>
          </p:cNvSpPr>
          <p:nvPr/>
        </p:nvSpPr>
        <p:spPr bwMode="auto">
          <a:xfrm>
            <a:off x="1660525" y="3155950"/>
            <a:ext cx="3321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600" b="1">
                <a:solidFill>
                  <a:srgbClr val="333399"/>
                </a:solidFill>
                <a:latin typeface="Arial" charset="0"/>
                <a:ea typeface="黑体" pitchFamily="2" charset="-122"/>
              </a:rPr>
              <a:t>A</a:t>
            </a:r>
          </a:p>
        </p:txBody>
      </p:sp>
      <p:sp>
        <p:nvSpPr>
          <p:cNvPr id="338960" name="Text Box 54"/>
          <p:cNvSpPr txBox="1">
            <a:spLocks noChangeArrowheads="1"/>
          </p:cNvSpPr>
          <p:nvPr/>
        </p:nvSpPr>
        <p:spPr bwMode="auto">
          <a:xfrm>
            <a:off x="3648075" y="3144838"/>
            <a:ext cx="3321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600" b="1">
                <a:solidFill>
                  <a:srgbClr val="333399"/>
                </a:solidFill>
                <a:latin typeface="Arial" charset="0"/>
                <a:ea typeface="黑体" pitchFamily="2" charset="-122"/>
              </a:rPr>
              <a:t>B</a:t>
            </a:r>
          </a:p>
        </p:txBody>
      </p:sp>
      <p:sp>
        <p:nvSpPr>
          <p:cNvPr id="338961" name="Text Box 55"/>
          <p:cNvSpPr txBox="1">
            <a:spLocks noChangeArrowheads="1"/>
          </p:cNvSpPr>
          <p:nvPr/>
        </p:nvSpPr>
        <p:spPr bwMode="auto">
          <a:xfrm>
            <a:off x="4948238" y="3133725"/>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600" b="1">
                <a:solidFill>
                  <a:srgbClr val="333399"/>
                </a:solidFill>
                <a:latin typeface="Arial" charset="0"/>
                <a:ea typeface="黑体" pitchFamily="2" charset="-122"/>
              </a:rPr>
              <a:t>C</a:t>
            </a:r>
          </a:p>
        </p:txBody>
      </p:sp>
      <p:sp>
        <p:nvSpPr>
          <p:cNvPr id="338962" name="Text Box 56"/>
          <p:cNvSpPr txBox="1">
            <a:spLocks noChangeArrowheads="1"/>
          </p:cNvSpPr>
          <p:nvPr/>
        </p:nvSpPr>
        <p:spPr bwMode="auto">
          <a:xfrm>
            <a:off x="6372225" y="3122613"/>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600" b="1">
                <a:solidFill>
                  <a:srgbClr val="333399"/>
                </a:solidFill>
                <a:latin typeface="Arial" charset="0"/>
                <a:ea typeface="黑体" pitchFamily="2" charset="-122"/>
              </a:rPr>
              <a:t>D</a:t>
            </a:r>
          </a:p>
        </p:txBody>
      </p:sp>
      <p:sp>
        <p:nvSpPr>
          <p:cNvPr id="338963" name="Text Box 57"/>
          <p:cNvSpPr txBox="1">
            <a:spLocks noChangeArrowheads="1"/>
          </p:cNvSpPr>
          <p:nvPr/>
        </p:nvSpPr>
        <p:spPr bwMode="auto">
          <a:xfrm>
            <a:off x="7680325" y="3111500"/>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600" b="1">
                <a:solidFill>
                  <a:srgbClr val="333399"/>
                </a:solidFill>
                <a:latin typeface="Arial" charset="0"/>
                <a:ea typeface="黑体" pitchFamily="2" charset="-122"/>
              </a:rPr>
              <a:t>E</a:t>
            </a:r>
          </a:p>
        </p:txBody>
      </p:sp>
      <p:sp>
        <p:nvSpPr>
          <p:cNvPr id="338964" name="Text Box 58"/>
          <p:cNvSpPr txBox="1">
            <a:spLocks noChangeArrowheads="1"/>
          </p:cNvSpPr>
          <p:nvPr/>
        </p:nvSpPr>
        <p:spPr bwMode="auto">
          <a:xfrm>
            <a:off x="9839325" y="3100388"/>
            <a:ext cx="3079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600" b="1">
                <a:solidFill>
                  <a:srgbClr val="333399"/>
                </a:solidFill>
                <a:latin typeface="Arial" charset="0"/>
                <a:ea typeface="黑体" pitchFamily="2" charset="-122"/>
              </a:rPr>
              <a:t>F</a:t>
            </a:r>
          </a:p>
        </p:txBody>
      </p:sp>
      <p:sp>
        <p:nvSpPr>
          <p:cNvPr id="338965" name="Line 59"/>
          <p:cNvSpPr>
            <a:spLocks noChangeShapeType="1"/>
          </p:cNvSpPr>
          <p:nvPr/>
        </p:nvSpPr>
        <p:spPr bwMode="auto">
          <a:xfrm>
            <a:off x="2143125" y="3908425"/>
            <a:ext cx="914400"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338966" name="Line 60"/>
          <p:cNvSpPr>
            <a:spLocks noChangeShapeType="1"/>
          </p:cNvSpPr>
          <p:nvPr/>
        </p:nvSpPr>
        <p:spPr bwMode="auto">
          <a:xfrm>
            <a:off x="4276725" y="3908425"/>
            <a:ext cx="914400"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338967" name="Line 61"/>
          <p:cNvSpPr>
            <a:spLocks noChangeShapeType="1"/>
          </p:cNvSpPr>
          <p:nvPr/>
        </p:nvSpPr>
        <p:spPr bwMode="auto">
          <a:xfrm>
            <a:off x="7096125" y="3908425"/>
            <a:ext cx="914400"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338968" name="Line 62"/>
          <p:cNvSpPr>
            <a:spLocks noChangeShapeType="1"/>
          </p:cNvSpPr>
          <p:nvPr/>
        </p:nvSpPr>
        <p:spPr bwMode="auto">
          <a:xfrm>
            <a:off x="9153525" y="3908425"/>
            <a:ext cx="914400"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338969" name="Text Box 63"/>
          <p:cNvSpPr txBox="1">
            <a:spLocks noChangeArrowheads="1"/>
          </p:cNvSpPr>
          <p:nvPr/>
        </p:nvSpPr>
        <p:spPr bwMode="auto">
          <a:xfrm>
            <a:off x="6022975" y="4518025"/>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600" b="1">
                <a:solidFill>
                  <a:srgbClr val="333399"/>
                </a:solidFill>
                <a:latin typeface="Arial" charset="0"/>
                <a:ea typeface="黑体" pitchFamily="2" charset="-122"/>
              </a:rPr>
              <a:t>…</a:t>
            </a:r>
          </a:p>
        </p:txBody>
      </p:sp>
      <p:sp>
        <p:nvSpPr>
          <p:cNvPr id="338970" name="Text Box 64"/>
          <p:cNvSpPr txBox="1">
            <a:spLocks noChangeArrowheads="1"/>
          </p:cNvSpPr>
          <p:nvPr/>
        </p:nvSpPr>
        <p:spPr bwMode="auto">
          <a:xfrm>
            <a:off x="4051300" y="6434138"/>
            <a:ext cx="15568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IPv4 </a:t>
            </a:r>
            <a:r>
              <a:rPr kumimoji="1" lang="zh-CN" altLang="en-US" sz="2000" b="1">
                <a:solidFill>
                  <a:srgbClr val="333399"/>
                </a:solidFill>
                <a:latin typeface="Arial" charset="0"/>
                <a:ea typeface="黑体" pitchFamily="2" charset="-122"/>
              </a:rPr>
              <a:t>数据报</a:t>
            </a:r>
          </a:p>
        </p:txBody>
      </p:sp>
      <p:sp>
        <p:nvSpPr>
          <p:cNvPr id="338971" name="Text Box 65"/>
          <p:cNvSpPr txBox="1">
            <a:spLocks noChangeArrowheads="1"/>
          </p:cNvSpPr>
          <p:nvPr/>
        </p:nvSpPr>
        <p:spPr bwMode="auto">
          <a:xfrm>
            <a:off x="6784975" y="6434138"/>
            <a:ext cx="15568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IPv4 </a:t>
            </a:r>
            <a:r>
              <a:rPr kumimoji="1" lang="zh-CN" altLang="en-US" sz="2000" b="1">
                <a:solidFill>
                  <a:srgbClr val="333399"/>
                </a:solidFill>
                <a:latin typeface="Arial" charset="0"/>
                <a:ea typeface="黑体" pitchFamily="2" charset="-122"/>
              </a:rPr>
              <a:t>数据报</a:t>
            </a:r>
          </a:p>
        </p:txBody>
      </p:sp>
      <p:sp>
        <p:nvSpPr>
          <p:cNvPr id="338972" name="Text Box 66"/>
          <p:cNvSpPr txBox="1">
            <a:spLocks noChangeArrowheads="1"/>
          </p:cNvSpPr>
          <p:nvPr/>
        </p:nvSpPr>
        <p:spPr bwMode="auto">
          <a:xfrm>
            <a:off x="5921375" y="3848100"/>
            <a:ext cx="65594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600" b="1">
                <a:solidFill>
                  <a:srgbClr val="333399"/>
                </a:solidFill>
                <a:latin typeface="Arial" charset="0"/>
                <a:ea typeface="黑体" pitchFamily="2" charset="-122"/>
              </a:rPr>
              <a:t>IPv4</a:t>
            </a:r>
          </a:p>
          <a:p>
            <a:pPr eaLnBrk="1" hangingPunct="1"/>
            <a:r>
              <a:rPr kumimoji="1" lang="zh-CN" altLang="en-US" sz="1600" b="1">
                <a:solidFill>
                  <a:srgbClr val="333399"/>
                </a:solidFill>
                <a:latin typeface="Arial" charset="0"/>
                <a:ea typeface="黑体" pitchFamily="2" charset="-122"/>
              </a:rPr>
              <a:t>网络 </a:t>
            </a:r>
          </a:p>
        </p:txBody>
      </p:sp>
      <p:sp>
        <p:nvSpPr>
          <p:cNvPr id="338973" name="Line 67"/>
          <p:cNvSpPr>
            <a:spLocks noChangeShapeType="1"/>
          </p:cNvSpPr>
          <p:nvPr/>
        </p:nvSpPr>
        <p:spPr bwMode="auto">
          <a:xfrm>
            <a:off x="2219325" y="2122488"/>
            <a:ext cx="807720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pic>
        <p:nvPicPr>
          <p:cNvPr id="338974" name="Picture 6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14525" y="1819275"/>
            <a:ext cx="527050"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975" name="Picture 6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074275" y="1819275"/>
            <a:ext cx="527050"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976" name="Text Box 70"/>
          <p:cNvSpPr txBox="1">
            <a:spLocks noChangeArrowheads="1"/>
          </p:cNvSpPr>
          <p:nvPr/>
        </p:nvSpPr>
        <p:spPr bwMode="auto">
          <a:xfrm>
            <a:off x="1914525" y="1455738"/>
            <a:ext cx="6591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a:solidFill>
                  <a:srgbClr val="333399"/>
                </a:solidFill>
                <a:latin typeface="Arial" charset="0"/>
                <a:ea typeface="黑体" pitchFamily="2" charset="-122"/>
              </a:rPr>
              <a:t>IPv6</a:t>
            </a:r>
          </a:p>
        </p:txBody>
      </p:sp>
      <p:sp>
        <p:nvSpPr>
          <p:cNvPr id="338977" name="Text Box 71"/>
          <p:cNvSpPr txBox="1">
            <a:spLocks noChangeArrowheads="1"/>
          </p:cNvSpPr>
          <p:nvPr/>
        </p:nvSpPr>
        <p:spPr bwMode="auto">
          <a:xfrm>
            <a:off x="9991725" y="1455738"/>
            <a:ext cx="6591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a:solidFill>
                  <a:srgbClr val="333399"/>
                </a:solidFill>
                <a:latin typeface="Arial" charset="0"/>
                <a:ea typeface="黑体" pitchFamily="2" charset="-122"/>
              </a:rPr>
              <a:t>IPv6</a:t>
            </a:r>
          </a:p>
        </p:txBody>
      </p:sp>
      <p:sp>
        <p:nvSpPr>
          <p:cNvPr id="338978" name="Text Box 72"/>
          <p:cNvSpPr txBox="1">
            <a:spLocks noChangeArrowheads="1"/>
          </p:cNvSpPr>
          <p:nvPr/>
        </p:nvSpPr>
        <p:spPr bwMode="auto">
          <a:xfrm>
            <a:off x="1660525" y="1827213"/>
            <a:ext cx="3321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600" b="1">
                <a:solidFill>
                  <a:srgbClr val="333399"/>
                </a:solidFill>
                <a:latin typeface="Arial" charset="0"/>
                <a:ea typeface="黑体" pitchFamily="2" charset="-122"/>
              </a:rPr>
              <a:t>A</a:t>
            </a:r>
          </a:p>
        </p:txBody>
      </p:sp>
      <p:sp>
        <p:nvSpPr>
          <p:cNvPr id="338979" name="Text Box 73"/>
          <p:cNvSpPr txBox="1">
            <a:spLocks noChangeArrowheads="1"/>
          </p:cNvSpPr>
          <p:nvPr/>
        </p:nvSpPr>
        <p:spPr bwMode="auto">
          <a:xfrm>
            <a:off x="3648075" y="1816100"/>
            <a:ext cx="3321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600" b="1">
                <a:solidFill>
                  <a:srgbClr val="333399"/>
                </a:solidFill>
                <a:latin typeface="Arial" charset="0"/>
                <a:ea typeface="黑体" pitchFamily="2" charset="-122"/>
              </a:rPr>
              <a:t>B</a:t>
            </a:r>
          </a:p>
        </p:txBody>
      </p:sp>
      <p:sp>
        <p:nvSpPr>
          <p:cNvPr id="338980" name="Text Box 74"/>
          <p:cNvSpPr txBox="1">
            <a:spLocks noChangeArrowheads="1"/>
          </p:cNvSpPr>
          <p:nvPr/>
        </p:nvSpPr>
        <p:spPr bwMode="auto">
          <a:xfrm>
            <a:off x="7680325" y="1782763"/>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600" b="1">
                <a:solidFill>
                  <a:srgbClr val="333399"/>
                </a:solidFill>
                <a:latin typeface="Arial" charset="0"/>
                <a:ea typeface="黑体" pitchFamily="2" charset="-122"/>
              </a:rPr>
              <a:t>E</a:t>
            </a:r>
          </a:p>
        </p:txBody>
      </p:sp>
      <p:sp>
        <p:nvSpPr>
          <p:cNvPr id="338981" name="Text Box 75"/>
          <p:cNvSpPr txBox="1">
            <a:spLocks noChangeArrowheads="1"/>
          </p:cNvSpPr>
          <p:nvPr/>
        </p:nvSpPr>
        <p:spPr bwMode="auto">
          <a:xfrm>
            <a:off x="9839325" y="1771650"/>
            <a:ext cx="3079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600" b="1">
                <a:solidFill>
                  <a:srgbClr val="333399"/>
                </a:solidFill>
                <a:latin typeface="Arial" charset="0"/>
                <a:ea typeface="黑体" pitchFamily="2" charset="-122"/>
              </a:rPr>
              <a:t>F</a:t>
            </a:r>
          </a:p>
        </p:txBody>
      </p:sp>
      <p:sp>
        <p:nvSpPr>
          <p:cNvPr id="338982" name="Line 76"/>
          <p:cNvSpPr>
            <a:spLocks noChangeShapeType="1"/>
          </p:cNvSpPr>
          <p:nvPr/>
        </p:nvSpPr>
        <p:spPr bwMode="auto">
          <a:xfrm flipV="1">
            <a:off x="4294188" y="2124919"/>
            <a:ext cx="3984625" cy="7937"/>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pic>
        <p:nvPicPr>
          <p:cNvPr id="338983" name="Picture 7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52875" y="1893888"/>
            <a:ext cx="5207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338984" name="Picture 7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72425" y="1893888"/>
            <a:ext cx="5207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338985" name="Text Box 79"/>
          <p:cNvSpPr txBox="1">
            <a:spLocks noChangeArrowheads="1"/>
          </p:cNvSpPr>
          <p:nvPr/>
        </p:nvSpPr>
        <p:spPr bwMode="auto">
          <a:xfrm>
            <a:off x="5834979" y="1736725"/>
            <a:ext cx="5982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zh-CN" altLang="en-US" sz="1600" b="1">
                <a:solidFill>
                  <a:srgbClr val="333399"/>
                </a:solidFill>
                <a:latin typeface="Arial" charset="0"/>
                <a:ea typeface="黑体" pitchFamily="2" charset="-122"/>
              </a:rPr>
              <a:t>隧道</a:t>
            </a:r>
          </a:p>
        </p:txBody>
      </p:sp>
      <p:sp>
        <p:nvSpPr>
          <p:cNvPr id="338986" name="Rectangle 80"/>
          <p:cNvSpPr>
            <a:spLocks noChangeArrowheads="1"/>
          </p:cNvSpPr>
          <p:nvPr/>
        </p:nvSpPr>
        <p:spPr bwMode="auto">
          <a:xfrm>
            <a:off x="4183063" y="4060825"/>
            <a:ext cx="1295400" cy="2379663"/>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eaLnBrk="1" hangingPunct="1"/>
            <a:endParaRPr lang="zh-CN" altLang="en-US" sz="2800" b="1">
              <a:latin typeface="Tahoma" pitchFamily="34" charset="0"/>
              <a:ea typeface="黑体" pitchFamily="2" charset="-122"/>
            </a:endParaRPr>
          </a:p>
        </p:txBody>
      </p:sp>
      <p:sp>
        <p:nvSpPr>
          <p:cNvPr id="338987" name="Text Box 81"/>
          <p:cNvSpPr txBox="1">
            <a:spLocks noChangeArrowheads="1"/>
          </p:cNvSpPr>
          <p:nvPr/>
        </p:nvSpPr>
        <p:spPr bwMode="auto">
          <a:xfrm>
            <a:off x="4183063" y="4060825"/>
            <a:ext cx="1389062"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600" b="1">
                <a:solidFill>
                  <a:srgbClr val="333399"/>
                </a:solidFill>
                <a:latin typeface="Arial" charset="0"/>
                <a:ea typeface="黑体" pitchFamily="2" charset="-122"/>
              </a:rPr>
              <a:t>源地址：</a:t>
            </a:r>
            <a:r>
              <a:rPr kumimoji="1" lang="en-US" altLang="zh-CN" sz="1600" b="1">
                <a:solidFill>
                  <a:srgbClr val="333399"/>
                </a:solidFill>
                <a:latin typeface="Arial" charset="0"/>
                <a:ea typeface="黑体" pitchFamily="2" charset="-122"/>
              </a:rPr>
              <a:t>B</a:t>
            </a:r>
          </a:p>
          <a:p>
            <a:pPr eaLnBrk="1" hangingPunct="1"/>
            <a:r>
              <a:rPr kumimoji="1" lang="zh-CN" altLang="en-US" sz="1600" b="1">
                <a:solidFill>
                  <a:srgbClr val="333399"/>
                </a:solidFill>
                <a:latin typeface="Arial" charset="0"/>
                <a:ea typeface="黑体" pitchFamily="2" charset="-122"/>
              </a:rPr>
              <a:t>目的地址：</a:t>
            </a:r>
            <a:r>
              <a:rPr kumimoji="1" lang="en-US" altLang="zh-CN" sz="1600" b="1">
                <a:solidFill>
                  <a:srgbClr val="333399"/>
                </a:solidFill>
                <a:latin typeface="Arial" charset="0"/>
                <a:ea typeface="黑体" pitchFamily="2" charset="-122"/>
              </a:rPr>
              <a:t>E</a:t>
            </a:r>
          </a:p>
          <a:p>
            <a:pPr eaLnBrk="1" hangingPunct="1"/>
            <a:endParaRPr kumimoji="1" lang="en-US" altLang="zh-CN" sz="1600" b="1">
              <a:solidFill>
                <a:srgbClr val="333399"/>
              </a:solidFill>
              <a:latin typeface="Arial" charset="0"/>
              <a:ea typeface="黑体" pitchFamily="2" charset="-122"/>
            </a:endParaRPr>
          </a:p>
          <a:p>
            <a:pPr eaLnBrk="1" hangingPunct="1"/>
            <a:endParaRPr kumimoji="1" lang="en-US" altLang="zh-CN" sz="1600" b="1">
              <a:solidFill>
                <a:srgbClr val="333399"/>
              </a:solidFill>
              <a:latin typeface="Arial" charset="0"/>
              <a:ea typeface="黑体" pitchFamily="2" charset="-122"/>
            </a:endParaRPr>
          </a:p>
        </p:txBody>
      </p:sp>
      <p:sp>
        <p:nvSpPr>
          <p:cNvPr id="338988" name="Rectangle 82"/>
          <p:cNvSpPr>
            <a:spLocks noChangeArrowheads="1"/>
          </p:cNvSpPr>
          <p:nvPr/>
        </p:nvSpPr>
        <p:spPr bwMode="auto">
          <a:xfrm>
            <a:off x="4292600" y="4659313"/>
            <a:ext cx="1066800" cy="1628775"/>
          </a:xfrm>
          <a:prstGeom prst="rect">
            <a:avLst/>
          </a:prstGeom>
          <a:solidFill>
            <a:srgbClr val="DDDDDD"/>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338989" name="Text Box 83"/>
          <p:cNvSpPr txBox="1">
            <a:spLocks noChangeArrowheads="1"/>
          </p:cNvSpPr>
          <p:nvPr/>
        </p:nvSpPr>
        <p:spPr bwMode="auto">
          <a:xfrm>
            <a:off x="4409199" y="5172075"/>
            <a:ext cx="80502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en-US" altLang="zh-CN" sz="1600" b="1">
                <a:solidFill>
                  <a:srgbClr val="333399"/>
                </a:solidFill>
                <a:latin typeface="Arial" charset="0"/>
                <a:ea typeface="黑体" pitchFamily="2" charset="-122"/>
              </a:rPr>
              <a:t>IPv6</a:t>
            </a:r>
          </a:p>
          <a:p>
            <a:pPr algn="ctr" eaLnBrk="1" hangingPunct="1"/>
            <a:r>
              <a:rPr kumimoji="1" lang="zh-CN" altLang="en-US" sz="1600" b="1">
                <a:solidFill>
                  <a:srgbClr val="333399"/>
                </a:solidFill>
                <a:latin typeface="Arial" charset="0"/>
                <a:ea typeface="黑体" pitchFamily="2" charset="-122"/>
              </a:rPr>
              <a:t>数据报</a:t>
            </a:r>
          </a:p>
        </p:txBody>
      </p:sp>
      <p:sp>
        <p:nvSpPr>
          <p:cNvPr id="338990" name="AutoShape 84"/>
          <p:cNvSpPr>
            <a:spLocks noChangeArrowheads="1"/>
          </p:cNvSpPr>
          <p:nvPr/>
        </p:nvSpPr>
        <p:spPr bwMode="auto">
          <a:xfrm rot="1535474">
            <a:off x="3362325" y="5145088"/>
            <a:ext cx="1143000" cy="228600"/>
          </a:xfrm>
          <a:prstGeom prst="rightArrow">
            <a:avLst>
              <a:gd name="adj1" fmla="val 50000"/>
              <a:gd name="adj2" fmla="val 125000"/>
            </a:avLst>
          </a:prstGeom>
          <a:solidFill>
            <a:schemeClr val="accent1"/>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338991" name="Text Box 85"/>
          <p:cNvSpPr txBox="1">
            <a:spLocks noChangeArrowheads="1"/>
          </p:cNvSpPr>
          <p:nvPr/>
        </p:nvSpPr>
        <p:spPr bwMode="auto">
          <a:xfrm>
            <a:off x="3630218" y="1209675"/>
            <a:ext cx="119776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zh-CN" altLang="en-US" sz="1800" b="1">
                <a:solidFill>
                  <a:srgbClr val="333399"/>
                </a:solidFill>
                <a:latin typeface="Arial" charset="0"/>
                <a:ea typeface="黑体" pitchFamily="2" charset="-122"/>
              </a:rPr>
              <a:t>双协议栈</a:t>
            </a:r>
          </a:p>
          <a:p>
            <a:pPr algn="ctr" eaLnBrk="1" hangingPunct="1"/>
            <a:r>
              <a:rPr kumimoji="1" lang="en-US" altLang="zh-CN" sz="1800" b="1">
                <a:solidFill>
                  <a:srgbClr val="333399"/>
                </a:solidFill>
                <a:latin typeface="Arial" charset="0"/>
                <a:ea typeface="黑体" pitchFamily="2" charset="-122"/>
              </a:rPr>
              <a:t>IPv6/IPv4</a:t>
            </a:r>
          </a:p>
        </p:txBody>
      </p:sp>
      <p:sp>
        <p:nvSpPr>
          <p:cNvPr id="338992" name="Text Box 86"/>
          <p:cNvSpPr txBox="1">
            <a:spLocks noChangeArrowheads="1"/>
          </p:cNvSpPr>
          <p:nvPr/>
        </p:nvSpPr>
        <p:spPr bwMode="auto">
          <a:xfrm>
            <a:off x="7592618" y="1209675"/>
            <a:ext cx="119776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zh-CN" altLang="en-US" sz="1800" b="1">
                <a:solidFill>
                  <a:srgbClr val="333399"/>
                </a:solidFill>
                <a:latin typeface="Arial" charset="0"/>
                <a:ea typeface="黑体" pitchFamily="2" charset="-122"/>
              </a:rPr>
              <a:t>双协议栈</a:t>
            </a:r>
          </a:p>
          <a:p>
            <a:pPr algn="ctr" eaLnBrk="1" hangingPunct="1"/>
            <a:r>
              <a:rPr kumimoji="1" lang="en-US" altLang="zh-CN" sz="1800" b="1">
                <a:solidFill>
                  <a:srgbClr val="333399"/>
                </a:solidFill>
                <a:latin typeface="Arial" charset="0"/>
                <a:ea typeface="黑体" pitchFamily="2" charset="-122"/>
              </a:rPr>
              <a:t>IPv6/IPv4</a:t>
            </a:r>
          </a:p>
        </p:txBody>
      </p:sp>
      <p:sp>
        <p:nvSpPr>
          <p:cNvPr id="338993" name="Text Box 87"/>
          <p:cNvSpPr txBox="1">
            <a:spLocks noChangeArrowheads="1"/>
          </p:cNvSpPr>
          <p:nvPr/>
        </p:nvSpPr>
        <p:spPr bwMode="auto">
          <a:xfrm>
            <a:off x="3630218" y="2527300"/>
            <a:ext cx="119776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zh-CN" altLang="en-US" sz="1800" b="1">
                <a:solidFill>
                  <a:srgbClr val="333399"/>
                </a:solidFill>
                <a:latin typeface="Arial" charset="0"/>
                <a:ea typeface="黑体" pitchFamily="2" charset="-122"/>
              </a:rPr>
              <a:t>双协议栈</a:t>
            </a:r>
          </a:p>
          <a:p>
            <a:pPr algn="ctr" eaLnBrk="1" hangingPunct="1"/>
            <a:r>
              <a:rPr kumimoji="1" lang="en-US" altLang="zh-CN" sz="1800" b="1">
                <a:solidFill>
                  <a:srgbClr val="333399"/>
                </a:solidFill>
                <a:latin typeface="Arial" charset="0"/>
                <a:ea typeface="黑体" pitchFamily="2" charset="-122"/>
              </a:rPr>
              <a:t>IPv6/IPv4</a:t>
            </a:r>
          </a:p>
        </p:txBody>
      </p:sp>
      <p:sp>
        <p:nvSpPr>
          <p:cNvPr id="338994" name="Text Box 88"/>
          <p:cNvSpPr txBox="1">
            <a:spLocks noChangeArrowheads="1"/>
          </p:cNvSpPr>
          <p:nvPr/>
        </p:nvSpPr>
        <p:spPr bwMode="auto">
          <a:xfrm>
            <a:off x="7592618" y="2527300"/>
            <a:ext cx="119776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zh-CN" altLang="en-US" sz="1800" b="1">
                <a:solidFill>
                  <a:srgbClr val="333399"/>
                </a:solidFill>
                <a:latin typeface="Arial" charset="0"/>
                <a:ea typeface="黑体" pitchFamily="2" charset="-122"/>
              </a:rPr>
              <a:t>双协议栈</a:t>
            </a:r>
          </a:p>
          <a:p>
            <a:pPr algn="ctr" eaLnBrk="1" hangingPunct="1"/>
            <a:r>
              <a:rPr kumimoji="1" lang="en-US" altLang="zh-CN" sz="1800" b="1">
                <a:solidFill>
                  <a:srgbClr val="333399"/>
                </a:solidFill>
                <a:latin typeface="Arial" charset="0"/>
                <a:ea typeface="黑体" pitchFamily="2" charset="-122"/>
              </a:rPr>
              <a:t>IPv6/IPv4</a:t>
            </a:r>
          </a:p>
        </p:txBody>
      </p:sp>
      <p:sp>
        <p:nvSpPr>
          <p:cNvPr id="338995" name="Text Box 89"/>
          <p:cNvSpPr txBox="1">
            <a:spLocks noChangeArrowheads="1"/>
          </p:cNvSpPr>
          <p:nvPr/>
        </p:nvSpPr>
        <p:spPr bwMode="auto">
          <a:xfrm>
            <a:off x="5765800" y="1363663"/>
            <a:ext cx="11881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1800" b="1">
                <a:solidFill>
                  <a:srgbClr val="333399"/>
                </a:solidFill>
                <a:latin typeface="Arial" charset="0"/>
                <a:ea typeface="黑体" pitchFamily="2" charset="-122"/>
              </a:rPr>
              <a:t>IPv4 </a:t>
            </a:r>
            <a:r>
              <a:rPr kumimoji="1" lang="zh-CN" altLang="en-US" sz="1800" b="1">
                <a:solidFill>
                  <a:srgbClr val="333399"/>
                </a:solidFill>
                <a:latin typeface="Arial" charset="0"/>
                <a:ea typeface="黑体" pitchFamily="2" charset="-122"/>
              </a:rPr>
              <a:t>网络</a:t>
            </a:r>
          </a:p>
        </p:txBody>
      </p:sp>
      <p:sp>
        <p:nvSpPr>
          <p:cNvPr id="338996" name="Rectangle 90"/>
          <p:cNvSpPr>
            <a:spLocks noChangeArrowheads="1"/>
          </p:cNvSpPr>
          <p:nvPr/>
        </p:nvSpPr>
        <p:spPr bwMode="auto">
          <a:xfrm>
            <a:off x="1973263" y="4060825"/>
            <a:ext cx="1295400" cy="1617663"/>
          </a:xfrm>
          <a:prstGeom prst="rect">
            <a:avLst/>
          </a:prstGeom>
          <a:solidFill>
            <a:srgbClr val="DDDDDD"/>
          </a:solidFill>
          <a:ln w="9525">
            <a:solidFill>
              <a:schemeClr val="tx1"/>
            </a:solidFill>
            <a:miter lim="800000"/>
            <a:headEnd/>
            <a:tailEnd/>
          </a:ln>
          <a:effectLst>
            <a:outerShdw dist="35921" dir="2700000" algn="ctr" rotWithShape="0">
              <a:schemeClr val="bg2"/>
            </a:outerShdw>
          </a:effectLst>
        </p:spPr>
        <p:txBody>
          <a:bodyPr wrap="none" anchor="ctr"/>
          <a:lstStyle/>
          <a:p>
            <a:pPr eaLnBrk="1" hangingPunct="1"/>
            <a:endParaRPr lang="zh-CN" altLang="en-US" sz="2800" b="1">
              <a:latin typeface="Tahoma" pitchFamily="34" charset="0"/>
              <a:ea typeface="黑体" pitchFamily="2" charset="-122"/>
            </a:endParaRPr>
          </a:p>
        </p:txBody>
      </p:sp>
      <p:sp>
        <p:nvSpPr>
          <p:cNvPr id="338997" name="Text Box 91"/>
          <p:cNvSpPr txBox="1">
            <a:spLocks noChangeArrowheads="1"/>
          </p:cNvSpPr>
          <p:nvPr/>
        </p:nvSpPr>
        <p:spPr bwMode="auto">
          <a:xfrm>
            <a:off x="1973263" y="4060825"/>
            <a:ext cx="1401762" cy="155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600" b="1">
                <a:solidFill>
                  <a:srgbClr val="333399"/>
                </a:solidFill>
                <a:latin typeface="Arial" charset="0"/>
                <a:ea typeface="黑体" pitchFamily="2" charset="-122"/>
              </a:rPr>
              <a:t>流标号：</a:t>
            </a:r>
            <a:r>
              <a:rPr kumimoji="1" lang="en-US" altLang="zh-CN" sz="1600" b="1">
                <a:solidFill>
                  <a:srgbClr val="333399"/>
                </a:solidFill>
                <a:latin typeface="Arial" charset="0"/>
                <a:ea typeface="黑体" pitchFamily="2" charset="-122"/>
              </a:rPr>
              <a:t>X</a:t>
            </a:r>
          </a:p>
          <a:p>
            <a:pPr eaLnBrk="1" hangingPunct="1"/>
            <a:r>
              <a:rPr kumimoji="1" lang="zh-CN" altLang="en-US" sz="1600" b="1">
                <a:solidFill>
                  <a:srgbClr val="333399"/>
                </a:solidFill>
                <a:latin typeface="Arial" charset="0"/>
                <a:ea typeface="黑体" pitchFamily="2" charset="-122"/>
              </a:rPr>
              <a:t>源地址：</a:t>
            </a:r>
            <a:r>
              <a:rPr kumimoji="1" lang="en-US" altLang="zh-CN" sz="1600" b="1">
                <a:solidFill>
                  <a:srgbClr val="333399"/>
                </a:solidFill>
                <a:latin typeface="Arial" charset="0"/>
                <a:ea typeface="黑体" pitchFamily="2" charset="-122"/>
              </a:rPr>
              <a:t>A</a:t>
            </a:r>
          </a:p>
          <a:p>
            <a:pPr eaLnBrk="1" hangingPunct="1"/>
            <a:r>
              <a:rPr kumimoji="1" lang="zh-CN" altLang="en-US" sz="1600" b="1">
                <a:solidFill>
                  <a:srgbClr val="333399"/>
                </a:solidFill>
                <a:latin typeface="Arial" charset="0"/>
                <a:ea typeface="黑体" pitchFamily="2" charset="-122"/>
              </a:rPr>
              <a:t>目的地址：</a:t>
            </a:r>
            <a:r>
              <a:rPr kumimoji="1" lang="en-US" altLang="zh-CN" sz="1600" b="1">
                <a:solidFill>
                  <a:srgbClr val="333399"/>
                </a:solidFill>
                <a:latin typeface="Arial" charset="0"/>
                <a:ea typeface="黑体" pitchFamily="2" charset="-122"/>
              </a:rPr>
              <a:t>F</a:t>
            </a:r>
          </a:p>
          <a:p>
            <a:pPr eaLnBrk="1" hangingPunct="1"/>
            <a:r>
              <a:rPr kumimoji="1" lang="en-US" altLang="zh-CN" sz="1600" b="1">
                <a:solidFill>
                  <a:srgbClr val="333399"/>
                </a:solidFill>
                <a:latin typeface="Arial" charset="0"/>
                <a:ea typeface="黑体" pitchFamily="2" charset="-122"/>
              </a:rPr>
              <a:t>……</a:t>
            </a:r>
          </a:p>
          <a:p>
            <a:pPr eaLnBrk="1" hangingPunct="1"/>
            <a:endParaRPr kumimoji="1" lang="en-US" altLang="zh-CN" sz="1600" b="1">
              <a:solidFill>
                <a:srgbClr val="333399"/>
              </a:solidFill>
              <a:latin typeface="Arial" charset="0"/>
              <a:ea typeface="黑体" pitchFamily="2" charset="-122"/>
            </a:endParaRPr>
          </a:p>
          <a:p>
            <a:pPr eaLnBrk="1" hangingPunct="1"/>
            <a:r>
              <a:rPr kumimoji="1" lang="en-US" altLang="zh-CN" sz="1600" b="1">
                <a:solidFill>
                  <a:srgbClr val="333399"/>
                </a:solidFill>
                <a:latin typeface="Arial" charset="0"/>
                <a:ea typeface="黑体" pitchFamily="2" charset="-122"/>
              </a:rPr>
              <a:t>   </a:t>
            </a:r>
            <a:r>
              <a:rPr kumimoji="1" lang="zh-CN" altLang="en-US" sz="1600" b="1">
                <a:solidFill>
                  <a:srgbClr val="333399"/>
                </a:solidFill>
                <a:latin typeface="Arial" charset="0"/>
                <a:ea typeface="黑体" pitchFamily="2" charset="-122"/>
              </a:rPr>
              <a:t>数据部分</a:t>
            </a:r>
          </a:p>
        </p:txBody>
      </p:sp>
      <p:sp>
        <p:nvSpPr>
          <p:cNvPr id="338998" name="Text Box 92"/>
          <p:cNvSpPr txBox="1">
            <a:spLocks noChangeArrowheads="1"/>
          </p:cNvSpPr>
          <p:nvPr/>
        </p:nvSpPr>
        <p:spPr bwMode="auto">
          <a:xfrm>
            <a:off x="1876425" y="5697538"/>
            <a:ext cx="15568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IPv6 </a:t>
            </a:r>
            <a:r>
              <a:rPr kumimoji="1" lang="zh-CN" altLang="en-US" sz="2000" b="1">
                <a:solidFill>
                  <a:srgbClr val="333399"/>
                </a:solidFill>
                <a:latin typeface="Arial" charset="0"/>
                <a:ea typeface="黑体" pitchFamily="2" charset="-122"/>
              </a:rPr>
              <a:t>数据报</a:t>
            </a:r>
          </a:p>
        </p:txBody>
      </p:sp>
      <p:sp>
        <p:nvSpPr>
          <p:cNvPr id="338999" name="Line 93"/>
          <p:cNvSpPr>
            <a:spLocks noChangeShapeType="1"/>
          </p:cNvSpPr>
          <p:nvPr/>
        </p:nvSpPr>
        <p:spPr bwMode="auto">
          <a:xfrm>
            <a:off x="1990725" y="5145088"/>
            <a:ext cx="12525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39000" name="Line 94"/>
          <p:cNvSpPr>
            <a:spLocks noChangeShapeType="1"/>
          </p:cNvSpPr>
          <p:nvPr/>
        </p:nvSpPr>
        <p:spPr bwMode="auto">
          <a:xfrm>
            <a:off x="3286125" y="4100513"/>
            <a:ext cx="1006475" cy="57467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39001" name="Line 95"/>
          <p:cNvSpPr>
            <a:spLocks noChangeShapeType="1"/>
          </p:cNvSpPr>
          <p:nvPr/>
        </p:nvSpPr>
        <p:spPr bwMode="auto">
          <a:xfrm>
            <a:off x="3286125" y="5713413"/>
            <a:ext cx="1006475" cy="57467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39002" name="Rectangle 96"/>
          <p:cNvSpPr>
            <a:spLocks noChangeArrowheads="1"/>
          </p:cNvSpPr>
          <p:nvPr/>
        </p:nvSpPr>
        <p:spPr bwMode="auto">
          <a:xfrm>
            <a:off x="8924925" y="4060825"/>
            <a:ext cx="1295400" cy="1617663"/>
          </a:xfrm>
          <a:prstGeom prst="rect">
            <a:avLst/>
          </a:prstGeom>
          <a:solidFill>
            <a:srgbClr val="DDDDDD"/>
          </a:solidFill>
          <a:ln w="9525">
            <a:solidFill>
              <a:schemeClr val="tx1"/>
            </a:solidFill>
            <a:miter lim="800000"/>
            <a:headEnd/>
            <a:tailEnd/>
          </a:ln>
          <a:effectLst>
            <a:outerShdw dist="35921" dir="2700000" algn="ctr" rotWithShape="0">
              <a:schemeClr val="bg2"/>
            </a:outerShdw>
          </a:effectLst>
        </p:spPr>
        <p:txBody>
          <a:bodyPr wrap="none" anchor="ctr"/>
          <a:lstStyle/>
          <a:p>
            <a:pPr eaLnBrk="1" hangingPunct="1"/>
            <a:endParaRPr lang="zh-CN" altLang="en-US" sz="2800" b="1">
              <a:latin typeface="Tahoma" pitchFamily="34" charset="0"/>
              <a:ea typeface="黑体" pitchFamily="2" charset="-122"/>
            </a:endParaRPr>
          </a:p>
        </p:txBody>
      </p:sp>
      <p:sp>
        <p:nvSpPr>
          <p:cNvPr id="339003" name="Text Box 97"/>
          <p:cNvSpPr txBox="1">
            <a:spLocks noChangeArrowheads="1"/>
          </p:cNvSpPr>
          <p:nvPr/>
        </p:nvSpPr>
        <p:spPr bwMode="auto">
          <a:xfrm>
            <a:off x="8924925" y="4060825"/>
            <a:ext cx="1422400" cy="155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600" b="1">
                <a:solidFill>
                  <a:srgbClr val="333399"/>
                </a:solidFill>
                <a:latin typeface="Arial" charset="0"/>
                <a:ea typeface="黑体" pitchFamily="2" charset="-122"/>
              </a:rPr>
              <a:t>流标号：</a:t>
            </a:r>
            <a:r>
              <a:rPr kumimoji="1" lang="en-US" altLang="zh-CN" sz="1600" b="1">
                <a:solidFill>
                  <a:srgbClr val="333399"/>
                </a:solidFill>
                <a:latin typeface="Arial" charset="0"/>
                <a:ea typeface="黑体" pitchFamily="2" charset="-122"/>
              </a:rPr>
              <a:t>X</a:t>
            </a:r>
          </a:p>
          <a:p>
            <a:pPr eaLnBrk="1" hangingPunct="1"/>
            <a:r>
              <a:rPr kumimoji="1" lang="zh-CN" altLang="en-US" sz="1600" b="1">
                <a:solidFill>
                  <a:srgbClr val="333399"/>
                </a:solidFill>
                <a:latin typeface="Arial" charset="0"/>
                <a:ea typeface="黑体" pitchFamily="2" charset="-122"/>
              </a:rPr>
              <a:t>源地址：</a:t>
            </a:r>
            <a:r>
              <a:rPr kumimoji="1" lang="en-US" altLang="zh-CN" sz="1600" b="1">
                <a:solidFill>
                  <a:srgbClr val="333399"/>
                </a:solidFill>
                <a:latin typeface="Arial" charset="0"/>
                <a:ea typeface="黑体" pitchFamily="2" charset="-122"/>
              </a:rPr>
              <a:t>A</a:t>
            </a:r>
          </a:p>
          <a:p>
            <a:pPr eaLnBrk="1" hangingPunct="1"/>
            <a:r>
              <a:rPr kumimoji="1" lang="zh-CN" altLang="en-US" sz="1600" b="1">
                <a:solidFill>
                  <a:srgbClr val="333399"/>
                </a:solidFill>
                <a:latin typeface="Arial" charset="0"/>
                <a:ea typeface="黑体" pitchFamily="2" charset="-122"/>
              </a:rPr>
              <a:t>目的地址：</a:t>
            </a:r>
            <a:r>
              <a:rPr kumimoji="1" lang="en-US" altLang="zh-CN" sz="1600" b="1">
                <a:solidFill>
                  <a:srgbClr val="333399"/>
                </a:solidFill>
                <a:latin typeface="Arial" charset="0"/>
                <a:ea typeface="黑体" pitchFamily="2" charset="-122"/>
              </a:rPr>
              <a:t>F</a:t>
            </a:r>
          </a:p>
          <a:p>
            <a:pPr eaLnBrk="1" hangingPunct="1"/>
            <a:r>
              <a:rPr kumimoji="1" lang="en-US" altLang="zh-CN" sz="1600" b="1">
                <a:solidFill>
                  <a:srgbClr val="333399"/>
                </a:solidFill>
                <a:latin typeface="Arial" charset="0"/>
                <a:ea typeface="黑体" pitchFamily="2" charset="-122"/>
              </a:rPr>
              <a:t>……</a:t>
            </a:r>
          </a:p>
          <a:p>
            <a:pPr eaLnBrk="1" hangingPunct="1"/>
            <a:endParaRPr kumimoji="1" lang="en-US" altLang="zh-CN" sz="1600" b="1">
              <a:solidFill>
                <a:srgbClr val="333399"/>
              </a:solidFill>
              <a:latin typeface="Arial" charset="0"/>
              <a:ea typeface="黑体" pitchFamily="2" charset="-122"/>
            </a:endParaRPr>
          </a:p>
          <a:p>
            <a:pPr eaLnBrk="1" hangingPunct="1"/>
            <a:r>
              <a:rPr kumimoji="1" lang="en-US" altLang="zh-CN" sz="1600" b="1">
                <a:solidFill>
                  <a:srgbClr val="333399"/>
                </a:solidFill>
                <a:latin typeface="Arial" charset="0"/>
                <a:ea typeface="黑体" pitchFamily="2" charset="-122"/>
              </a:rPr>
              <a:t>   </a:t>
            </a:r>
            <a:r>
              <a:rPr kumimoji="1" lang="zh-CN" altLang="en-US" sz="1600" b="1">
                <a:solidFill>
                  <a:srgbClr val="333399"/>
                </a:solidFill>
                <a:latin typeface="Arial" charset="0"/>
                <a:ea typeface="黑体" pitchFamily="2" charset="-122"/>
              </a:rPr>
              <a:t>数据部分</a:t>
            </a:r>
          </a:p>
        </p:txBody>
      </p:sp>
      <p:sp>
        <p:nvSpPr>
          <p:cNvPr id="339004" name="Text Box 98"/>
          <p:cNvSpPr txBox="1">
            <a:spLocks noChangeArrowheads="1"/>
          </p:cNvSpPr>
          <p:nvPr/>
        </p:nvSpPr>
        <p:spPr bwMode="auto">
          <a:xfrm>
            <a:off x="8828088" y="5697538"/>
            <a:ext cx="15568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黑体" pitchFamily="2" charset="-122"/>
              </a:rPr>
              <a:t>IPv6 </a:t>
            </a:r>
            <a:r>
              <a:rPr kumimoji="1" lang="zh-CN" altLang="en-US" sz="2000" b="1">
                <a:solidFill>
                  <a:srgbClr val="333399"/>
                </a:solidFill>
                <a:latin typeface="Arial" charset="0"/>
                <a:ea typeface="黑体" pitchFamily="2" charset="-122"/>
              </a:rPr>
              <a:t>数据报</a:t>
            </a:r>
          </a:p>
        </p:txBody>
      </p:sp>
      <p:sp>
        <p:nvSpPr>
          <p:cNvPr id="339005" name="Line 99"/>
          <p:cNvSpPr>
            <a:spLocks noChangeShapeType="1"/>
          </p:cNvSpPr>
          <p:nvPr/>
        </p:nvSpPr>
        <p:spPr bwMode="auto">
          <a:xfrm>
            <a:off x="8942388" y="5145088"/>
            <a:ext cx="12525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39006" name="Rectangle 100"/>
          <p:cNvSpPr>
            <a:spLocks noChangeArrowheads="1"/>
          </p:cNvSpPr>
          <p:nvPr/>
        </p:nvSpPr>
        <p:spPr bwMode="auto">
          <a:xfrm>
            <a:off x="6850063" y="4060825"/>
            <a:ext cx="1295400" cy="2379663"/>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eaLnBrk="1" hangingPunct="1"/>
            <a:endParaRPr lang="zh-CN" altLang="en-US" sz="2800" b="1">
              <a:latin typeface="Tahoma" pitchFamily="34" charset="0"/>
              <a:ea typeface="黑体" pitchFamily="2" charset="-122"/>
            </a:endParaRPr>
          </a:p>
        </p:txBody>
      </p:sp>
      <p:sp>
        <p:nvSpPr>
          <p:cNvPr id="339007" name="Text Box 101"/>
          <p:cNvSpPr txBox="1">
            <a:spLocks noChangeArrowheads="1"/>
          </p:cNvSpPr>
          <p:nvPr/>
        </p:nvSpPr>
        <p:spPr bwMode="auto">
          <a:xfrm>
            <a:off x="6850063" y="4060825"/>
            <a:ext cx="1389062"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600" b="1">
                <a:solidFill>
                  <a:srgbClr val="333399"/>
                </a:solidFill>
                <a:latin typeface="Arial" charset="0"/>
                <a:ea typeface="黑体" pitchFamily="2" charset="-122"/>
              </a:rPr>
              <a:t>源地址：</a:t>
            </a:r>
            <a:r>
              <a:rPr kumimoji="1" lang="en-US" altLang="zh-CN" sz="1600" b="1">
                <a:solidFill>
                  <a:srgbClr val="333399"/>
                </a:solidFill>
                <a:latin typeface="Arial" charset="0"/>
                <a:ea typeface="黑体" pitchFamily="2" charset="-122"/>
              </a:rPr>
              <a:t>B</a:t>
            </a:r>
          </a:p>
          <a:p>
            <a:pPr eaLnBrk="1" hangingPunct="1"/>
            <a:r>
              <a:rPr kumimoji="1" lang="zh-CN" altLang="en-US" sz="1600" b="1">
                <a:solidFill>
                  <a:srgbClr val="333399"/>
                </a:solidFill>
                <a:latin typeface="Arial" charset="0"/>
                <a:ea typeface="黑体" pitchFamily="2" charset="-122"/>
              </a:rPr>
              <a:t>目的地址：</a:t>
            </a:r>
            <a:r>
              <a:rPr kumimoji="1" lang="en-US" altLang="zh-CN" sz="1600" b="1">
                <a:solidFill>
                  <a:srgbClr val="333399"/>
                </a:solidFill>
                <a:latin typeface="Arial" charset="0"/>
                <a:ea typeface="黑体" pitchFamily="2" charset="-122"/>
              </a:rPr>
              <a:t>E</a:t>
            </a:r>
          </a:p>
          <a:p>
            <a:pPr eaLnBrk="1" hangingPunct="1"/>
            <a:endParaRPr kumimoji="1" lang="en-US" altLang="zh-CN" sz="1600" b="1">
              <a:solidFill>
                <a:srgbClr val="333399"/>
              </a:solidFill>
              <a:latin typeface="Arial" charset="0"/>
              <a:ea typeface="黑体" pitchFamily="2" charset="-122"/>
            </a:endParaRPr>
          </a:p>
          <a:p>
            <a:pPr eaLnBrk="1" hangingPunct="1"/>
            <a:endParaRPr kumimoji="1" lang="en-US" altLang="zh-CN" sz="1600" b="1">
              <a:solidFill>
                <a:srgbClr val="333399"/>
              </a:solidFill>
              <a:latin typeface="Arial" charset="0"/>
              <a:ea typeface="黑体" pitchFamily="2" charset="-122"/>
            </a:endParaRPr>
          </a:p>
        </p:txBody>
      </p:sp>
      <p:sp>
        <p:nvSpPr>
          <p:cNvPr id="339008" name="Rectangle 102"/>
          <p:cNvSpPr>
            <a:spLocks noChangeArrowheads="1"/>
          </p:cNvSpPr>
          <p:nvPr/>
        </p:nvSpPr>
        <p:spPr bwMode="auto">
          <a:xfrm>
            <a:off x="6959600" y="4659313"/>
            <a:ext cx="1066800" cy="1628775"/>
          </a:xfrm>
          <a:prstGeom prst="rect">
            <a:avLst/>
          </a:prstGeom>
          <a:solidFill>
            <a:srgbClr val="DDDDDD"/>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339009" name="Text Box 103"/>
          <p:cNvSpPr txBox="1">
            <a:spLocks noChangeArrowheads="1"/>
          </p:cNvSpPr>
          <p:nvPr/>
        </p:nvSpPr>
        <p:spPr bwMode="auto">
          <a:xfrm>
            <a:off x="7076199" y="5172075"/>
            <a:ext cx="80502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en-US" altLang="zh-CN" sz="1600" b="1">
                <a:solidFill>
                  <a:srgbClr val="333399"/>
                </a:solidFill>
                <a:latin typeface="Arial" charset="0"/>
                <a:ea typeface="黑体" pitchFamily="2" charset="-122"/>
              </a:rPr>
              <a:t>IPv6</a:t>
            </a:r>
          </a:p>
          <a:p>
            <a:pPr algn="ctr" eaLnBrk="1" hangingPunct="1"/>
            <a:r>
              <a:rPr kumimoji="1" lang="zh-CN" altLang="en-US" sz="1600" b="1">
                <a:solidFill>
                  <a:srgbClr val="333399"/>
                </a:solidFill>
                <a:latin typeface="Arial" charset="0"/>
                <a:ea typeface="黑体" pitchFamily="2" charset="-122"/>
              </a:rPr>
              <a:t>数据报</a:t>
            </a:r>
          </a:p>
        </p:txBody>
      </p:sp>
      <p:sp>
        <p:nvSpPr>
          <p:cNvPr id="339010" name="Line 104"/>
          <p:cNvSpPr>
            <a:spLocks noChangeShapeType="1"/>
          </p:cNvSpPr>
          <p:nvPr/>
        </p:nvSpPr>
        <p:spPr bwMode="auto">
          <a:xfrm flipV="1">
            <a:off x="8050213" y="4075113"/>
            <a:ext cx="896937" cy="58261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39011" name="Line 105"/>
          <p:cNvSpPr>
            <a:spLocks noChangeShapeType="1"/>
          </p:cNvSpPr>
          <p:nvPr/>
        </p:nvSpPr>
        <p:spPr bwMode="auto">
          <a:xfrm flipV="1">
            <a:off x="8010525" y="5705475"/>
            <a:ext cx="896938" cy="58261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39012" name="AutoShape 106"/>
          <p:cNvSpPr>
            <a:spLocks noChangeArrowheads="1"/>
          </p:cNvSpPr>
          <p:nvPr/>
        </p:nvSpPr>
        <p:spPr bwMode="auto">
          <a:xfrm rot="-1824532">
            <a:off x="8186738" y="4976813"/>
            <a:ext cx="906462" cy="228600"/>
          </a:xfrm>
          <a:prstGeom prst="rightArrow">
            <a:avLst>
              <a:gd name="adj1" fmla="val 50000"/>
              <a:gd name="adj2" fmla="val 99132"/>
            </a:avLst>
          </a:prstGeom>
          <a:solidFill>
            <a:schemeClr val="accent1"/>
          </a:solidFill>
          <a:ln w="9525">
            <a:solidFill>
              <a:schemeClr val="tx1"/>
            </a:solidFill>
            <a:miter lim="800000"/>
            <a:headEnd/>
            <a:tailEnd/>
          </a:ln>
        </p:spPr>
        <p:txBody>
          <a:bodyPr wrap="none" anchor="ctr"/>
          <a:lstStyle/>
          <a:p>
            <a:pPr eaLnBrk="1" hangingPunct="1"/>
            <a:endParaRPr lang="zh-CN" altLang="en-US" sz="2800" b="1">
              <a:latin typeface="Tahoma" pitchFamily="34" charset="0"/>
              <a:ea typeface="黑体" pitchFamily="2" charset="-122"/>
            </a:endParaRPr>
          </a:p>
        </p:txBody>
      </p:sp>
      <p:sp>
        <p:nvSpPr>
          <p:cNvPr id="339013" name="标题 1"/>
          <p:cNvSpPr>
            <a:spLocks noGrp="1" noChangeArrowheads="1"/>
          </p:cNvSpPr>
          <p:nvPr>
            <p:ph type="title"/>
          </p:nvPr>
        </p:nvSpPr>
        <p:spPr>
          <a:xfrm>
            <a:off x="609744" y="275277"/>
            <a:ext cx="10972800" cy="817563"/>
          </a:xfrm>
        </p:spPr>
        <p:txBody>
          <a:bodyPr/>
          <a:lstStyle/>
          <a:p>
            <a:r>
              <a:rPr lang="zh-CN" altLang="en-US" dirty="0" smtClean="0"/>
              <a:t>隧道技术</a:t>
            </a:r>
          </a:p>
        </p:txBody>
      </p:sp>
    </p:spTree>
  </p:cSld>
  <p:clrMapOvr>
    <a:masterClrMapping/>
  </p:clrMapOvr>
  <p:transition/>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p:cNvSpPr>
            <a:spLocks noGrp="1" noChangeArrowheads="1"/>
          </p:cNvSpPr>
          <p:nvPr>
            <p:ph type="title"/>
          </p:nvPr>
        </p:nvSpPr>
        <p:spPr/>
        <p:txBody>
          <a:bodyPr/>
          <a:lstStyle/>
          <a:p>
            <a:pPr eaLnBrk="1" hangingPunct="1"/>
            <a:r>
              <a:rPr lang="zh-CN" altLang="en-US" smtClean="0"/>
              <a:t>指引</a:t>
            </a:r>
            <a:endParaRPr lang="en-US" altLang="zh-CN" smtClean="0"/>
          </a:p>
        </p:txBody>
      </p:sp>
      <p:grpSp>
        <p:nvGrpSpPr>
          <p:cNvPr id="26" name="Group 24"/>
          <p:cNvGrpSpPr>
            <a:grpSpLocks/>
          </p:cNvGrpSpPr>
          <p:nvPr/>
        </p:nvGrpSpPr>
        <p:grpSpPr bwMode="auto">
          <a:xfrm>
            <a:off x="7967663" y="1773238"/>
            <a:ext cx="2514600" cy="3600450"/>
            <a:chOff x="3379" y="1207"/>
            <a:chExt cx="1584" cy="2268"/>
          </a:xfrm>
        </p:grpSpPr>
        <p:sp>
          <p:nvSpPr>
            <p:cNvPr id="27" name="AutoShape 4">
              <a:extLst>
                <a:ext uri="{FF2B5EF4-FFF2-40B4-BE49-F238E27FC236}"/>
              </a:extLst>
            </p:cNvPr>
            <p:cNvSpPr>
              <a:spLocks noChangeArrowheads="1"/>
            </p:cNvSpPr>
            <p:nvPr/>
          </p:nvSpPr>
          <p:spPr bwMode="auto">
            <a:xfrm>
              <a:off x="3379" y="1207"/>
              <a:ext cx="1584" cy="2268"/>
            </a:xfrm>
            <a:prstGeom prst="cube">
              <a:avLst>
                <a:gd name="adj" fmla="val 12185"/>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nchor="ctr"/>
            <a:lstStyle/>
            <a:p>
              <a:pPr algn="ctr" eaLnBrk="1" hangingPunct="1">
                <a:defRPr/>
              </a:pPr>
              <a:endParaRPr kumimoji="1" lang="zh-CN" altLang="en-US" sz="2400" b="1">
                <a:solidFill>
                  <a:srgbClr val="FF0000"/>
                </a:solidFill>
                <a:effectLst>
                  <a:outerShdw blurRad="38100" dist="38100" dir="2700000" algn="tl">
                    <a:srgbClr val="000000"/>
                  </a:outerShdw>
                </a:effectLst>
              </a:endParaRPr>
            </a:p>
            <a:p>
              <a:pPr algn="ctr" eaLnBrk="1" hangingPunct="1">
                <a:defRPr/>
              </a:pPr>
              <a:endParaRPr kumimoji="1" lang="zh-CN" altLang="en-US" sz="2400" b="1">
                <a:solidFill>
                  <a:srgbClr val="FF0000"/>
                </a:solidFill>
                <a:effectLst>
                  <a:outerShdw blurRad="38100" dist="38100" dir="2700000" algn="tl">
                    <a:srgbClr val="000000"/>
                  </a:outerShdw>
                </a:effectLst>
              </a:endParaRPr>
            </a:p>
            <a:p>
              <a:pPr algn="ctr" eaLnBrk="1" hangingPunct="1">
                <a:defRPr/>
              </a:pPr>
              <a:endParaRPr kumimoji="1" lang="zh-CN" altLang="en-US" sz="2400" b="1">
                <a:solidFill>
                  <a:srgbClr val="FF0000"/>
                </a:solidFill>
                <a:effectLst>
                  <a:outerShdw blurRad="38100" dist="38100" dir="2700000" algn="tl">
                    <a:srgbClr val="000000"/>
                  </a:outerShdw>
                </a:effectLst>
              </a:endParaRPr>
            </a:p>
          </p:txBody>
        </p:sp>
        <p:sp>
          <p:nvSpPr>
            <p:cNvPr id="28" name="Rectangle 6">
              <a:extLst>
                <a:ext uri="{FF2B5EF4-FFF2-40B4-BE49-F238E27FC236}"/>
              </a:extLst>
            </p:cNvPr>
            <p:cNvSpPr>
              <a:spLocks noChangeArrowheads="1"/>
            </p:cNvSpPr>
            <p:nvPr/>
          </p:nvSpPr>
          <p:spPr bwMode="auto">
            <a:xfrm>
              <a:off x="3379" y="1399"/>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rPr>
                <a:t>应用层</a:t>
              </a:r>
            </a:p>
          </p:txBody>
        </p:sp>
        <p:sp>
          <p:nvSpPr>
            <p:cNvPr id="29" name="Line 8">
              <a:extLst>
                <a:ext uri="{FF2B5EF4-FFF2-40B4-BE49-F238E27FC236}"/>
              </a:extLst>
            </p:cNvPr>
            <p:cNvSpPr>
              <a:spLocks noChangeShapeType="1"/>
            </p:cNvSpPr>
            <p:nvPr/>
          </p:nvSpPr>
          <p:spPr bwMode="auto">
            <a:xfrm>
              <a:off x="3379" y="1831"/>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0" name="Line 9">
              <a:extLst>
                <a:ext uri="{FF2B5EF4-FFF2-40B4-BE49-F238E27FC236}"/>
              </a:extLst>
            </p:cNvPr>
            <p:cNvSpPr>
              <a:spLocks noChangeShapeType="1"/>
            </p:cNvSpPr>
            <p:nvPr/>
          </p:nvSpPr>
          <p:spPr bwMode="auto">
            <a:xfrm>
              <a:off x="3379"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1" name="Line 10">
              <a:extLst>
                <a:ext uri="{FF2B5EF4-FFF2-40B4-BE49-F238E27FC236}"/>
              </a:extLst>
            </p:cNvPr>
            <p:cNvSpPr>
              <a:spLocks noChangeShapeType="1"/>
            </p:cNvSpPr>
            <p:nvPr/>
          </p:nvSpPr>
          <p:spPr bwMode="auto">
            <a:xfrm>
              <a:off x="4771"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2" name="Rectangle 21">
              <a:extLst>
                <a:ext uri="{FF2B5EF4-FFF2-40B4-BE49-F238E27FC236}"/>
              </a:extLst>
            </p:cNvPr>
            <p:cNvSpPr>
              <a:spLocks noChangeArrowheads="1"/>
            </p:cNvSpPr>
            <p:nvPr/>
          </p:nvSpPr>
          <p:spPr bwMode="auto">
            <a:xfrm>
              <a:off x="3379" y="1831"/>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rPr>
                <a:t>运输层</a:t>
              </a:r>
              <a:endParaRPr kumimoji="1" lang="zh-CN" altLang="en-US" sz="2400" dirty="0">
                <a:solidFill>
                  <a:srgbClr val="FF0000"/>
                </a:solidFill>
                <a:effectLst>
                  <a:outerShdw blurRad="38100" dist="38100" dir="2700000" algn="tl">
                    <a:srgbClr val="000000"/>
                  </a:outerShdw>
                </a:effectLst>
              </a:endParaRPr>
            </a:p>
          </p:txBody>
        </p:sp>
        <p:sp>
          <p:nvSpPr>
            <p:cNvPr id="33" name="Line 23">
              <a:extLst>
                <a:ext uri="{FF2B5EF4-FFF2-40B4-BE49-F238E27FC236}"/>
              </a:extLst>
            </p:cNvPr>
            <p:cNvSpPr>
              <a:spLocks noChangeShapeType="1"/>
            </p:cNvSpPr>
            <p:nvPr/>
          </p:nvSpPr>
          <p:spPr bwMode="auto">
            <a:xfrm>
              <a:off x="3379" y="2263"/>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4" name="Line 24">
              <a:extLst>
                <a:ext uri="{FF2B5EF4-FFF2-40B4-BE49-F238E27FC236}"/>
              </a:extLst>
            </p:cNvPr>
            <p:cNvSpPr>
              <a:spLocks noChangeShapeType="1"/>
            </p:cNvSpPr>
            <p:nvPr/>
          </p:nvSpPr>
          <p:spPr bwMode="auto">
            <a:xfrm>
              <a:off x="3379"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5" name="Line 25">
              <a:extLst>
                <a:ext uri="{FF2B5EF4-FFF2-40B4-BE49-F238E27FC236}"/>
              </a:extLst>
            </p:cNvPr>
            <p:cNvSpPr>
              <a:spLocks noChangeShapeType="1"/>
            </p:cNvSpPr>
            <p:nvPr/>
          </p:nvSpPr>
          <p:spPr bwMode="auto">
            <a:xfrm>
              <a:off x="4771"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6" name="Line 28">
              <a:extLst>
                <a:ext uri="{FF2B5EF4-FFF2-40B4-BE49-F238E27FC236}"/>
              </a:extLst>
            </p:cNvPr>
            <p:cNvSpPr>
              <a:spLocks noChangeShapeType="1"/>
            </p:cNvSpPr>
            <p:nvPr/>
          </p:nvSpPr>
          <p:spPr bwMode="auto">
            <a:xfrm>
              <a:off x="3379" y="2695"/>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7" name="Line 29">
              <a:extLst>
                <a:ext uri="{FF2B5EF4-FFF2-40B4-BE49-F238E27FC236}"/>
              </a:extLst>
            </p:cNvPr>
            <p:cNvSpPr>
              <a:spLocks noChangeShapeType="1"/>
            </p:cNvSpPr>
            <p:nvPr/>
          </p:nvSpPr>
          <p:spPr bwMode="auto">
            <a:xfrm>
              <a:off x="3379" y="3366"/>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8" name="Line 30">
              <a:extLst>
                <a:ext uri="{FF2B5EF4-FFF2-40B4-BE49-F238E27FC236}"/>
              </a:extLst>
            </p:cNvPr>
            <p:cNvSpPr>
              <a:spLocks noChangeShapeType="1"/>
            </p:cNvSpPr>
            <p:nvPr/>
          </p:nvSpPr>
          <p:spPr bwMode="auto">
            <a:xfrm>
              <a:off x="3379"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9" name="Line 31">
              <a:extLst>
                <a:ext uri="{FF2B5EF4-FFF2-40B4-BE49-F238E27FC236}"/>
              </a:extLst>
            </p:cNvPr>
            <p:cNvSpPr>
              <a:spLocks noChangeShapeType="1"/>
            </p:cNvSpPr>
            <p:nvPr/>
          </p:nvSpPr>
          <p:spPr bwMode="auto">
            <a:xfrm>
              <a:off x="4771"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40" name="Rectangle 33">
              <a:extLst>
                <a:ext uri="{FF2B5EF4-FFF2-40B4-BE49-F238E27FC236}"/>
              </a:extLst>
            </p:cNvPr>
            <p:cNvSpPr>
              <a:spLocks noChangeArrowheads="1"/>
            </p:cNvSpPr>
            <p:nvPr/>
          </p:nvSpPr>
          <p:spPr bwMode="auto">
            <a:xfrm>
              <a:off x="3379" y="2263"/>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spcBef>
                  <a:spcPct val="20000"/>
                </a:spcBef>
                <a:buClr>
                  <a:schemeClr val="tx2"/>
                </a:buClr>
                <a:buSzPct val="90000"/>
                <a:buFont typeface="Symbol" pitchFamily="18" charset="2"/>
                <a:buNone/>
                <a:defRPr/>
              </a:pPr>
              <a:r>
                <a:rPr kumimoji="1" lang="zh-CN" altLang="en-US" sz="2800" dirty="0">
                  <a:solidFill>
                    <a:schemeClr val="tx2">
                      <a:lumMod val="60000"/>
                      <a:lumOff val="40000"/>
                    </a:schemeClr>
                  </a:solidFill>
                  <a:effectLst>
                    <a:outerShdw blurRad="38100" dist="38100" dir="2700000" algn="tl">
                      <a:srgbClr val="000000"/>
                    </a:outerShdw>
                  </a:effectLst>
                  <a:latin typeface="Franklin Gothic Book" pitchFamily="34" charset="0"/>
                </a:rPr>
                <a:t>网络层</a:t>
              </a:r>
              <a:endParaRPr kumimoji="1" lang="zh-CN" altLang="en-US" sz="2400" dirty="0">
                <a:solidFill>
                  <a:schemeClr val="tx2">
                    <a:lumMod val="60000"/>
                    <a:lumOff val="40000"/>
                  </a:schemeClr>
                </a:solidFill>
                <a:effectLst>
                  <a:outerShdw blurRad="38100" dist="38100" dir="2700000" algn="tl">
                    <a:srgbClr val="000000"/>
                  </a:outerShdw>
                </a:effectLst>
                <a:latin typeface="Franklin Gothic Book" pitchFamily="34" charset="0"/>
              </a:endParaRPr>
            </a:p>
          </p:txBody>
        </p:sp>
        <p:sp>
          <p:nvSpPr>
            <p:cNvPr id="41" name="Line 36">
              <a:extLst>
                <a:ext uri="{FF2B5EF4-FFF2-40B4-BE49-F238E27FC236}"/>
              </a:extLst>
            </p:cNvPr>
            <p:cNvSpPr>
              <a:spLocks noChangeShapeType="1"/>
            </p:cNvSpPr>
            <p:nvPr/>
          </p:nvSpPr>
          <p:spPr bwMode="auto">
            <a:xfrm>
              <a:off x="3379" y="2263"/>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42" name="Line 37">
              <a:extLst>
                <a:ext uri="{FF2B5EF4-FFF2-40B4-BE49-F238E27FC236}"/>
              </a:extLst>
            </p:cNvPr>
            <p:cNvSpPr>
              <a:spLocks noChangeShapeType="1"/>
            </p:cNvSpPr>
            <p:nvPr/>
          </p:nvSpPr>
          <p:spPr bwMode="auto">
            <a:xfrm>
              <a:off x="4771" y="2263"/>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44" name="Rectangle 27">
              <a:extLst>
                <a:ext uri="{FF2B5EF4-FFF2-40B4-BE49-F238E27FC236}"/>
              </a:extLst>
            </p:cNvPr>
            <p:cNvSpPr>
              <a:spLocks noChangeArrowheads="1"/>
            </p:cNvSpPr>
            <p:nvPr/>
          </p:nvSpPr>
          <p:spPr bwMode="auto">
            <a:xfrm>
              <a:off x="3379" y="2695"/>
              <a:ext cx="1392" cy="37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latin typeface="Franklin Gothic Book" pitchFamily="34" charset="0"/>
                </a:rPr>
                <a:t>数据链路层</a:t>
              </a:r>
              <a:endParaRPr kumimoji="1" lang="zh-CN" altLang="en-US" sz="2400" dirty="0">
                <a:solidFill>
                  <a:srgbClr val="FF0000"/>
                </a:solidFill>
                <a:effectLst>
                  <a:outerShdw blurRad="38100" dist="38100" dir="2700000" algn="tl">
                    <a:srgbClr val="000000"/>
                  </a:outerShdw>
                </a:effectLst>
                <a:latin typeface="Franklin Gothic Book" pitchFamily="34" charset="0"/>
              </a:endParaRPr>
            </a:p>
          </p:txBody>
        </p:sp>
        <p:sp>
          <p:nvSpPr>
            <p:cNvPr id="43" name="Rectangle 39">
              <a:extLst>
                <a:ext uri="{FF2B5EF4-FFF2-40B4-BE49-F238E27FC236}"/>
              </a:extLst>
            </p:cNvPr>
            <p:cNvSpPr>
              <a:spLocks noChangeArrowheads="1"/>
            </p:cNvSpPr>
            <p:nvPr/>
          </p:nvSpPr>
          <p:spPr bwMode="auto">
            <a:xfrm>
              <a:off x="3379" y="3067"/>
              <a:ext cx="1392" cy="408"/>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latin typeface="Franklin Gothic Book" pitchFamily="34" charset="0"/>
                </a:rPr>
                <a:t>物理层</a:t>
              </a:r>
              <a:endParaRPr kumimoji="1" lang="zh-CN" altLang="en-US" sz="2400" dirty="0">
                <a:solidFill>
                  <a:srgbClr val="FF0000"/>
                </a:solidFill>
                <a:effectLst>
                  <a:outerShdw blurRad="38100" dist="38100" dir="2700000" algn="tl">
                    <a:srgbClr val="000000"/>
                  </a:outerShdw>
                </a:effectLst>
                <a:latin typeface="Franklin Gothic Book" pitchFamily="34" charset="0"/>
              </a:endParaRPr>
            </a:p>
          </p:txBody>
        </p:sp>
      </p:grpSp>
      <p:sp>
        <p:nvSpPr>
          <p:cNvPr id="24" name="Rectangle 3"/>
          <p:cNvSpPr>
            <a:spLocks noGrp="1" noChangeArrowheads="1"/>
          </p:cNvSpPr>
          <p:nvPr>
            <p:ph idx="1"/>
          </p:nvPr>
        </p:nvSpPr>
        <p:spPr>
          <a:xfrm>
            <a:off x="2135188" y="1341438"/>
            <a:ext cx="8281987" cy="5327650"/>
          </a:xfrm>
        </p:spPr>
        <p:txBody>
          <a:bodyPr/>
          <a:lstStyle/>
          <a:p>
            <a:pPr eaLnBrk="1" hangingPunct="1"/>
            <a:r>
              <a:rPr lang="zh-CN" altLang="en-US" sz="2800" b="1" dirty="0" smtClean="0"/>
              <a:t>网络层的几个重要概念</a:t>
            </a:r>
          </a:p>
          <a:p>
            <a:pPr eaLnBrk="1" hangingPunct="1"/>
            <a:r>
              <a:rPr lang="zh-CN" altLang="en-US" sz="2800" b="1" dirty="0" smtClean="0"/>
              <a:t>网际协议 </a:t>
            </a:r>
            <a:r>
              <a:rPr lang="en-US" altLang="zh-CN" sz="2800" b="1" dirty="0" smtClean="0"/>
              <a:t>IP</a:t>
            </a:r>
          </a:p>
          <a:p>
            <a:pPr eaLnBrk="1" hangingPunct="1"/>
            <a:r>
              <a:rPr lang="en-US" altLang="zh-CN" sz="2800" b="1" dirty="0" smtClean="0"/>
              <a:t>IP </a:t>
            </a:r>
            <a:r>
              <a:rPr lang="zh-CN" altLang="en-US" sz="2800" b="1" dirty="0" smtClean="0"/>
              <a:t>层转发分组的过程</a:t>
            </a:r>
          </a:p>
          <a:p>
            <a:pPr eaLnBrk="1" hangingPunct="1"/>
            <a:r>
              <a:rPr lang="zh-CN" altLang="en-US" sz="2800" b="1" dirty="0" smtClean="0"/>
              <a:t>网际控制报文协议 </a:t>
            </a:r>
            <a:r>
              <a:rPr lang="en-US" altLang="zh-CN" sz="2800" b="1" dirty="0" smtClean="0"/>
              <a:t>ICMP</a:t>
            </a:r>
          </a:p>
          <a:p>
            <a:pPr eaLnBrk="1" hangingPunct="1"/>
            <a:r>
              <a:rPr lang="en-US" altLang="zh-CN" sz="2800" b="1" dirty="0" smtClean="0"/>
              <a:t>IPv6</a:t>
            </a:r>
          </a:p>
          <a:p>
            <a:pPr eaLnBrk="1" hangingPunct="1"/>
            <a:r>
              <a:rPr lang="zh-CN" altLang="en-US" sz="2800" b="1" dirty="0" smtClean="0">
                <a:solidFill>
                  <a:srgbClr val="FF0000"/>
                </a:solidFill>
              </a:rPr>
              <a:t>互联网</a:t>
            </a:r>
            <a:r>
              <a:rPr lang="zh-CN" altLang="en-US" sz="2800" b="1" dirty="0">
                <a:solidFill>
                  <a:srgbClr val="FF0000"/>
                </a:solidFill>
              </a:rPr>
              <a:t>的路由选择协议</a:t>
            </a:r>
          </a:p>
          <a:p>
            <a:pPr eaLnBrk="1" hangingPunct="1"/>
            <a:r>
              <a:rPr lang="en-US" altLang="zh-CN" sz="2800" b="1" dirty="0" smtClean="0"/>
              <a:t>IP </a:t>
            </a:r>
            <a:r>
              <a:rPr lang="zh-CN" altLang="en-US" sz="2800" b="1" dirty="0" smtClean="0"/>
              <a:t>多播</a:t>
            </a:r>
          </a:p>
          <a:p>
            <a:pPr eaLnBrk="1" hangingPunct="1"/>
            <a:r>
              <a:rPr lang="zh-CN" altLang="en-US" sz="2800" b="1" dirty="0" smtClean="0"/>
              <a:t>虚拟专用网 </a:t>
            </a:r>
            <a:r>
              <a:rPr lang="en-US" altLang="zh-CN" sz="2800" b="1" dirty="0" smtClean="0"/>
              <a:t>VPN </a:t>
            </a:r>
            <a:r>
              <a:rPr lang="zh-CN" altLang="en-US" sz="2800" b="1" dirty="0" smtClean="0"/>
              <a:t>和网络地址转换 </a:t>
            </a:r>
            <a:r>
              <a:rPr lang="en-US" altLang="zh-CN" sz="2800" b="1" dirty="0" smtClean="0"/>
              <a:t>NAT</a:t>
            </a:r>
          </a:p>
          <a:p>
            <a:pPr eaLnBrk="1" hangingPunct="1">
              <a:buFontTx/>
              <a:buNone/>
            </a:pPr>
            <a:endParaRPr lang="en-US" altLang="zh-CN" sz="1800" b="1" dirty="0" smtClean="0"/>
          </a:p>
          <a:p>
            <a:pPr eaLnBrk="1" hangingPunct="1">
              <a:buFontTx/>
              <a:buNone/>
            </a:pPr>
            <a:endParaRPr lang="en-US" altLang="zh-CN" b="1" dirty="0" smtClean="0"/>
          </a:p>
          <a:p>
            <a:pPr eaLnBrk="1" hangingPunct="1">
              <a:buFont typeface="Wingdings" pitchFamily="2" charset="2"/>
              <a:buNone/>
            </a:pPr>
            <a:endParaRPr lang="zh-CN" altLang="en-US" b="1" dirty="0" smtClean="0"/>
          </a:p>
        </p:txBody>
      </p:sp>
    </p:spTree>
  </p:cSld>
  <p:clrMapOvr>
    <a:masterClrMapping/>
  </p:clrMapOvr>
  <p:transition spd="slow"/>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2"/>
          <p:cNvSpPr>
            <a:spLocks noGrp="1" noChangeArrowheads="1"/>
          </p:cNvSpPr>
          <p:nvPr>
            <p:ph type="title"/>
          </p:nvPr>
        </p:nvSpPr>
        <p:spPr/>
        <p:txBody>
          <a:bodyPr/>
          <a:lstStyle/>
          <a:p>
            <a:r>
              <a:rPr lang="en-US" altLang="zh-CN" dirty="0" smtClean="0"/>
              <a:t>4.6 </a:t>
            </a:r>
            <a:r>
              <a:rPr lang="zh-CN" altLang="en-US" dirty="0" smtClean="0"/>
              <a:t>互联网的路由选择协议</a:t>
            </a:r>
            <a:endParaRPr lang="zh-CN" altLang="en-US" sz="1800" dirty="0" smtClean="0"/>
          </a:p>
        </p:txBody>
      </p:sp>
      <p:sp>
        <p:nvSpPr>
          <p:cNvPr id="166913" name="Rectangle 3">
            <a:extLst>
              <a:ext uri="{FF2B5EF4-FFF2-40B4-BE49-F238E27FC236}"/>
            </a:extLst>
          </p:cNvPr>
          <p:cNvSpPr>
            <a:spLocks noGrp="1" noChangeArrowheads="1"/>
          </p:cNvSpPr>
          <p:nvPr>
            <p:ph idx="1"/>
          </p:nvPr>
        </p:nvSpPr>
        <p:spPr>
          <a:xfrm>
            <a:off x="442913" y="1266825"/>
            <a:ext cx="10801350" cy="4895850"/>
          </a:xfrm>
        </p:spPr>
        <p:txBody>
          <a:bodyPr/>
          <a:lstStyle/>
          <a:p>
            <a:pPr marL="342000" indent="14400" algn="just">
              <a:defRPr/>
            </a:pPr>
            <a:r>
              <a:rPr lang="zh-CN" altLang="en-US" b="1" dirty="0"/>
              <a:t>根据</a:t>
            </a:r>
            <a:r>
              <a:rPr lang="zh-CN" altLang="en-US" b="1" dirty="0" smtClean="0"/>
              <a:t>路由算法是否具有自适应性，路由选择策略分为两大类：</a:t>
            </a:r>
            <a:endParaRPr lang="en-US" altLang="zh-CN" b="1" dirty="0"/>
          </a:p>
          <a:p>
            <a:pPr marL="819838" lvl="1" indent="14400" algn="just">
              <a:defRPr/>
            </a:pPr>
            <a:r>
              <a:rPr lang="zh-CN" altLang="en-US" b="1" dirty="0" smtClean="0">
                <a:solidFill>
                  <a:srgbClr val="FF0000"/>
                </a:solidFill>
              </a:rPr>
              <a:t>静态</a:t>
            </a:r>
            <a:r>
              <a:rPr lang="zh-CN" altLang="en-US" b="1" dirty="0" smtClean="0"/>
              <a:t>路由选择策略：用人工配置每一条路由，适用于简单的小网络；</a:t>
            </a:r>
            <a:endParaRPr lang="en-US" altLang="zh-CN" b="1" dirty="0"/>
          </a:p>
          <a:p>
            <a:pPr marL="819838" lvl="1" indent="14400" algn="just">
              <a:defRPr/>
            </a:pPr>
            <a:r>
              <a:rPr lang="zh-CN" altLang="en-US" b="1" dirty="0" smtClean="0">
                <a:solidFill>
                  <a:srgbClr val="FF0000"/>
                </a:solidFill>
              </a:rPr>
              <a:t>动态</a:t>
            </a:r>
            <a:r>
              <a:rPr lang="zh-CN" altLang="en-US" b="1" dirty="0" smtClean="0"/>
              <a:t>路由选择策略：使用</a:t>
            </a:r>
            <a:r>
              <a:rPr lang="zh-CN" altLang="en-US" b="1" dirty="0" smtClean="0">
                <a:solidFill>
                  <a:srgbClr val="FF0000"/>
                </a:solidFill>
              </a:rPr>
              <a:t>路由选择协议</a:t>
            </a:r>
            <a:r>
              <a:rPr lang="zh-CN" altLang="en-US" b="1" dirty="0" smtClean="0"/>
              <a:t>生成每一条路由，并可根据网络的通信量或拓扑的变化进行动态调整，适用于复杂的大网络。</a:t>
            </a:r>
            <a:endParaRPr lang="en-US" altLang="zh-CN" b="1" dirty="0"/>
          </a:p>
          <a:p>
            <a:pPr algn="just">
              <a:buFont typeface="Wingdings 3" pitchFamily="18" charset="2"/>
              <a:buNone/>
              <a:defRPr/>
            </a:pPr>
            <a:endParaRPr lang="zh-CN" altLang="en-US" sz="2800" b="1" dirty="0">
              <a:latin typeface="+mn-ea"/>
            </a:endParaRPr>
          </a:p>
        </p:txBody>
      </p:sp>
    </p:spTree>
  </p:cSld>
  <p:clrMapOvr>
    <a:masterClrMapping/>
  </p:clrMapOvr>
  <p:transition spd="slow"/>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标题 1"/>
          <p:cNvSpPr>
            <a:spLocks noGrp="1" noChangeArrowheads="1"/>
          </p:cNvSpPr>
          <p:nvPr>
            <p:ph type="title"/>
          </p:nvPr>
        </p:nvSpPr>
        <p:spPr/>
        <p:txBody>
          <a:bodyPr/>
          <a:lstStyle/>
          <a:p>
            <a:r>
              <a:rPr lang="zh-CN" altLang="en-US" smtClean="0"/>
              <a:t>动手实验</a:t>
            </a:r>
          </a:p>
        </p:txBody>
      </p:sp>
      <p:sp>
        <p:nvSpPr>
          <p:cNvPr id="246787" name="内容占位符 2"/>
          <p:cNvSpPr>
            <a:spLocks noGrp="1" noChangeArrowheads="1"/>
          </p:cNvSpPr>
          <p:nvPr>
            <p:ph idx="1"/>
          </p:nvPr>
        </p:nvSpPr>
        <p:spPr>
          <a:xfrm>
            <a:off x="442913" y="1266825"/>
            <a:ext cx="10801350" cy="4895850"/>
          </a:xfrm>
        </p:spPr>
        <p:txBody>
          <a:bodyPr/>
          <a:lstStyle/>
          <a:p>
            <a:pPr>
              <a:lnSpc>
                <a:spcPct val="200000"/>
              </a:lnSpc>
              <a:buFont typeface="Wingdings" pitchFamily="2" charset="2"/>
              <a:buNone/>
            </a:pPr>
            <a:r>
              <a:rPr lang="zh-CN" altLang="en-US" sz="2800" b="1" dirty="0" smtClean="0"/>
              <a:t>实验</a:t>
            </a:r>
            <a:r>
              <a:rPr lang="en-US" altLang="zh-CN" sz="2800" b="1" dirty="0" smtClean="0"/>
              <a:t>4-3</a:t>
            </a:r>
            <a:r>
              <a:rPr lang="zh-CN" altLang="en-US" sz="2800" b="1" dirty="0" smtClean="0"/>
              <a:t>：配置网络地址</a:t>
            </a:r>
            <a:endParaRPr lang="en-US" altLang="zh-CN" sz="2800" b="1" dirty="0" smtClean="0"/>
          </a:p>
          <a:p>
            <a:pPr>
              <a:lnSpc>
                <a:spcPct val="200000"/>
              </a:lnSpc>
              <a:buFont typeface="Wingdings" pitchFamily="2" charset="2"/>
              <a:buNone/>
            </a:pPr>
            <a:r>
              <a:rPr lang="zh-CN" altLang="en-US" sz="2800" b="1" dirty="0" smtClean="0"/>
              <a:t>实验</a:t>
            </a:r>
            <a:r>
              <a:rPr lang="en-US" altLang="zh-CN" sz="2800" b="1" dirty="0" smtClean="0"/>
              <a:t>4-4</a:t>
            </a:r>
            <a:r>
              <a:rPr lang="zh-CN" altLang="en-US" sz="2800" b="1" dirty="0" smtClean="0"/>
              <a:t>：配置静态路由</a:t>
            </a:r>
            <a:endParaRPr lang="en-US" altLang="zh-CN" sz="2800" b="1" dirty="0" smtClean="0"/>
          </a:p>
          <a:p>
            <a:pPr>
              <a:lnSpc>
                <a:spcPct val="200000"/>
              </a:lnSpc>
              <a:buFont typeface="Wingdings" pitchFamily="2" charset="2"/>
              <a:buNone/>
            </a:pPr>
            <a:r>
              <a:rPr lang="zh-CN" altLang="en-US" sz="2800" b="1" dirty="0" smtClean="0"/>
              <a:t>实验</a:t>
            </a:r>
            <a:r>
              <a:rPr lang="en-US" altLang="zh-CN" sz="2800" b="1" dirty="0" smtClean="0"/>
              <a:t>4-5</a:t>
            </a:r>
            <a:r>
              <a:rPr lang="zh-CN" altLang="en-US" sz="2800" b="1" dirty="0" smtClean="0"/>
              <a:t>：配置默认路由</a:t>
            </a:r>
            <a:endParaRPr lang="en-US" altLang="zh-CN" sz="2800" b="1" dirty="0" smtClean="0"/>
          </a:p>
          <a:p>
            <a:pPr>
              <a:lnSpc>
                <a:spcPct val="200000"/>
              </a:lnSpc>
              <a:buFont typeface="Wingdings" pitchFamily="2" charset="2"/>
              <a:buNone/>
            </a:pPr>
            <a:r>
              <a:rPr lang="zh-CN" altLang="en-US" sz="2800" b="1" dirty="0" smtClean="0"/>
              <a:t>实验</a:t>
            </a:r>
            <a:r>
              <a:rPr lang="en-US" altLang="zh-CN" sz="2800" b="1" dirty="0" smtClean="0"/>
              <a:t>4-6</a:t>
            </a:r>
            <a:r>
              <a:rPr lang="zh-CN" altLang="en-US" sz="2800" b="1" dirty="0" smtClean="0"/>
              <a:t>：路由汇总</a:t>
            </a:r>
          </a:p>
        </p:txBody>
      </p:sp>
    </p:spTree>
  </p:cSld>
  <p:clrMapOvr>
    <a:masterClrMapping/>
  </p:clrMapOvr>
  <p:transition spd="slow"/>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3" name="标题 77"/>
          <p:cNvSpPr>
            <a:spLocks noGrp="1" noChangeArrowheads="1"/>
          </p:cNvSpPr>
          <p:nvPr>
            <p:ph type="title"/>
          </p:nvPr>
        </p:nvSpPr>
        <p:spPr/>
        <p:txBody>
          <a:bodyPr/>
          <a:lstStyle/>
          <a:p>
            <a:r>
              <a:rPr lang="zh-CN" altLang="en-US" smtClean="0"/>
              <a:t>分层次的路由选择协议</a:t>
            </a:r>
          </a:p>
        </p:txBody>
      </p:sp>
      <p:sp>
        <p:nvSpPr>
          <p:cNvPr id="78" name="Rectangle 3">
            <a:extLst>
              <a:ext uri="{FF2B5EF4-FFF2-40B4-BE49-F238E27FC236}"/>
            </a:extLst>
          </p:cNvPr>
          <p:cNvSpPr>
            <a:spLocks noGrp="1" noChangeArrowheads="1"/>
          </p:cNvSpPr>
          <p:nvPr>
            <p:ph idx="1"/>
          </p:nvPr>
        </p:nvSpPr>
        <p:spPr>
          <a:xfrm>
            <a:off x="442912" y="1266825"/>
            <a:ext cx="11125696" cy="4895850"/>
          </a:xfrm>
        </p:spPr>
        <p:txBody>
          <a:bodyPr/>
          <a:lstStyle/>
          <a:p>
            <a:pPr marL="342000" indent="14400" algn="just">
              <a:defRPr/>
            </a:pPr>
            <a:r>
              <a:rPr lang="zh-CN" altLang="en-US" b="1" dirty="0" smtClean="0"/>
              <a:t>由于互联网的规模非常大，如果让所有的路由器知道所有的网络应怎样到达，则路由表将会非常大，处理起来花费的时间也会很多，所以互联网采用</a:t>
            </a:r>
            <a:r>
              <a:rPr lang="zh-CN" altLang="en-US" b="1" dirty="0" smtClean="0">
                <a:solidFill>
                  <a:srgbClr val="FF0000"/>
                </a:solidFill>
              </a:rPr>
              <a:t>分层次</a:t>
            </a:r>
            <a:r>
              <a:rPr lang="zh-CN" altLang="en-US" b="1" dirty="0" smtClean="0"/>
              <a:t>的路由选择协议：</a:t>
            </a:r>
            <a:endParaRPr lang="en-US" altLang="zh-CN" b="1" dirty="0" smtClean="0"/>
          </a:p>
          <a:p>
            <a:pPr marL="819838" lvl="1" indent="14400" algn="just">
              <a:defRPr/>
            </a:pPr>
            <a:r>
              <a:rPr lang="zh-CN" altLang="en-US" b="1" dirty="0"/>
              <a:t>把整个互联网划分为许多较小的</a:t>
            </a:r>
            <a:r>
              <a:rPr lang="zh-CN" altLang="en-US" b="1" dirty="0" smtClean="0">
                <a:solidFill>
                  <a:srgbClr val="FF0000"/>
                </a:solidFill>
              </a:rPr>
              <a:t>自治系统</a:t>
            </a:r>
            <a:r>
              <a:rPr lang="en-US" altLang="zh-CN" b="1" dirty="0"/>
              <a:t> </a:t>
            </a:r>
            <a:r>
              <a:rPr lang="en-US" altLang="zh-CN" b="1" dirty="0" smtClean="0"/>
              <a:t>AS</a:t>
            </a:r>
            <a:r>
              <a:rPr lang="zh-CN" altLang="en-US" b="1" dirty="0" smtClean="0"/>
              <a:t>。例如，一个 </a:t>
            </a:r>
            <a:r>
              <a:rPr lang="en-US" altLang="zh-CN" b="1" dirty="0" smtClean="0"/>
              <a:t>ISP </a:t>
            </a:r>
            <a:r>
              <a:rPr lang="zh-CN" altLang="en-US" b="1" dirty="0" smtClean="0"/>
              <a:t>就是一个自治系统；</a:t>
            </a:r>
            <a:endParaRPr lang="en-US" altLang="zh-CN" b="1" dirty="0" smtClean="0"/>
          </a:p>
          <a:p>
            <a:pPr marL="819838" lvl="1" indent="14400" algn="just">
              <a:defRPr/>
            </a:pPr>
            <a:r>
              <a:rPr lang="zh-CN" altLang="en-US" b="1" dirty="0" smtClean="0"/>
              <a:t>在一个自治系统内部使用</a:t>
            </a:r>
            <a:r>
              <a:rPr lang="zh-CN" altLang="en-US" b="1" dirty="0" smtClean="0">
                <a:solidFill>
                  <a:srgbClr val="FF0000"/>
                </a:solidFill>
              </a:rPr>
              <a:t>内部网关协议</a:t>
            </a:r>
            <a:r>
              <a:rPr lang="zh-CN" altLang="en-US" b="1" dirty="0" smtClean="0"/>
              <a:t>，如 </a:t>
            </a:r>
            <a:r>
              <a:rPr lang="en-US" altLang="zh-CN" b="1" dirty="0" smtClean="0"/>
              <a:t>RIP </a:t>
            </a:r>
            <a:r>
              <a:rPr lang="zh-CN" altLang="en-US" b="1" dirty="0" smtClean="0"/>
              <a:t>和 </a:t>
            </a:r>
            <a:r>
              <a:rPr lang="en-US" altLang="zh-CN" b="1" dirty="0" smtClean="0"/>
              <a:t>OSPF</a:t>
            </a:r>
            <a:r>
              <a:rPr lang="zh-CN" altLang="en-US" b="1" dirty="0" smtClean="0"/>
              <a:t>；</a:t>
            </a:r>
            <a:endParaRPr lang="en-US" altLang="zh-CN" b="1" dirty="0" smtClean="0"/>
          </a:p>
          <a:p>
            <a:pPr marL="819838" lvl="1" indent="14400" algn="just">
              <a:defRPr/>
            </a:pPr>
            <a:r>
              <a:rPr lang="zh-CN" altLang="en-US" b="1" dirty="0" smtClean="0"/>
              <a:t>在不同自治系统之间使用</a:t>
            </a:r>
            <a:r>
              <a:rPr lang="zh-CN" altLang="en-US" b="1" dirty="0" smtClean="0">
                <a:solidFill>
                  <a:srgbClr val="FF0000"/>
                </a:solidFill>
              </a:rPr>
              <a:t>外部网关协议</a:t>
            </a:r>
            <a:r>
              <a:rPr lang="zh-CN" altLang="en-US" b="1" dirty="0" smtClean="0"/>
              <a:t>，如 </a:t>
            </a:r>
            <a:r>
              <a:rPr lang="en-US" altLang="zh-CN" b="1" dirty="0" smtClean="0"/>
              <a:t>BGP-4</a:t>
            </a:r>
            <a:r>
              <a:rPr lang="zh-CN" altLang="en-US" b="1" dirty="0" smtClean="0"/>
              <a:t>。</a:t>
            </a:r>
            <a:endParaRPr lang="en-US" altLang="zh-CN" b="1" dirty="0" smtClean="0"/>
          </a:p>
          <a:p>
            <a:pPr marL="819838" lvl="1" indent="14400" algn="just">
              <a:defRPr/>
            </a:pPr>
            <a:endParaRPr lang="en-US" altLang="zh-CN" b="1" dirty="0"/>
          </a:p>
          <a:p>
            <a:pPr algn="just">
              <a:buFont typeface="Wingdings 3" pitchFamily="18" charset="2"/>
              <a:buNone/>
              <a:defRPr/>
            </a:pPr>
            <a:endParaRPr lang="zh-CN" altLang="en-US" sz="2800" b="1" dirty="0">
              <a:latin typeface="+mn-ea"/>
            </a:endParaRPr>
          </a:p>
        </p:txBody>
      </p:sp>
    </p:spTree>
  </p:cSld>
  <p:clrMapOvr>
    <a:masterClrMapping/>
  </p:clrMapOvr>
  <p:transition spd="slow"/>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3" name="标题 77"/>
          <p:cNvSpPr>
            <a:spLocks noGrp="1" noChangeArrowheads="1"/>
          </p:cNvSpPr>
          <p:nvPr>
            <p:ph type="title"/>
          </p:nvPr>
        </p:nvSpPr>
        <p:spPr/>
        <p:txBody>
          <a:bodyPr/>
          <a:lstStyle/>
          <a:p>
            <a:r>
              <a:rPr lang="zh-CN" altLang="en-US" dirty="0" smtClean="0"/>
              <a:t>自治系统 </a:t>
            </a:r>
            <a:r>
              <a:rPr lang="en-US" altLang="zh-CN" dirty="0" smtClean="0"/>
              <a:t>AS(Autonomous </a:t>
            </a:r>
            <a:r>
              <a:rPr lang="en-US" altLang="zh-CN" dirty="0"/>
              <a:t>System) </a:t>
            </a:r>
          </a:p>
        </p:txBody>
      </p:sp>
      <p:sp>
        <p:nvSpPr>
          <p:cNvPr id="78" name="Rectangle 3">
            <a:extLst>
              <a:ext uri="{FF2B5EF4-FFF2-40B4-BE49-F238E27FC236}"/>
            </a:extLst>
          </p:cNvPr>
          <p:cNvSpPr>
            <a:spLocks noGrp="1" noChangeArrowheads="1"/>
          </p:cNvSpPr>
          <p:nvPr>
            <p:ph idx="1"/>
          </p:nvPr>
        </p:nvSpPr>
        <p:spPr>
          <a:xfrm>
            <a:off x="442913" y="1266825"/>
            <a:ext cx="6157143" cy="4895850"/>
          </a:xfrm>
        </p:spPr>
        <p:txBody>
          <a:bodyPr/>
          <a:lstStyle/>
          <a:p>
            <a:pPr marL="342000" indent="14400" algn="just">
              <a:defRPr/>
            </a:pPr>
            <a:r>
              <a:rPr lang="zh-CN" altLang="en-US" b="1" dirty="0" smtClean="0"/>
              <a:t>自治系统</a:t>
            </a:r>
            <a:r>
              <a:rPr lang="en-US" altLang="zh-CN" b="1" dirty="0" smtClean="0"/>
              <a:t>(AS)</a:t>
            </a:r>
            <a:r>
              <a:rPr lang="zh-CN" altLang="en-US" b="1" dirty="0" smtClean="0"/>
              <a:t>是</a:t>
            </a:r>
            <a:r>
              <a:rPr lang="zh-CN" altLang="en-US" b="1" dirty="0"/>
              <a:t>在单一技术管理下的许多网络、</a:t>
            </a:r>
            <a:r>
              <a:rPr lang="en-US" altLang="zh-CN" b="1" dirty="0"/>
              <a:t>IP</a:t>
            </a:r>
            <a:r>
              <a:rPr lang="zh-CN" altLang="en-US" b="1" dirty="0"/>
              <a:t>地址以及路由器</a:t>
            </a:r>
            <a:r>
              <a:rPr lang="zh-CN" altLang="en-US" b="1" dirty="0" smtClean="0"/>
              <a:t>，这些</a:t>
            </a:r>
            <a:r>
              <a:rPr lang="zh-CN" altLang="en-US" b="1" dirty="0"/>
              <a:t>路由器</a:t>
            </a:r>
            <a:r>
              <a:rPr lang="zh-CN" altLang="en-US" b="1" dirty="0" smtClean="0"/>
              <a:t>使用</a:t>
            </a:r>
            <a:r>
              <a:rPr lang="zh-CN" altLang="en-US" b="1" dirty="0"/>
              <a:t>同</a:t>
            </a:r>
            <a:r>
              <a:rPr lang="zh-CN" altLang="en-US" b="1" dirty="0" smtClean="0"/>
              <a:t>一</a:t>
            </a:r>
            <a:r>
              <a:rPr lang="zh-CN" altLang="en-US" b="1" dirty="0"/>
              <a:t>种自治系统内部的路由选择协议和共同的度量。每一个 </a:t>
            </a:r>
            <a:r>
              <a:rPr lang="en-US" altLang="zh-CN" b="1" dirty="0"/>
              <a:t>AS </a:t>
            </a:r>
            <a:r>
              <a:rPr lang="zh-CN" altLang="en-US" b="1" dirty="0"/>
              <a:t>对其他 </a:t>
            </a:r>
            <a:r>
              <a:rPr lang="en-US" altLang="zh-CN" b="1" dirty="0"/>
              <a:t>AS </a:t>
            </a:r>
            <a:r>
              <a:rPr lang="zh-CN" altLang="en-US" b="1" dirty="0"/>
              <a:t>表现出的是一个</a:t>
            </a:r>
            <a:r>
              <a:rPr lang="zh-CN" altLang="en-US" b="1" dirty="0">
                <a:solidFill>
                  <a:srgbClr val="FF0000"/>
                </a:solidFill>
              </a:rPr>
              <a:t>单一</a:t>
            </a:r>
            <a:r>
              <a:rPr lang="zh-CN" altLang="en-US" b="1" dirty="0" smtClean="0">
                <a:solidFill>
                  <a:srgbClr val="FF0000"/>
                </a:solidFill>
              </a:rPr>
              <a:t>的、一致</a:t>
            </a:r>
            <a:r>
              <a:rPr lang="zh-CN" altLang="en-US" b="1" dirty="0">
                <a:solidFill>
                  <a:srgbClr val="FF0000"/>
                </a:solidFill>
              </a:rPr>
              <a:t>的</a:t>
            </a:r>
            <a:r>
              <a:rPr lang="zh-CN" altLang="en-US" b="1" dirty="0"/>
              <a:t>路由选择策略。</a:t>
            </a:r>
          </a:p>
        </p:txBody>
      </p:sp>
      <p:grpSp>
        <p:nvGrpSpPr>
          <p:cNvPr id="4" name="组合 3"/>
          <p:cNvGrpSpPr/>
          <p:nvPr/>
        </p:nvGrpSpPr>
        <p:grpSpPr>
          <a:xfrm>
            <a:off x="6809199" y="1628800"/>
            <a:ext cx="4903425" cy="4392488"/>
            <a:chOff x="862523" y="1132312"/>
            <a:chExt cx="4615393" cy="3173300"/>
          </a:xfrm>
        </p:grpSpPr>
        <p:sp>
          <p:nvSpPr>
            <p:cNvPr id="5" name="Text Box 7"/>
            <p:cNvSpPr txBox="1">
              <a:spLocks noChangeArrowheads="1"/>
            </p:cNvSpPr>
            <p:nvPr/>
          </p:nvSpPr>
          <p:spPr bwMode="auto">
            <a:xfrm>
              <a:off x="2183407" y="1644965"/>
              <a:ext cx="419876" cy="307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solidFill>
                    <a:srgbClr val="0000FF"/>
                  </a:solidFill>
                  <a:latin typeface="微软雅黑" pitchFamily="34" charset="-122"/>
                  <a:ea typeface="微软雅黑" pitchFamily="34" charset="-122"/>
                </a:rPr>
                <a:t>R1</a:t>
              </a:r>
            </a:p>
          </p:txBody>
        </p:sp>
        <p:grpSp>
          <p:nvGrpSpPr>
            <p:cNvPr id="6" name="Group 8"/>
            <p:cNvGrpSpPr>
              <a:grpSpLocks/>
            </p:cNvGrpSpPr>
            <p:nvPr/>
          </p:nvGrpSpPr>
          <p:grpSpPr bwMode="auto">
            <a:xfrm>
              <a:off x="862523" y="2861677"/>
              <a:ext cx="2084903" cy="1443935"/>
              <a:chOff x="672" y="2304"/>
              <a:chExt cx="1872" cy="1290"/>
            </a:xfrm>
          </p:grpSpPr>
          <p:sp>
            <p:nvSpPr>
              <p:cNvPr id="92" name="Rectangle 9"/>
              <p:cNvSpPr>
                <a:spLocks noChangeArrowheads="1"/>
              </p:cNvSpPr>
              <p:nvPr/>
            </p:nvSpPr>
            <p:spPr bwMode="auto">
              <a:xfrm>
                <a:off x="672" y="2304"/>
                <a:ext cx="1872" cy="1008"/>
              </a:xfrm>
              <a:prstGeom prst="rect">
                <a:avLst/>
              </a:prstGeom>
              <a:solidFill>
                <a:srgbClr val="99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93" name="Oval 10"/>
              <p:cNvSpPr>
                <a:spLocks noChangeArrowheads="1"/>
              </p:cNvSpPr>
              <p:nvPr/>
            </p:nvSpPr>
            <p:spPr bwMode="auto">
              <a:xfrm>
                <a:off x="1008" y="2448"/>
                <a:ext cx="192" cy="96"/>
              </a:xfrm>
              <a:prstGeom prst="ellipse">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grpSp>
            <p:nvGrpSpPr>
              <p:cNvPr id="94" name="Group 11"/>
              <p:cNvGrpSpPr>
                <a:grpSpLocks/>
              </p:cNvGrpSpPr>
              <p:nvPr/>
            </p:nvGrpSpPr>
            <p:grpSpPr bwMode="auto">
              <a:xfrm>
                <a:off x="2064" y="2880"/>
                <a:ext cx="320" cy="184"/>
                <a:chOff x="1000" y="3128"/>
                <a:chExt cx="320" cy="184"/>
              </a:xfrm>
            </p:grpSpPr>
            <p:sp>
              <p:nvSpPr>
                <p:cNvPr id="122" name="AutoShape 12"/>
                <p:cNvSpPr>
                  <a:spLocks noChangeArrowheads="1"/>
                </p:cNvSpPr>
                <p:nvPr/>
              </p:nvSpPr>
              <p:spPr bwMode="auto">
                <a:xfrm>
                  <a:off x="1000" y="3128"/>
                  <a:ext cx="320" cy="184"/>
                </a:xfrm>
                <a:prstGeom prst="can">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123" name="Line 13"/>
                <p:cNvSpPr>
                  <a:spLocks noChangeShapeType="1"/>
                </p:cNvSpPr>
                <p:nvPr/>
              </p:nvSpPr>
              <p:spPr bwMode="auto">
                <a:xfrm>
                  <a:off x="1104" y="3144"/>
                  <a:ext cx="144" cy="48"/>
                </a:xfrm>
                <a:prstGeom prst="line">
                  <a:avLst/>
                </a:prstGeom>
                <a:no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sp>
              <p:nvSpPr>
                <p:cNvPr id="124" name="Line 14"/>
                <p:cNvSpPr>
                  <a:spLocks noChangeShapeType="1"/>
                </p:cNvSpPr>
                <p:nvPr/>
              </p:nvSpPr>
              <p:spPr bwMode="auto">
                <a:xfrm flipH="1">
                  <a:off x="1096" y="3144"/>
                  <a:ext cx="144" cy="48"/>
                </a:xfrm>
                <a:prstGeom prst="line">
                  <a:avLst/>
                </a:prstGeom>
                <a:no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grpSp>
          <p:sp>
            <p:nvSpPr>
              <p:cNvPr id="95" name="Oval 15"/>
              <p:cNvSpPr>
                <a:spLocks noChangeArrowheads="1"/>
              </p:cNvSpPr>
              <p:nvPr/>
            </p:nvSpPr>
            <p:spPr bwMode="auto">
              <a:xfrm>
                <a:off x="960" y="3024"/>
                <a:ext cx="192" cy="96"/>
              </a:xfrm>
              <a:prstGeom prst="ellipse">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grpSp>
            <p:nvGrpSpPr>
              <p:cNvPr id="96" name="Group 17"/>
              <p:cNvGrpSpPr>
                <a:grpSpLocks/>
              </p:cNvGrpSpPr>
              <p:nvPr/>
            </p:nvGrpSpPr>
            <p:grpSpPr bwMode="auto">
              <a:xfrm>
                <a:off x="864" y="2736"/>
                <a:ext cx="240" cy="96"/>
                <a:chOff x="1000" y="3128"/>
                <a:chExt cx="320" cy="184"/>
              </a:xfrm>
            </p:grpSpPr>
            <p:sp>
              <p:nvSpPr>
                <p:cNvPr id="119" name="AutoShape 18"/>
                <p:cNvSpPr>
                  <a:spLocks noChangeArrowheads="1"/>
                </p:cNvSpPr>
                <p:nvPr/>
              </p:nvSpPr>
              <p:spPr bwMode="auto">
                <a:xfrm>
                  <a:off x="1000" y="3128"/>
                  <a:ext cx="320" cy="184"/>
                </a:xfrm>
                <a:prstGeom prst="can">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120" name="Line 19"/>
                <p:cNvSpPr>
                  <a:spLocks noChangeShapeType="1"/>
                </p:cNvSpPr>
                <p:nvPr/>
              </p:nvSpPr>
              <p:spPr bwMode="auto">
                <a:xfrm>
                  <a:off x="1104" y="3144"/>
                  <a:ext cx="144" cy="48"/>
                </a:xfrm>
                <a:prstGeom prst="line">
                  <a:avLst/>
                </a:prstGeom>
                <a:no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sp>
              <p:nvSpPr>
                <p:cNvPr id="121" name="Line 20"/>
                <p:cNvSpPr>
                  <a:spLocks noChangeShapeType="1"/>
                </p:cNvSpPr>
                <p:nvPr/>
              </p:nvSpPr>
              <p:spPr bwMode="auto">
                <a:xfrm flipH="1">
                  <a:off x="1096" y="3144"/>
                  <a:ext cx="144" cy="48"/>
                </a:xfrm>
                <a:prstGeom prst="line">
                  <a:avLst/>
                </a:prstGeom>
                <a:no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grpSp>
          <p:sp>
            <p:nvSpPr>
              <p:cNvPr id="97" name="Line 21"/>
              <p:cNvSpPr>
                <a:spLocks noChangeShapeType="1"/>
              </p:cNvSpPr>
              <p:nvPr/>
            </p:nvSpPr>
            <p:spPr bwMode="auto">
              <a:xfrm>
                <a:off x="1200" y="2496"/>
                <a:ext cx="816" cy="0"/>
              </a:xfrm>
              <a:prstGeom prst="line">
                <a:avLst/>
              </a:prstGeom>
              <a:noFill/>
              <a:ln w="28575">
                <a:solidFill>
                  <a:srgbClr val="00B0F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sp>
            <p:nvSpPr>
              <p:cNvPr id="98" name="Line 22"/>
              <p:cNvSpPr>
                <a:spLocks noChangeShapeType="1"/>
              </p:cNvSpPr>
              <p:nvPr/>
            </p:nvSpPr>
            <p:spPr bwMode="auto">
              <a:xfrm flipH="1">
                <a:off x="1008" y="2544"/>
                <a:ext cx="48" cy="192"/>
              </a:xfrm>
              <a:prstGeom prst="line">
                <a:avLst/>
              </a:prstGeom>
              <a:noFill/>
              <a:ln w="28575">
                <a:solidFill>
                  <a:srgbClr val="00B0F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sp>
            <p:nvSpPr>
              <p:cNvPr id="99" name="Line 23"/>
              <p:cNvSpPr>
                <a:spLocks noChangeShapeType="1"/>
              </p:cNvSpPr>
              <p:nvPr/>
            </p:nvSpPr>
            <p:spPr bwMode="auto">
              <a:xfrm>
                <a:off x="1008" y="2832"/>
                <a:ext cx="48" cy="192"/>
              </a:xfrm>
              <a:prstGeom prst="line">
                <a:avLst/>
              </a:prstGeom>
              <a:noFill/>
              <a:ln w="28575">
                <a:solidFill>
                  <a:srgbClr val="00B0F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sp>
            <p:nvSpPr>
              <p:cNvPr id="100" name="Line 24"/>
              <p:cNvSpPr>
                <a:spLocks noChangeShapeType="1"/>
              </p:cNvSpPr>
              <p:nvPr/>
            </p:nvSpPr>
            <p:spPr bwMode="auto">
              <a:xfrm>
                <a:off x="1152" y="3072"/>
                <a:ext cx="336" cy="0"/>
              </a:xfrm>
              <a:prstGeom prst="line">
                <a:avLst/>
              </a:prstGeom>
              <a:noFill/>
              <a:ln w="28575">
                <a:solidFill>
                  <a:srgbClr val="00B0F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sp>
            <p:nvSpPr>
              <p:cNvPr id="101" name="Line 25"/>
              <p:cNvSpPr>
                <a:spLocks noChangeShapeType="1"/>
              </p:cNvSpPr>
              <p:nvPr/>
            </p:nvSpPr>
            <p:spPr bwMode="auto">
              <a:xfrm flipV="1">
                <a:off x="1680" y="2976"/>
                <a:ext cx="384" cy="96"/>
              </a:xfrm>
              <a:prstGeom prst="line">
                <a:avLst/>
              </a:prstGeom>
              <a:noFill/>
              <a:ln w="28575">
                <a:solidFill>
                  <a:srgbClr val="00B0F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sp>
            <p:nvSpPr>
              <p:cNvPr id="102" name="Oval 26"/>
              <p:cNvSpPr>
                <a:spLocks noChangeArrowheads="1"/>
              </p:cNvSpPr>
              <p:nvPr/>
            </p:nvSpPr>
            <p:spPr bwMode="auto">
              <a:xfrm>
                <a:off x="1296" y="2832"/>
                <a:ext cx="192" cy="96"/>
              </a:xfrm>
              <a:prstGeom prst="ellipse">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103" name="Oval 27"/>
              <p:cNvSpPr>
                <a:spLocks noChangeArrowheads="1"/>
              </p:cNvSpPr>
              <p:nvPr/>
            </p:nvSpPr>
            <p:spPr bwMode="auto">
              <a:xfrm>
                <a:off x="1488" y="3024"/>
                <a:ext cx="192" cy="96"/>
              </a:xfrm>
              <a:prstGeom prst="ellipse">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104" name="Line 28"/>
              <p:cNvSpPr>
                <a:spLocks noChangeShapeType="1"/>
              </p:cNvSpPr>
              <p:nvPr/>
            </p:nvSpPr>
            <p:spPr bwMode="auto">
              <a:xfrm>
                <a:off x="1152" y="2544"/>
                <a:ext cx="192" cy="288"/>
              </a:xfrm>
              <a:prstGeom prst="line">
                <a:avLst/>
              </a:prstGeom>
              <a:noFill/>
              <a:ln w="28575">
                <a:solidFill>
                  <a:srgbClr val="00B0F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grpSp>
            <p:nvGrpSpPr>
              <p:cNvPr id="105" name="Group 29"/>
              <p:cNvGrpSpPr>
                <a:grpSpLocks/>
              </p:cNvGrpSpPr>
              <p:nvPr/>
            </p:nvGrpSpPr>
            <p:grpSpPr bwMode="auto">
              <a:xfrm>
                <a:off x="1152" y="2640"/>
                <a:ext cx="240" cy="96"/>
                <a:chOff x="1000" y="3128"/>
                <a:chExt cx="320" cy="184"/>
              </a:xfrm>
            </p:grpSpPr>
            <p:sp>
              <p:nvSpPr>
                <p:cNvPr id="116" name="AutoShape 30"/>
                <p:cNvSpPr>
                  <a:spLocks noChangeArrowheads="1"/>
                </p:cNvSpPr>
                <p:nvPr/>
              </p:nvSpPr>
              <p:spPr bwMode="auto">
                <a:xfrm>
                  <a:off x="1000" y="3128"/>
                  <a:ext cx="320" cy="184"/>
                </a:xfrm>
                <a:prstGeom prst="can">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117" name="Line 31"/>
                <p:cNvSpPr>
                  <a:spLocks noChangeShapeType="1"/>
                </p:cNvSpPr>
                <p:nvPr/>
              </p:nvSpPr>
              <p:spPr bwMode="auto">
                <a:xfrm>
                  <a:off x="1104" y="3144"/>
                  <a:ext cx="144" cy="48"/>
                </a:xfrm>
                <a:prstGeom prst="line">
                  <a:avLst/>
                </a:prstGeom>
                <a:no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sp>
              <p:nvSpPr>
                <p:cNvPr id="118" name="Line 32"/>
                <p:cNvSpPr>
                  <a:spLocks noChangeShapeType="1"/>
                </p:cNvSpPr>
                <p:nvPr/>
              </p:nvSpPr>
              <p:spPr bwMode="auto">
                <a:xfrm flipH="1">
                  <a:off x="1096" y="3144"/>
                  <a:ext cx="144" cy="48"/>
                </a:xfrm>
                <a:prstGeom prst="line">
                  <a:avLst/>
                </a:prstGeom>
                <a:no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grpSp>
          <p:sp>
            <p:nvSpPr>
              <p:cNvPr id="106" name="Line 33"/>
              <p:cNvSpPr>
                <a:spLocks noChangeShapeType="1"/>
              </p:cNvSpPr>
              <p:nvPr/>
            </p:nvSpPr>
            <p:spPr bwMode="auto">
              <a:xfrm flipV="1">
                <a:off x="1488" y="2784"/>
                <a:ext cx="240" cy="96"/>
              </a:xfrm>
              <a:prstGeom prst="line">
                <a:avLst/>
              </a:prstGeom>
              <a:noFill/>
              <a:ln w="28575">
                <a:solidFill>
                  <a:srgbClr val="00B0F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sp>
            <p:nvSpPr>
              <p:cNvPr id="107" name="Line 34"/>
              <p:cNvSpPr>
                <a:spLocks noChangeShapeType="1"/>
              </p:cNvSpPr>
              <p:nvPr/>
            </p:nvSpPr>
            <p:spPr bwMode="auto">
              <a:xfrm flipH="1">
                <a:off x="1632" y="2544"/>
                <a:ext cx="384" cy="480"/>
              </a:xfrm>
              <a:prstGeom prst="line">
                <a:avLst/>
              </a:prstGeom>
              <a:noFill/>
              <a:ln w="28575">
                <a:solidFill>
                  <a:srgbClr val="00B0F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grpSp>
            <p:nvGrpSpPr>
              <p:cNvPr id="108" name="Group 35"/>
              <p:cNvGrpSpPr>
                <a:grpSpLocks/>
              </p:cNvGrpSpPr>
              <p:nvPr/>
            </p:nvGrpSpPr>
            <p:grpSpPr bwMode="auto">
              <a:xfrm>
                <a:off x="1728" y="2736"/>
                <a:ext cx="240" cy="96"/>
                <a:chOff x="1000" y="3128"/>
                <a:chExt cx="320" cy="184"/>
              </a:xfrm>
            </p:grpSpPr>
            <p:sp>
              <p:nvSpPr>
                <p:cNvPr id="113" name="AutoShape 36"/>
                <p:cNvSpPr>
                  <a:spLocks noChangeArrowheads="1"/>
                </p:cNvSpPr>
                <p:nvPr/>
              </p:nvSpPr>
              <p:spPr bwMode="auto">
                <a:xfrm>
                  <a:off x="1000" y="3128"/>
                  <a:ext cx="320" cy="184"/>
                </a:xfrm>
                <a:prstGeom prst="can">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114" name="Line 37"/>
                <p:cNvSpPr>
                  <a:spLocks noChangeShapeType="1"/>
                </p:cNvSpPr>
                <p:nvPr/>
              </p:nvSpPr>
              <p:spPr bwMode="auto">
                <a:xfrm>
                  <a:off x="1104" y="3144"/>
                  <a:ext cx="144" cy="48"/>
                </a:xfrm>
                <a:prstGeom prst="line">
                  <a:avLst/>
                </a:prstGeom>
                <a:no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sp>
              <p:nvSpPr>
                <p:cNvPr id="115" name="Line 38"/>
                <p:cNvSpPr>
                  <a:spLocks noChangeShapeType="1"/>
                </p:cNvSpPr>
                <p:nvPr/>
              </p:nvSpPr>
              <p:spPr bwMode="auto">
                <a:xfrm flipH="1">
                  <a:off x="1096" y="3144"/>
                  <a:ext cx="144" cy="48"/>
                </a:xfrm>
                <a:prstGeom prst="line">
                  <a:avLst/>
                </a:prstGeom>
                <a:no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grpSp>
          <p:sp>
            <p:nvSpPr>
              <p:cNvPr id="109" name="Line 39"/>
              <p:cNvSpPr>
                <a:spLocks noChangeShapeType="1"/>
              </p:cNvSpPr>
              <p:nvPr/>
            </p:nvSpPr>
            <p:spPr bwMode="auto">
              <a:xfrm>
                <a:off x="2064" y="2544"/>
                <a:ext cx="144" cy="336"/>
              </a:xfrm>
              <a:prstGeom prst="line">
                <a:avLst/>
              </a:prstGeom>
              <a:noFill/>
              <a:ln w="28575">
                <a:solidFill>
                  <a:srgbClr val="00B0F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sp>
            <p:nvSpPr>
              <p:cNvPr id="110" name="Text Box 40"/>
              <p:cNvSpPr txBox="1">
                <a:spLocks noChangeArrowheads="1"/>
              </p:cNvSpPr>
              <p:nvPr/>
            </p:nvSpPr>
            <p:spPr bwMode="auto">
              <a:xfrm>
                <a:off x="1920" y="3041"/>
                <a:ext cx="377"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FF"/>
                    </a:solidFill>
                    <a:latin typeface="微软雅黑" pitchFamily="34" charset="-122"/>
                    <a:ea typeface="微软雅黑" pitchFamily="34" charset="-122"/>
                  </a:rPr>
                  <a:t>R4</a:t>
                </a:r>
              </a:p>
            </p:txBody>
          </p:sp>
          <p:sp>
            <p:nvSpPr>
              <p:cNvPr id="111" name="Text Box 41"/>
              <p:cNvSpPr txBox="1">
                <a:spLocks noChangeArrowheads="1"/>
              </p:cNvSpPr>
              <p:nvPr/>
            </p:nvSpPr>
            <p:spPr bwMode="auto">
              <a:xfrm>
                <a:off x="1164" y="3319"/>
                <a:ext cx="811"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0000FF"/>
                    </a:solidFill>
                    <a:latin typeface="微软雅黑" pitchFamily="34" charset="-122"/>
                    <a:ea typeface="微软雅黑" pitchFamily="34" charset="-122"/>
                  </a:rPr>
                  <a:t>自治系统</a:t>
                </a:r>
              </a:p>
            </p:txBody>
          </p:sp>
          <p:sp>
            <p:nvSpPr>
              <p:cNvPr id="112" name="Oval 16"/>
              <p:cNvSpPr>
                <a:spLocks noChangeArrowheads="1"/>
              </p:cNvSpPr>
              <p:nvPr/>
            </p:nvSpPr>
            <p:spPr bwMode="auto">
              <a:xfrm>
                <a:off x="1920" y="2448"/>
                <a:ext cx="192" cy="96"/>
              </a:xfrm>
              <a:prstGeom prst="ellipse">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grpSp>
        <p:grpSp>
          <p:nvGrpSpPr>
            <p:cNvPr id="7" name="Group 126"/>
            <p:cNvGrpSpPr>
              <a:grpSpLocks/>
            </p:cNvGrpSpPr>
            <p:nvPr/>
          </p:nvGrpSpPr>
          <p:grpSpPr bwMode="auto">
            <a:xfrm>
              <a:off x="3393013" y="2861677"/>
              <a:ext cx="2084903" cy="1443935"/>
              <a:chOff x="3153" y="2625"/>
              <a:chExt cx="1872" cy="1290"/>
            </a:xfrm>
          </p:grpSpPr>
          <p:sp>
            <p:nvSpPr>
              <p:cNvPr id="66" name="Rectangle 43"/>
              <p:cNvSpPr>
                <a:spLocks noChangeArrowheads="1"/>
              </p:cNvSpPr>
              <p:nvPr/>
            </p:nvSpPr>
            <p:spPr bwMode="auto">
              <a:xfrm>
                <a:off x="3153" y="2625"/>
                <a:ext cx="1872" cy="1008"/>
              </a:xfrm>
              <a:prstGeom prst="rect">
                <a:avLst/>
              </a:prstGeom>
              <a:solidFill>
                <a:srgbClr val="99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67" name="Oval 46"/>
              <p:cNvSpPr>
                <a:spLocks noChangeArrowheads="1"/>
              </p:cNvSpPr>
              <p:nvPr/>
            </p:nvSpPr>
            <p:spPr bwMode="auto">
              <a:xfrm>
                <a:off x="4689" y="3057"/>
                <a:ext cx="192" cy="96"/>
              </a:xfrm>
              <a:prstGeom prst="ellipse">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68" name="Line 47"/>
              <p:cNvSpPr>
                <a:spLocks noChangeShapeType="1"/>
              </p:cNvSpPr>
              <p:nvPr/>
            </p:nvSpPr>
            <p:spPr bwMode="auto">
              <a:xfrm>
                <a:off x="3489" y="2865"/>
                <a:ext cx="432" cy="0"/>
              </a:xfrm>
              <a:prstGeom prst="line">
                <a:avLst/>
              </a:prstGeom>
              <a:noFill/>
              <a:ln w="28575">
                <a:solidFill>
                  <a:srgbClr val="00B0F0"/>
                </a:solidFill>
                <a:prstDash val="solid"/>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sp>
            <p:nvSpPr>
              <p:cNvPr id="69" name="Line 48"/>
              <p:cNvSpPr>
                <a:spLocks noChangeShapeType="1"/>
              </p:cNvSpPr>
              <p:nvPr/>
            </p:nvSpPr>
            <p:spPr bwMode="auto">
              <a:xfrm>
                <a:off x="3537" y="3441"/>
                <a:ext cx="576" cy="0"/>
              </a:xfrm>
              <a:prstGeom prst="line">
                <a:avLst/>
              </a:prstGeom>
              <a:noFill/>
              <a:ln w="28575">
                <a:solidFill>
                  <a:srgbClr val="00B0F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sp>
            <p:nvSpPr>
              <p:cNvPr id="70" name="Line 49"/>
              <p:cNvSpPr>
                <a:spLocks noChangeShapeType="1"/>
              </p:cNvSpPr>
              <p:nvPr/>
            </p:nvSpPr>
            <p:spPr bwMode="auto">
              <a:xfrm flipV="1">
                <a:off x="4257" y="3345"/>
                <a:ext cx="288" cy="96"/>
              </a:xfrm>
              <a:prstGeom prst="line">
                <a:avLst/>
              </a:prstGeom>
              <a:noFill/>
              <a:ln w="28575">
                <a:solidFill>
                  <a:srgbClr val="00B0F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sp>
            <p:nvSpPr>
              <p:cNvPr id="71" name="Oval 50"/>
              <p:cNvSpPr>
                <a:spLocks noChangeArrowheads="1"/>
              </p:cNvSpPr>
              <p:nvPr/>
            </p:nvSpPr>
            <p:spPr bwMode="auto">
              <a:xfrm>
                <a:off x="4113" y="3393"/>
                <a:ext cx="192" cy="96"/>
              </a:xfrm>
              <a:prstGeom prst="ellipse">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grpSp>
            <p:nvGrpSpPr>
              <p:cNvPr id="72" name="Group 51"/>
              <p:cNvGrpSpPr>
                <a:grpSpLocks/>
              </p:cNvGrpSpPr>
              <p:nvPr/>
            </p:nvGrpSpPr>
            <p:grpSpPr bwMode="auto">
              <a:xfrm>
                <a:off x="3729" y="3393"/>
                <a:ext cx="240" cy="96"/>
                <a:chOff x="1000" y="3128"/>
                <a:chExt cx="320" cy="184"/>
              </a:xfrm>
            </p:grpSpPr>
            <p:sp>
              <p:nvSpPr>
                <p:cNvPr id="89" name="AutoShape 52"/>
                <p:cNvSpPr>
                  <a:spLocks noChangeArrowheads="1"/>
                </p:cNvSpPr>
                <p:nvPr/>
              </p:nvSpPr>
              <p:spPr bwMode="auto">
                <a:xfrm>
                  <a:off x="1000" y="3128"/>
                  <a:ext cx="320" cy="184"/>
                </a:xfrm>
                <a:prstGeom prst="can">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90" name="Line 53"/>
                <p:cNvSpPr>
                  <a:spLocks noChangeShapeType="1"/>
                </p:cNvSpPr>
                <p:nvPr/>
              </p:nvSpPr>
              <p:spPr bwMode="auto">
                <a:xfrm>
                  <a:off x="1104" y="3144"/>
                  <a:ext cx="144" cy="48"/>
                </a:xfrm>
                <a:prstGeom prst="line">
                  <a:avLst/>
                </a:prstGeom>
                <a:no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sp>
              <p:nvSpPr>
                <p:cNvPr id="91" name="Line 54"/>
                <p:cNvSpPr>
                  <a:spLocks noChangeShapeType="1"/>
                </p:cNvSpPr>
                <p:nvPr/>
              </p:nvSpPr>
              <p:spPr bwMode="auto">
                <a:xfrm flipH="1">
                  <a:off x="1096" y="3144"/>
                  <a:ext cx="144" cy="48"/>
                </a:xfrm>
                <a:prstGeom prst="line">
                  <a:avLst/>
                </a:prstGeom>
                <a:no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grpSp>
          <p:sp>
            <p:nvSpPr>
              <p:cNvPr id="73" name="Line 55"/>
              <p:cNvSpPr>
                <a:spLocks noChangeShapeType="1"/>
              </p:cNvSpPr>
              <p:nvPr/>
            </p:nvSpPr>
            <p:spPr bwMode="auto">
              <a:xfrm flipV="1">
                <a:off x="4641" y="3153"/>
                <a:ext cx="144" cy="144"/>
              </a:xfrm>
              <a:prstGeom prst="line">
                <a:avLst/>
              </a:prstGeom>
              <a:noFill/>
              <a:ln w="28575">
                <a:solidFill>
                  <a:srgbClr val="00B0F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sp>
            <p:nvSpPr>
              <p:cNvPr id="74" name="Line 56"/>
              <p:cNvSpPr>
                <a:spLocks noChangeShapeType="1"/>
              </p:cNvSpPr>
              <p:nvPr/>
            </p:nvSpPr>
            <p:spPr bwMode="auto">
              <a:xfrm flipH="1">
                <a:off x="3441" y="2950"/>
                <a:ext cx="553" cy="491"/>
              </a:xfrm>
              <a:prstGeom prst="line">
                <a:avLst/>
              </a:prstGeom>
              <a:noFill/>
              <a:ln w="28575">
                <a:solidFill>
                  <a:srgbClr val="00B0F0"/>
                </a:solidFill>
                <a:prstDash val="solid"/>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grpSp>
            <p:nvGrpSpPr>
              <p:cNvPr id="75" name="Group 57"/>
              <p:cNvGrpSpPr>
                <a:grpSpLocks/>
              </p:cNvGrpSpPr>
              <p:nvPr/>
            </p:nvGrpSpPr>
            <p:grpSpPr bwMode="auto">
              <a:xfrm>
                <a:off x="4449" y="3297"/>
                <a:ext cx="240" cy="96"/>
                <a:chOff x="1000" y="3128"/>
                <a:chExt cx="320" cy="184"/>
              </a:xfrm>
            </p:grpSpPr>
            <p:sp>
              <p:nvSpPr>
                <p:cNvPr id="86" name="AutoShape 58"/>
                <p:cNvSpPr>
                  <a:spLocks noChangeArrowheads="1"/>
                </p:cNvSpPr>
                <p:nvPr/>
              </p:nvSpPr>
              <p:spPr bwMode="auto">
                <a:xfrm>
                  <a:off x="1000" y="3128"/>
                  <a:ext cx="320" cy="184"/>
                </a:xfrm>
                <a:prstGeom prst="can">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87" name="Line 59"/>
                <p:cNvSpPr>
                  <a:spLocks noChangeShapeType="1"/>
                </p:cNvSpPr>
                <p:nvPr/>
              </p:nvSpPr>
              <p:spPr bwMode="auto">
                <a:xfrm>
                  <a:off x="1104" y="3144"/>
                  <a:ext cx="144" cy="48"/>
                </a:xfrm>
                <a:prstGeom prst="line">
                  <a:avLst/>
                </a:prstGeom>
                <a:no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sp>
              <p:nvSpPr>
                <p:cNvPr id="88" name="Line 60"/>
                <p:cNvSpPr>
                  <a:spLocks noChangeShapeType="1"/>
                </p:cNvSpPr>
                <p:nvPr/>
              </p:nvSpPr>
              <p:spPr bwMode="auto">
                <a:xfrm flipH="1">
                  <a:off x="1096" y="3144"/>
                  <a:ext cx="144" cy="48"/>
                </a:xfrm>
                <a:prstGeom prst="line">
                  <a:avLst/>
                </a:prstGeom>
                <a:no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grpSp>
          <p:sp>
            <p:nvSpPr>
              <p:cNvPr id="76" name="Line 61"/>
              <p:cNvSpPr>
                <a:spLocks noChangeShapeType="1"/>
              </p:cNvSpPr>
              <p:nvPr/>
            </p:nvSpPr>
            <p:spPr bwMode="auto">
              <a:xfrm>
                <a:off x="4209" y="2913"/>
                <a:ext cx="480" cy="192"/>
              </a:xfrm>
              <a:prstGeom prst="line">
                <a:avLst/>
              </a:prstGeom>
              <a:noFill/>
              <a:ln w="28575">
                <a:solidFill>
                  <a:srgbClr val="00B0F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grpSp>
            <p:nvGrpSpPr>
              <p:cNvPr id="77" name="Group 62"/>
              <p:cNvGrpSpPr>
                <a:grpSpLocks/>
              </p:cNvGrpSpPr>
              <p:nvPr/>
            </p:nvGrpSpPr>
            <p:grpSpPr bwMode="auto">
              <a:xfrm>
                <a:off x="3921" y="2769"/>
                <a:ext cx="320" cy="184"/>
                <a:chOff x="1000" y="3128"/>
                <a:chExt cx="320" cy="184"/>
              </a:xfrm>
            </p:grpSpPr>
            <p:sp>
              <p:nvSpPr>
                <p:cNvPr id="83" name="AutoShape 63"/>
                <p:cNvSpPr>
                  <a:spLocks noChangeArrowheads="1"/>
                </p:cNvSpPr>
                <p:nvPr/>
              </p:nvSpPr>
              <p:spPr bwMode="auto">
                <a:xfrm>
                  <a:off x="1000" y="3128"/>
                  <a:ext cx="320" cy="184"/>
                </a:xfrm>
                <a:prstGeom prst="can">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84" name="Line 64"/>
                <p:cNvSpPr>
                  <a:spLocks noChangeShapeType="1"/>
                </p:cNvSpPr>
                <p:nvPr/>
              </p:nvSpPr>
              <p:spPr bwMode="auto">
                <a:xfrm>
                  <a:off x="1104" y="3144"/>
                  <a:ext cx="144" cy="48"/>
                </a:xfrm>
                <a:prstGeom prst="line">
                  <a:avLst/>
                </a:prstGeom>
                <a:no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sp>
              <p:nvSpPr>
                <p:cNvPr id="85" name="Line 65"/>
                <p:cNvSpPr>
                  <a:spLocks noChangeShapeType="1"/>
                </p:cNvSpPr>
                <p:nvPr/>
              </p:nvSpPr>
              <p:spPr bwMode="auto">
                <a:xfrm flipH="1">
                  <a:off x="1096" y="3144"/>
                  <a:ext cx="144" cy="48"/>
                </a:xfrm>
                <a:prstGeom prst="line">
                  <a:avLst/>
                </a:prstGeom>
                <a:no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grpSp>
          <p:sp>
            <p:nvSpPr>
              <p:cNvPr id="79" name="Text Box 66"/>
              <p:cNvSpPr txBox="1">
                <a:spLocks noChangeArrowheads="1"/>
              </p:cNvSpPr>
              <p:nvPr/>
            </p:nvSpPr>
            <p:spPr bwMode="auto">
              <a:xfrm>
                <a:off x="4209" y="2642"/>
                <a:ext cx="377"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solidFill>
                      <a:srgbClr val="0000FF"/>
                    </a:solidFill>
                    <a:latin typeface="微软雅黑" pitchFamily="34" charset="-122"/>
                    <a:ea typeface="微软雅黑" pitchFamily="34" charset="-122"/>
                  </a:rPr>
                  <a:t>R3</a:t>
                </a:r>
              </a:p>
            </p:txBody>
          </p:sp>
          <p:sp>
            <p:nvSpPr>
              <p:cNvPr id="80" name="Text Box 67"/>
              <p:cNvSpPr txBox="1">
                <a:spLocks noChangeArrowheads="1"/>
              </p:cNvSpPr>
              <p:nvPr/>
            </p:nvSpPr>
            <p:spPr bwMode="auto">
              <a:xfrm>
                <a:off x="3729" y="3640"/>
                <a:ext cx="811"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0000FF"/>
                    </a:solidFill>
                    <a:latin typeface="微软雅黑" pitchFamily="34" charset="-122"/>
                    <a:ea typeface="微软雅黑" pitchFamily="34" charset="-122"/>
                  </a:rPr>
                  <a:t>自治系统</a:t>
                </a:r>
              </a:p>
            </p:txBody>
          </p:sp>
          <p:sp>
            <p:nvSpPr>
              <p:cNvPr id="81" name="Oval 44"/>
              <p:cNvSpPr>
                <a:spLocks noChangeArrowheads="1"/>
              </p:cNvSpPr>
              <p:nvPr/>
            </p:nvSpPr>
            <p:spPr bwMode="auto">
              <a:xfrm>
                <a:off x="3297" y="2817"/>
                <a:ext cx="192" cy="96"/>
              </a:xfrm>
              <a:prstGeom prst="ellipse">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82" name="Oval 45"/>
              <p:cNvSpPr>
                <a:spLocks noChangeArrowheads="1"/>
              </p:cNvSpPr>
              <p:nvPr/>
            </p:nvSpPr>
            <p:spPr bwMode="auto">
              <a:xfrm>
                <a:off x="3345" y="3393"/>
                <a:ext cx="192" cy="96"/>
              </a:xfrm>
              <a:prstGeom prst="ellipse">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grpSp>
        <p:grpSp>
          <p:nvGrpSpPr>
            <p:cNvPr id="8" name="Group 68"/>
            <p:cNvGrpSpPr>
              <a:grpSpLocks/>
            </p:cNvGrpSpPr>
            <p:nvPr/>
          </p:nvGrpSpPr>
          <p:grpSpPr bwMode="auto">
            <a:xfrm>
              <a:off x="862523" y="1132312"/>
              <a:ext cx="2084903" cy="1406998"/>
              <a:chOff x="672" y="759"/>
              <a:chExt cx="1872" cy="1257"/>
            </a:xfrm>
          </p:grpSpPr>
          <p:sp>
            <p:nvSpPr>
              <p:cNvPr id="43" name="Rectangle 69"/>
              <p:cNvSpPr>
                <a:spLocks noChangeArrowheads="1"/>
              </p:cNvSpPr>
              <p:nvPr/>
            </p:nvSpPr>
            <p:spPr bwMode="auto">
              <a:xfrm>
                <a:off x="672" y="1008"/>
                <a:ext cx="1872" cy="1008"/>
              </a:xfrm>
              <a:prstGeom prst="rect">
                <a:avLst/>
              </a:prstGeom>
              <a:solidFill>
                <a:srgbClr val="99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44" name="Oval 70"/>
              <p:cNvSpPr>
                <a:spLocks noChangeArrowheads="1"/>
              </p:cNvSpPr>
              <p:nvPr/>
            </p:nvSpPr>
            <p:spPr bwMode="auto">
              <a:xfrm>
                <a:off x="1008" y="1152"/>
                <a:ext cx="192" cy="96"/>
              </a:xfrm>
              <a:prstGeom prst="ellipse">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grpSp>
            <p:nvGrpSpPr>
              <p:cNvPr id="45" name="Group 71"/>
              <p:cNvGrpSpPr>
                <a:grpSpLocks/>
              </p:cNvGrpSpPr>
              <p:nvPr/>
            </p:nvGrpSpPr>
            <p:grpSpPr bwMode="auto">
              <a:xfrm>
                <a:off x="2016" y="1104"/>
                <a:ext cx="320" cy="184"/>
                <a:chOff x="1000" y="3128"/>
                <a:chExt cx="320" cy="184"/>
              </a:xfrm>
            </p:grpSpPr>
            <p:sp>
              <p:nvSpPr>
                <p:cNvPr id="63" name="AutoShape 72"/>
                <p:cNvSpPr>
                  <a:spLocks noChangeArrowheads="1"/>
                </p:cNvSpPr>
                <p:nvPr/>
              </p:nvSpPr>
              <p:spPr bwMode="auto">
                <a:xfrm>
                  <a:off x="1000" y="3128"/>
                  <a:ext cx="320" cy="184"/>
                </a:xfrm>
                <a:prstGeom prst="can">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64" name="Line 73"/>
                <p:cNvSpPr>
                  <a:spLocks noChangeShapeType="1"/>
                </p:cNvSpPr>
                <p:nvPr/>
              </p:nvSpPr>
              <p:spPr bwMode="auto">
                <a:xfrm>
                  <a:off x="1104" y="3144"/>
                  <a:ext cx="144" cy="48"/>
                </a:xfrm>
                <a:prstGeom prst="line">
                  <a:avLst/>
                </a:prstGeom>
                <a:no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sp>
              <p:nvSpPr>
                <p:cNvPr id="65" name="Line 74"/>
                <p:cNvSpPr>
                  <a:spLocks noChangeShapeType="1"/>
                </p:cNvSpPr>
                <p:nvPr/>
              </p:nvSpPr>
              <p:spPr bwMode="auto">
                <a:xfrm flipH="1">
                  <a:off x="1096" y="3144"/>
                  <a:ext cx="144" cy="48"/>
                </a:xfrm>
                <a:prstGeom prst="line">
                  <a:avLst/>
                </a:prstGeom>
                <a:no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grpSp>
          <p:sp>
            <p:nvSpPr>
              <p:cNvPr id="46" name="Oval 75"/>
              <p:cNvSpPr>
                <a:spLocks noChangeArrowheads="1"/>
              </p:cNvSpPr>
              <p:nvPr/>
            </p:nvSpPr>
            <p:spPr bwMode="auto">
              <a:xfrm>
                <a:off x="960" y="1728"/>
                <a:ext cx="192" cy="96"/>
              </a:xfrm>
              <a:prstGeom prst="ellipse">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47" name="Oval 76"/>
              <p:cNvSpPr>
                <a:spLocks noChangeArrowheads="1"/>
              </p:cNvSpPr>
              <p:nvPr/>
            </p:nvSpPr>
            <p:spPr bwMode="auto">
              <a:xfrm>
                <a:off x="2064" y="1632"/>
                <a:ext cx="192" cy="96"/>
              </a:xfrm>
              <a:prstGeom prst="ellipse">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grpSp>
            <p:nvGrpSpPr>
              <p:cNvPr id="48" name="Group 77"/>
              <p:cNvGrpSpPr>
                <a:grpSpLocks/>
              </p:cNvGrpSpPr>
              <p:nvPr/>
            </p:nvGrpSpPr>
            <p:grpSpPr bwMode="auto">
              <a:xfrm>
                <a:off x="864" y="1440"/>
                <a:ext cx="240" cy="96"/>
                <a:chOff x="1000" y="3128"/>
                <a:chExt cx="320" cy="184"/>
              </a:xfrm>
            </p:grpSpPr>
            <p:sp>
              <p:nvSpPr>
                <p:cNvPr id="60" name="AutoShape 78"/>
                <p:cNvSpPr>
                  <a:spLocks noChangeArrowheads="1"/>
                </p:cNvSpPr>
                <p:nvPr/>
              </p:nvSpPr>
              <p:spPr bwMode="auto">
                <a:xfrm>
                  <a:off x="1000" y="3128"/>
                  <a:ext cx="320" cy="184"/>
                </a:xfrm>
                <a:prstGeom prst="can">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61" name="Line 79"/>
                <p:cNvSpPr>
                  <a:spLocks noChangeShapeType="1"/>
                </p:cNvSpPr>
                <p:nvPr/>
              </p:nvSpPr>
              <p:spPr bwMode="auto">
                <a:xfrm>
                  <a:off x="1104" y="3144"/>
                  <a:ext cx="144" cy="48"/>
                </a:xfrm>
                <a:prstGeom prst="line">
                  <a:avLst/>
                </a:prstGeom>
                <a:no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sp>
              <p:nvSpPr>
                <p:cNvPr id="62" name="Line 80"/>
                <p:cNvSpPr>
                  <a:spLocks noChangeShapeType="1"/>
                </p:cNvSpPr>
                <p:nvPr/>
              </p:nvSpPr>
              <p:spPr bwMode="auto">
                <a:xfrm flipH="1">
                  <a:off x="1096" y="3144"/>
                  <a:ext cx="144" cy="48"/>
                </a:xfrm>
                <a:prstGeom prst="line">
                  <a:avLst/>
                </a:prstGeom>
                <a:no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grpSp>
          <p:grpSp>
            <p:nvGrpSpPr>
              <p:cNvPr id="49" name="Group 81"/>
              <p:cNvGrpSpPr>
                <a:grpSpLocks/>
              </p:cNvGrpSpPr>
              <p:nvPr/>
            </p:nvGrpSpPr>
            <p:grpSpPr bwMode="auto">
              <a:xfrm>
                <a:off x="1488" y="1776"/>
                <a:ext cx="240" cy="96"/>
                <a:chOff x="1000" y="3128"/>
                <a:chExt cx="320" cy="184"/>
              </a:xfrm>
            </p:grpSpPr>
            <p:sp>
              <p:nvSpPr>
                <p:cNvPr id="57" name="AutoShape 82"/>
                <p:cNvSpPr>
                  <a:spLocks noChangeArrowheads="1"/>
                </p:cNvSpPr>
                <p:nvPr/>
              </p:nvSpPr>
              <p:spPr bwMode="auto">
                <a:xfrm>
                  <a:off x="1000" y="3128"/>
                  <a:ext cx="320" cy="184"/>
                </a:xfrm>
                <a:prstGeom prst="can">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58" name="Line 83"/>
                <p:cNvSpPr>
                  <a:spLocks noChangeShapeType="1"/>
                </p:cNvSpPr>
                <p:nvPr/>
              </p:nvSpPr>
              <p:spPr bwMode="auto">
                <a:xfrm>
                  <a:off x="1104" y="3144"/>
                  <a:ext cx="144" cy="48"/>
                </a:xfrm>
                <a:prstGeom prst="line">
                  <a:avLst/>
                </a:prstGeom>
                <a:no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sp>
              <p:nvSpPr>
                <p:cNvPr id="59" name="Line 84"/>
                <p:cNvSpPr>
                  <a:spLocks noChangeShapeType="1"/>
                </p:cNvSpPr>
                <p:nvPr/>
              </p:nvSpPr>
              <p:spPr bwMode="auto">
                <a:xfrm flipH="1">
                  <a:off x="1096" y="3144"/>
                  <a:ext cx="144" cy="48"/>
                </a:xfrm>
                <a:prstGeom prst="line">
                  <a:avLst/>
                </a:prstGeom>
                <a:no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grpSp>
          <p:sp>
            <p:nvSpPr>
              <p:cNvPr id="50" name="Line 85"/>
              <p:cNvSpPr>
                <a:spLocks noChangeShapeType="1"/>
              </p:cNvSpPr>
              <p:nvPr/>
            </p:nvSpPr>
            <p:spPr bwMode="auto">
              <a:xfrm>
                <a:off x="1200" y="1200"/>
                <a:ext cx="816" cy="0"/>
              </a:xfrm>
              <a:prstGeom prst="line">
                <a:avLst/>
              </a:prstGeom>
              <a:noFill/>
              <a:ln w="28575">
                <a:solidFill>
                  <a:srgbClr val="00B0F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sp>
            <p:nvSpPr>
              <p:cNvPr id="51" name="Line 86"/>
              <p:cNvSpPr>
                <a:spLocks noChangeShapeType="1"/>
              </p:cNvSpPr>
              <p:nvPr/>
            </p:nvSpPr>
            <p:spPr bwMode="auto">
              <a:xfrm flipH="1">
                <a:off x="1008" y="1248"/>
                <a:ext cx="48" cy="192"/>
              </a:xfrm>
              <a:prstGeom prst="line">
                <a:avLst/>
              </a:prstGeom>
              <a:noFill/>
              <a:ln w="28575">
                <a:solidFill>
                  <a:srgbClr val="00B0F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sp>
            <p:nvSpPr>
              <p:cNvPr id="52" name="Line 87"/>
              <p:cNvSpPr>
                <a:spLocks noChangeShapeType="1"/>
              </p:cNvSpPr>
              <p:nvPr/>
            </p:nvSpPr>
            <p:spPr bwMode="auto">
              <a:xfrm>
                <a:off x="1008" y="1536"/>
                <a:ext cx="48" cy="192"/>
              </a:xfrm>
              <a:prstGeom prst="line">
                <a:avLst/>
              </a:prstGeom>
              <a:noFill/>
              <a:ln w="28575">
                <a:solidFill>
                  <a:srgbClr val="00B0F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sp>
            <p:nvSpPr>
              <p:cNvPr id="53" name="Line 88"/>
              <p:cNvSpPr>
                <a:spLocks noChangeShapeType="1"/>
              </p:cNvSpPr>
              <p:nvPr/>
            </p:nvSpPr>
            <p:spPr bwMode="auto">
              <a:xfrm>
                <a:off x="1152" y="1776"/>
                <a:ext cx="336" cy="48"/>
              </a:xfrm>
              <a:prstGeom prst="line">
                <a:avLst/>
              </a:prstGeom>
              <a:noFill/>
              <a:ln w="28575">
                <a:solidFill>
                  <a:srgbClr val="00B0F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sp>
            <p:nvSpPr>
              <p:cNvPr id="54" name="Line 89"/>
              <p:cNvSpPr>
                <a:spLocks noChangeShapeType="1"/>
              </p:cNvSpPr>
              <p:nvPr/>
            </p:nvSpPr>
            <p:spPr bwMode="auto">
              <a:xfrm flipV="1">
                <a:off x="1728" y="1680"/>
                <a:ext cx="336" cy="144"/>
              </a:xfrm>
              <a:prstGeom prst="line">
                <a:avLst/>
              </a:prstGeom>
              <a:noFill/>
              <a:ln w="28575">
                <a:solidFill>
                  <a:srgbClr val="00B0F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sp>
            <p:nvSpPr>
              <p:cNvPr id="55" name="Line 90"/>
              <p:cNvSpPr>
                <a:spLocks noChangeShapeType="1"/>
              </p:cNvSpPr>
              <p:nvPr/>
            </p:nvSpPr>
            <p:spPr bwMode="auto">
              <a:xfrm>
                <a:off x="2160" y="1296"/>
                <a:ext cx="0" cy="336"/>
              </a:xfrm>
              <a:prstGeom prst="line">
                <a:avLst/>
              </a:prstGeom>
              <a:noFill/>
              <a:ln w="28575">
                <a:solidFill>
                  <a:srgbClr val="00B0F0"/>
                </a:solidFill>
                <a:prstDash val="solid"/>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sp>
            <p:nvSpPr>
              <p:cNvPr id="56" name="Text Box 91"/>
              <p:cNvSpPr txBox="1">
                <a:spLocks noChangeArrowheads="1"/>
              </p:cNvSpPr>
              <p:nvPr/>
            </p:nvSpPr>
            <p:spPr bwMode="auto">
              <a:xfrm>
                <a:off x="1212" y="759"/>
                <a:ext cx="811"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0000FF"/>
                    </a:solidFill>
                    <a:latin typeface="微软雅黑" pitchFamily="34" charset="-122"/>
                    <a:ea typeface="微软雅黑" pitchFamily="34" charset="-122"/>
                  </a:rPr>
                  <a:t>自治系统</a:t>
                </a:r>
              </a:p>
            </p:txBody>
          </p:sp>
        </p:grpSp>
        <p:grpSp>
          <p:nvGrpSpPr>
            <p:cNvPr id="9" name="Group 92"/>
            <p:cNvGrpSpPr>
              <a:grpSpLocks/>
            </p:cNvGrpSpPr>
            <p:nvPr/>
          </p:nvGrpSpPr>
          <p:grpSpPr bwMode="auto">
            <a:xfrm>
              <a:off x="3393013" y="1132312"/>
              <a:ext cx="2084903" cy="1406998"/>
              <a:chOff x="3168" y="759"/>
              <a:chExt cx="1872" cy="1257"/>
            </a:xfrm>
          </p:grpSpPr>
          <p:sp>
            <p:nvSpPr>
              <p:cNvPr id="13" name="Rectangle 93"/>
              <p:cNvSpPr>
                <a:spLocks noChangeArrowheads="1"/>
              </p:cNvSpPr>
              <p:nvPr/>
            </p:nvSpPr>
            <p:spPr bwMode="auto">
              <a:xfrm>
                <a:off x="3168" y="1008"/>
                <a:ext cx="1872" cy="1008"/>
              </a:xfrm>
              <a:prstGeom prst="rect">
                <a:avLst/>
              </a:prstGeom>
              <a:solidFill>
                <a:srgbClr val="99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18" name="Line 99"/>
              <p:cNvSpPr>
                <a:spLocks noChangeShapeType="1"/>
              </p:cNvSpPr>
              <p:nvPr/>
            </p:nvSpPr>
            <p:spPr bwMode="auto">
              <a:xfrm>
                <a:off x="4752" y="1200"/>
                <a:ext cx="48" cy="624"/>
              </a:xfrm>
              <a:prstGeom prst="line">
                <a:avLst/>
              </a:prstGeom>
              <a:noFill/>
              <a:ln w="28575">
                <a:solidFill>
                  <a:srgbClr val="00B0F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sp>
            <p:nvSpPr>
              <p:cNvPr id="17" name="Line 98"/>
              <p:cNvSpPr>
                <a:spLocks noChangeShapeType="1"/>
              </p:cNvSpPr>
              <p:nvPr/>
            </p:nvSpPr>
            <p:spPr bwMode="auto">
              <a:xfrm flipH="1">
                <a:off x="3504" y="1152"/>
                <a:ext cx="624" cy="240"/>
              </a:xfrm>
              <a:prstGeom prst="line">
                <a:avLst/>
              </a:prstGeom>
              <a:noFill/>
              <a:ln w="28575">
                <a:solidFill>
                  <a:srgbClr val="00B0F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sp>
            <p:nvSpPr>
              <p:cNvPr id="14" name="Oval 94"/>
              <p:cNvSpPr>
                <a:spLocks noChangeArrowheads="1"/>
              </p:cNvSpPr>
              <p:nvPr/>
            </p:nvSpPr>
            <p:spPr bwMode="auto">
              <a:xfrm>
                <a:off x="3360" y="1344"/>
                <a:ext cx="192" cy="96"/>
              </a:xfrm>
              <a:prstGeom prst="ellipse">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15" name="Oval 96"/>
              <p:cNvSpPr>
                <a:spLocks noChangeArrowheads="1"/>
              </p:cNvSpPr>
              <p:nvPr/>
            </p:nvSpPr>
            <p:spPr bwMode="auto">
              <a:xfrm>
                <a:off x="4704" y="1776"/>
                <a:ext cx="192" cy="96"/>
              </a:xfrm>
              <a:prstGeom prst="ellipse">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16" name="Line 97"/>
              <p:cNvSpPr>
                <a:spLocks noChangeShapeType="1"/>
              </p:cNvSpPr>
              <p:nvPr/>
            </p:nvSpPr>
            <p:spPr bwMode="auto">
              <a:xfrm>
                <a:off x="4224" y="1200"/>
                <a:ext cx="528" cy="576"/>
              </a:xfrm>
              <a:prstGeom prst="line">
                <a:avLst/>
              </a:prstGeom>
              <a:noFill/>
              <a:ln w="28575">
                <a:solidFill>
                  <a:srgbClr val="00B0F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sp>
            <p:nvSpPr>
              <p:cNvPr id="19" name="Line 100"/>
              <p:cNvSpPr>
                <a:spLocks noChangeShapeType="1"/>
              </p:cNvSpPr>
              <p:nvPr/>
            </p:nvSpPr>
            <p:spPr bwMode="auto">
              <a:xfrm>
                <a:off x="3648" y="1824"/>
                <a:ext cx="336" cy="0"/>
              </a:xfrm>
              <a:prstGeom prst="line">
                <a:avLst/>
              </a:prstGeom>
              <a:noFill/>
              <a:ln w="28575">
                <a:solidFill>
                  <a:srgbClr val="00B0F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sp>
            <p:nvSpPr>
              <p:cNvPr id="20" name="Line 101"/>
              <p:cNvSpPr>
                <a:spLocks noChangeShapeType="1"/>
              </p:cNvSpPr>
              <p:nvPr/>
            </p:nvSpPr>
            <p:spPr bwMode="auto">
              <a:xfrm flipV="1">
                <a:off x="4080" y="1152"/>
                <a:ext cx="624" cy="624"/>
              </a:xfrm>
              <a:prstGeom prst="line">
                <a:avLst/>
              </a:prstGeom>
              <a:noFill/>
              <a:ln w="28575">
                <a:solidFill>
                  <a:srgbClr val="00B0F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grpSp>
            <p:nvGrpSpPr>
              <p:cNvPr id="21" name="Group 102"/>
              <p:cNvGrpSpPr>
                <a:grpSpLocks/>
              </p:cNvGrpSpPr>
              <p:nvPr/>
            </p:nvGrpSpPr>
            <p:grpSpPr bwMode="auto">
              <a:xfrm>
                <a:off x="4304" y="1392"/>
                <a:ext cx="240" cy="96"/>
                <a:chOff x="1000" y="3128"/>
                <a:chExt cx="320" cy="184"/>
              </a:xfrm>
            </p:grpSpPr>
            <p:sp>
              <p:nvSpPr>
                <p:cNvPr id="40" name="AutoShape 103"/>
                <p:cNvSpPr>
                  <a:spLocks noChangeArrowheads="1"/>
                </p:cNvSpPr>
                <p:nvPr/>
              </p:nvSpPr>
              <p:spPr bwMode="auto">
                <a:xfrm>
                  <a:off x="1000" y="3128"/>
                  <a:ext cx="320" cy="184"/>
                </a:xfrm>
                <a:prstGeom prst="can">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41" name="Line 104"/>
                <p:cNvSpPr>
                  <a:spLocks noChangeShapeType="1"/>
                </p:cNvSpPr>
                <p:nvPr/>
              </p:nvSpPr>
              <p:spPr bwMode="auto">
                <a:xfrm>
                  <a:off x="1104" y="3144"/>
                  <a:ext cx="144" cy="48"/>
                </a:xfrm>
                <a:prstGeom prst="line">
                  <a:avLst/>
                </a:prstGeom>
                <a:no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sp>
              <p:nvSpPr>
                <p:cNvPr id="42" name="Line 105"/>
                <p:cNvSpPr>
                  <a:spLocks noChangeShapeType="1"/>
                </p:cNvSpPr>
                <p:nvPr/>
              </p:nvSpPr>
              <p:spPr bwMode="auto">
                <a:xfrm flipH="1">
                  <a:off x="1096" y="3144"/>
                  <a:ext cx="144" cy="48"/>
                </a:xfrm>
                <a:prstGeom prst="line">
                  <a:avLst/>
                </a:prstGeom>
                <a:no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grpSp>
          <p:sp>
            <p:nvSpPr>
              <p:cNvPr id="22" name="Line 106"/>
              <p:cNvSpPr>
                <a:spLocks noChangeShapeType="1"/>
              </p:cNvSpPr>
              <p:nvPr/>
            </p:nvSpPr>
            <p:spPr bwMode="auto">
              <a:xfrm flipH="1">
                <a:off x="3456" y="1440"/>
                <a:ext cx="0" cy="288"/>
              </a:xfrm>
              <a:prstGeom prst="line">
                <a:avLst/>
              </a:prstGeom>
              <a:noFill/>
              <a:ln w="28575">
                <a:solidFill>
                  <a:srgbClr val="00B0F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sp>
            <p:nvSpPr>
              <p:cNvPr id="23" name="Oval 107"/>
              <p:cNvSpPr>
                <a:spLocks noChangeArrowheads="1"/>
              </p:cNvSpPr>
              <p:nvPr/>
            </p:nvSpPr>
            <p:spPr bwMode="auto">
              <a:xfrm>
                <a:off x="4080" y="1104"/>
                <a:ext cx="192" cy="96"/>
              </a:xfrm>
              <a:prstGeom prst="ellipse">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24" name="Oval 108"/>
              <p:cNvSpPr>
                <a:spLocks noChangeArrowheads="1"/>
              </p:cNvSpPr>
              <p:nvPr/>
            </p:nvSpPr>
            <p:spPr bwMode="auto">
              <a:xfrm>
                <a:off x="4656" y="1104"/>
                <a:ext cx="192" cy="96"/>
              </a:xfrm>
              <a:prstGeom prst="ellipse">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grpSp>
            <p:nvGrpSpPr>
              <p:cNvPr id="25" name="Group 109"/>
              <p:cNvGrpSpPr>
                <a:grpSpLocks/>
              </p:cNvGrpSpPr>
              <p:nvPr/>
            </p:nvGrpSpPr>
            <p:grpSpPr bwMode="auto">
              <a:xfrm>
                <a:off x="3696" y="1200"/>
                <a:ext cx="240" cy="96"/>
                <a:chOff x="1000" y="3128"/>
                <a:chExt cx="320" cy="184"/>
              </a:xfrm>
            </p:grpSpPr>
            <p:sp>
              <p:nvSpPr>
                <p:cNvPr id="37" name="AutoShape 110"/>
                <p:cNvSpPr>
                  <a:spLocks noChangeArrowheads="1"/>
                </p:cNvSpPr>
                <p:nvPr/>
              </p:nvSpPr>
              <p:spPr bwMode="auto">
                <a:xfrm>
                  <a:off x="1000" y="3128"/>
                  <a:ext cx="320" cy="184"/>
                </a:xfrm>
                <a:prstGeom prst="can">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38" name="Line 111"/>
                <p:cNvSpPr>
                  <a:spLocks noChangeShapeType="1"/>
                </p:cNvSpPr>
                <p:nvPr/>
              </p:nvSpPr>
              <p:spPr bwMode="auto">
                <a:xfrm>
                  <a:off x="1104" y="3144"/>
                  <a:ext cx="144" cy="48"/>
                </a:xfrm>
                <a:prstGeom prst="line">
                  <a:avLst/>
                </a:prstGeom>
                <a:no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sp>
              <p:nvSpPr>
                <p:cNvPr id="39" name="Line 112"/>
                <p:cNvSpPr>
                  <a:spLocks noChangeShapeType="1"/>
                </p:cNvSpPr>
                <p:nvPr/>
              </p:nvSpPr>
              <p:spPr bwMode="auto">
                <a:xfrm flipH="1">
                  <a:off x="1096" y="3144"/>
                  <a:ext cx="144" cy="48"/>
                </a:xfrm>
                <a:prstGeom prst="line">
                  <a:avLst/>
                </a:prstGeom>
                <a:no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grpSp>
          <p:grpSp>
            <p:nvGrpSpPr>
              <p:cNvPr id="26" name="Group 113"/>
              <p:cNvGrpSpPr>
                <a:grpSpLocks/>
              </p:cNvGrpSpPr>
              <p:nvPr/>
            </p:nvGrpSpPr>
            <p:grpSpPr bwMode="auto">
              <a:xfrm>
                <a:off x="4656" y="1392"/>
                <a:ext cx="240" cy="96"/>
                <a:chOff x="1000" y="3128"/>
                <a:chExt cx="320" cy="184"/>
              </a:xfrm>
            </p:grpSpPr>
            <p:sp>
              <p:nvSpPr>
                <p:cNvPr id="34" name="AutoShape 114"/>
                <p:cNvSpPr>
                  <a:spLocks noChangeArrowheads="1"/>
                </p:cNvSpPr>
                <p:nvPr/>
              </p:nvSpPr>
              <p:spPr bwMode="auto">
                <a:xfrm>
                  <a:off x="1000" y="3128"/>
                  <a:ext cx="320" cy="184"/>
                </a:xfrm>
                <a:prstGeom prst="can">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35" name="Line 115"/>
                <p:cNvSpPr>
                  <a:spLocks noChangeShapeType="1"/>
                </p:cNvSpPr>
                <p:nvPr/>
              </p:nvSpPr>
              <p:spPr bwMode="auto">
                <a:xfrm>
                  <a:off x="1104" y="3144"/>
                  <a:ext cx="144" cy="48"/>
                </a:xfrm>
                <a:prstGeom prst="line">
                  <a:avLst/>
                </a:prstGeom>
                <a:no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sp>
              <p:nvSpPr>
                <p:cNvPr id="36" name="Line 116"/>
                <p:cNvSpPr>
                  <a:spLocks noChangeShapeType="1"/>
                </p:cNvSpPr>
                <p:nvPr/>
              </p:nvSpPr>
              <p:spPr bwMode="auto">
                <a:xfrm flipH="1">
                  <a:off x="1096" y="3144"/>
                  <a:ext cx="144" cy="48"/>
                </a:xfrm>
                <a:prstGeom prst="line">
                  <a:avLst/>
                </a:prstGeom>
                <a:no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grpSp>
          <p:grpSp>
            <p:nvGrpSpPr>
              <p:cNvPr id="27" name="Group 117"/>
              <p:cNvGrpSpPr>
                <a:grpSpLocks/>
              </p:cNvGrpSpPr>
              <p:nvPr/>
            </p:nvGrpSpPr>
            <p:grpSpPr bwMode="auto">
              <a:xfrm>
                <a:off x="3328" y="1688"/>
                <a:ext cx="320" cy="184"/>
                <a:chOff x="1000" y="3128"/>
                <a:chExt cx="320" cy="184"/>
              </a:xfrm>
            </p:grpSpPr>
            <p:sp>
              <p:nvSpPr>
                <p:cNvPr id="31" name="AutoShape 118"/>
                <p:cNvSpPr>
                  <a:spLocks noChangeArrowheads="1"/>
                </p:cNvSpPr>
                <p:nvPr/>
              </p:nvSpPr>
              <p:spPr bwMode="auto">
                <a:xfrm>
                  <a:off x="1000" y="3128"/>
                  <a:ext cx="320" cy="184"/>
                </a:xfrm>
                <a:prstGeom prst="can">
                  <a:avLst>
                    <a:gd name="adj" fmla="val 50000"/>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32" name="Line 119"/>
                <p:cNvSpPr>
                  <a:spLocks noChangeShapeType="1"/>
                </p:cNvSpPr>
                <p:nvPr/>
              </p:nvSpPr>
              <p:spPr bwMode="auto">
                <a:xfrm>
                  <a:off x="1104" y="3144"/>
                  <a:ext cx="144" cy="48"/>
                </a:xfrm>
                <a:prstGeom prst="line">
                  <a:avLst/>
                </a:prstGeom>
                <a:no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sp>
              <p:nvSpPr>
                <p:cNvPr id="33" name="Line 120"/>
                <p:cNvSpPr>
                  <a:spLocks noChangeShapeType="1"/>
                </p:cNvSpPr>
                <p:nvPr/>
              </p:nvSpPr>
              <p:spPr bwMode="auto">
                <a:xfrm flipH="1">
                  <a:off x="1096" y="3144"/>
                  <a:ext cx="144" cy="48"/>
                </a:xfrm>
                <a:prstGeom prst="line">
                  <a:avLst/>
                </a:prstGeom>
                <a:no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grpSp>
          <p:sp>
            <p:nvSpPr>
              <p:cNvPr id="28" name="Text Box 121"/>
              <p:cNvSpPr txBox="1">
                <a:spLocks noChangeArrowheads="1"/>
              </p:cNvSpPr>
              <p:nvPr/>
            </p:nvSpPr>
            <p:spPr bwMode="auto">
              <a:xfrm>
                <a:off x="3586" y="1553"/>
                <a:ext cx="377"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FF"/>
                    </a:solidFill>
                    <a:latin typeface="微软雅黑" pitchFamily="34" charset="-122"/>
                    <a:ea typeface="微软雅黑" pitchFamily="34" charset="-122"/>
                  </a:rPr>
                  <a:t>R2</a:t>
                </a:r>
              </a:p>
            </p:txBody>
          </p:sp>
          <p:sp>
            <p:nvSpPr>
              <p:cNvPr id="29" name="Text Box 122"/>
              <p:cNvSpPr txBox="1">
                <a:spLocks noChangeArrowheads="1"/>
              </p:cNvSpPr>
              <p:nvPr/>
            </p:nvSpPr>
            <p:spPr bwMode="auto">
              <a:xfrm>
                <a:off x="3704" y="759"/>
                <a:ext cx="811"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0000FF"/>
                    </a:solidFill>
                    <a:latin typeface="微软雅黑" pitchFamily="34" charset="-122"/>
                    <a:ea typeface="微软雅黑" pitchFamily="34" charset="-122"/>
                  </a:rPr>
                  <a:t>自治系统</a:t>
                </a:r>
              </a:p>
            </p:txBody>
          </p:sp>
          <p:sp>
            <p:nvSpPr>
              <p:cNvPr id="30" name="Oval 95"/>
              <p:cNvSpPr>
                <a:spLocks noChangeArrowheads="1"/>
              </p:cNvSpPr>
              <p:nvPr/>
            </p:nvSpPr>
            <p:spPr bwMode="auto">
              <a:xfrm>
                <a:off x="3936" y="1776"/>
                <a:ext cx="192" cy="96"/>
              </a:xfrm>
              <a:prstGeom prst="ellipse">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grpSp>
        <p:sp>
          <p:nvSpPr>
            <p:cNvPr id="10" name="Line 123"/>
            <p:cNvSpPr>
              <a:spLocks noChangeShapeType="1"/>
            </p:cNvSpPr>
            <p:nvPr/>
          </p:nvSpPr>
          <p:spPr bwMode="auto">
            <a:xfrm>
              <a:off x="2656741" y="1663314"/>
              <a:ext cx="938971" cy="553629"/>
            </a:xfrm>
            <a:prstGeom prst="line">
              <a:avLst/>
            </a:prstGeom>
            <a:noFill/>
            <a:ln w="28575">
              <a:solidFill>
                <a:schemeClr val="tx1"/>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sp>
          <p:nvSpPr>
            <p:cNvPr id="11" name="Line 124"/>
            <p:cNvSpPr>
              <a:spLocks noChangeShapeType="1"/>
            </p:cNvSpPr>
            <p:nvPr/>
          </p:nvSpPr>
          <p:spPr bwMode="auto">
            <a:xfrm>
              <a:off x="3838505" y="2349705"/>
              <a:ext cx="481132" cy="698462"/>
            </a:xfrm>
            <a:prstGeom prst="line">
              <a:avLst/>
            </a:prstGeom>
            <a:noFill/>
            <a:ln w="28575">
              <a:solidFill>
                <a:schemeClr val="tx1"/>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sp>
          <p:nvSpPr>
            <p:cNvPr id="12" name="Line 125"/>
            <p:cNvSpPr>
              <a:spLocks noChangeShapeType="1"/>
            </p:cNvSpPr>
            <p:nvPr/>
          </p:nvSpPr>
          <p:spPr bwMode="auto">
            <a:xfrm flipH="1">
              <a:off x="2787049" y="3191879"/>
              <a:ext cx="1488772" cy="421986"/>
            </a:xfrm>
            <a:prstGeom prst="line">
              <a:avLst/>
            </a:prstGeom>
            <a:noFill/>
            <a:ln w="28575">
              <a:solidFill>
                <a:schemeClr val="tx1"/>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solidFill>
                  <a:srgbClr val="0000FF"/>
                </a:solidFill>
                <a:latin typeface="微软雅黑" pitchFamily="34" charset="-122"/>
                <a:ea typeface="微软雅黑" pitchFamily="34" charset="-122"/>
              </a:endParaRPr>
            </a:p>
          </p:txBody>
        </p:sp>
      </p:grpSp>
      <p:sp>
        <p:nvSpPr>
          <p:cNvPr id="125" name="Rectangle 249"/>
          <p:cNvSpPr>
            <a:spLocks noChangeArrowheads="1"/>
          </p:cNvSpPr>
          <p:nvPr/>
        </p:nvSpPr>
        <p:spPr bwMode="auto">
          <a:xfrm>
            <a:off x="8124396" y="2420888"/>
            <a:ext cx="419876" cy="307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FF"/>
                </a:solidFill>
                <a:latin typeface="微软雅黑" pitchFamily="34" charset="-122"/>
                <a:ea typeface="微软雅黑" pitchFamily="34" charset="-122"/>
              </a:rPr>
              <a:t>R1</a:t>
            </a:r>
          </a:p>
        </p:txBody>
      </p:sp>
    </p:spTree>
    <p:extLst>
      <p:ext uri="{BB962C8B-B14F-4D97-AF65-F5344CB8AC3E}">
        <p14:creationId xmlns:p14="http://schemas.microsoft.com/office/powerpoint/2010/main" val="483728381"/>
      </p:ext>
    </p:extLst>
  </p:cSld>
  <p:clrMapOvr>
    <a:masterClrMapping/>
  </p:clrMapOvr>
  <p:transition spd="slow"/>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35">
            <a:extLst>
              <a:ext uri="{FF2B5EF4-FFF2-40B4-BE49-F238E27FC236}"/>
            </a:extLst>
          </p:cNvPr>
          <p:cNvSpPr txBox="1">
            <a:spLocks noChangeArrowheads="1"/>
          </p:cNvSpPr>
          <p:nvPr/>
        </p:nvSpPr>
        <p:spPr>
          <a:xfrm>
            <a:off x="1754832" y="1637928"/>
            <a:ext cx="8229600" cy="1143000"/>
          </a:xfrm>
          <a:prstGeom prst="rect">
            <a:avLst/>
          </a:prstGeom>
        </p:spPr>
        <p:txBody>
          <a:bodyPr anchor="ctr">
            <a:normAutofit fontScale="97500"/>
            <a:scene3d>
              <a:camera prst="orthographicFront"/>
              <a:lightRig rig="soft" dir="t"/>
            </a:scene3d>
            <a:sp3d prstMaterial="softEdge">
              <a:bevelT w="25400" h="25400"/>
            </a:sp3d>
          </a:bodyPr>
          <a:lstStyle/>
          <a:p>
            <a:pPr algn="ctr" eaLnBrk="1" fontAlgn="auto" hangingPunct="1">
              <a:spcAft>
                <a:spcPts val="0"/>
              </a:spcAft>
              <a:defRPr/>
            </a:pPr>
            <a:r>
              <a:rPr lang="zh-CN" altLang="en-US" sz="2800" b="1" dirty="0" smtClean="0">
                <a:solidFill>
                  <a:schemeClr val="tx2"/>
                </a:solidFill>
                <a:effectLst>
                  <a:outerShdw blurRad="31750" dist="25400" dir="5400000" algn="tl" rotWithShape="0">
                    <a:srgbClr val="000000">
                      <a:alpha val="25000"/>
                    </a:srgbClr>
                  </a:outerShdw>
                </a:effectLst>
                <a:latin typeface="+mj-lt"/>
                <a:ea typeface="+mj-ea"/>
                <a:cs typeface="+mj-cs"/>
              </a:rPr>
              <a:t>自治系统和内部</a:t>
            </a:r>
            <a:r>
              <a:rPr lang="zh-CN" altLang="en-US" sz="2800" b="1" dirty="0">
                <a:solidFill>
                  <a:schemeClr val="tx2"/>
                </a:solidFill>
                <a:effectLst>
                  <a:outerShdw blurRad="31750" dist="25400" dir="5400000" algn="tl" rotWithShape="0">
                    <a:srgbClr val="000000">
                      <a:alpha val="25000"/>
                    </a:srgbClr>
                  </a:outerShdw>
                </a:effectLst>
                <a:latin typeface="+mj-lt"/>
                <a:ea typeface="+mj-ea"/>
                <a:cs typeface="+mj-cs"/>
              </a:rPr>
              <a:t>网关</a:t>
            </a:r>
            <a:r>
              <a:rPr lang="zh-CN" altLang="en-US" sz="2800" b="1" dirty="0" smtClean="0">
                <a:solidFill>
                  <a:schemeClr val="tx2"/>
                </a:solidFill>
                <a:effectLst>
                  <a:outerShdw blurRad="31750" dist="25400" dir="5400000" algn="tl" rotWithShape="0">
                    <a:srgbClr val="000000">
                      <a:alpha val="25000"/>
                    </a:srgbClr>
                  </a:outerShdw>
                </a:effectLst>
                <a:latin typeface="+mj-lt"/>
                <a:ea typeface="+mj-ea"/>
                <a:cs typeface="+mj-cs"/>
              </a:rPr>
              <a:t>协议、</a:t>
            </a:r>
            <a:r>
              <a:rPr lang="zh-CN" altLang="en-US" sz="2800" b="1" dirty="0">
                <a:solidFill>
                  <a:schemeClr val="tx2"/>
                </a:solidFill>
                <a:effectLst>
                  <a:outerShdw blurRad="31750" dist="25400" dir="5400000" algn="tl" rotWithShape="0">
                    <a:srgbClr val="000000">
                      <a:alpha val="25000"/>
                    </a:srgbClr>
                  </a:outerShdw>
                </a:effectLst>
                <a:latin typeface="+mj-lt"/>
                <a:ea typeface="+mj-ea"/>
                <a:cs typeface="+mj-cs"/>
              </a:rPr>
              <a:t>外部网关</a:t>
            </a:r>
            <a:r>
              <a:rPr lang="zh-CN" altLang="en-US" sz="2800" b="1" dirty="0" smtClean="0">
                <a:solidFill>
                  <a:schemeClr val="tx2"/>
                </a:solidFill>
                <a:effectLst>
                  <a:outerShdw blurRad="31750" dist="25400" dir="5400000" algn="tl" rotWithShape="0">
                    <a:srgbClr val="000000">
                      <a:alpha val="25000"/>
                    </a:srgbClr>
                  </a:outerShdw>
                </a:effectLst>
                <a:latin typeface="+mj-lt"/>
                <a:ea typeface="+mj-ea"/>
                <a:cs typeface="+mj-cs"/>
              </a:rPr>
              <a:t>协议</a:t>
            </a:r>
            <a:endParaRPr lang="zh-CN" altLang="en-US" sz="2800" b="1" dirty="0">
              <a:solidFill>
                <a:schemeClr val="tx2"/>
              </a:solidFill>
              <a:effectLst>
                <a:outerShdw blurRad="31750" dist="25400" dir="5400000" algn="tl" rotWithShape="0">
                  <a:srgbClr val="000000">
                    <a:alpha val="25000"/>
                  </a:srgbClr>
                </a:outerShdw>
              </a:effectLst>
              <a:latin typeface="+mj-lt"/>
              <a:ea typeface="+mj-ea"/>
              <a:cs typeface="+mj-cs"/>
            </a:endParaRPr>
          </a:p>
        </p:txBody>
      </p:sp>
      <p:grpSp>
        <p:nvGrpSpPr>
          <p:cNvPr id="2" name="组合 77"/>
          <p:cNvGrpSpPr>
            <a:grpSpLocks/>
          </p:cNvGrpSpPr>
          <p:nvPr/>
        </p:nvGrpSpPr>
        <p:grpSpPr bwMode="auto">
          <a:xfrm>
            <a:off x="1597025" y="3170238"/>
            <a:ext cx="8785225" cy="2325687"/>
            <a:chOff x="250825" y="3103576"/>
            <a:chExt cx="8785225" cy="2325688"/>
          </a:xfrm>
        </p:grpSpPr>
        <p:grpSp>
          <p:nvGrpSpPr>
            <p:cNvPr id="247834" name="Group 136"/>
            <p:cNvGrpSpPr>
              <a:grpSpLocks/>
            </p:cNvGrpSpPr>
            <p:nvPr/>
          </p:nvGrpSpPr>
          <p:grpSpPr bwMode="auto">
            <a:xfrm>
              <a:off x="250825" y="3570301"/>
              <a:ext cx="2767013" cy="1727200"/>
              <a:chOff x="912" y="768"/>
              <a:chExt cx="2400" cy="1584"/>
            </a:xfrm>
          </p:grpSpPr>
          <p:sp>
            <p:nvSpPr>
              <p:cNvPr id="247865" name="Oval 137"/>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247866" name="Oval 138"/>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247867" name="Oval 139"/>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247868" name="Oval 140"/>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247869" name="Oval 141"/>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247870" name="Oval 142"/>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247871" name="Oval 143"/>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247872" name="Oval 144"/>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247873" name="Oval 145"/>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grpSp>
            <p:nvGrpSpPr>
              <p:cNvPr id="247874" name="Group 146"/>
              <p:cNvGrpSpPr>
                <a:grpSpLocks/>
              </p:cNvGrpSpPr>
              <p:nvPr/>
            </p:nvGrpSpPr>
            <p:grpSpPr bwMode="auto">
              <a:xfrm>
                <a:off x="912" y="768"/>
                <a:ext cx="2386" cy="1553"/>
                <a:chOff x="912" y="768"/>
                <a:chExt cx="2386" cy="1553"/>
              </a:xfrm>
            </p:grpSpPr>
            <p:sp>
              <p:nvSpPr>
                <p:cNvPr id="247875" name="Oval 147"/>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247876" name="Oval 148"/>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247877" name="Oval 149"/>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247878" name="Oval 150"/>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247879" name="Oval 151"/>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247880" name="Oval 152"/>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247881" name="Oval 153"/>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247882" name="Oval 154"/>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247883" name="Oval 155"/>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grpSp>
        </p:grpSp>
        <p:grpSp>
          <p:nvGrpSpPr>
            <p:cNvPr id="247835" name="Group 156"/>
            <p:cNvGrpSpPr>
              <a:grpSpLocks/>
            </p:cNvGrpSpPr>
            <p:nvPr/>
          </p:nvGrpSpPr>
          <p:grpSpPr bwMode="auto">
            <a:xfrm>
              <a:off x="6000750" y="3441714"/>
              <a:ext cx="3035300" cy="1987550"/>
              <a:chOff x="912" y="768"/>
              <a:chExt cx="2400" cy="1584"/>
            </a:xfrm>
          </p:grpSpPr>
          <p:sp>
            <p:nvSpPr>
              <p:cNvPr id="247846" name="Oval 157"/>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247847" name="Oval 158"/>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247848" name="Oval 159"/>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247849" name="Oval 160"/>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247850" name="Oval 161"/>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247851" name="Oval 162"/>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247852" name="Oval 163"/>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247853" name="Oval 164"/>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247854" name="Oval 165"/>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grpSp>
            <p:nvGrpSpPr>
              <p:cNvPr id="247855" name="Group 166"/>
              <p:cNvGrpSpPr>
                <a:grpSpLocks/>
              </p:cNvGrpSpPr>
              <p:nvPr/>
            </p:nvGrpSpPr>
            <p:grpSpPr bwMode="auto">
              <a:xfrm>
                <a:off x="912" y="768"/>
                <a:ext cx="2386" cy="1553"/>
                <a:chOff x="912" y="768"/>
                <a:chExt cx="2386" cy="1553"/>
              </a:xfrm>
            </p:grpSpPr>
            <p:sp>
              <p:nvSpPr>
                <p:cNvPr id="247856" name="Oval 167"/>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247857" name="Oval 168"/>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247858" name="Oval 169"/>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247859" name="Oval 170"/>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247860" name="Oval 171"/>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247861" name="Oval 172"/>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247862" name="Oval 173"/>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247863" name="Oval 174"/>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247864" name="Oval 175"/>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grpSp>
        </p:grpSp>
        <p:sp>
          <p:nvSpPr>
            <p:cNvPr id="247836" name="Text Box 176"/>
            <p:cNvSpPr txBox="1">
              <a:spLocks noChangeArrowheads="1"/>
            </p:cNvSpPr>
            <p:nvPr/>
          </p:nvSpPr>
          <p:spPr bwMode="auto">
            <a:xfrm>
              <a:off x="478429" y="4010410"/>
              <a:ext cx="230704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en-US" altLang="zh-CN" sz="2000" b="1" dirty="0">
                  <a:solidFill>
                    <a:schemeClr val="tx2">
                      <a:lumMod val="60000"/>
                      <a:lumOff val="40000"/>
                    </a:schemeClr>
                  </a:solidFill>
                  <a:latin typeface="Arial" charset="0"/>
                  <a:ea typeface="宋体" pitchFamily="2" charset="-122"/>
                </a:rPr>
                <a:t> </a:t>
              </a:r>
              <a:r>
                <a:rPr kumimoji="1" lang="zh-CN" altLang="en-US" sz="2000" b="1" dirty="0" smtClean="0">
                  <a:solidFill>
                    <a:schemeClr val="tx2">
                      <a:lumMod val="60000"/>
                      <a:lumOff val="40000"/>
                    </a:schemeClr>
                  </a:solidFill>
                  <a:latin typeface="Arial" charset="0"/>
                  <a:ea typeface="宋体" pitchFamily="2" charset="-122"/>
                </a:rPr>
                <a:t>使用</a:t>
              </a:r>
              <a:r>
                <a:rPr kumimoji="1" lang="zh-CN" altLang="en-US" sz="2000" b="1" dirty="0">
                  <a:solidFill>
                    <a:schemeClr val="tx2">
                      <a:lumMod val="60000"/>
                      <a:lumOff val="40000"/>
                    </a:schemeClr>
                  </a:solidFill>
                  <a:latin typeface="Arial" charset="0"/>
                  <a:ea typeface="宋体" pitchFamily="2" charset="-122"/>
                </a:rPr>
                <a:t>内部网关协议</a:t>
              </a:r>
            </a:p>
            <a:p>
              <a:pPr algn="ctr" eaLnBrk="1" hangingPunct="1"/>
              <a:r>
                <a:rPr kumimoji="1" lang="zh-CN" altLang="en-US" sz="2000" b="1" dirty="0">
                  <a:solidFill>
                    <a:schemeClr val="tx2">
                      <a:lumMod val="60000"/>
                      <a:lumOff val="40000"/>
                    </a:schemeClr>
                  </a:solidFill>
                  <a:latin typeface="Arial" charset="0"/>
                  <a:ea typeface="宋体" pitchFamily="2" charset="-122"/>
                </a:rPr>
                <a:t>（例如，</a:t>
              </a:r>
              <a:r>
                <a:rPr kumimoji="1" lang="en-US" altLang="zh-CN" sz="2000" b="1" dirty="0">
                  <a:solidFill>
                    <a:schemeClr val="tx2">
                      <a:lumMod val="60000"/>
                      <a:lumOff val="40000"/>
                    </a:schemeClr>
                  </a:solidFill>
                  <a:latin typeface="Arial" charset="0"/>
                  <a:ea typeface="宋体" pitchFamily="2" charset="-122"/>
                </a:rPr>
                <a:t>RIP</a:t>
              </a:r>
              <a:r>
                <a:rPr kumimoji="1" lang="zh-CN" altLang="en-US" sz="2000" b="1" dirty="0">
                  <a:solidFill>
                    <a:schemeClr val="tx2">
                      <a:lumMod val="60000"/>
                      <a:lumOff val="40000"/>
                    </a:schemeClr>
                  </a:solidFill>
                  <a:latin typeface="Arial" charset="0"/>
                  <a:ea typeface="宋体" pitchFamily="2" charset="-122"/>
                </a:rPr>
                <a:t>）</a:t>
              </a:r>
            </a:p>
          </p:txBody>
        </p:sp>
        <p:sp>
          <p:nvSpPr>
            <p:cNvPr id="247837" name="Text Box 177"/>
            <p:cNvSpPr txBox="1">
              <a:spLocks noChangeArrowheads="1"/>
            </p:cNvSpPr>
            <p:nvPr/>
          </p:nvSpPr>
          <p:spPr bwMode="auto">
            <a:xfrm>
              <a:off x="6894513" y="3103576"/>
              <a:ext cx="147348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a:latin typeface="Arial" charset="0"/>
                  <a:ea typeface="宋体" pitchFamily="2" charset="-122"/>
                </a:rPr>
                <a:t>自治系统 </a:t>
              </a:r>
              <a:r>
                <a:rPr kumimoji="1" lang="en-US" altLang="zh-CN" sz="2000" b="1" dirty="0">
                  <a:latin typeface="Arial" charset="0"/>
                  <a:ea typeface="宋体" pitchFamily="2" charset="-122"/>
                </a:rPr>
                <a:t>B</a:t>
              </a:r>
            </a:p>
          </p:txBody>
        </p:sp>
        <p:sp>
          <p:nvSpPr>
            <p:cNvPr id="247838" name="Text Box 178"/>
            <p:cNvSpPr txBox="1">
              <a:spLocks noChangeArrowheads="1"/>
            </p:cNvSpPr>
            <p:nvPr/>
          </p:nvSpPr>
          <p:spPr bwMode="auto">
            <a:xfrm>
              <a:off x="911225" y="3232164"/>
              <a:ext cx="146399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a:latin typeface="Arial" charset="0"/>
                  <a:ea typeface="宋体" pitchFamily="2" charset="-122"/>
                </a:rPr>
                <a:t>自治系统 </a:t>
              </a:r>
              <a:r>
                <a:rPr kumimoji="1" lang="en-US" altLang="zh-CN" sz="2000" b="1" dirty="0">
                  <a:latin typeface="Arial" charset="0"/>
                  <a:ea typeface="宋体" pitchFamily="2" charset="-122"/>
                </a:rPr>
                <a:t>A</a:t>
              </a:r>
            </a:p>
          </p:txBody>
        </p:sp>
        <p:pic>
          <p:nvPicPr>
            <p:cNvPr id="247839" name="Picture 179"/>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9550" y="3968764"/>
              <a:ext cx="66040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247840" name="Picture 180"/>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2463" y="3968764"/>
              <a:ext cx="660400"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247841" name="Text Box 181"/>
            <p:cNvSpPr txBox="1">
              <a:spLocks noChangeArrowheads="1"/>
            </p:cNvSpPr>
            <p:nvPr/>
          </p:nvSpPr>
          <p:spPr bwMode="auto">
            <a:xfrm>
              <a:off x="3447287" y="3484576"/>
              <a:ext cx="225895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zh-CN" altLang="en-US" sz="2000" b="1" dirty="0" smtClean="0">
                  <a:latin typeface="Arial" charset="0"/>
                  <a:ea typeface="宋体" pitchFamily="2" charset="-122"/>
                </a:rPr>
                <a:t>使用</a:t>
              </a:r>
              <a:r>
                <a:rPr kumimoji="1" lang="zh-CN" altLang="en-US" sz="2000" b="1" dirty="0">
                  <a:latin typeface="Arial" charset="0"/>
                  <a:ea typeface="宋体" pitchFamily="2" charset="-122"/>
                </a:rPr>
                <a:t>外部网关协议</a:t>
              </a:r>
            </a:p>
            <a:p>
              <a:pPr algn="ctr" eaLnBrk="1" hangingPunct="1"/>
              <a:r>
                <a:rPr kumimoji="1" lang="zh-CN" altLang="en-US" sz="2000" b="1" dirty="0">
                  <a:latin typeface="Arial" charset="0"/>
                  <a:ea typeface="宋体" pitchFamily="2" charset="-122"/>
                </a:rPr>
                <a:t>（例如，</a:t>
              </a:r>
              <a:r>
                <a:rPr kumimoji="1" lang="en-US" altLang="zh-CN" sz="2000" b="1" dirty="0">
                  <a:latin typeface="Arial" charset="0"/>
                  <a:ea typeface="宋体" pitchFamily="2" charset="-122"/>
                </a:rPr>
                <a:t>BGP-4</a:t>
              </a:r>
              <a:r>
                <a:rPr kumimoji="1" lang="zh-CN" altLang="en-US" sz="2000" b="1" dirty="0">
                  <a:latin typeface="Arial" charset="0"/>
                  <a:ea typeface="宋体" pitchFamily="2" charset="-122"/>
                </a:rPr>
                <a:t>）</a:t>
              </a:r>
            </a:p>
          </p:txBody>
        </p:sp>
        <p:sp>
          <p:nvSpPr>
            <p:cNvPr id="247842" name="Text Box 182"/>
            <p:cNvSpPr txBox="1">
              <a:spLocks noChangeArrowheads="1"/>
            </p:cNvSpPr>
            <p:nvPr/>
          </p:nvSpPr>
          <p:spPr bwMode="auto">
            <a:xfrm>
              <a:off x="2749550" y="3563951"/>
              <a:ext cx="4651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dirty="0">
                  <a:solidFill>
                    <a:schemeClr val="tx2">
                      <a:lumMod val="60000"/>
                      <a:lumOff val="40000"/>
                    </a:schemeClr>
                  </a:solidFill>
                  <a:latin typeface="Arial" charset="0"/>
                  <a:ea typeface="宋体" pitchFamily="2" charset="-122"/>
                </a:rPr>
                <a:t>R</a:t>
              </a:r>
              <a:r>
                <a:rPr kumimoji="1" lang="en-US" altLang="zh-CN" sz="2000" b="1" baseline="-25000" dirty="0">
                  <a:solidFill>
                    <a:schemeClr val="tx2">
                      <a:lumMod val="60000"/>
                      <a:lumOff val="40000"/>
                    </a:schemeClr>
                  </a:solidFill>
                  <a:latin typeface="Arial" charset="0"/>
                  <a:ea typeface="宋体" pitchFamily="2" charset="-122"/>
                </a:rPr>
                <a:t>1</a:t>
              </a:r>
            </a:p>
          </p:txBody>
        </p:sp>
        <p:sp>
          <p:nvSpPr>
            <p:cNvPr id="247843" name="Text Box 183"/>
            <p:cNvSpPr txBox="1">
              <a:spLocks noChangeArrowheads="1"/>
            </p:cNvSpPr>
            <p:nvPr/>
          </p:nvSpPr>
          <p:spPr bwMode="auto">
            <a:xfrm>
              <a:off x="5965825" y="3590939"/>
              <a:ext cx="4651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dirty="0">
                  <a:solidFill>
                    <a:schemeClr val="tx2">
                      <a:lumMod val="60000"/>
                      <a:lumOff val="40000"/>
                    </a:schemeClr>
                  </a:solidFill>
                  <a:latin typeface="Arial" charset="0"/>
                  <a:ea typeface="宋体" pitchFamily="2" charset="-122"/>
                </a:rPr>
                <a:t>R</a:t>
              </a:r>
              <a:r>
                <a:rPr kumimoji="1" lang="en-US" altLang="zh-CN" sz="2000" b="1" baseline="-25000" dirty="0">
                  <a:solidFill>
                    <a:schemeClr val="tx2">
                      <a:lumMod val="60000"/>
                      <a:lumOff val="40000"/>
                    </a:schemeClr>
                  </a:solidFill>
                  <a:latin typeface="Arial" charset="0"/>
                  <a:ea typeface="宋体" pitchFamily="2" charset="-122"/>
                </a:rPr>
                <a:t>2</a:t>
              </a:r>
            </a:p>
          </p:txBody>
        </p:sp>
        <p:sp>
          <p:nvSpPr>
            <p:cNvPr id="247844" name="Text Box 184"/>
            <p:cNvSpPr txBox="1">
              <a:spLocks noChangeArrowheads="1"/>
            </p:cNvSpPr>
            <p:nvPr/>
          </p:nvSpPr>
          <p:spPr bwMode="auto">
            <a:xfrm>
              <a:off x="6535083" y="4010410"/>
              <a:ext cx="223651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zh-CN" altLang="en-US" sz="2000" b="1" dirty="0">
                  <a:solidFill>
                    <a:schemeClr val="tx2">
                      <a:lumMod val="60000"/>
                      <a:lumOff val="40000"/>
                    </a:schemeClr>
                  </a:solidFill>
                  <a:latin typeface="Arial" charset="0"/>
                  <a:ea typeface="宋体" pitchFamily="2" charset="-122"/>
                </a:rPr>
                <a:t>使</a:t>
              </a:r>
              <a:r>
                <a:rPr kumimoji="1" lang="zh-CN" altLang="en-US" sz="2000" b="1" dirty="0" smtClean="0">
                  <a:solidFill>
                    <a:schemeClr val="tx2">
                      <a:lumMod val="60000"/>
                      <a:lumOff val="40000"/>
                    </a:schemeClr>
                  </a:solidFill>
                  <a:latin typeface="Arial" charset="0"/>
                  <a:ea typeface="宋体" pitchFamily="2" charset="-122"/>
                </a:rPr>
                <a:t>用</a:t>
              </a:r>
              <a:r>
                <a:rPr kumimoji="1" lang="zh-CN" altLang="en-US" sz="2000" b="1" dirty="0">
                  <a:solidFill>
                    <a:schemeClr val="tx2">
                      <a:lumMod val="60000"/>
                      <a:lumOff val="40000"/>
                    </a:schemeClr>
                  </a:solidFill>
                  <a:latin typeface="Arial" charset="0"/>
                  <a:ea typeface="宋体" pitchFamily="2" charset="-122"/>
                </a:rPr>
                <a:t>内部网关协议</a:t>
              </a:r>
            </a:p>
            <a:p>
              <a:pPr algn="ctr" eaLnBrk="1" hangingPunct="1"/>
              <a:r>
                <a:rPr kumimoji="1" lang="zh-CN" altLang="en-US" sz="2000" b="1" dirty="0">
                  <a:solidFill>
                    <a:schemeClr val="tx2">
                      <a:lumMod val="60000"/>
                      <a:lumOff val="40000"/>
                    </a:schemeClr>
                  </a:solidFill>
                  <a:latin typeface="Arial" charset="0"/>
                  <a:ea typeface="宋体" pitchFamily="2" charset="-122"/>
                </a:rPr>
                <a:t>（例如，</a:t>
              </a:r>
              <a:r>
                <a:rPr kumimoji="1" lang="en-US" altLang="zh-CN" sz="2000" b="1" dirty="0">
                  <a:solidFill>
                    <a:schemeClr val="tx2">
                      <a:lumMod val="60000"/>
                      <a:lumOff val="40000"/>
                    </a:schemeClr>
                  </a:solidFill>
                  <a:latin typeface="Arial" charset="0"/>
                  <a:ea typeface="宋体" pitchFamily="2" charset="-122"/>
                </a:rPr>
                <a:t>OSPF</a:t>
              </a:r>
              <a:r>
                <a:rPr kumimoji="1" lang="zh-CN" altLang="en-US" sz="2000" b="1" dirty="0">
                  <a:solidFill>
                    <a:schemeClr val="tx2">
                      <a:lumMod val="60000"/>
                      <a:lumOff val="40000"/>
                    </a:schemeClr>
                  </a:solidFill>
                  <a:latin typeface="Arial" charset="0"/>
                  <a:ea typeface="宋体" pitchFamily="2" charset="-122"/>
                </a:rPr>
                <a:t>）</a:t>
              </a:r>
            </a:p>
          </p:txBody>
        </p:sp>
        <p:sp>
          <p:nvSpPr>
            <p:cNvPr id="247845" name="Line 185"/>
            <p:cNvSpPr>
              <a:spLocks noChangeShapeType="1"/>
            </p:cNvSpPr>
            <p:nvPr/>
          </p:nvSpPr>
          <p:spPr bwMode="auto">
            <a:xfrm>
              <a:off x="3365500" y="4200539"/>
              <a:ext cx="2430463" cy="3175"/>
            </a:xfrm>
            <a:prstGeom prst="line">
              <a:avLst/>
            </a:prstGeom>
            <a:noFill/>
            <a:ln w="57150">
              <a:solidFill>
                <a:schemeClr val="hlink"/>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b="1"/>
            </a:p>
          </p:txBody>
        </p:sp>
      </p:grpSp>
      <p:sp>
        <p:nvSpPr>
          <p:cNvPr id="247813" name="标题 77"/>
          <p:cNvSpPr>
            <a:spLocks noGrp="1" noChangeArrowheads="1"/>
          </p:cNvSpPr>
          <p:nvPr>
            <p:ph type="title"/>
          </p:nvPr>
        </p:nvSpPr>
        <p:spPr/>
        <p:txBody>
          <a:bodyPr/>
          <a:lstStyle/>
          <a:p>
            <a:r>
              <a:rPr lang="zh-CN" altLang="en-US" smtClean="0"/>
              <a:t>分层次的路由选择协议</a:t>
            </a:r>
          </a:p>
        </p:txBody>
      </p:sp>
    </p:spTree>
    <p:extLst>
      <p:ext uri="{BB962C8B-B14F-4D97-AF65-F5344CB8AC3E}">
        <p14:creationId xmlns:p14="http://schemas.microsoft.com/office/powerpoint/2010/main" val="2622652473"/>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标题 53"/>
          <p:cNvSpPr>
            <a:spLocks noGrp="1" noChangeArrowheads="1"/>
          </p:cNvSpPr>
          <p:nvPr>
            <p:ph type="title"/>
          </p:nvPr>
        </p:nvSpPr>
        <p:spPr/>
        <p:txBody>
          <a:bodyPr/>
          <a:lstStyle/>
          <a:p>
            <a:r>
              <a:rPr lang="en-US" altLang="zh-CN" dirty="0" smtClean="0"/>
              <a:t>4.6.2 RIP</a:t>
            </a:r>
            <a:endParaRPr lang="zh-CN" altLang="en-US" dirty="0" smtClean="0"/>
          </a:p>
        </p:txBody>
      </p:sp>
      <p:sp>
        <p:nvSpPr>
          <p:cNvPr id="249859" name="Rectangle 3"/>
          <p:cNvSpPr>
            <a:spLocks noGrp="1" noChangeArrowheads="1"/>
          </p:cNvSpPr>
          <p:nvPr>
            <p:ph idx="1"/>
          </p:nvPr>
        </p:nvSpPr>
        <p:spPr>
          <a:xfrm>
            <a:off x="442913" y="1266825"/>
            <a:ext cx="10801350" cy="4895850"/>
          </a:xfrm>
        </p:spPr>
        <p:txBody>
          <a:bodyPr/>
          <a:lstStyle/>
          <a:p>
            <a:r>
              <a:rPr lang="en-US" altLang="zh-CN" b="1" dirty="0" smtClean="0"/>
              <a:t>RIP</a:t>
            </a:r>
            <a:r>
              <a:rPr lang="zh-CN" altLang="en-US" b="1" dirty="0" smtClean="0"/>
              <a:t>（</a:t>
            </a:r>
            <a:r>
              <a:rPr lang="en-US" altLang="zh-CN" b="1" dirty="0" smtClean="0"/>
              <a:t>Routing Information Protocol</a:t>
            </a:r>
            <a:r>
              <a:rPr lang="zh-CN" altLang="en-US" b="1" dirty="0" smtClean="0"/>
              <a:t>）是一种</a:t>
            </a:r>
            <a:r>
              <a:rPr lang="zh-CN" altLang="en-US" b="1" dirty="0" smtClean="0">
                <a:solidFill>
                  <a:srgbClr val="FF0000"/>
                </a:solidFill>
              </a:rPr>
              <a:t>分布式</a:t>
            </a:r>
            <a:r>
              <a:rPr lang="zh-CN" altLang="en-US" b="1" dirty="0" smtClean="0"/>
              <a:t>的基于</a:t>
            </a:r>
            <a:r>
              <a:rPr lang="zh-CN" altLang="en-US" b="1" dirty="0" smtClean="0">
                <a:solidFill>
                  <a:srgbClr val="FF0000"/>
                </a:solidFill>
              </a:rPr>
              <a:t>距离向量</a:t>
            </a:r>
            <a:r>
              <a:rPr lang="zh-CN" altLang="en-US" b="1" dirty="0" smtClean="0"/>
              <a:t>的路由选择协议。</a:t>
            </a:r>
            <a:endParaRPr lang="en-US" altLang="zh-CN" b="1" dirty="0"/>
          </a:p>
          <a:p>
            <a:r>
              <a:rPr lang="en-US" altLang="zh-CN" b="1" dirty="0" smtClean="0"/>
              <a:t>RIP </a:t>
            </a:r>
            <a:r>
              <a:rPr lang="zh-CN" altLang="en-US" b="1" dirty="0" smtClean="0"/>
              <a:t>协议要求网络中的每一个路由器都要维护从它自己到其他每一个目的网络的距离记录，这组距离就叫做“距离向量”。</a:t>
            </a:r>
          </a:p>
        </p:txBody>
      </p:sp>
    </p:spTree>
  </p:cSld>
  <p:clrMapOvr>
    <a:masterClrMapping/>
  </p:clrMapOvr>
  <p:transition spd="slow"/>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标题 53"/>
          <p:cNvSpPr>
            <a:spLocks noGrp="1" noChangeArrowheads="1"/>
          </p:cNvSpPr>
          <p:nvPr>
            <p:ph type="title"/>
          </p:nvPr>
        </p:nvSpPr>
        <p:spPr/>
        <p:txBody>
          <a:bodyPr/>
          <a:lstStyle/>
          <a:p>
            <a:r>
              <a:rPr lang="en-US" altLang="zh-CN" dirty="0"/>
              <a:t>4.6.2 RIP</a:t>
            </a:r>
            <a:endParaRPr lang="zh-CN" altLang="en-US" dirty="0" smtClean="0"/>
          </a:p>
        </p:txBody>
      </p:sp>
      <p:sp>
        <p:nvSpPr>
          <p:cNvPr id="249859" name="Rectangle 3"/>
          <p:cNvSpPr>
            <a:spLocks noGrp="1" noChangeArrowheads="1"/>
          </p:cNvSpPr>
          <p:nvPr>
            <p:ph idx="1"/>
          </p:nvPr>
        </p:nvSpPr>
        <p:spPr>
          <a:xfrm>
            <a:off x="442913" y="1266825"/>
            <a:ext cx="10801350" cy="4895850"/>
          </a:xfrm>
        </p:spPr>
        <p:txBody>
          <a:bodyPr/>
          <a:lstStyle/>
          <a:p>
            <a:r>
              <a:rPr lang="zh-CN" altLang="en-US" b="1" dirty="0" smtClean="0"/>
              <a:t>“距离”的定义</a:t>
            </a:r>
          </a:p>
          <a:p>
            <a:pPr lvl="1"/>
            <a:r>
              <a:rPr lang="zh-CN" altLang="en-US" b="1" dirty="0" smtClean="0"/>
              <a:t>路由器</a:t>
            </a:r>
            <a:r>
              <a:rPr lang="zh-CN" altLang="en-US" b="1" dirty="0"/>
              <a:t>到</a:t>
            </a:r>
            <a:r>
              <a:rPr lang="zh-CN" altLang="en-US" b="1" dirty="0" smtClean="0"/>
              <a:t>直连网络</a:t>
            </a:r>
            <a:r>
              <a:rPr lang="zh-CN" altLang="en-US" b="1" dirty="0"/>
              <a:t>的距离定义</a:t>
            </a:r>
            <a:r>
              <a:rPr lang="zh-CN" altLang="en-US" b="1" dirty="0" smtClean="0"/>
              <a:t>为 </a:t>
            </a:r>
            <a:r>
              <a:rPr lang="en-US" altLang="zh-CN" b="1" dirty="0" smtClean="0"/>
              <a:t>1</a:t>
            </a:r>
            <a:r>
              <a:rPr lang="zh-CN" altLang="en-US" b="1" dirty="0"/>
              <a:t>；</a:t>
            </a:r>
            <a:r>
              <a:rPr lang="zh-CN" altLang="en-US" b="1" dirty="0" smtClean="0"/>
              <a:t>每经过一个路由器，距离就加 </a:t>
            </a:r>
            <a:r>
              <a:rPr lang="en-US" altLang="zh-CN" b="1" dirty="0" smtClean="0"/>
              <a:t>1</a:t>
            </a:r>
            <a:r>
              <a:rPr lang="zh-CN" altLang="en-US" b="1" dirty="0" smtClean="0"/>
              <a:t>。</a:t>
            </a:r>
            <a:endParaRPr lang="en-US" altLang="zh-CN" b="1" dirty="0" smtClean="0"/>
          </a:p>
          <a:p>
            <a:pPr lvl="1"/>
            <a:r>
              <a:rPr lang="en-US" altLang="zh-CN" b="1" dirty="0" smtClean="0"/>
              <a:t>RIP </a:t>
            </a:r>
            <a:r>
              <a:rPr lang="zh-CN" altLang="en-US" b="1" dirty="0" smtClean="0"/>
              <a:t>允许的距离的最大值为 </a:t>
            </a:r>
            <a:r>
              <a:rPr lang="en-US" altLang="zh-CN" b="1" dirty="0" smtClean="0"/>
              <a:t>15</a:t>
            </a:r>
            <a:r>
              <a:rPr lang="zh-CN" altLang="en-US" b="1" dirty="0" smtClean="0"/>
              <a:t>，“距离”等于 </a:t>
            </a:r>
            <a:r>
              <a:rPr lang="en-US" altLang="zh-CN" b="1" dirty="0" smtClean="0"/>
              <a:t>16 </a:t>
            </a:r>
            <a:r>
              <a:rPr lang="zh-CN" altLang="en-US" b="1" dirty="0" smtClean="0"/>
              <a:t>表示不可达</a:t>
            </a:r>
            <a:r>
              <a:rPr lang="zh-CN" altLang="en-US" b="1" dirty="0"/>
              <a:t>，</a:t>
            </a:r>
            <a:r>
              <a:rPr lang="zh-CN" altLang="en-US" b="1" dirty="0" smtClean="0"/>
              <a:t>因此 </a:t>
            </a:r>
            <a:r>
              <a:rPr lang="en-US" altLang="zh-CN" b="1" dirty="0" smtClean="0"/>
              <a:t>RIP </a:t>
            </a:r>
            <a:r>
              <a:rPr lang="zh-CN" altLang="en-US" b="1" dirty="0" smtClean="0"/>
              <a:t>只适用于小的自治系统。</a:t>
            </a:r>
            <a:endParaRPr lang="en-US" altLang="zh-CN" b="1" dirty="0" smtClean="0"/>
          </a:p>
          <a:p>
            <a:pPr lvl="1"/>
            <a:r>
              <a:rPr lang="en-US" altLang="zh-CN" b="1" dirty="0" smtClean="0"/>
              <a:t>RIP </a:t>
            </a:r>
            <a:r>
              <a:rPr lang="zh-CN" altLang="en-US" b="1" dirty="0"/>
              <a:t>认为，好的路由就是它通过的路由器的数目少，即“距离短”。</a:t>
            </a:r>
            <a:endParaRPr lang="en-US" altLang="zh-CN" b="1" dirty="0"/>
          </a:p>
          <a:p>
            <a:pPr lvl="1"/>
            <a:endParaRPr lang="zh-CN" altLang="en-US" b="1" dirty="0" smtClean="0"/>
          </a:p>
        </p:txBody>
      </p:sp>
    </p:spTree>
    <p:extLst>
      <p:ext uri="{BB962C8B-B14F-4D97-AF65-F5344CB8AC3E}">
        <p14:creationId xmlns:p14="http://schemas.microsoft.com/office/powerpoint/2010/main" val="3909298396"/>
      </p:ext>
    </p:extLst>
  </p:cSld>
  <p:clrMapOvr>
    <a:masterClrMapping/>
  </p:clrMapOvr>
  <p:transition spd="slow"/>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标题 3"/>
          <p:cNvSpPr>
            <a:spLocks noGrp="1" noChangeArrowheads="1"/>
          </p:cNvSpPr>
          <p:nvPr>
            <p:ph type="title"/>
          </p:nvPr>
        </p:nvSpPr>
        <p:spPr/>
        <p:txBody>
          <a:bodyPr/>
          <a:lstStyle/>
          <a:p>
            <a:r>
              <a:rPr lang="en-US" altLang="zh-CN" dirty="0"/>
              <a:t>4.6.2 RIP</a:t>
            </a:r>
            <a:endParaRPr lang="zh-CN" altLang="en-US" dirty="0" smtClean="0"/>
          </a:p>
        </p:txBody>
      </p:sp>
      <p:sp>
        <p:nvSpPr>
          <p:cNvPr id="559107" name="Rectangle 3"/>
          <p:cNvSpPr>
            <a:spLocks noGrp="1" noChangeArrowheads="1"/>
          </p:cNvSpPr>
          <p:nvPr>
            <p:ph idx="1"/>
          </p:nvPr>
        </p:nvSpPr>
        <p:spPr>
          <a:xfrm>
            <a:off x="442913" y="1266825"/>
            <a:ext cx="11139487" cy="4895850"/>
          </a:xfrm>
        </p:spPr>
        <p:txBody>
          <a:bodyPr/>
          <a:lstStyle/>
          <a:p>
            <a:pPr algn="just"/>
            <a:r>
              <a:rPr lang="en-US" altLang="zh-CN" b="1" dirty="0" smtClean="0"/>
              <a:t>RIP </a:t>
            </a:r>
            <a:r>
              <a:rPr lang="zh-CN" altLang="en-US" b="1" dirty="0" smtClean="0"/>
              <a:t>路由表中</a:t>
            </a:r>
            <a:r>
              <a:rPr lang="zh-CN" altLang="en-US" b="1" dirty="0"/>
              <a:t>最主要的信息</a:t>
            </a:r>
            <a:r>
              <a:rPr lang="zh-CN" altLang="en-US" b="1" dirty="0" smtClean="0"/>
              <a:t>就是</a:t>
            </a:r>
            <a:r>
              <a:rPr lang="zh-CN" altLang="en-US" b="1" dirty="0"/>
              <a:t>：</a:t>
            </a:r>
            <a:r>
              <a:rPr lang="zh-CN" altLang="en-US" b="1" dirty="0" smtClean="0"/>
              <a:t>到</a:t>
            </a:r>
            <a:r>
              <a:rPr lang="zh-CN" altLang="en-US" b="1" dirty="0">
                <a:solidFill>
                  <a:srgbClr val="FF0000"/>
                </a:solidFill>
              </a:rPr>
              <a:t>某个网络</a:t>
            </a:r>
            <a:r>
              <a:rPr lang="zh-CN" altLang="en-US" b="1" dirty="0"/>
              <a:t>的</a:t>
            </a:r>
            <a:r>
              <a:rPr lang="zh-CN" altLang="en-US" b="1" dirty="0" smtClean="0">
                <a:solidFill>
                  <a:srgbClr val="FF0000"/>
                </a:solidFill>
              </a:rPr>
              <a:t>距离</a:t>
            </a:r>
            <a:r>
              <a:rPr lang="zh-CN" altLang="en-US" b="1" dirty="0" smtClean="0"/>
              <a:t>，</a:t>
            </a:r>
            <a:r>
              <a:rPr lang="zh-CN" altLang="en-US" b="1" dirty="0"/>
              <a:t>以及应经过的</a:t>
            </a:r>
            <a:r>
              <a:rPr lang="zh-CN" altLang="en-US" b="1" dirty="0">
                <a:solidFill>
                  <a:srgbClr val="FF0000"/>
                </a:solidFill>
              </a:rPr>
              <a:t>下一跳</a:t>
            </a:r>
            <a:r>
              <a:rPr lang="zh-CN" altLang="en-US" b="1" dirty="0"/>
              <a:t>地址</a:t>
            </a:r>
            <a:r>
              <a:rPr lang="zh-CN" altLang="en-US" b="1" dirty="0" smtClean="0"/>
              <a:t>。</a:t>
            </a:r>
          </a:p>
        </p:txBody>
      </p:sp>
      <p:grpSp>
        <p:nvGrpSpPr>
          <p:cNvPr id="4" name="组合 65"/>
          <p:cNvGrpSpPr>
            <a:grpSpLocks/>
          </p:cNvGrpSpPr>
          <p:nvPr/>
        </p:nvGrpSpPr>
        <p:grpSpPr bwMode="auto">
          <a:xfrm>
            <a:off x="2640013" y="4593547"/>
            <a:ext cx="7080250" cy="2003805"/>
            <a:chOff x="706079" y="4016400"/>
            <a:chExt cx="8181794" cy="2489813"/>
          </a:xfrm>
        </p:grpSpPr>
        <p:sp>
          <p:nvSpPr>
            <p:cNvPr id="5" name="Line 2"/>
            <p:cNvSpPr>
              <a:spLocks noChangeShapeType="1"/>
            </p:cNvSpPr>
            <p:nvPr/>
          </p:nvSpPr>
          <p:spPr bwMode="auto">
            <a:xfrm>
              <a:off x="1647825" y="4448200"/>
              <a:ext cx="6472238" cy="0"/>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pic>
          <p:nvPicPr>
            <p:cNvPr id="6" name="Picture 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97150" y="4292625"/>
              <a:ext cx="72866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7" name="Text Box 4"/>
            <p:cNvSpPr txBox="1">
              <a:spLocks noChangeArrowheads="1"/>
            </p:cNvSpPr>
            <p:nvPr/>
          </p:nvSpPr>
          <p:spPr bwMode="auto">
            <a:xfrm>
              <a:off x="6410325" y="4541863"/>
              <a:ext cx="537566" cy="497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宋体" pitchFamily="2" charset="-122"/>
                </a:rPr>
                <a:t>R</a:t>
              </a:r>
              <a:r>
                <a:rPr kumimoji="1" lang="en-US" altLang="zh-CN" sz="2000" b="1" baseline="-25000">
                  <a:solidFill>
                    <a:srgbClr val="333399"/>
                  </a:solidFill>
                  <a:latin typeface="Arial" charset="0"/>
                  <a:ea typeface="宋体" pitchFamily="2" charset="-122"/>
                </a:rPr>
                <a:t>2</a:t>
              </a:r>
              <a:endParaRPr kumimoji="1" lang="en-US" altLang="zh-CN" sz="2000" b="1">
                <a:solidFill>
                  <a:srgbClr val="333399"/>
                </a:solidFill>
                <a:latin typeface="Arial" charset="0"/>
                <a:ea typeface="宋体" pitchFamily="2" charset="-122"/>
              </a:endParaRPr>
            </a:p>
          </p:txBody>
        </p:sp>
        <p:sp>
          <p:nvSpPr>
            <p:cNvPr id="8" name="Text Box 5"/>
            <p:cNvSpPr txBox="1">
              <a:spLocks noChangeArrowheads="1"/>
            </p:cNvSpPr>
            <p:nvPr/>
          </p:nvSpPr>
          <p:spPr bwMode="auto">
            <a:xfrm>
              <a:off x="2813050" y="4541863"/>
              <a:ext cx="537566" cy="497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宋体" pitchFamily="2" charset="-122"/>
                </a:rPr>
                <a:t>R</a:t>
              </a:r>
              <a:r>
                <a:rPr kumimoji="1" lang="en-US" altLang="zh-CN" sz="2000" b="1" baseline="-25000">
                  <a:solidFill>
                    <a:srgbClr val="333399"/>
                  </a:solidFill>
                  <a:latin typeface="Arial" charset="0"/>
                  <a:ea typeface="宋体" pitchFamily="2" charset="-122"/>
                </a:rPr>
                <a:t>1</a:t>
              </a:r>
              <a:endParaRPr kumimoji="1" lang="en-US" altLang="zh-CN" sz="2000" b="1">
                <a:solidFill>
                  <a:srgbClr val="333399"/>
                </a:solidFill>
                <a:latin typeface="Arial" charset="0"/>
                <a:ea typeface="宋体" pitchFamily="2" charset="-122"/>
              </a:endParaRPr>
            </a:p>
          </p:txBody>
        </p:sp>
        <p:pic>
          <p:nvPicPr>
            <p:cNvPr id="9"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2838" y="4292625"/>
              <a:ext cx="7302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nvGrpSpPr>
            <p:cNvPr id="10" name="Group 7"/>
            <p:cNvGrpSpPr>
              <a:grpSpLocks/>
            </p:cNvGrpSpPr>
            <p:nvPr/>
          </p:nvGrpSpPr>
          <p:grpSpPr bwMode="auto">
            <a:xfrm>
              <a:off x="706079" y="4016400"/>
              <a:ext cx="1177744" cy="858837"/>
              <a:chOff x="4828" y="1752"/>
              <a:chExt cx="666" cy="477"/>
            </a:xfrm>
          </p:grpSpPr>
          <p:grpSp>
            <p:nvGrpSpPr>
              <p:cNvPr id="41" name="Group 8"/>
              <p:cNvGrpSpPr>
                <a:grpSpLocks/>
              </p:cNvGrpSpPr>
              <p:nvPr/>
            </p:nvGrpSpPr>
            <p:grpSpPr bwMode="auto">
              <a:xfrm>
                <a:off x="4828" y="1752"/>
                <a:ext cx="666" cy="477"/>
                <a:chOff x="2949" y="196"/>
                <a:chExt cx="941" cy="598"/>
              </a:xfrm>
            </p:grpSpPr>
            <p:sp>
              <p:nvSpPr>
                <p:cNvPr id="43" name="Oval 9"/>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44" name="Oval 10"/>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45" name="Oval 11"/>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46" name="Oval 12"/>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47" name="Oval 13"/>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48" name="Oval 14"/>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49" name="Oval 15"/>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50" name="Oval 16"/>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51" name="Freeform 1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b="1"/>
                </a:p>
              </p:txBody>
            </p:sp>
            <p:sp>
              <p:nvSpPr>
                <p:cNvPr id="52" name="Freeform 1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b="1"/>
                </a:p>
              </p:txBody>
            </p:sp>
            <p:sp>
              <p:nvSpPr>
                <p:cNvPr id="53" name="Freeform 1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b="1"/>
                </a:p>
              </p:txBody>
            </p:sp>
          </p:grpSp>
          <p:sp>
            <p:nvSpPr>
              <p:cNvPr id="42" name="Text Box 20"/>
              <p:cNvSpPr txBox="1">
                <a:spLocks noChangeArrowheads="1"/>
              </p:cNvSpPr>
              <p:nvPr/>
            </p:nvSpPr>
            <p:spPr bwMode="auto">
              <a:xfrm>
                <a:off x="4967" y="1856"/>
                <a:ext cx="304" cy="276"/>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dirty="0">
                    <a:solidFill>
                      <a:srgbClr val="333399"/>
                    </a:solidFill>
                    <a:latin typeface="Arial" charset="0"/>
                    <a:ea typeface="宋体" pitchFamily="2" charset="-122"/>
                  </a:rPr>
                  <a:t>N</a:t>
                </a:r>
                <a:r>
                  <a:rPr kumimoji="1" lang="en-US" altLang="zh-CN" sz="2000" b="1" baseline="-25000" dirty="0">
                    <a:solidFill>
                      <a:srgbClr val="333399"/>
                    </a:solidFill>
                    <a:latin typeface="Arial" charset="0"/>
                    <a:ea typeface="宋体" pitchFamily="2" charset="-122"/>
                  </a:rPr>
                  <a:t>1</a:t>
                </a:r>
              </a:p>
            </p:txBody>
          </p:sp>
        </p:grpSp>
        <p:grpSp>
          <p:nvGrpSpPr>
            <p:cNvPr id="11" name="Group 21"/>
            <p:cNvGrpSpPr>
              <a:grpSpLocks/>
            </p:cNvGrpSpPr>
            <p:nvPr/>
          </p:nvGrpSpPr>
          <p:grpSpPr bwMode="auto">
            <a:xfrm>
              <a:off x="7710129" y="4016400"/>
              <a:ext cx="1177744" cy="858837"/>
              <a:chOff x="4828" y="1752"/>
              <a:chExt cx="666" cy="477"/>
            </a:xfrm>
          </p:grpSpPr>
          <p:grpSp>
            <p:nvGrpSpPr>
              <p:cNvPr id="28" name="Group 22"/>
              <p:cNvGrpSpPr>
                <a:grpSpLocks/>
              </p:cNvGrpSpPr>
              <p:nvPr/>
            </p:nvGrpSpPr>
            <p:grpSpPr bwMode="auto">
              <a:xfrm>
                <a:off x="4828" y="1752"/>
                <a:ext cx="666" cy="477"/>
                <a:chOff x="2949" y="196"/>
                <a:chExt cx="941" cy="598"/>
              </a:xfrm>
            </p:grpSpPr>
            <p:sp>
              <p:nvSpPr>
                <p:cNvPr id="30" name="Oval 23"/>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31" name="Oval 24"/>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32" name="Oval 25"/>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33" name="Oval 26"/>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34" name="Oval 27"/>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35" name="Oval 28"/>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36" name="Oval 29"/>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37" name="Oval 30"/>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38" name="Freeform 31"/>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b="1"/>
                </a:p>
              </p:txBody>
            </p:sp>
            <p:sp>
              <p:nvSpPr>
                <p:cNvPr id="39" name="Freeform 32"/>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b="1"/>
                </a:p>
              </p:txBody>
            </p:sp>
            <p:sp>
              <p:nvSpPr>
                <p:cNvPr id="40" name="Freeform 33"/>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b="1"/>
                </a:p>
              </p:txBody>
            </p:sp>
          </p:grpSp>
          <p:sp>
            <p:nvSpPr>
              <p:cNvPr id="29" name="Text Box 34"/>
              <p:cNvSpPr txBox="1">
                <a:spLocks noChangeArrowheads="1"/>
              </p:cNvSpPr>
              <p:nvPr/>
            </p:nvSpPr>
            <p:spPr bwMode="auto">
              <a:xfrm>
                <a:off x="4967" y="1856"/>
                <a:ext cx="304" cy="276"/>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dirty="0">
                    <a:solidFill>
                      <a:srgbClr val="333399"/>
                    </a:solidFill>
                    <a:latin typeface="Arial" charset="0"/>
                    <a:ea typeface="宋体" pitchFamily="2" charset="-122"/>
                  </a:rPr>
                  <a:t>N</a:t>
                </a:r>
                <a:r>
                  <a:rPr kumimoji="1" lang="en-US" altLang="zh-CN" sz="2000" b="1" baseline="-25000" dirty="0">
                    <a:solidFill>
                      <a:srgbClr val="333399"/>
                    </a:solidFill>
                    <a:latin typeface="Arial" charset="0"/>
                    <a:ea typeface="宋体" pitchFamily="2" charset="-122"/>
                  </a:rPr>
                  <a:t>3</a:t>
                </a:r>
              </a:p>
            </p:txBody>
          </p:sp>
        </p:grpSp>
        <p:grpSp>
          <p:nvGrpSpPr>
            <p:cNvPr id="12" name="Group 35"/>
            <p:cNvGrpSpPr>
              <a:grpSpLocks/>
            </p:cNvGrpSpPr>
            <p:nvPr/>
          </p:nvGrpSpPr>
          <p:grpSpPr bwMode="auto">
            <a:xfrm>
              <a:off x="4179529" y="4016400"/>
              <a:ext cx="1177744" cy="858837"/>
              <a:chOff x="4828" y="1752"/>
              <a:chExt cx="666" cy="477"/>
            </a:xfrm>
          </p:grpSpPr>
          <p:grpSp>
            <p:nvGrpSpPr>
              <p:cNvPr id="15" name="Group 36"/>
              <p:cNvGrpSpPr>
                <a:grpSpLocks/>
              </p:cNvGrpSpPr>
              <p:nvPr/>
            </p:nvGrpSpPr>
            <p:grpSpPr bwMode="auto">
              <a:xfrm>
                <a:off x="4828" y="1752"/>
                <a:ext cx="666" cy="477"/>
                <a:chOff x="2949" y="196"/>
                <a:chExt cx="941" cy="598"/>
              </a:xfrm>
            </p:grpSpPr>
            <p:sp>
              <p:nvSpPr>
                <p:cNvPr id="17" name="Oval 37"/>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18" name="Oval 38"/>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19" name="Oval 39"/>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0" name="Oval 40"/>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1" name="Oval 41"/>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2" name="Oval 42"/>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3" name="Oval 43"/>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4" name="Oval 44"/>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5" name="Freeform 4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b="1"/>
                </a:p>
              </p:txBody>
            </p:sp>
            <p:sp>
              <p:nvSpPr>
                <p:cNvPr id="26" name="Freeform 4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b="1"/>
                </a:p>
              </p:txBody>
            </p:sp>
            <p:sp>
              <p:nvSpPr>
                <p:cNvPr id="27" name="Freeform 4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b="1"/>
                </a:p>
              </p:txBody>
            </p:sp>
          </p:grpSp>
          <p:sp>
            <p:nvSpPr>
              <p:cNvPr id="16" name="Text Box 48"/>
              <p:cNvSpPr txBox="1">
                <a:spLocks noChangeArrowheads="1"/>
              </p:cNvSpPr>
              <p:nvPr/>
            </p:nvSpPr>
            <p:spPr bwMode="auto">
              <a:xfrm>
                <a:off x="4967" y="1856"/>
                <a:ext cx="304" cy="276"/>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dirty="0">
                    <a:solidFill>
                      <a:srgbClr val="333399"/>
                    </a:solidFill>
                    <a:latin typeface="Arial" charset="0"/>
                    <a:ea typeface="宋体" pitchFamily="2" charset="-122"/>
                  </a:rPr>
                  <a:t>N</a:t>
                </a:r>
                <a:r>
                  <a:rPr kumimoji="1" lang="en-US" altLang="zh-CN" sz="2000" b="1" baseline="-25000" dirty="0">
                    <a:solidFill>
                      <a:srgbClr val="333399"/>
                    </a:solidFill>
                    <a:latin typeface="Arial" charset="0"/>
                    <a:ea typeface="宋体" pitchFamily="2" charset="-122"/>
                  </a:rPr>
                  <a:t>2</a:t>
                </a:r>
              </a:p>
            </p:txBody>
          </p:sp>
        </p:grpSp>
        <p:sp>
          <p:nvSpPr>
            <p:cNvPr id="13" name="TextBox 63"/>
            <p:cNvSpPr txBox="1">
              <a:spLocks noChangeArrowheads="1"/>
            </p:cNvSpPr>
            <p:nvPr/>
          </p:nvSpPr>
          <p:spPr bwMode="auto">
            <a:xfrm>
              <a:off x="2120207" y="5000635"/>
              <a:ext cx="2200712" cy="1491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400" b="1" dirty="0">
                  <a:latin typeface="Arial" charset="0"/>
                  <a:ea typeface="宋体" pitchFamily="2" charset="-122"/>
                </a:rPr>
                <a:t>N</a:t>
              </a:r>
              <a:r>
                <a:rPr lang="en-US" altLang="zh-CN" sz="2400" b="1" baseline="-25000" dirty="0">
                  <a:latin typeface="Arial" charset="0"/>
                  <a:ea typeface="宋体" pitchFamily="2" charset="-122"/>
                </a:rPr>
                <a:t>1</a:t>
              </a:r>
              <a:r>
                <a:rPr lang="en-US" altLang="zh-CN" sz="2400" b="1" dirty="0">
                  <a:latin typeface="Arial" charset="0"/>
                  <a:ea typeface="宋体" pitchFamily="2" charset="-122"/>
                </a:rPr>
                <a:t> </a:t>
              </a:r>
              <a:r>
                <a:rPr lang="en-US" altLang="zh-CN" sz="2400" b="1" dirty="0" smtClean="0">
                  <a:latin typeface="Arial" charset="0"/>
                  <a:ea typeface="宋体" pitchFamily="2" charset="-122"/>
                </a:rPr>
                <a:t> 1  </a:t>
              </a:r>
              <a:r>
                <a:rPr lang="zh-CN" altLang="en-US" sz="2400" b="1" dirty="0" smtClean="0">
                  <a:latin typeface="Arial" charset="0"/>
                  <a:ea typeface="宋体" pitchFamily="2" charset="-122"/>
                </a:rPr>
                <a:t>直连</a:t>
              </a:r>
              <a:endParaRPr lang="en-US" altLang="zh-CN" sz="2400" b="1" dirty="0">
                <a:latin typeface="Arial" charset="0"/>
                <a:ea typeface="宋体" pitchFamily="2" charset="-122"/>
              </a:endParaRPr>
            </a:p>
            <a:p>
              <a:pPr eaLnBrk="1" hangingPunct="1"/>
              <a:r>
                <a:rPr lang="en-US" altLang="zh-CN" sz="2400" b="1" dirty="0">
                  <a:latin typeface="Arial" charset="0"/>
                  <a:ea typeface="宋体" pitchFamily="2" charset="-122"/>
                </a:rPr>
                <a:t>N</a:t>
              </a:r>
              <a:r>
                <a:rPr lang="en-US" altLang="zh-CN" sz="2400" b="1" baseline="-25000" dirty="0">
                  <a:latin typeface="Arial" charset="0"/>
                  <a:ea typeface="宋体" pitchFamily="2" charset="-122"/>
                </a:rPr>
                <a:t>2</a:t>
              </a:r>
              <a:r>
                <a:rPr lang="en-US" altLang="zh-CN" sz="2400" b="1" dirty="0">
                  <a:latin typeface="Arial" charset="0"/>
                  <a:ea typeface="宋体" pitchFamily="2" charset="-122"/>
                </a:rPr>
                <a:t> </a:t>
              </a:r>
              <a:r>
                <a:rPr lang="en-US" altLang="zh-CN" sz="2400" b="1" dirty="0" smtClean="0">
                  <a:latin typeface="Arial" charset="0"/>
                  <a:ea typeface="宋体" pitchFamily="2" charset="-122"/>
                </a:rPr>
                <a:t> 1  </a:t>
              </a:r>
              <a:r>
                <a:rPr lang="zh-CN" altLang="en-US" sz="2400" b="1" dirty="0" smtClean="0">
                  <a:latin typeface="Arial" charset="0"/>
                  <a:ea typeface="宋体" pitchFamily="2" charset="-122"/>
                </a:rPr>
                <a:t>直连</a:t>
              </a:r>
              <a:endParaRPr lang="en-US" altLang="zh-CN" sz="2400" b="1" dirty="0">
                <a:latin typeface="Arial" charset="0"/>
                <a:ea typeface="宋体" pitchFamily="2" charset="-122"/>
              </a:endParaRPr>
            </a:p>
            <a:p>
              <a:pPr eaLnBrk="1" hangingPunct="1"/>
              <a:r>
                <a:rPr lang="en-US" altLang="zh-CN" sz="2400" b="1" dirty="0">
                  <a:latin typeface="Arial" charset="0"/>
                  <a:ea typeface="宋体" pitchFamily="2" charset="-122"/>
                </a:rPr>
                <a:t>N</a:t>
              </a:r>
              <a:r>
                <a:rPr lang="en-US" altLang="zh-CN" sz="2400" b="1" baseline="-25000" dirty="0">
                  <a:latin typeface="Arial" charset="0"/>
                  <a:ea typeface="宋体" pitchFamily="2" charset="-122"/>
                </a:rPr>
                <a:t>3</a:t>
              </a:r>
              <a:r>
                <a:rPr lang="en-US" altLang="zh-CN" sz="2400" b="1" dirty="0">
                  <a:latin typeface="Arial" charset="0"/>
                  <a:ea typeface="宋体" pitchFamily="2" charset="-122"/>
                </a:rPr>
                <a:t> </a:t>
              </a:r>
              <a:r>
                <a:rPr lang="en-US" altLang="zh-CN" sz="2400" b="1" dirty="0" smtClean="0">
                  <a:latin typeface="Arial" charset="0"/>
                  <a:ea typeface="宋体" pitchFamily="2" charset="-122"/>
                </a:rPr>
                <a:t> 2  R</a:t>
              </a:r>
              <a:r>
                <a:rPr lang="en-US" altLang="zh-CN" sz="2400" b="1" baseline="-25000" dirty="0" smtClean="0">
                  <a:latin typeface="Arial" charset="0"/>
                  <a:ea typeface="宋体" pitchFamily="2" charset="-122"/>
                </a:rPr>
                <a:t>2</a:t>
              </a:r>
              <a:endParaRPr lang="zh-CN" altLang="en-US" sz="2400" b="1" baseline="-25000" dirty="0">
                <a:latin typeface="Arial" charset="0"/>
                <a:ea typeface="宋体" pitchFamily="2" charset="-122"/>
              </a:endParaRPr>
            </a:p>
          </p:txBody>
        </p:sp>
        <p:sp>
          <p:nvSpPr>
            <p:cNvPr id="14" name="TextBox 64"/>
            <p:cNvSpPr txBox="1">
              <a:spLocks noChangeArrowheads="1"/>
            </p:cNvSpPr>
            <p:nvPr/>
          </p:nvSpPr>
          <p:spPr bwMode="auto">
            <a:xfrm>
              <a:off x="5929322" y="5014753"/>
              <a:ext cx="2159412" cy="1491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400" b="1" dirty="0">
                  <a:latin typeface="Arial" charset="0"/>
                  <a:ea typeface="宋体" pitchFamily="2" charset="-122"/>
                </a:rPr>
                <a:t>N</a:t>
              </a:r>
              <a:r>
                <a:rPr lang="en-US" altLang="zh-CN" sz="2400" b="1" baseline="-25000" dirty="0">
                  <a:latin typeface="Arial" charset="0"/>
                  <a:ea typeface="宋体" pitchFamily="2" charset="-122"/>
                </a:rPr>
                <a:t>1</a:t>
              </a:r>
              <a:r>
                <a:rPr lang="en-US" altLang="zh-CN" sz="2400" b="1" dirty="0">
                  <a:latin typeface="Arial" charset="0"/>
                  <a:ea typeface="宋体" pitchFamily="2" charset="-122"/>
                </a:rPr>
                <a:t> </a:t>
              </a:r>
              <a:r>
                <a:rPr lang="en-US" altLang="zh-CN" sz="2400" b="1" dirty="0" smtClean="0">
                  <a:latin typeface="Arial" charset="0"/>
                  <a:ea typeface="宋体" pitchFamily="2" charset="-122"/>
                </a:rPr>
                <a:t> 2  R</a:t>
              </a:r>
              <a:r>
                <a:rPr lang="en-US" altLang="zh-CN" sz="2400" b="1" baseline="-25000" dirty="0" smtClean="0">
                  <a:latin typeface="Arial" charset="0"/>
                  <a:ea typeface="宋体" pitchFamily="2" charset="-122"/>
                </a:rPr>
                <a:t>1</a:t>
              </a:r>
              <a:endParaRPr lang="en-US" altLang="zh-CN" sz="2400" b="1" baseline="-25000" dirty="0">
                <a:latin typeface="Arial" charset="0"/>
                <a:ea typeface="宋体" pitchFamily="2" charset="-122"/>
              </a:endParaRPr>
            </a:p>
            <a:p>
              <a:pPr eaLnBrk="1" hangingPunct="1"/>
              <a:r>
                <a:rPr lang="en-US" altLang="zh-CN" sz="2400" b="1" dirty="0">
                  <a:latin typeface="Arial" charset="0"/>
                  <a:ea typeface="宋体" pitchFamily="2" charset="-122"/>
                </a:rPr>
                <a:t>N</a:t>
              </a:r>
              <a:r>
                <a:rPr lang="en-US" altLang="zh-CN" sz="2400" b="1" baseline="-25000" dirty="0">
                  <a:latin typeface="Arial" charset="0"/>
                  <a:ea typeface="宋体" pitchFamily="2" charset="-122"/>
                </a:rPr>
                <a:t>2</a:t>
              </a:r>
              <a:r>
                <a:rPr lang="en-US" altLang="zh-CN" sz="2400" b="1" dirty="0">
                  <a:latin typeface="Arial" charset="0"/>
                  <a:ea typeface="宋体" pitchFamily="2" charset="-122"/>
                </a:rPr>
                <a:t> </a:t>
              </a:r>
              <a:r>
                <a:rPr lang="en-US" altLang="zh-CN" sz="2400" b="1" dirty="0" smtClean="0">
                  <a:latin typeface="Arial" charset="0"/>
                  <a:ea typeface="宋体" pitchFamily="2" charset="-122"/>
                </a:rPr>
                <a:t> 1  </a:t>
              </a:r>
              <a:r>
                <a:rPr lang="zh-CN" altLang="en-US" sz="2400" b="1" dirty="0" smtClean="0">
                  <a:latin typeface="Arial" charset="0"/>
                  <a:ea typeface="宋体" pitchFamily="2" charset="-122"/>
                </a:rPr>
                <a:t>直连</a:t>
              </a:r>
              <a:endParaRPr lang="en-US" altLang="zh-CN" sz="2400" b="1" dirty="0">
                <a:latin typeface="Arial" charset="0"/>
                <a:ea typeface="宋体" pitchFamily="2" charset="-122"/>
              </a:endParaRPr>
            </a:p>
            <a:p>
              <a:pPr eaLnBrk="1" hangingPunct="1"/>
              <a:r>
                <a:rPr lang="en-US" altLang="zh-CN" sz="2400" b="1" dirty="0">
                  <a:latin typeface="Arial" charset="0"/>
                  <a:ea typeface="宋体" pitchFamily="2" charset="-122"/>
                </a:rPr>
                <a:t>N</a:t>
              </a:r>
              <a:r>
                <a:rPr lang="en-US" altLang="zh-CN" sz="2400" b="1" baseline="-25000" dirty="0">
                  <a:latin typeface="Arial" charset="0"/>
                  <a:ea typeface="宋体" pitchFamily="2" charset="-122"/>
                </a:rPr>
                <a:t>3</a:t>
              </a:r>
              <a:r>
                <a:rPr lang="en-US" altLang="zh-CN" sz="2400" b="1" dirty="0">
                  <a:latin typeface="Arial" charset="0"/>
                  <a:ea typeface="宋体" pitchFamily="2" charset="-122"/>
                </a:rPr>
                <a:t> </a:t>
              </a:r>
              <a:r>
                <a:rPr lang="en-US" altLang="zh-CN" sz="2400" b="1" dirty="0" smtClean="0">
                  <a:latin typeface="Arial" charset="0"/>
                  <a:ea typeface="宋体" pitchFamily="2" charset="-122"/>
                </a:rPr>
                <a:t> 1  </a:t>
              </a:r>
              <a:r>
                <a:rPr lang="zh-CN" altLang="en-US" sz="2400" b="1" dirty="0" smtClean="0">
                  <a:latin typeface="Arial" charset="0"/>
                  <a:ea typeface="宋体" pitchFamily="2" charset="-122"/>
                </a:rPr>
                <a:t>直连</a:t>
              </a:r>
              <a:endParaRPr lang="zh-CN" altLang="en-US" sz="2400" b="1" dirty="0">
                <a:latin typeface="Arial" charset="0"/>
                <a:ea typeface="宋体" pitchFamily="2" charset="-122"/>
              </a:endParaRPr>
            </a:p>
          </p:txBody>
        </p:sp>
      </p:grpSp>
      <p:graphicFrame>
        <p:nvGraphicFramePr>
          <p:cNvPr id="55" name="表格 54"/>
          <p:cNvGraphicFramePr>
            <a:graphicFrameLocks noGrp="1"/>
          </p:cNvGraphicFramePr>
          <p:nvPr>
            <p:extLst>
              <p:ext uri="{D42A27DB-BD31-4B8C-83A1-F6EECF244321}">
                <p14:modId xmlns:p14="http://schemas.microsoft.com/office/powerpoint/2010/main" val="2684072605"/>
              </p:ext>
            </p:extLst>
          </p:nvPr>
        </p:nvGraphicFramePr>
        <p:xfrm>
          <a:off x="3215680" y="2879968"/>
          <a:ext cx="6096000" cy="1341120"/>
        </p:xfrm>
        <a:graphic>
          <a:graphicData uri="http://schemas.openxmlformats.org/drawingml/2006/table">
            <a:tbl>
              <a:tblPr firstRow="1" bandRow="1">
                <a:tableStyleId>{5C22544A-7EE6-4342-B048-85BDC9FD1C3A}</a:tableStyleId>
              </a:tblPr>
              <a:tblGrid>
                <a:gridCol w="2032000">
                  <a:extLst>
                    <a:ext uri="{9D8B030D-6E8A-4147-A177-3AD203B41FA5}">
                      <a16:colId xmlns="" xmlns:a16="http://schemas.microsoft.com/office/drawing/2014/main" val="4066635892"/>
                    </a:ext>
                  </a:extLst>
                </a:gridCol>
                <a:gridCol w="2032000">
                  <a:extLst>
                    <a:ext uri="{9D8B030D-6E8A-4147-A177-3AD203B41FA5}">
                      <a16:colId xmlns="" xmlns:a16="http://schemas.microsoft.com/office/drawing/2014/main" val="2958364535"/>
                    </a:ext>
                  </a:extLst>
                </a:gridCol>
                <a:gridCol w="2032000">
                  <a:extLst>
                    <a:ext uri="{9D8B030D-6E8A-4147-A177-3AD203B41FA5}">
                      <a16:colId xmlns="" xmlns:a16="http://schemas.microsoft.com/office/drawing/2014/main" val="3111467422"/>
                    </a:ext>
                  </a:extLst>
                </a:gridCol>
              </a:tblGrid>
              <a:tr h="283008">
                <a:tc>
                  <a:txBody>
                    <a:bodyPr/>
                    <a:lstStyle/>
                    <a:p>
                      <a:pPr algn="ctr"/>
                      <a:r>
                        <a:rPr lang="zh-CN" altLang="en-US" sz="1600" dirty="0" smtClean="0">
                          <a:solidFill>
                            <a:schemeClr val="bg1"/>
                          </a:solidFill>
                          <a:latin typeface="微软雅黑" panose="020B0503020204020204" pitchFamily="34" charset="-122"/>
                          <a:ea typeface="微软雅黑" panose="020B0503020204020204" pitchFamily="34" charset="-122"/>
                        </a:rPr>
                        <a:t>目的网络</a:t>
                      </a:r>
                      <a:endParaRPr lang="zh-CN" altLang="en-US" sz="1600" b="1" dirty="0">
                        <a:solidFill>
                          <a:schemeClr val="bg1"/>
                        </a:solidFill>
                        <a:latin typeface="微软雅黑" panose="020B0503020204020204" pitchFamily="34" charset="-122"/>
                        <a:ea typeface="微软雅黑" panose="020B0503020204020204" pitchFamily="34" charset="-122"/>
                      </a:endParaRPr>
                    </a:p>
                  </a:txBody>
                  <a:tcPr anchor="ctr"/>
                </a:tc>
                <a:tc>
                  <a:txBody>
                    <a:bodyPr/>
                    <a:lstStyle/>
                    <a:p>
                      <a:pPr algn="ctr"/>
                      <a:r>
                        <a:rPr lang="zh-CN" altLang="en-US" sz="1600" dirty="0" smtClean="0">
                          <a:solidFill>
                            <a:schemeClr val="bg1"/>
                          </a:solidFill>
                          <a:latin typeface="微软雅黑" panose="020B0503020204020204" pitchFamily="34" charset="-122"/>
                          <a:ea typeface="微软雅黑" panose="020B0503020204020204" pitchFamily="34" charset="-122"/>
                        </a:rPr>
                        <a:t>距离</a:t>
                      </a:r>
                      <a:endParaRPr lang="zh-CN" altLang="en-US" sz="1600" b="1" dirty="0">
                        <a:solidFill>
                          <a:schemeClr val="bg1"/>
                        </a:solidFill>
                        <a:latin typeface="微软雅黑" panose="020B0503020204020204" pitchFamily="34" charset="-122"/>
                        <a:ea typeface="微软雅黑" panose="020B0503020204020204" pitchFamily="34" charset="-122"/>
                      </a:endParaRPr>
                    </a:p>
                  </a:txBody>
                  <a:tcPr anchor="ctr"/>
                </a:tc>
                <a:tc>
                  <a:txBody>
                    <a:bodyPr/>
                    <a:lstStyle/>
                    <a:p>
                      <a:pPr algn="ctr"/>
                      <a:r>
                        <a:rPr lang="zh-CN" altLang="en-US" sz="1600" dirty="0" smtClean="0">
                          <a:solidFill>
                            <a:schemeClr val="bg1"/>
                          </a:solidFill>
                          <a:latin typeface="微软雅黑" panose="020B0503020204020204" pitchFamily="34" charset="-122"/>
                          <a:ea typeface="微软雅黑" panose="020B0503020204020204" pitchFamily="34" charset="-122"/>
                        </a:rPr>
                        <a:t>下一跳路由器</a:t>
                      </a:r>
                      <a:endParaRPr lang="zh-CN" altLang="en-US" sz="1600" b="1" dirty="0">
                        <a:solidFill>
                          <a:schemeClr val="bg1"/>
                        </a:solidFill>
                        <a:latin typeface="微软雅黑" panose="020B0503020204020204" pitchFamily="34" charset="-122"/>
                        <a:ea typeface="微软雅黑" panose="020B0503020204020204" pitchFamily="34" charset="-122"/>
                      </a:endParaRPr>
                    </a:p>
                  </a:txBody>
                  <a:tcPr anchor="ctr"/>
                </a:tc>
                <a:extLst>
                  <a:ext uri="{0D108BD9-81ED-4DB2-BD59-A6C34878D82A}">
                    <a16:rowId xmlns="" xmlns:a16="http://schemas.microsoft.com/office/drawing/2014/main" val="687519655"/>
                  </a:ext>
                </a:extLst>
              </a:tr>
              <a:tr h="283008">
                <a:tc>
                  <a:txBody>
                    <a:bodyPr/>
                    <a:lstStyle/>
                    <a:p>
                      <a:pPr algn="ctr"/>
                      <a:endParaRPr lang="zh-CN" altLang="en-US" sz="1600" b="1">
                        <a:solidFill>
                          <a:schemeClr val="tx1"/>
                        </a:solidFill>
                        <a:latin typeface="微软雅黑" panose="020B0503020204020204" pitchFamily="34" charset="-122"/>
                        <a:ea typeface="微软雅黑" panose="020B0503020204020204" pitchFamily="34" charset="-122"/>
                      </a:endParaRPr>
                    </a:p>
                  </a:txBody>
                  <a:tcPr anchor="ctr"/>
                </a:tc>
                <a:tc>
                  <a:txBody>
                    <a:bodyPr/>
                    <a:lstStyle/>
                    <a:p>
                      <a:pPr algn="ctr"/>
                      <a:endParaRPr lang="zh-CN" altLang="en-US" sz="1600" b="1">
                        <a:solidFill>
                          <a:schemeClr val="tx1"/>
                        </a:solidFill>
                        <a:latin typeface="微软雅黑" panose="020B0503020204020204" pitchFamily="34" charset="-122"/>
                        <a:ea typeface="微软雅黑" panose="020B0503020204020204" pitchFamily="34" charset="-122"/>
                      </a:endParaRPr>
                    </a:p>
                  </a:txBody>
                  <a:tcPr anchor="ctr"/>
                </a:tc>
                <a:tc>
                  <a:txBody>
                    <a:bodyPr/>
                    <a:lstStyle/>
                    <a:p>
                      <a:pPr algn="ctr"/>
                      <a:endParaRPr lang="zh-CN" altLang="en-US" sz="1600" b="1">
                        <a:solidFill>
                          <a:schemeClr val="tx1"/>
                        </a:solidFill>
                        <a:latin typeface="微软雅黑" panose="020B0503020204020204" pitchFamily="34" charset="-122"/>
                        <a:ea typeface="微软雅黑" panose="020B0503020204020204" pitchFamily="34" charset="-122"/>
                      </a:endParaRPr>
                    </a:p>
                  </a:txBody>
                  <a:tcPr anchor="ctr"/>
                </a:tc>
                <a:extLst>
                  <a:ext uri="{0D108BD9-81ED-4DB2-BD59-A6C34878D82A}">
                    <a16:rowId xmlns="" xmlns:a16="http://schemas.microsoft.com/office/drawing/2014/main" val="2001858409"/>
                  </a:ext>
                </a:extLst>
              </a:tr>
              <a:tr h="283008">
                <a:tc>
                  <a:txBody>
                    <a:bodyPr/>
                    <a:lstStyle/>
                    <a:p>
                      <a:pPr algn="ctr"/>
                      <a:endParaRPr lang="zh-CN" altLang="en-US" sz="1600" b="1">
                        <a:solidFill>
                          <a:schemeClr val="tx1"/>
                        </a:solidFill>
                        <a:latin typeface="微软雅黑" panose="020B0503020204020204" pitchFamily="34" charset="-122"/>
                        <a:ea typeface="微软雅黑" panose="020B0503020204020204" pitchFamily="34" charset="-122"/>
                      </a:endParaRPr>
                    </a:p>
                  </a:txBody>
                  <a:tcPr anchor="ctr"/>
                </a:tc>
                <a:tc>
                  <a:txBody>
                    <a:bodyPr/>
                    <a:lstStyle/>
                    <a:p>
                      <a:pPr algn="ctr"/>
                      <a:endParaRPr lang="zh-CN" altLang="en-US" sz="1600" b="1">
                        <a:solidFill>
                          <a:schemeClr val="tx1"/>
                        </a:solidFill>
                        <a:latin typeface="微软雅黑" panose="020B0503020204020204" pitchFamily="34" charset="-122"/>
                        <a:ea typeface="微软雅黑" panose="020B0503020204020204" pitchFamily="34" charset="-122"/>
                      </a:endParaRPr>
                    </a:p>
                  </a:txBody>
                  <a:tcPr anchor="ctr"/>
                </a:tc>
                <a:tc>
                  <a:txBody>
                    <a:bodyPr/>
                    <a:lstStyle/>
                    <a:p>
                      <a:pPr algn="ctr"/>
                      <a:endParaRPr lang="zh-CN" altLang="en-US" sz="1600" b="1" dirty="0">
                        <a:solidFill>
                          <a:schemeClr val="tx1"/>
                        </a:solidFill>
                        <a:latin typeface="微软雅黑" panose="020B0503020204020204" pitchFamily="34" charset="-122"/>
                        <a:ea typeface="微软雅黑" panose="020B0503020204020204" pitchFamily="34" charset="-122"/>
                      </a:endParaRPr>
                    </a:p>
                  </a:txBody>
                  <a:tcPr anchor="ctr"/>
                </a:tc>
                <a:extLst>
                  <a:ext uri="{0D108BD9-81ED-4DB2-BD59-A6C34878D82A}">
                    <a16:rowId xmlns="" xmlns:a16="http://schemas.microsoft.com/office/drawing/2014/main" val="3888851160"/>
                  </a:ext>
                </a:extLst>
              </a:tr>
              <a:tr h="283008">
                <a:tc>
                  <a:txBody>
                    <a:bodyPr/>
                    <a:lstStyle/>
                    <a:p>
                      <a:pPr algn="ctr"/>
                      <a:endParaRPr lang="zh-CN" altLang="en-US" sz="1600" b="1">
                        <a:solidFill>
                          <a:schemeClr val="tx1"/>
                        </a:solidFill>
                        <a:latin typeface="微软雅黑" panose="020B0503020204020204" pitchFamily="34" charset="-122"/>
                        <a:ea typeface="微软雅黑" panose="020B0503020204020204" pitchFamily="34" charset="-122"/>
                      </a:endParaRPr>
                    </a:p>
                  </a:txBody>
                  <a:tcPr anchor="ctr"/>
                </a:tc>
                <a:tc>
                  <a:txBody>
                    <a:bodyPr/>
                    <a:lstStyle/>
                    <a:p>
                      <a:pPr algn="ctr"/>
                      <a:endParaRPr lang="zh-CN" altLang="en-US" sz="1600" b="1">
                        <a:solidFill>
                          <a:schemeClr val="tx1"/>
                        </a:solidFill>
                        <a:latin typeface="微软雅黑" panose="020B0503020204020204" pitchFamily="34" charset="-122"/>
                        <a:ea typeface="微软雅黑" panose="020B0503020204020204" pitchFamily="34" charset="-122"/>
                      </a:endParaRPr>
                    </a:p>
                  </a:txBody>
                  <a:tcPr anchor="ctr"/>
                </a:tc>
                <a:tc>
                  <a:txBody>
                    <a:bodyPr/>
                    <a:lstStyle/>
                    <a:p>
                      <a:pPr algn="ctr"/>
                      <a:endParaRPr lang="zh-CN" altLang="en-US" sz="1600" b="1" dirty="0">
                        <a:solidFill>
                          <a:schemeClr val="tx1"/>
                        </a:solidFill>
                        <a:latin typeface="微软雅黑" panose="020B0503020204020204" pitchFamily="34" charset="-122"/>
                        <a:ea typeface="微软雅黑" panose="020B0503020204020204" pitchFamily="34" charset="-122"/>
                      </a:endParaRPr>
                    </a:p>
                  </a:txBody>
                  <a:tcPr anchor="ctr"/>
                </a:tc>
                <a:extLst>
                  <a:ext uri="{0D108BD9-81ED-4DB2-BD59-A6C34878D82A}">
                    <a16:rowId xmlns="" xmlns:a16="http://schemas.microsoft.com/office/drawing/2014/main" val="2402472287"/>
                  </a:ext>
                </a:extLst>
              </a:tr>
            </a:tbl>
          </a:graphicData>
        </a:graphic>
      </p:graphicFrame>
    </p:spTree>
    <p:extLst>
      <p:ext uri="{BB962C8B-B14F-4D97-AF65-F5344CB8AC3E}">
        <p14:creationId xmlns:p14="http://schemas.microsoft.com/office/powerpoint/2010/main" val="1837607005"/>
      </p:ext>
    </p:extLst>
  </p:cSld>
  <p:clrMapOvr>
    <a:masterClrMapping/>
  </p:clrMapOvr>
  <p:transition spd="slow"/>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标题 3"/>
          <p:cNvSpPr>
            <a:spLocks noGrp="1" noChangeArrowheads="1"/>
          </p:cNvSpPr>
          <p:nvPr>
            <p:ph type="title"/>
          </p:nvPr>
        </p:nvSpPr>
        <p:spPr/>
        <p:txBody>
          <a:bodyPr/>
          <a:lstStyle/>
          <a:p>
            <a:r>
              <a:rPr lang="en-US" altLang="zh-CN" dirty="0" smtClean="0"/>
              <a:t>RIP </a:t>
            </a:r>
            <a:r>
              <a:rPr lang="zh-CN" altLang="en-US" dirty="0" smtClean="0"/>
              <a:t>协议的特点</a:t>
            </a:r>
          </a:p>
        </p:txBody>
      </p:sp>
      <p:sp>
        <p:nvSpPr>
          <p:cNvPr id="559107" name="Rectangle 3"/>
          <p:cNvSpPr>
            <a:spLocks noGrp="1" noChangeArrowheads="1"/>
          </p:cNvSpPr>
          <p:nvPr>
            <p:ph idx="1"/>
          </p:nvPr>
        </p:nvSpPr>
        <p:spPr>
          <a:xfrm>
            <a:off x="442913" y="1266825"/>
            <a:ext cx="11139487" cy="4895850"/>
          </a:xfrm>
        </p:spPr>
        <p:txBody>
          <a:bodyPr/>
          <a:lstStyle/>
          <a:p>
            <a:pPr algn="just"/>
            <a:r>
              <a:rPr lang="zh-CN" altLang="en-US" b="1" dirty="0" smtClean="0"/>
              <a:t>每个路由器仅和</a:t>
            </a:r>
            <a:r>
              <a:rPr lang="zh-CN" altLang="en-US" b="1" dirty="0" smtClean="0">
                <a:solidFill>
                  <a:srgbClr val="FF0000"/>
                </a:solidFill>
              </a:rPr>
              <a:t>相邻路由器</a:t>
            </a:r>
            <a:r>
              <a:rPr lang="zh-CN" altLang="en-US" b="1" dirty="0" smtClean="0"/>
              <a:t>交换信息。 </a:t>
            </a:r>
          </a:p>
          <a:p>
            <a:pPr algn="just"/>
            <a:r>
              <a:rPr lang="zh-CN" altLang="en-US" b="1" dirty="0" smtClean="0"/>
              <a:t>路由器交换的信息是当前本路由器所知道的</a:t>
            </a:r>
            <a:r>
              <a:rPr lang="zh-CN" altLang="en-US" b="1" dirty="0" smtClean="0">
                <a:solidFill>
                  <a:srgbClr val="FF0000"/>
                </a:solidFill>
              </a:rPr>
              <a:t>全部信息</a:t>
            </a:r>
            <a:r>
              <a:rPr lang="zh-CN" altLang="en-US" b="1" dirty="0" smtClean="0"/>
              <a:t>，即自己的路由表</a:t>
            </a:r>
            <a:r>
              <a:rPr lang="zh-CN" altLang="en-US" b="1" dirty="0"/>
              <a:t>：我到本自治系统中所有网络</a:t>
            </a:r>
            <a:r>
              <a:rPr lang="zh-CN" altLang="en-US" b="1" dirty="0" smtClean="0"/>
              <a:t>的（最短</a:t>
            </a:r>
            <a:r>
              <a:rPr lang="zh-CN" altLang="en-US" b="1" dirty="0"/>
              <a:t>）</a:t>
            </a:r>
            <a:r>
              <a:rPr lang="zh-CN" altLang="en-US" b="1" dirty="0" smtClean="0"/>
              <a:t>距离</a:t>
            </a:r>
            <a:r>
              <a:rPr lang="zh-CN" altLang="en-US" b="1" dirty="0"/>
              <a:t>，以及到每个网络应经过的下一跳</a:t>
            </a:r>
            <a:r>
              <a:rPr lang="zh-CN" altLang="en-US" b="1" dirty="0" smtClean="0"/>
              <a:t>路由器。</a:t>
            </a:r>
            <a:endParaRPr lang="en-US" altLang="zh-CN" b="1" dirty="0" smtClean="0"/>
          </a:p>
          <a:p>
            <a:pPr algn="just"/>
            <a:r>
              <a:rPr lang="zh-CN" altLang="en-US" b="1" dirty="0" smtClean="0"/>
              <a:t>路由器按</a:t>
            </a:r>
            <a:r>
              <a:rPr lang="zh-CN" altLang="en-US" b="1" dirty="0" smtClean="0">
                <a:solidFill>
                  <a:srgbClr val="FF0000"/>
                </a:solidFill>
              </a:rPr>
              <a:t>固定的时间间隔</a:t>
            </a:r>
            <a:r>
              <a:rPr lang="zh-CN" altLang="en-US" b="1" dirty="0" smtClean="0"/>
              <a:t>交换路由信息，然后根据收到的路由信息</a:t>
            </a:r>
            <a:r>
              <a:rPr lang="zh-CN" altLang="en-US" b="1" dirty="0" smtClean="0">
                <a:solidFill>
                  <a:srgbClr val="FF0000"/>
                </a:solidFill>
              </a:rPr>
              <a:t>更新</a:t>
            </a:r>
            <a:r>
              <a:rPr lang="zh-CN" altLang="en-US" b="1" dirty="0" smtClean="0"/>
              <a:t>路由表。</a:t>
            </a:r>
          </a:p>
        </p:txBody>
      </p:sp>
    </p:spTree>
  </p:cSld>
  <p:clrMapOvr>
    <a:masterClrMapping/>
  </p:clrMapOvr>
  <p:transition spd="slow"/>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标题 53"/>
          <p:cNvSpPr>
            <a:spLocks noGrp="1" noChangeArrowheads="1"/>
          </p:cNvSpPr>
          <p:nvPr>
            <p:ph type="title"/>
          </p:nvPr>
        </p:nvSpPr>
        <p:spPr/>
        <p:txBody>
          <a:bodyPr/>
          <a:lstStyle/>
          <a:p>
            <a:r>
              <a:rPr lang="en-US" altLang="zh-CN" dirty="0" smtClean="0"/>
              <a:t>RIP </a:t>
            </a:r>
            <a:r>
              <a:rPr lang="zh-CN" altLang="en-US" dirty="0" smtClean="0"/>
              <a:t>路由表的建立</a:t>
            </a:r>
          </a:p>
        </p:txBody>
      </p:sp>
      <p:sp>
        <p:nvSpPr>
          <p:cNvPr id="249859" name="Rectangle 3"/>
          <p:cNvSpPr>
            <a:spLocks noGrp="1" noChangeArrowheads="1"/>
          </p:cNvSpPr>
          <p:nvPr>
            <p:ph idx="1"/>
          </p:nvPr>
        </p:nvSpPr>
        <p:spPr>
          <a:xfrm>
            <a:off x="442913" y="1266825"/>
            <a:ext cx="10801350" cy="4895850"/>
          </a:xfrm>
        </p:spPr>
        <p:txBody>
          <a:bodyPr/>
          <a:lstStyle/>
          <a:p>
            <a:r>
              <a:rPr lang="zh-CN" altLang="en-US" b="1" dirty="0"/>
              <a:t>路由器在刚刚开始工作时</a:t>
            </a:r>
            <a:r>
              <a:rPr lang="zh-CN" altLang="en-US" b="1" dirty="0" smtClean="0"/>
              <a:t>，其路由</a:t>
            </a:r>
            <a:r>
              <a:rPr lang="zh-CN" altLang="en-US" b="1" dirty="0"/>
              <a:t>表是空的。</a:t>
            </a:r>
          </a:p>
          <a:p>
            <a:r>
              <a:rPr lang="zh-CN" altLang="en-US" b="1" dirty="0" smtClean="0"/>
              <a:t>然后路由器就得出到</a:t>
            </a:r>
            <a:r>
              <a:rPr lang="zh-CN" altLang="en-US" b="1" dirty="0"/>
              <a:t>几个</a:t>
            </a:r>
            <a:r>
              <a:rPr lang="zh-CN" altLang="en-US" b="1" dirty="0" smtClean="0"/>
              <a:t>直连网络</a:t>
            </a:r>
            <a:r>
              <a:rPr lang="zh-CN" altLang="en-US" b="1" dirty="0"/>
              <a:t>的距离</a:t>
            </a:r>
            <a:r>
              <a:rPr lang="zh-CN" altLang="en-US" b="1" dirty="0" smtClean="0"/>
              <a:t>（即 </a:t>
            </a:r>
            <a:r>
              <a:rPr lang="en-US" altLang="zh-CN" b="1" dirty="0"/>
              <a:t>1</a:t>
            </a:r>
            <a:r>
              <a:rPr lang="zh-CN" altLang="en-US" b="1" dirty="0" smtClean="0"/>
              <a:t>）。</a:t>
            </a:r>
            <a:endParaRPr lang="zh-CN" altLang="en-US" b="1" dirty="0"/>
          </a:p>
          <a:p>
            <a:r>
              <a:rPr lang="zh-CN" altLang="en-US" b="1" dirty="0"/>
              <a:t>之后，每一个</a:t>
            </a:r>
            <a:r>
              <a:rPr lang="zh-CN" altLang="en-US" b="1" dirty="0" smtClean="0"/>
              <a:t>路由器和相邻</a:t>
            </a:r>
            <a:r>
              <a:rPr lang="zh-CN" altLang="en-US" b="1" dirty="0"/>
              <a:t>路由器</a:t>
            </a:r>
            <a:r>
              <a:rPr lang="zh-CN" altLang="en-US" b="1" dirty="0" smtClean="0"/>
              <a:t>交换路由信息，并使用</a:t>
            </a:r>
            <a:r>
              <a:rPr lang="zh-CN" altLang="en-US" b="1" dirty="0">
                <a:solidFill>
                  <a:srgbClr val="FF0000"/>
                </a:solidFill>
              </a:rPr>
              <a:t>距离向量算法</a:t>
            </a:r>
            <a:r>
              <a:rPr lang="zh-CN" altLang="en-US" b="1" dirty="0" smtClean="0">
                <a:solidFill>
                  <a:schemeClr val="tx2">
                    <a:lumMod val="60000"/>
                    <a:lumOff val="40000"/>
                  </a:schemeClr>
                </a:solidFill>
              </a:rPr>
              <a:t>更新</a:t>
            </a:r>
            <a:r>
              <a:rPr lang="zh-CN" altLang="en-US" b="1" dirty="0" smtClean="0"/>
              <a:t>自己的路由表。更新的原则是找出到每个目的网络的</a:t>
            </a:r>
            <a:r>
              <a:rPr lang="zh-CN" altLang="en-US" b="1" dirty="0" smtClean="0">
                <a:solidFill>
                  <a:srgbClr val="FF0000"/>
                </a:solidFill>
              </a:rPr>
              <a:t>最短距离</a:t>
            </a:r>
            <a:r>
              <a:rPr lang="zh-CN" altLang="en-US" b="1" dirty="0" smtClean="0"/>
              <a:t>。</a:t>
            </a:r>
            <a:endParaRPr lang="zh-CN" altLang="en-US" b="1" dirty="0"/>
          </a:p>
          <a:p>
            <a:r>
              <a:rPr lang="zh-CN" altLang="en-US" b="1" dirty="0"/>
              <a:t>经过若干次更新后</a:t>
            </a:r>
            <a:r>
              <a:rPr lang="zh-CN" altLang="en-US" b="1" dirty="0" smtClean="0"/>
              <a:t>，</a:t>
            </a:r>
            <a:r>
              <a:rPr lang="zh-CN" altLang="en-US" b="1" dirty="0"/>
              <a:t>最终</a:t>
            </a:r>
            <a:r>
              <a:rPr lang="zh-CN" altLang="en-US" b="1" dirty="0" smtClean="0"/>
              <a:t>所有</a:t>
            </a:r>
            <a:r>
              <a:rPr lang="zh-CN" altLang="en-US" b="1" dirty="0"/>
              <a:t>的</a:t>
            </a:r>
            <a:r>
              <a:rPr lang="zh-CN" altLang="en-US" b="1" dirty="0" smtClean="0"/>
              <a:t>路由器都会</a:t>
            </a:r>
            <a:r>
              <a:rPr lang="zh-CN" altLang="en-US" b="1" dirty="0"/>
              <a:t>知道到达本自治系统中任何一个网络的最短距离和下一跳</a:t>
            </a:r>
            <a:r>
              <a:rPr lang="zh-CN" altLang="en-US" b="1" dirty="0" smtClean="0"/>
              <a:t>路由器。</a:t>
            </a:r>
            <a:endParaRPr lang="zh-CN" altLang="en-US" b="1" dirty="0"/>
          </a:p>
        </p:txBody>
      </p:sp>
    </p:spTree>
    <p:extLst>
      <p:ext uri="{BB962C8B-B14F-4D97-AF65-F5344CB8AC3E}">
        <p14:creationId xmlns:p14="http://schemas.microsoft.com/office/powerpoint/2010/main" val="2490941639"/>
      </p:ext>
    </p:extLst>
  </p:cSld>
  <p:clrMapOvr>
    <a:masterClrMapping/>
  </p:clrMapOvr>
  <p:transition spd="slow"/>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标题 3"/>
          <p:cNvSpPr>
            <a:spLocks noGrp="1" noChangeArrowheads="1"/>
          </p:cNvSpPr>
          <p:nvPr>
            <p:ph type="title"/>
          </p:nvPr>
        </p:nvSpPr>
        <p:spPr/>
        <p:txBody>
          <a:bodyPr/>
          <a:lstStyle/>
          <a:p>
            <a:r>
              <a:rPr lang="zh-CN" altLang="en-US" dirty="0" smtClean="0"/>
              <a:t>距离向量算法</a:t>
            </a:r>
          </a:p>
        </p:txBody>
      </p:sp>
      <p:sp>
        <p:nvSpPr>
          <p:cNvPr id="559107" name="Rectangle 3"/>
          <p:cNvSpPr>
            <a:spLocks noGrp="1" noChangeArrowheads="1"/>
          </p:cNvSpPr>
          <p:nvPr>
            <p:ph idx="1"/>
          </p:nvPr>
        </p:nvSpPr>
        <p:spPr>
          <a:xfrm>
            <a:off x="442913" y="1266825"/>
            <a:ext cx="10837663" cy="4895850"/>
          </a:xfrm>
        </p:spPr>
        <p:txBody>
          <a:bodyPr/>
          <a:lstStyle/>
          <a:p>
            <a:pPr algn="just"/>
            <a:r>
              <a:rPr lang="zh-CN" altLang="en-US" b="1" dirty="0"/>
              <a:t>对每一个相邻路由器发送过来</a:t>
            </a:r>
            <a:r>
              <a:rPr lang="zh-CN" altLang="en-US" b="1" dirty="0" smtClean="0"/>
              <a:t>的 </a:t>
            </a:r>
            <a:r>
              <a:rPr lang="en-US" altLang="zh-CN" b="1" dirty="0" smtClean="0"/>
              <a:t>RIP </a:t>
            </a:r>
            <a:r>
              <a:rPr lang="zh-CN" altLang="en-US" b="1" dirty="0" smtClean="0"/>
              <a:t>报文（里面包含路由信息），</a:t>
            </a:r>
            <a:r>
              <a:rPr lang="zh-CN" altLang="en-US" b="1" dirty="0"/>
              <a:t>进行</a:t>
            </a:r>
            <a:r>
              <a:rPr lang="zh-CN" altLang="en-US" b="1" dirty="0" smtClean="0"/>
              <a:t>以下操作：</a:t>
            </a:r>
            <a:endParaRPr lang="en-US" altLang="zh-CN" b="1" dirty="0" smtClean="0"/>
          </a:p>
          <a:p>
            <a:pPr lvl="1" algn="just"/>
            <a:r>
              <a:rPr lang="en-US" altLang="zh-CN" b="1" dirty="0" smtClean="0"/>
              <a:t>(</a:t>
            </a:r>
            <a:r>
              <a:rPr lang="en-US" altLang="zh-CN" b="1" dirty="0"/>
              <a:t>1)</a:t>
            </a:r>
            <a:r>
              <a:rPr lang="zh-CN" altLang="en-US" b="1" dirty="0"/>
              <a:t>对地址</a:t>
            </a:r>
            <a:r>
              <a:rPr lang="zh-CN" altLang="en-US" b="1" dirty="0" smtClean="0"/>
              <a:t>为 </a:t>
            </a:r>
            <a:r>
              <a:rPr lang="en-US" altLang="zh-CN" b="1" dirty="0" smtClean="0"/>
              <a:t>X </a:t>
            </a:r>
            <a:r>
              <a:rPr lang="zh-CN" altLang="en-US" b="1" dirty="0" smtClean="0"/>
              <a:t>的</a:t>
            </a:r>
            <a:r>
              <a:rPr lang="zh-CN" altLang="en-US" b="1" dirty="0"/>
              <a:t>相邻路由器发来</a:t>
            </a:r>
            <a:r>
              <a:rPr lang="zh-CN" altLang="en-US" b="1" dirty="0" smtClean="0"/>
              <a:t>的 </a:t>
            </a:r>
            <a:r>
              <a:rPr lang="en-US" altLang="zh-CN" b="1" dirty="0" smtClean="0"/>
              <a:t>RIP </a:t>
            </a:r>
            <a:r>
              <a:rPr lang="zh-CN" altLang="en-US" b="1" dirty="0" smtClean="0"/>
              <a:t>报文</a:t>
            </a:r>
            <a:r>
              <a:rPr lang="zh-CN" altLang="en-US" b="1" dirty="0"/>
              <a:t>，先修改此报文中</a:t>
            </a:r>
            <a:r>
              <a:rPr lang="zh-CN" altLang="en-US" b="1" dirty="0" smtClean="0"/>
              <a:t>的路由信息：把</a:t>
            </a:r>
            <a:r>
              <a:rPr lang="zh-CN" altLang="en-US" b="1" dirty="0"/>
              <a:t>“下一跳”字段中的地址都</a:t>
            </a:r>
            <a:r>
              <a:rPr lang="zh-CN" altLang="en-US" b="1" dirty="0" smtClean="0"/>
              <a:t>改为 </a:t>
            </a:r>
            <a:r>
              <a:rPr lang="en-US" altLang="zh-CN" b="1" dirty="0" smtClean="0"/>
              <a:t>X</a:t>
            </a:r>
            <a:r>
              <a:rPr lang="zh-CN" altLang="en-US" b="1" dirty="0" smtClean="0"/>
              <a:t>，并</a:t>
            </a:r>
            <a:r>
              <a:rPr lang="zh-CN" altLang="en-US" b="1" dirty="0"/>
              <a:t>把所有的“距离”字段的值</a:t>
            </a:r>
            <a:r>
              <a:rPr lang="zh-CN" altLang="en-US" b="1" dirty="0" smtClean="0"/>
              <a:t>加 </a:t>
            </a:r>
            <a:r>
              <a:rPr lang="en-US" altLang="zh-CN" b="1" dirty="0" smtClean="0"/>
              <a:t>1</a:t>
            </a:r>
            <a:r>
              <a:rPr lang="zh-CN" altLang="en-US" b="1" dirty="0" smtClean="0"/>
              <a:t>。修改后，每一条路由可表示为：到</a:t>
            </a:r>
            <a:r>
              <a:rPr lang="zh-CN" altLang="en-US" b="1" dirty="0"/>
              <a:t>目的</a:t>
            </a:r>
            <a:r>
              <a:rPr lang="zh-CN" altLang="en-US" b="1" dirty="0" smtClean="0"/>
              <a:t>网络 </a:t>
            </a:r>
            <a:r>
              <a:rPr lang="en-US" altLang="zh-CN" b="1" dirty="0" smtClean="0"/>
              <a:t>N</a:t>
            </a:r>
            <a:r>
              <a:rPr lang="zh-CN" altLang="en-US" b="1" dirty="0" smtClean="0"/>
              <a:t>，距离是 </a:t>
            </a:r>
            <a:r>
              <a:rPr lang="en-US" altLang="zh-CN" b="1" dirty="0" smtClean="0"/>
              <a:t>d</a:t>
            </a:r>
            <a:r>
              <a:rPr lang="zh-CN" altLang="en-US" b="1" dirty="0" smtClean="0"/>
              <a:t>，下</a:t>
            </a:r>
            <a:r>
              <a:rPr lang="zh-CN" altLang="en-US" b="1" dirty="0"/>
              <a:t>一跳路由器是 </a:t>
            </a:r>
            <a:r>
              <a:rPr lang="en-US" altLang="zh-CN" b="1" dirty="0"/>
              <a:t>X</a:t>
            </a:r>
            <a:r>
              <a:rPr lang="zh-CN" altLang="en-US" b="1" dirty="0" smtClean="0"/>
              <a:t>。</a:t>
            </a:r>
            <a:endParaRPr lang="en-US" altLang="zh-CN" b="1" dirty="0" smtClean="0"/>
          </a:p>
        </p:txBody>
      </p:sp>
    </p:spTree>
    <p:extLst>
      <p:ext uri="{BB962C8B-B14F-4D97-AF65-F5344CB8AC3E}">
        <p14:creationId xmlns:p14="http://schemas.microsoft.com/office/powerpoint/2010/main" val="2225725691"/>
      </p:ext>
    </p:extLst>
  </p:cSld>
  <p:clrMapOvr>
    <a:masterClrMapping/>
  </p:clrMapOvr>
  <p:transition spd="slow"/>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标题 3"/>
          <p:cNvSpPr>
            <a:spLocks noGrp="1" noChangeArrowheads="1"/>
          </p:cNvSpPr>
          <p:nvPr>
            <p:ph type="title"/>
          </p:nvPr>
        </p:nvSpPr>
        <p:spPr/>
        <p:txBody>
          <a:bodyPr/>
          <a:lstStyle/>
          <a:p>
            <a:r>
              <a:rPr lang="zh-CN" altLang="en-US" dirty="0" smtClean="0"/>
              <a:t>距离向量算法</a:t>
            </a:r>
          </a:p>
        </p:txBody>
      </p:sp>
      <p:sp>
        <p:nvSpPr>
          <p:cNvPr id="559107" name="Rectangle 3"/>
          <p:cNvSpPr>
            <a:spLocks noGrp="1" noChangeArrowheads="1"/>
          </p:cNvSpPr>
          <p:nvPr>
            <p:ph idx="1"/>
          </p:nvPr>
        </p:nvSpPr>
        <p:spPr>
          <a:xfrm>
            <a:off x="442913" y="1266825"/>
            <a:ext cx="11269711" cy="4895850"/>
          </a:xfrm>
        </p:spPr>
        <p:txBody>
          <a:bodyPr/>
          <a:lstStyle/>
          <a:p>
            <a:pPr lvl="1" algn="just"/>
            <a:r>
              <a:rPr lang="en-US" altLang="zh-CN" b="1" dirty="0" smtClean="0"/>
              <a:t>(</a:t>
            </a:r>
            <a:r>
              <a:rPr lang="en-US" altLang="zh-CN" b="1" dirty="0"/>
              <a:t>2</a:t>
            </a:r>
            <a:r>
              <a:rPr lang="en-US" altLang="zh-CN" b="1" dirty="0" smtClean="0"/>
              <a:t>)</a:t>
            </a:r>
            <a:r>
              <a:rPr lang="zh-CN" altLang="en-US" b="1" dirty="0"/>
              <a:t>用</a:t>
            </a:r>
            <a:r>
              <a:rPr lang="zh-CN" altLang="en-US" b="1" dirty="0" smtClean="0"/>
              <a:t>修改后的路由，</a:t>
            </a:r>
            <a:r>
              <a:rPr lang="zh-CN" altLang="en-US" b="1" dirty="0"/>
              <a:t>与路由表中</a:t>
            </a:r>
            <a:r>
              <a:rPr lang="zh-CN" altLang="en-US" b="1" dirty="0" smtClean="0"/>
              <a:t>原来的路由进行对比：</a:t>
            </a:r>
            <a:endParaRPr lang="en-US" altLang="zh-CN" b="1" dirty="0" smtClean="0"/>
          </a:p>
          <a:p>
            <a:pPr marL="812800" lvl="1" indent="0" algn="just">
              <a:buNone/>
            </a:pPr>
            <a:r>
              <a:rPr lang="zh-CN" altLang="en-US" sz="2400" b="1" dirty="0" smtClean="0"/>
              <a:t>若</a:t>
            </a:r>
            <a:r>
              <a:rPr lang="zh-CN" altLang="en-US" sz="2400" b="1" dirty="0"/>
              <a:t>原来的路由表中没有目的</a:t>
            </a:r>
            <a:r>
              <a:rPr lang="zh-CN" altLang="en-US" sz="2400" b="1" dirty="0" smtClean="0"/>
              <a:t>网络 </a:t>
            </a:r>
            <a:r>
              <a:rPr lang="en-US" altLang="zh-CN" sz="2400" b="1" dirty="0" smtClean="0"/>
              <a:t>N</a:t>
            </a:r>
            <a:r>
              <a:rPr lang="zh-CN" altLang="en-US" sz="2400" b="1" dirty="0" smtClean="0"/>
              <a:t>，则</a:t>
            </a:r>
            <a:r>
              <a:rPr lang="zh-CN" altLang="en-US" sz="2400" b="1" dirty="0"/>
              <a:t>把</a:t>
            </a:r>
            <a:r>
              <a:rPr lang="zh-CN" altLang="en-US" sz="2400" b="1" dirty="0" smtClean="0"/>
              <a:t>该路由添加</a:t>
            </a:r>
            <a:r>
              <a:rPr lang="zh-CN" altLang="en-US" sz="2400" b="1" dirty="0"/>
              <a:t>到路由表</a:t>
            </a:r>
            <a:r>
              <a:rPr lang="zh-CN" altLang="en-US" sz="2400" b="1" dirty="0" smtClean="0"/>
              <a:t>中；</a:t>
            </a:r>
            <a:endParaRPr lang="en-US" altLang="zh-CN" sz="2400" b="1" dirty="0" smtClean="0"/>
          </a:p>
          <a:p>
            <a:pPr marL="812800" lvl="1" indent="0" algn="just">
              <a:buNone/>
            </a:pPr>
            <a:r>
              <a:rPr lang="zh-CN" altLang="en-US" sz="2400" b="1" dirty="0" smtClean="0"/>
              <a:t>否则（即</a:t>
            </a:r>
            <a:r>
              <a:rPr lang="zh-CN" altLang="en-US" sz="2400" b="1" dirty="0"/>
              <a:t>在路由表中有目的</a:t>
            </a:r>
            <a:r>
              <a:rPr lang="zh-CN" altLang="en-US" sz="2400" b="1" dirty="0" smtClean="0"/>
              <a:t>网络 </a:t>
            </a:r>
            <a:r>
              <a:rPr lang="en-US" altLang="zh-CN" sz="2400" b="1" dirty="0" smtClean="0"/>
              <a:t>N</a:t>
            </a:r>
            <a:r>
              <a:rPr lang="zh-CN" altLang="en-US" sz="2400" b="1" dirty="0" smtClean="0"/>
              <a:t>），就</a:t>
            </a:r>
            <a:r>
              <a:rPr lang="zh-CN" altLang="en-US" sz="2400" b="1" dirty="0"/>
              <a:t>再查看下一跳路由器</a:t>
            </a:r>
            <a:r>
              <a:rPr lang="zh-CN" altLang="en-US" sz="2400" b="1" dirty="0" smtClean="0"/>
              <a:t>地址，</a:t>
            </a:r>
            <a:endParaRPr lang="en-US" altLang="zh-CN" sz="2400" b="1" dirty="0"/>
          </a:p>
          <a:p>
            <a:pPr marL="812800" lvl="1" indent="0" algn="just">
              <a:buNone/>
            </a:pPr>
            <a:r>
              <a:rPr lang="en-US" altLang="zh-CN" sz="2400" b="1" dirty="0" smtClean="0"/>
              <a:t>        </a:t>
            </a:r>
            <a:r>
              <a:rPr lang="zh-CN" altLang="en-US" sz="2400" b="1" dirty="0" smtClean="0"/>
              <a:t>若</a:t>
            </a:r>
            <a:r>
              <a:rPr lang="zh-CN" altLang="en-US" sz="2400" b="1" dirty="0"/>
              <a:t>下一跳路由器地址</a:t>
            </a:r>
            <a:r>
              <a:rPr lang="zh-CN" altLang="en-US" sz="2400" b="1" dirty="0" smtClean="0"/>
              <a:t>是</a:t>
            </a:r>
            <a:r>
              <a:rPr lang="en-US" altLang="zh-CN" sz="2400" b="1" dirty="0" smtClean="0"/>
              <a:t> X</a:t>
            </a:r>
            <a:r>
              <a:rPr lang="zh-CN" altLang="en-US" sz="2400" b="1" dirty="0" smtClean="0"/>
              <a:t>，则用修改后的路由</a:t>
            </a:r>
            <a:r>
              <a:rPr lang="zh-CN" altLang="en-US" sz="2400" b="1" dirty="0" smtClean="0">
                <a:solidFill>
                  <a:srgbClr val="FF0000"/>
                </a:solidFill>
              </a:rPr>
              <a:t>更新</a:t>
            </a:r>
            <a:r>
              <a:rPr lang="zh-CN" altLang="en-US" sz="2400" b="1" dirty="0" smtClean="0"/>
              <a:t>原</a:t>
            </a:r>
            <a:r>
              <a:rPr lang="zh-CN" altLang="en-US" sz="2400" b="1" dirty="0"/>
              <a:t>路由表中</a:t>
            </a:r>
            <a:r>
              <a:rPr lang="zh-CN" altLang="en-US" sz="2400" b="1" dirty="0" smtClean="0"/>
              <a:t>的路由；</a:t>
            </a:r>
            <a:endParaRPr lang="en-US" altLang="zh-CN" sz="2400" b="1" dirty="0" smtClean="0"/>
          </a:p>
          <a:p>
            <a:pPr marL="812800" lvl="1" indent="0" algn="just">
              <a:buNone/>
            </a:pPr>
            <a:r>
              <a:rPr lang="en-US" altLang="zh-CN" sz="2400" b="1" dirty="0"/>
              <a:t> </a:t>
            </a:r>
            <a:r>
              <a:rPr lang="en-US" altLang="zh-CN" sz="2400" b="1" dirty="0" smtClean="0"/>
              <a:t>       </a:t>
            </a:r>
            <a:r>
              <a:rPr lang="zh-CN" altLang="en-US" sz="2400" b="1" dirty="0" smtClean="0"/>
              <a:t>否则（即这个</a:t>
            </a:r>
            <a:r>
              <a:rPr lang="zh-CN" altLang="en-US" sz="2400" b="1" dirty="0"/>
              <a:t>路由</a:t>
            </a:r>
            <a:r>
              <a:rPr lang="zh-CN" altLang="en-US" sz="2400" b="1" dirty="0" smtClean="0"/>
              <a:t>是：到</a:t>
            </a:r>
            <a:r>
              <a:rPr lang="zh-CN" altLang="en-US" sz="2400" b="1" dirty="0"/>
              <a:t>目的</a:t>
            </a:r>
            <a:r>
              <a:rPr lang="zh-CN" altLang="en-US" sz="2400" b="1" dirty="0" smtClean="0"/>
              <a:t>网络 </a:t>
            </a:r>
            <a:r>
              <a:rPr lang="en-US" altLang="zh-CN" sz="2400" b="1" dirty="0" smtClean="0"/>
              <a:t>N</a:t>
            </a:r>
            <a:r>
              <a:rPr lang="zh-CN" altLang="en-US" sz="2400" b="1" dirty="0" smtClean="0"/>
              <a:t>，但</a:t>
            </a:r>
            <a:r>
              <a:rPr lang="zh-CN" altLang="en-US" sz="2400" b="1" dirty="0"/>
              <a:t>下一跳路由器</a:t>
            </a:r>
            <a:r>
              <a:rPr lang="zh-CN" altLang="en-US" sz="2400" b="1" dirty="0" smtClean="0"/>
              <a:t>不是 </a:t>
            </a:r>
            <a:r>
              <a:rPr lang="en-US" altLang="zh-CN" sz="2400" b="1" dirty="0" smtClean="0"/>
              <a:t>X</a:t>
            </a:r>
            <a:r>
              <a:rPr lang="zh-CN" altLang="en-US" sz="2400" b="1" dirty="0" smtClean="0"/>
              <a:t>），</a:t>
            </a:r>
            <a:endParaRPr lang="en-US" altLang="zh-CN" sz="2400" b="1" dirty="0" smtClean="0"/>
          </a:p>
          <a:p>
            <a:pPr marL="812800" lvl="1" indent="0" algn="just">
              <a:buNone/>
            </a:pPr>
            <a:r>
              <a:rPr lang="en-US" altLang="zh-CN" sz="2400" b="1" dirty="0"/>
              <a:t> </a:t>
            </a:r>
            <a:r>
              <a:rPr lang="en-US" altLang="zh-CN" sz="2400" b="1" dirty="0" smtClean="0"/>
              <a:t>               </a:t>
            </a:r>
            <a:r>
              <a:rPr lang="zh-CN" altLang="en-US" sz="2400" b="1" dirty="0" smtClean="0"/>
              <a:t>若修改后的路由中</a:t>
            </a:r>
            <a:r>
              <a:rPr lang="zh-CN" altLang="en-US" sz="2400" b="1" dirty="0"/>
              <a:t>的</a:t>
            </a:r>
            <a:r>
              <a:rPr lang="zh-CN" altLang="en-US" sz="2400" b="1" dirty="0" smtClean="0"/>
              <a:t>距离 </a:t>
            </a:r>
            <a:r>
              <a:rPr lang="en-US" altLang="zh-CN" sz="2400" b="1" dirty="0" smtClean="0"/>
              <a:t>d </a:t>
            </a:r>
            <a:r>
              <a:rPr lang="zh-CN" altLang="en-US" sz="2400" b="1" dirty="0" smtClean="0"/>
              <a:t>小于</a:t>
            </a:r>
            <a:r>
              <a:rPr lang="zh-CN" altLang="en-US" sz="2400" b="1" dirty="0"/>
              <a:t>路由表中的距离，则进行</a:t>
            </a:r>
            <a:r>
              <a:rPr lang="zh-CN" altLang="en-US" sz="2400" b="1" dirty="0" smtClean="0">
                <a:solidFill>
                  <a:srgbClr val="FF0000"/>
                </a:solidFill>
              </a:rPr>
              <a:t>更新</a:t>
            </a:r>
            <a:r>
              <a:rPr lang="zh-CN" altLang="en-US" sz="2400" b="1" dirty="0" smtClean="0"/>
              <a:t>；</a:t>
            </a:r>
            <a:endParaRPr lang="en-US" altLang="zh-CN" sz="2400" b="1" dirty="0" smtClean="0"/>
          </a:p>
          <a:p>
            <a:pPr marL="812800" lvl="1" indent="0" algn="just">
              <a:buNone/>
            </a:pPr>
            <a:r>
              <a:rPr lang="zh-CN" altLang="en-US" sz="2400" b="1" dirty="0" smtClean="0"/>
              <a:t>                否则</a:t>
            </a:r>
            <a:r>
              <a:rPr lang="zh-CN" altLang="en-US" sz="2400" b="1" dirty="0"/>
              <a:t>什么也不做</a:t>
            </a:r>
            <a:r>
              <a:rPr lang="zh-CN" altLang="en-US" sz="2400" b="1" dirty="0" smtClean="0"/>
              <a:t>。</a:t>
            </a:r>
            <a:endParaRPr lang="en-US" altLang="zh-CN" sz="2400" b="1" dirty="0" smtClean="0"/>
          </a:p>
        </p:txBody>
      </p:sp>
    </p:spTree>
    <p:extLst>
      <p:ext uri="{BB962C8B-B14F-4D97-AF65-F5344CB8AC3E}">
        <p14:creationId xmlns:p14="http://schemas.microsoft.com/office/powerpoint/2010/main" val="3364766814"/>
      </p:ext>
    </p:extLst>
  </p:cSld>
  <p:clrMapOvr>
    <a:masterClrMapping/>
  </p:clrMapOvr>
  <p:transition spd="slow"/>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标题 3"/>
          <p:cNvSpPr>
            <a:spLocks noGrp="1" noChangeArrowheads="1"/>
          </p:cNvSpPr>
          <p:nvPr>
            <p:ph type="title"/>
          </p:nvPr>
        </p:nvSpPr>
        <p:spPr/>
        <p:txBody>
          <a:bodyPr/>
          <a:lstStyle/>
          <a:p>
            <a:r>
              <a:rPr lang="zh-CN" altLang="en-US" dirty="0" smtClean="0"/>
              <a:t>距离向量算法</a:t>
            </a:r>
          </a:p>
        </p:txBody>
      </p:sp>
      <p:sp>
        <p:nvSpPr>
          <p:cNvPr id="559107" name="Rectangle 3"/>
          <p:cNvSpPr>
            <a:spLocks noGrp="1" noChangeArrowheads="1"/>
          </p:cNvSpPr>
          <p:nvPr>
            <p:ph idx="1"/>
          </p:nvPr>
        </p:nvSpPr>
        <p:spPr>
          <a:xfrm>
            <a:off x="442913" y="1266825"/>
            <a:ext cx="10837663" cy="4895850"/>
          </a:xfrm>
        </p:spPr>
        <p:txBody>
          <a:bodyPr/>
          <a:lstStyle/>
          <a:p>
            <a:pPr algn="just"/>
            <a:r>
              <a:rPr lang="zh-CN" altLang="en-US" b="1" dirty="0"/>
              <a:t>若 </a:t>
            </a:r>
            <a:r>
              <a:rPr lang="en-US" altLang="zh-CN" b="1" dirty="0"/>
              <a:t>3 </a:t>
            </a:r>
            <a:r>
              <a:rPr lang="zh-CN" altLang="en-US" b="1" dirty="0"/>
              <a:t>分钟还没有收到相邻路由器</a:t>
            </a:r>
            <a:r>
              <a:rPr lang="zh-CN" altLang="en-US" b="1" dirty="0" smtClean="0"/>
              <a:t>的 </a:t>
            </a:r>
            <a:r>
              <a:rPr lang="en-US" altLang="zh-CN" b="1" dirty="0" smtClean="0"/>
              <a:t>RIP </a:t>
            </a:r>
            <a:r>
              <a:rPr lang="zh-CN" altLang="en-US" b="1" dirty="0" smtClean="0"/>
              <a:t>报文，</a:t>
            </a:r>
            <a:r>
              <a:rPr lang="zh-CN" altLang="en-US" b="1" dirty="0"/>
              <a:t>则把此相邻路由器记为不可达的路由器，即把距离置为 </a:t>
            </a:r>
            <a:r>
              <a:rPr lang="en-US" altLang="zh-CN" b="1" dirty="0" smtClean="0"/>
              <a:t>16</a:t>
            </a:r>
            <a:r>
              <a:rPr lang="zh-CN" altLang="en-US" b="1" dirty="0" smtClean="0"/>
              <a:t>（</a:t>
            </a:r>
            <a:r>
              <a:rPr lang="zh-CN" altLang="en-US" b="1" dirty="0"/>
              <a:t>距离为 </a:t>
            </a:r>
            <a:r>
              <a:rPr lang="en-US" altLang="zh-CN" b="1" dirty="0"/>
              <a:t>16 </a:t>
            </a:r>
            <a:r>
              <a:rPr lang="zh-CN" altLang="en-US" b="1" dirty="0"/>
              <a:t>表示不可达</a:t>
            </a:r>
            <a:r>
              <a:rPr lang="zh-CN" altLang="en-US" b="1" dirty="0" smtClean="0"/>
              <a:t>）。</a:t>
            </a:r>
            <a:endParaRPr lang="en-US" altLang="zh-CN" b="1" dirty="0" smtClean="0"/>
          </a:p>
        </p:txBody>
      </p:sp>
    </p:spTree>
    <p:extLst>
      <p:ext uri="{BB962C8B-B14F-4D97-AF65-F5344CB8AC3E}">
        <p14:creationId xmlns:p14="http://schemas.microsoft.com/office/powerpoint/2010/main" val="1803210828"/>
      </p:ext>
    </p:extLst>
  </p:cSld>
  <p:clrMapOvr>
    <a:masterClrMapping/>
  </p:clrMapOvr>
  <p:transition spd="slow"/>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2"/>
          <p:cNvSpPr>
            <a:spLocks noGrp="1" noChangeArrowheads="1"/>
          </p:cNvSpPr>
          <p:nvPr>
            <p:ph type="title"/>
          </p:nvPr>
        </p:nvSpPr>
        <p:spPr/>
        <p:txBody>
          <a:bodyPr/>
          <a:lstStyle/>
          <a:p>
            <a:r>
              <a:rPr lang="en-US" altLang="zh-CN" dirty="0" smtClean="0"/>
              <a:t>RIP </a:t>
            </a:r>
            <a:r>
              <a:rPr lang="zh-CN" altLang="en-US" dirty="0" smtClean="0"/>
              <a:t>距离向量算法举例</a:t>
            </a:r>
          </a:p>
        </p:txBody>
      </p:sp>
      <p:sp>
        <p:nvSpPr>
          <p:cNvPr id="12" name="圆角矩形 11"/>
          <p:cNvSpPr/>
          <p:nvPr/>
        </p:nvSpPr>
        <p:spPr>
          <a:xfrm>
            <a:off x="706584" y="1645096"/>
            <a:ext cx="9997928" cy="466422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Text Box 155"/>
          <p:cNvSpPr txBox="1">
            <a:spLocks noChangeArrowheads="1"/>
          </p:cNvSpPr>
          <p:nvPr/>
        </p:nvSpPr>
        <p:spPr bwMode="auto">
          <a:xfrm>
            <a:off x="1242894" y="1752947"/>
            <a:ext cx="8665986" cy="634020"/>
          </a:xfrm>
          <a:prstGeom prst="rect">
            <a:avLst/>
          </a:prstGeom>
          <a:solidFill>
            <a:srgbClr val="0000FF"/>
          </a:solidFill>
          <a:ln w="9525">
            <a:noFill/>
            <a:miter lim="800000"/>
            <a:headEnd/>
            <a:tailEnd/>
          </a:ln>
          <a:effectLst/>
          <a:extLst/>
        </p:spPr>
        <p:txBody>
          <a:bodyPr wrap="square">
            <a:spAutoFit/>
          </a:bodyPr>
          <a:lstStyle/>
          <a:p>
            <a:pPr>
              <a:lnSpc>
                <a:spcPct val="110000"/>
              </a:lnSpc>
            </a:pPr>
            <a:r>
              <a:rPr lang="en-US" altLang="zh-CN" sz="1600" b="1" dirty="0" smtClean="0">
                <a:solidFill>
                  <a:schemeClr val="bg1"/>
                </a:solidFill>
                <a:latin typeface="微软雅黑" pitchFamily="34" charset="-122"/>
                <a:ea typeface="微软雅黑" pitchFamily="34" charset="-122"/>
              </a:rPr>
              <a:t>【</a:t>
            </a:r>
            <a:r>
              <a:rPr lang="zh-CN" altLang="en-US" sz="1600" b="1" dirty="0" smtClean="0">
                <a:solidFill>
                  <a:schemeClr val="bg1"/>
                </a:solidFill>
                <a:latin typeface="微软雅黑" pitchFamily="34" charset="-122"/>
                <a:ea typeface="微软雅黑" pitchFamily="34" charset="-122"/>
              </a:rPr>
              <a:t>例</a:t>
            </a:r>
            <a:r>
              <a:rPr lang="en-US" altLang="zh-CN" sz="1600" b="1" dirty="0" smtClean="0">
                <a:solidFill>
                  <a:schemeClr val="bg1"/>
                </a:solidFill>
                <a:latin typeface="微软雅黑" pitchFamily="34" charset="-122"/>
                <a:ea typeface="微软雅黑" pitchFamily="34" charset="-122"/>
              </a:rPr>
              <a:t>】</a:t>
            </a:r>
            <a:r>
              <a:rPr lang="zh-CN" altLang="en-US" sz="1600" b="1" dirty="0">
                <a:solidFill>
                  <a:schemeClr val="bg1"/>
                </a:solidFill>
                <a:latin typeface="微软雅黑" pitchFamily="34" charset="-122"/>
                <a:ea typeface="微软雅黑" pitchFamily="34" charset="-122"/>
              </a:rPr>
              <a:t>已知路由器 </a:t>
            </a:r>
            <a:r>
              <a:rPr lang="en-US" altLang="zh-CN" sz="1600" b="1" dirty="0">
                <a:solidFill>
                  <a:schemeClr val="bg1"/>
                </a:solidFill>
                <a:latin typeface="微软雅黑" pitchFamily="34" charset="-122"/>
                <a:ea typeface="微软雅黑" pitchFamily="34" charset="-122"/>
              </a:rPr>
              <a:t>R</a:t>
            </a:r>
            <a:r>
              <a:rPr lang="en-US" altLang="zh-CN" sz="1600" b="1" baseline="-25000" dirty="0">
                <a:solidFill>
                  <a:schemeClr val="bg1"/>
                </a:solidFill>
                <a:latin typeface="微软雅黑" pitchFamily="34" charset="-122"/>
                <a:ea typeface="微软雅黑" pitchFamily="34" charset="-122"/>
              </a:rPr>
              <a:t>6</a:t>
            </a:r>
            <a:r>
              <a:rPr lang="en-US" altLang="zh-CN" sz="1600" b="1" dirty="0">
                <a:solidFill>
                  <a:schemeClr val="bg1"/>
                </a:solidFill>
                <a:latin typeface="微软雅黑" pitchFamily="34" charset="-122"/>
                <a:ea typeface="微软雅黑" pitchFamily="34" charset="-122"/>
              </a:rPr>
              <a:t> </a:t>
            </a:r>
            <a:r>
              <a:rPr lang="zh-CN" altLang="en-US" sz="1600" b="1" dirty="0">
                <a:solidFill>
                  <a:schemeClr val="bg1"/>
                </a:solidFill>
                <a:latin typeface="微软雅黑" pitchFamily="34" charset="-122"/>
                <a:ea typeface="微软雅黑" pitchFamily="34" charset="-122"/>
              </a:rPr>
              <a:t>有表 </a:t>
            </a:r>
            <a:r>
              <a:rPr lang="en-US" altLang="zh-CN" sz="1600" b="1" dirty="0" smtClean="0">
                <a:solidFill>
                  <a:schemeClr val="bg1"/>
                </a:solidFill>
                <a:latin typeface="微软雅黑" pitchFamily="34" charset="-122"/>
                <a:ea typeface="微软雅黑" pitchFamily="34" charset="-122"/>
              </a:rPr>
              <a:t>4-8(a</a:t>
            </a:r>
            <a:r>
              <a:rPr lang="en-US" altLang="zh-CN" sz="1600" b="1" dirty="0">
                <a:solidFill>
                  <a:schemeClr val="bg1"/>
                </a:solidFill>
                <a:latin typeface="微软雅黑" pitchFamily="34" charset="-122"/>
                <a:ea typeface="微软雅黑" pitchFamily="34" charset="-122"/>
              </a:rPr>
              <a:t>) </a:t>
            </a:r>
            <a:r>
              <a:rPr lang="zh-CN" altLang="en-US" sz="1600" b="1" dirty="0">
                <a:solidFill>
                  <a:schemeClr val="bg1"/>
                </a:solidFill>
                <a:latin typeface="微软雅黑" pitchFamily="34" charset="-122"/>
                <a:ea typeface="微软雅黑" pitchFamily="34" charset="-122"/>
              </a:rPr>
              <a:t>所示的路由表。现在收到相邻路由器 </a:t>
            </a:r>
            <a:r>
              <a:rPr lang="en-US" altLang="zh-CN" sz="1600" b="1" dirty="0">
                <a:solidFill>
                  <a:schemeClr val="bg1"/>
                </a:solidFill>
                <a:latin typeface="微软雅黑" pitchFamily="34" charset="-122"/>
                <a:ea typeface="微软雅黑" pitchFamily="34" charset="-122"/>
              </a:rPr>
              <a:t>R</a:t>
            </a:r>
            <a:r>
              <a:rPr lang="en-US" altLang="zh-CN" sz="1600" b="1" baseline="-25000" dirty="0">
                <a:solidFill>
                  <a:schemeClr val="bg1"/>
                </a:solidFill>
                <a:latin typeface="微软雅黑" pitchFamily="34" charset="-122"/>
                <a:ea typeface="微软雅黑" pitchFamily="34" charset="-122"/>
              </a:rPr>
              <a:t>4 </a:t>
            </a:r>
            <a:r>
              <a:rPr lang="zh-CN" altLang="en-US" sz="1600" b="1" dirty="0">
                <a:solidFill>
                  <a:schemeClr val="bg1"/>
                </a:solidFill>
                <a:latin typeface="微软雅黑" pitchFamily="34" charset="-122"/>
                <a:ea typeface="微软雅黑" pitchFamily="34" charset="-122"/>
              </a:rPr>
              <a:t>发来的路由更新信息，如表 </a:t>
            </a:r>
            <a:r>
              <a:rPr lang="en-US" altLang="zh-CN" sz="1600" b="1" dirty="0" smtClean="0">
                <a:solidFill>
                  <a:schemeClr val="bg1"/>
                </a:solidFill>
                <a:latin typeface="微软雅黑" pitchFamily="34" charset="-122"/>
                <a:ea typeface="微软雅黑" pitchFamily="34" charset="-122"/>
              </a:rPr>
              <a:t>4-8(b</a:t>
            </a:r>
            <a:r>
              <a:rPr lang="en-US" altLang="zh-CN" sz="1600" b="1" dirty="0">
                <a:solidFill>
                  <a:schemeClr val="bg1"/>
                </a:solidFill>
                <a:latin typeface="微软雅黑" pitchFamily="34" charset="-122"/>
                <a:ea typeface="微软雅黑" pitchFamily="34" charset="-122"/>
              </a:rPr>
              <a:t>) </a:t>
            </a:r>
            <a:r>
              <a:rPr lang="zh-CN" altLang="en-US" sz="1600" b="1" dirty="0">
                <a:solidFill>
                  <a:schemeClr val="bg1"/>
                </a:solidFill>
                <a:latin typeface="微软雅黑" pitchFamily="34" charset="-122"/>
                <a:ea typeface="微软雅黑" pitchFamily="34" charset="-122"/>
              </a:rPr>
              <a:t>所示。试更新路由器 </a:t>
            </a:r>
            <a:r>
              <a:rPr lang="en-US" altLang="zh-CN" sz="1600" b="1" dirty="0">
                <a:solidFill>
                  <a:schemeClr val="bg1"/>
                </a:solidFill>
                <a:latin typeface="微软雅黑" pitchFamily="34" charset="-122"/>
                <a:ea typeface="微软雅黑" pitchFamily="34" charset="-122"/>
              </a:rPr>
              <a:t>R</a:t>
            </a:r>
            <a:r>
              <a:rPr lang="en-US" altLang="zh-CN" sz="1600" b="1" baseline="-25000" dirty="0">
                <a:solidFill>
                  <a:schemeClr val="bg1"/>
                </a:solidFill>
                <a:latin typeface="微软雅黑" pitchFamily="34" charset="-122"/>
                <a:ea typeface="微软雅黑" pitchFamily="34" charset="-122"/>
              </a:rPr>
              <a:t>6</a:t>
            </a:r>
            <a:r>
              <a:rPr lang="en-US" altLang="zh-CN" sz="1600" b="1" dirty="0">
                <a:solidFill>
                  <a:schemeClr val="bg1"/>
                </a:solidFill>
                <a:latin typeface="微软雅黑" pitchFamily="34" charset="-122"/>
                <a:ea typeface="微软雅黑" pitchFamily="34" charset="-122"/>
              </a:rPr>
              <a:t> </a:t>
            </a:r>
            <a:r>
              <a:rPr lang="zh-CN" altLang="en-US" sz="1600" b="1" dirty="0">
                <a:solidFill>
                  <a:schemeClr val="bg1"/>
                </a:solidFill>
                <a:latin typeface="微软雅黑" pitchFamily="34" charset="-122"/>
                <a:ea typeface="微软雅黑" pitchFamily="34" charset="-122"/>
              </a:rPr>
              <a:t>的路由表。</a:t>
            </a:r>
          </a:p>
        </p:txBody>
      </p:sp>
      <p:graphicFrame>
        <p:nvGraphicFramePr>
          <p:cNvPr id="16" name="表格 15"/>
          <p:cNvGraphicFramePr>
            <a:graphicFrameLocks noGrp="1"/>
          </p:cNvGraphicFramePr>
          <p:nvPr>
            <p:extLst>
              <p:ext uri="{D42A27DB-BD31-4B8C-83A1-F6EECF244321}">
                <p14:modId xmlns:p14="http://schemas.microsoft.com/office/powerpoint/2010/main" val="4024743816"/>
              </p:ext>
            </p:extLst>
          </p:nvPr>
        </p:nvGraphicFramePr>
        <p:xfrm>
          <a:off x="1141756" y="2825968"/>
          <a:ext cx="3660647" cy="1179096"/>
        </p:xfrm>
        <a:graphic>
          <a:graphicData uri="http://schemas.openxmlformats.org/drawingml/2006/table">
            <a:tbl>
              <a:tblPr firstRow="1" firstCol="1" lastRow="1" lastCol="1" bandRow="1" bandCol="1">
                <a:tableStyleId>{5C22544A-7EE6-4342-B048-85BDC9FD1C3A}</a:tableStyleId>
              </a:tblPr>
              <a:tblGrid>
                <a:gridCol w="1220215">
                  <a:extLst>
                    <a:ext uri="{9D8B030D-6E8A-4147-A177-3AD203B41FA5}">
                      <a16:colId xmlns:a16="http://schemas.microsoft.com/office/drawing/2014/main" xmlns="" val="20000"/>
                    </a:ext>
                  </a:extLst>
                </a:gridCol>
                <a:gridCol w="816535">
                  <a:extLst>
                    <a:ext uri="{9D8B030D-6E8A-4147-A177-3AD203B41FA5}">
                      <a16:colId xmlns:a16="http://schemas.microsoft.com/office/drawing/2014/main" xmlns="" val="20001"/>
                    </a:ext>
                  </a:extLst>
                </a:gridCol>
                <a:gridCol w="1623897">
                  <a:extLst>
                    <a:ext uri="{9D8B030D-6E8A-4147-A177-3AD203B41FA5}">
                      <a16:colId xmlns:a16="http://schemas.microsoft.com/office/drawing/2014/main" xmlns="" val="20002"/>
                    </a:ext>
                  </a:extLst>
                </a:gridCol>
              </a:tblGrid>
              <a:tr h="378006">
                <a:tc>
                  <a:txBody>
                    <a:bodyPr/>
                    <a:lstStyle/>
                    <a:p>
                      <a:pPr algn="ctr">
                        <a:lnSpc>
                          <a:spcPct val="100000"/>
                        </a:lnSpc>
                        <a:spcAft>
                          <a:spcPts val="0"/>
                        </a:spcAft>
                      </a:pPr>
                      <a:r>
                        <a:rPr lang="zh-CN" sz="1200" b="1" dirty="0">
                          <a:solidFill>
                            <a:schemeClr val="bg1"/>
                          </a:solidFill>
                          <a:effectLst/>
                          <a:latin typeface="微软雅黑" pitchFamily="34" charset="-122"/>
                          <a:ea typeface="微软雅黑" pitchFamily="34" charset="-122"/>
                        </a:rPr>
                        <a:t>目的网络</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lnSpc>
                          <a:spcPct val="100000"/>
                        </a:lnSpc>
                        <a:spcAft>
                          <a:spcPts val="0"/>
                        </a:spcAft>
                      </a:pPr>
                      <a:r>
                        <a:rPr lang="zh-CN" sz="1200" b="1" dirty="0">
                          <a:solidFill>
                            <a:schemeClr val="bg1"/>
                          </a:solidFill>
                          <a:effectLst/>
                          <a:latin typeface="微软雅黑" pitchFamily="34" charset="-122"/>
                          <a:ea typeface="微软雅黑" pitchFamily="34" charset="-122"/>
                        </a:rPr>
                        <a:t>距离</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lnSpc>
                          <a:spcPct val="100000"/>
                        </a:lnSpc>
                        <a:spcAft>
                          <a:spcPts val="0"/>
                        </a:spcAft>
                      </a:pPr>
                      <a:r>
                        <a:rPr lang="zh-CN" sz="1200" b="1" dirty="0">
                          <a:solidFill>
                            <a:schemeClr val="bg1"/>
                          </a:solidFill>
                          <a:effectLst/>
                          <a:latin typeface="微软雅黑" pitchFamily="34" charset="-122"/>
                          <a:ea typeface="微软雅黑" pitchFamily="34" charset="-122"/>
                        </a:rPr>
                        <a:t>下一跳路由器</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xmlns="" val="10000"/>
                  </a:ext>
                </a:extLst>
              </a:tr>
              <a:tr h="261392">
                <a:tc>
                  <a:txBody>
                    <a:bodyPr/>
                    <a:lstStyle/>
                    <a:p>
                      <a:pPr algn="ctr">
                        <a:lnSpc>
                          <a:spcPct val="100000"/>
                        </a:lnSpc>
                        <a:spcAft>
                          <a:spcPts val="0"/>
                        </a:spcAft>
                      </a:pPr>
                      <a:r>
                        <a:rPr lang="en-US" sz="1200" b="1" dirty="0" smtClean="0">
                          <a:solidFill>
                            <a:srgbClr val="000000"/>
                          </a:solidFill>
                          <a:effectLst/>
                          <a:latin typeface="微软雅黑" pitchFamily="34" charset="-122"/>
                          <a:ea typeface="微软雅黑" pitchFamily="34" charset="-122"/>
                        </a:rPr>
                        <a:t>Net2</a:t>
                      </a:r>
                      <a:endParaRPr lang="zh-CN" sz="12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1200" b="1">
                          <a:solidFill>
                            <a:srgbClr val="000000"/>
                          </a:solidFill>
                          <a:effectLst/>
                          <a:latin typeface="微软雅黑" pitchFamily="34" charset="-122"/>
                          <a:ea typeface="微软雅黑" pitchFamily="34" charset="-122"/>
                        </a:rPr>
                        <a:t>3</a:t>
                      </a:r>
                      <a:endParaRPr lang="zh-CN" sz="1200" b="1">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1200" b="1" dirty="0">
                          <a:solidFill>
                            <a:srgbClr val="000000"/>
                          </a:solidFill>
                          <a:effectLst/>
                          <a:latin typeface="微软雅黑" pitchFamily="34" charset="-122"/>
                          <a:ea typeface="微软雅黑" pitchFamily="34" charset="-122"/>
                        </a:rPr>
                        <a:t>R</a:t>
                      </a:r>
                      <a:r>
                        <a:rPr lang="en-US" sz="1200" b="1" baseline="-25000" dirty="0">
                          <a:solidFill>
                            <a:srgbClr val="000000"/>
                          </a:solidFill>
                          <a:effectLst/>
                          <a:latin typeface="微软雅黑" pitchFamily="34" charset="-122"/>
                          <a:ea typeface="微软雅黑" pitchFamily="34" charset="-122"/>
                        </a:rPr>
                        <a:t>4</a:t>
                      </a:r>
                      <a:endParaRPr lang="zh-CN" sz="12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1"/>
                  </a:ext>
                </a:extLst>
              </a:tr>
              <a:tr h="269849">
                <a:tc>
                  <a:txBody>
                    <a:bodyPr/>
                    <a:lstStyle/>
                    <a:p>
                      <a:pPr algn="ctr">
                        <a:lnSpc>
                          <a:spcPct val="100000"/>
                        </a:lnSpc>
                        <a:spcAft>
                          <a:spcPts val="0"/>
                        </a:spcAft>
                      </a:pPr>
                      <a:r>
                        <a:rPr lang="en-US" sz="1200" b="1" dirty="0" smtClean="0">
                          <a:solidFill>
                            <a:srgbClr val="000000"/>
                          </a:solidFill>
                          <a:effectLst/>
                          <a:latin typeface="微软雅黑" pitchFamily="34" charset="-122"/>
                          <a:ea typeface="微软雅黑" pitchFamily="34" charset="-122"/>
                        </a:rPr>
                        <a:t>Net3</a:t>
                      </a:r>
                      <a:endParaRPr lang="zh-CN" sz="12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pPr>
                      <a:r>
                        <a:rPr lang="en-US" sz="1200" b="1" dirty="0">
                          <a:solidFill>
                            <a:srgbClr val="000000"/>
                          </a:solidFill>
                          <a:effectLst/>
                          <a:latin typeface="微软雅黑" pitchFamily="34" charset="-122"/>
                          <a:ea typeface="微软雅黑" pitchFamily="34" charset="-122"/>
                        </a:rPr>
                        <a:t>4</a:t>
                      </a:r>
                      <a:endParaRPr lang="zh-CN" sz="12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pPr>
                      <a:r>
                        <a:rPr lang="en-US" sz="1200" b="1" dirty="0">
                          <a:solidFill>
                            <a:srgbClr val="000000"/>
                          </a:solidFill>
                          <a:effectLst/>
                          <a:latin typeface="微软雅黑" pitchFamily="34" charset="-122"/>
                          <a:ea typeface="微软雅黑" pitchFamily="34" charset="-122"/>
                        </a:rPr>
                        <a:t>R</a:t>
                      </a:r>
                      <a:r>
                        <a:rPr lang="en-US" sz="1200" b="1" baseline="-25000" dirty="0">
                          <a:solidFill>
                            <a:srgbClr val="000000"/>
                          </a:solidFill>
                          <a:effectLst/>
                          <a:latin typeface="微软雅黑" pitchFamily="34" charset="-122"/>
                          <a:ea typeface="微软雅黑" pitchFamily="34" charset="-122"/>
                        </a:rPr>
                        <a:t>5</a:t>
                      </a:r>
                      <a:endParaRPr lang="zh-CN" sz="12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a16="http://schemas.microsoft.com/office/drawing/2014/main" xmlns="" val="10002"/>
                  </a:ext>
                </a:extLst>
              </a:tr>
              <a:tr h="269849">
                <a:tc>
                  <a:txBody>
                    <a:bodyPr/>
                    <a:lstStyle/>
                    <a:p>
                      <a:pPr algn="ctr">
                        <a:lnSpc>
                          <a:spcPct val="100000"/>
                        </a:lnSpc>
                        <a:spcAft>
                          <a:spcPts val="0"/>
                        </a:spcAft>
                      </a:pPr>
                      <a:r>
                        <a:rPr lang="en-US" sz="1200" b="1" dirty="0">
                          <a:solidFill>
                            <a:srgbClr val="000000"/>
                          </a:solidFill>
                          <a:effectLst/>
                          <a:latin typeface="微软雅黑" pitchFamily="34" charset="-122"/>
                          <a:ea typeface="微软雅黑" pitchFamily="34" charset="-122"/>
                        </a:rPr>
                        <a:t>…</a:t>
                      </a:r>
                      <a:endParaRPr lang="zh-CN" sz="1200" b="1" dirty="0">
                        <a:solidFill>
                          <a:srgbClr val="000000"/>
                        </a:solidFill>
                        <a:effectLst/>
                        <a:latin typeface="微软雅黑" pitchFamily="34" charset="-122"/>
                        <a:ea typeface="微软雅黑" pitchFamily="34"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1200" b="1" dirty="0">
                          <a:solidFill>
                            <a:srgbClr val="000000"/>
                          </a:solidFill>
                          <a:effectLst/>
                          <a:latin typeface="微软雅黑" pitchFamily="34" charset="-122"/>
                          <a:ea typeface="微软雅黑" pitchFamily="34" charset="-122"/>
                        </a:rPr>
                        <a:t>…</a:t>
                      </a:r>
                      <a:endParaRPr lang="zh-CN" sz="1200" b="1" dirty="0">
                        <a:solidFill>
                          <a:srgbClr val="000000"/>
                        </a:solidFill>
                        <a:effectLst/>
                        <a:latin typeface="微软雅黑" pitchFamily="34" charset="-122"/>
                        <a:ea typeface="微软雅黑" pitchFamily="34"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1200" b="1" dirty="0">
                          <a:solidFill>
                            <a:srgbClr val="000000"/>
                          </a:solidFill>
                          <a:effectLst/>
                          <a:latin typeface="微软雅黑" pitchFamily="34" charset="-122"/>
                          <a:ea typeface="微软雅黑" pitchFamily="34" charset="-122"/>
                        </a:rPr>
                        <a:t>…</a:t>
                      </a:r>
                      <a:endParaRPr lang="zh-CN" sz="1200" b="1" dirty="0">
                        <a:solidFill>
                          <a:srgbClr val="000000"/>
                        </a:solidFill>
                        <a:effectLst/>
                        <a:latin typeface="微软雅黑" pitchFamily="34" charset="-122"/>
                        <a:ea typeface="微软雅黑" pitchFamily="34"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3"/>
                  </a:ext>
                </a:extLst>
              </a:tr>
            </a:tbl>
          </a:graphicData>
        </a:graphic>
      </p:graphicFrame>
      <p:sp>
        <p:nvSpPr>
          <p:cNvPr id="17" name="矩形 16"/>
          <p:cNvSpPr/>
          <p:nvPr/>
        </p:nvSpPr>
        <p:spPr>
          <a:xfrm>
            <a:off x="1483468" y="2487906"/>
            <a:ext cx="3293147" cy="338554"/>
          </a:xfrm>
          <a:prstGeom prst="rect">
            <a:avLst/>
          </a:prstGeom>
        </p:spPr>
        <p:txBody>
          <a:bodyPr wrap="square">
            <a:spAutoFit/>
          </a:bodyPr>
          <a:lstStyle/>
          <a:p>
            <a:pPr algn="ctr"/>
            <a:r>
              <a:rPr lang="zh-CN" altLang="zh-CN" sz="1600" b="1" dirty="0" smtClean="0">
                <a:solidFill>
                  <a:srgbClr val="000000"/>
                </a:solidFill>
                <a:latin typeface="微软雅黑" pitchFamily="34" charset="-122"/>
                <a:ea typeface="微软雅黑" pitchFamily="34" charset="-122"/>
              </a:rPr>
              <a:t>表</a:t>
            </a:r>
            <a:r>
              <a:rPr lang="en-US" altLang="zh-CN" sz="1600" b="1" dirty="0" smtClean="0">
                <a:solidFill>
                  <a:srgbClr val="000000"/>
                </a:solidFill>
                <a:latin typeface="微软雅黑" pitchFamily="34" charset="-122"/>
                <a:ea typeface="微软雅黑" pitchFamily="34" charset="-122"/>
              </a:rPr>
              <a:t> 4-8(a)  </a:t>
            </a:r>
            <a:r>
              <a:rPr lang="zh-CN" altLang="zh-CN" sz="1600" b="1" dirty="0" smtClean="0">
                <a:solidFill>
                  <a:srgbClr val="000000"/>
                </a:solidFill>
                <a:latin typeface="微软雅黑" pitchFamily="34" charset="-122"/>
                <a:ea typeface="微软雅黑" pitchFamily="34" charset="-122"/>
              </a:rPr>
              <a:t>路由器</a:t>
            </a:r>
            <a:r>
              <a:rPr lang="en-US" altLang="zh-CN" sz="1600" b="1" dirty="0" smtClean="0">
                <a:solidFill>
                  <a:srgbClr val="000000"/>
                </a:solidFill>
                <a:latin typeface="微软雅黑" pitchFamily="34" charset="-122"/>
                <a:ea typeface="微软雅黑" pitchFamily="34" charset="-122"/>
              </a:rPr>
              <a:t> </a:t>
            </a:r>
            <a:r>
              <a:rPr lang="en-US" altLang="zh-CN" sz="1600" b="1" dirty="0">
                <a:solidFill>
                  <a:srgbClr val="000000"/>
                </a:solidFill>
                <a:latin typeface="微软雅黑" pitchFamily="34" charset="-122"/>
                <a:ea typeface="微软雅黑" pitchFamily="34" charset="-122"/>
              </a:rPr>
              <a:t>R</a:t>
            </a:r>
            <a:r>
              <a:rPr lang="en-US" altLang="zh-CN" sz="1600" b="1" baseline="-25000" dirty="0">
                <a:solidFill>
                  <a:srgbClr val="000000"/>
                </a:solidFill>
                <a:latin typeface="微软雅黑" pitchFamily="34" charset="-122"/>
                <a:ea typeface="微软雅黑" pitchFamily="34" charset="-122"/>
              </a:rPr>
              <a:t>6 </a:t>
            </a:r>
            <a:r>
              <a:rPr lang="zh-CN" altLang="zh-CN" sz="1600" b="1" dirty="0">
                <a:solidFill>
                  <a:srgbClr val="000000"/>
                </a:solidFill>
                <a:latin typeface="微软雅黑" pitchFamily="34" charset="-122"/>
                <a:ea typeface="微软雅黑" pitchFamily="34" charset="-122"/>
              </a:rPr>
              <a:t>的路由表</a:t>
            </a:r>
            <a:endParaRPr lang="zh-CN" altLang="en-US" sz="1600" b="1" dirty="0">
              <a:solidFill>
                <a:srgbClr val="000000"/>
              </a:solidFill>
              <a:latin typeface="微软雅黑" pitchFamily="34" charset="-122"/>
              <a:ea typeface="微软雅黑" pitchFamily="34" charset="-122"/>
            </a:endParaRPr>
          </a:p>
        </p:txBody>
      </p:sp>
      <p:graphicFrame>
        <p:nvGraphicFramePr>
          <p:cNvPr id="18" name="表格 17"/>
          <p:cNvGraphicFramePr>
            <a:graphicFrameLocks noGrp="1"/>
          </p:cNvGraphicFramePr>
          <p:nvPr>
            <p:extLst>
              <p:ext uri="{D42A27DB-BD31-4B8C-83A1-F6EECF244321}">
                <p14:modId xmlns:p14="http://schemas.microsoft.com/office/powerpoint/2010/main" val="3749523111"/>
              </p:ext>
            </p:extLst>
          </p:nvPr>
        </p:nvGraphicFramePr>
        <p:xfrm>
          <a:off x="6611916" y="2825968"/>
          <a:ext cx="3660647" cy="1179096"/>
        </p:xfrm>
        <a:graphic>
          <a:graphicData uri="http://schemas.openxmlformats.org/drawingml/2006/table">
            <a:tbl>
              <a:tblPr firstRow="1" firstCol="1" lastRow="1" lastCol="1" bandRow="1" bandCol="1">
                <a:tableStyleId>{5C22544A-7EE6-4342-B048-85BDC9FD1C3A}</a:tableStyleId>
              </a:tblPr>
              <a:tblGrid>
                <a:gridCol w="1220215">
                  <a:extLst>
                    <a:ext uri="{9D8B030D-6E8A-4147-A177-3AD203B41FA5}">
                      <a16:colId xmlns:a16="http://schemas.microsoft.com/office/drawing/2014/main" xmlns="" val="20000"/>
                    </a:ext>
                  </a:extLst>
                </a:gridCol>
                <a:gridCol w="816535">
                  <a:extLst>
                    <a:ext uri="{9D8B030D-6E8A-4147-A177-3AD203B41FA5}">
                      <a16:colId xmlns:a16="http://schemas.microsoft.com/office/drawing/2014/main" xmlns="" val="20001"/>
                    </a:ext>
                  </a:extLst>
                </a:gridCol>
                <a:gridCol w="1623897">
                  <a:extLst>
                    <a:ext uri="{9D8B030D-6E8A-4147-A177-3AD203B41FA5}">
                      <a16:colId xmlns:a16="http://schemas.microsoft.com/office/drawing/2014/main" xmlns="" val="20002"/>
                    </a:ext>
                  </a:extLst>
                </a:gridCol>
              </a:tblGrid>
              <a:tr h="378006">
                <a:tc>
                  <a:txBody>
                    <a:bodyPr/>
                    <a:lstStyle/>
                    <a:p>
                      <a:pPr algn="ctr">
                        <a:lnSpc>
                          <a:spcPct val="100000"/>
                        </a:lnSpc>
                        <a:spcAft>
                          <a:spcPts val="0"/>
                        </a:spcAft>
                      </a:pPr>
                      <a:r>
                        <a:rPr lang="zh-CN" sz="1200" b="1" dirty="0">
                          <a:solidFill>
                            <a:schemeClr val="bg1"/>
                          </a:solidFill>
                          <a:effectLst/>
                          <a:latin typeface="微软雅黑" pitchFamily="34" charset="-122"/>
                          <a:ea typeface="微软雅黑" pitchFamily="34" charset="-122"/>
                        </a:rPr>
                        <a:t>目的网络</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lnSpc>
                          <a:spcPct val="100000"/>
                        </a:lnSpc>
                        <a:spcAft>
                          <a:spcPts val="0"/>
                        </a:spcAft>
                      </a:pPr>
                      <a:r>
                        <a:rPr lang="zh-CN" sz="1200" b="1" dirty="0">
                          <a:solidFill>
                            <a:schemeClr val="bg1"/>
                          </a:solidFill>
                          <a:effectLst/>
                          <a:latin typeface="微软雅黑" pitchFamily="34" charset="-122"/>
                          <a:ea typeface="微软雅黑" pitchFamily="34" charset="-122"/>
                        </a:rPr>
                        <a:t>距离</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lnSpc>
                          <a:spcPct val="100000"/>
                        </a:lnSpc>
                        <a:spcAft>
                          <a:spcPts val="0"/>
                        </a:spcAft>
                      </a:pPr>
                      <a:r>
                        <a:rPr lang="zh-CN" sz="1200" b="1" dirty="0">
                          <a:solidFill>
                            <a:schemeClr val="bg1"/>
                          </a:solidFill>
                          <a:effectLst/>
                          <a:latin typeface="微软雅黑" pitchFamily="34" charset="-122"/>
                          <a:ea typeface="微软雅黑" pitchFamily="34" charset="-122"/>
                        </a:rPr>
                        <a:t>下一跳路由器</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xmlns="" val="10000"/>
                  </a:ext>
                </a:extLst>
              </a:tr>
              <a:tr h="261392">
                <a:tc>
                  <a:txBody>
                    <a:bodyPr/>
                    <a:lstStyle/>
                    <a:p>
                      <a:pPr algn="ctr">
                        <a:lnSpc>
                          <a:spcPct val="100000"/>
                        </a:lnSpc>
                        <a:spcAft>
                          <a:spcPts val="0"/>
                        </a:spcAft>
                      </a:pPr>
                      <a:r>
                        <a:rPr lang="en-US" sz="1200" b="1" dirty="0" smtClean="0">
                          <a:solidFill>
                            <a:srgbClr val="000000"/>
                          </a:solidFill>
                          <a:effectLst/>
                          <a:latin typeface="微软雅黑" pitchFamily="34" charset="-122"/>
                          <a:ea typeface="微软雅黑" pitchFamily="34" charset="-122"/>
                        </a:rPr>
                        <a:t>Net1</a:t>
                      </a:r>
                      <a:endParaRPr lang="zh-CN" sz="12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1200" b="1" dirty="0">
                          <a:solidFill>
                            <a:srgbClr val="000000"/>
                          </a:solidFill>
                          <a:effectLst/>
                          <a:latin typeface="微软雅黑" pitchFamily="34" charset="-122"/>
                          <a:ea typeface="微软雅黑" pitchFamily="34" charset="-122"/>
                        </a:rPr>
                        <a:t>3</a:t>
                      </a:r>
                      <a:endParaRPr lang="zh-CN" sz="12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1200" b="1">
                          <a:solidFill>
                            <a:srgbClr val="000000"/>
                          </a:solidFill>
                          <a:effectLst/>
                          <a:latin typeface="微软雅黑" pitchFamily="34" charset="-122"/>
                          <a:ea typeface="微软雅黑" pitchFamily="34" charset="-122"/>
                        </a:rPr>
                        <a:t>R</a:t>
                      </a:r>
                      <a:r>
                        <a:rPr lang="en-US" sz="1200" b="1" baseline="-25000">
                          <a:solidFill>
                            <a:srgbClr val="000000"/>
                          </a:solidFill>
                          <a:effectLst/>
                          <a:latin typeface="微软雅黑" pitchFamily="34" charset="-122"/>
                          <a:ea typeface="微软雅黑" pitchFamily="34" charset="-122"/>
                        </a:rPr>
                        <a:t>1</a:t>
                      </a:r>
                      <a:endParaRPr lang="zh-CN" sz="1200" b="1">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1"/>
                  </a:ext>
                </a:extLst>
              </a:tr>
              <a:tr h="269849">
                <a:tc>
                  <a:txBody>
                    <a:bodyPr/>
                    <a:lstStyle/>
                    <a:p>
                      <a:pPr algn="ctr">
                        <a:lnSpc>
                          <a:spcPct val="100000"/>
                        </a:lnSpc>
                        <a:spcAft>
                          <a:spcPts val="0"/>
                        </a:spcAft>
                      </a:pPr>
                      <a:r>
                        <a:rPr lang="en-US" sz="1200" b="1" dirty="0" smtClean="0">
                          <a:solidFill>
                            <a:srgbClr val="000000"/>
                          </a:solidFill>
                          <a:effectLst/>
                          <a:latin typeface="微软雅黑" pitchFamily="34" charset="-122"/>
                          <a:ea typeface="微软雅黑" pitchFamily="34" charset="-122"/>
                        </a:rPr>
                        <a:t>Net2</a:t>
                      </a:r>
                      <a:endParaRPr lang="zh-CN" sz="12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pPr>
                      <a:r>
                        <a:rPr lang="en-US" sz="1200" b="1" dirty="0" smtClean="0">
                          <a:solidFill>
                            <a:srgbClr val="000000"/>
                          </a:solidFill>
                          <a:effectLst/>
                          <a:latin typeface="微软雅黑" pitchFamily="34" charset="-122"/>
                          <a:ea typeface="微软雅黑" pitchFamily="34" charset="-122"/>
                        </a:rPr>
                        <a:t>4</a:t>
                      </a:r>
                      <a:endParaRPr lang="zh-CN" sz="12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pPr>
                      <a:r>
                        <a:rPr lang="en-US" sz="1200" b="1" dirty="0">
                          <a:solidFill>
                            <a:srgbClr val="000000"/>
                          </a:solidFill>
                          <a:effectLst/>
                          <a:latin typeface="微软雅黑" pitchFamily="34" charset="-122"/>
                          <a:ea typeface="微软雅黑" pitchFamily="34" charset="-122"/>
                        </a:rPr>
                        <a:t>R</a:t>
                      </a:r>
                      <a:r>
                        <a:rPr lang="en-US" sz="1200" b="1" baseline="-25000" dirty="0">
                          <a:solidFill>
                            <a:srgbClr val="000000"/>
                          </a:solidFill>
                          <a:effectLst/>
                          <a:latin typeface="微软雅黑" pitchFamily="34" charset="-122"/>
                          <a:ea typeface="微软雅黑" pitchFamily="34" charset="-122"/>
                        </a:rPr>
                        <a:t>2</a:t>
                      </a:r>
                      <a:endParaRPr lang="zh-CN" sz="12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a16="http://schemas.microsoft.com/office/drawing/2014/main" xmlns="" val="10002"/>
                  </a:ext>
                </a:extLst>
              </a:tr>
              <a:tr h="269849">
                <a:tc>
                  <a:txBody>
                    <a:bodyPr/>
                    <a:lstStyle/>
                    <a:p>
                      <a:pPr algn="ctr">
                        <a:lnSpc>
                          <a:spcPct val="100000"/>
                        </a:lnSpc>
                        <a:spcAft>
                          <a:spcPts val="0"/>
                        </a:spcAft>
                      </a:pPr>
                      <a:r>
                        <a:rPr lang="en-US" sz="1200" b="1" dirty="0" smtClean="0">
                          <a:solidFill>
                            <a:srgbClr val="000000"/>
                          </a:solidFill>
                          <a:effectLst/>
                          <a:latin typeface="微软雅黑" pitchFamily="34" charset="-122"/>
                          <a:ea typeface="微软雅黑" pitchFamily="34" charset="-122"/>
                        </a:rPr>
                        <a:t>Net3</a:t>
                      </a:r>
                      <a:endParaRPr lang="zh-CN" sz="12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1200" b="1" dirty="0">
                          <a:solidFill>
                            <a:srgbClr val="000000"/>
                          </a:solidFill>
                          <a:effectLst/>
                          <a:latin typeface="微软雅黑" pitchFamily="34" charset="-122"/>
                          <a:ea typeface="微软雅黑" pitchFamily="34" charset="-122"/>
                        </a:rPr>
                        <a:t>1</a:t>
                      </a:r>
                      <a:endParaRPr lang="zh-CN" sz="12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zh-CN" sz="1200" b="1" dirty="0">
                          <a:solidFill>
                            <a:srgbClr val="000000"/>
                          </a:solidFill>
                          <a:effectLst/>
                          <a:latin typeface="微软雅黑" pitchFamily="34" charset="-122"/>
                          <a:ea typeface="微软雅黑" pitchFamily="34" charset="-122"/>
                        </a:rPr>
                        <a:t>直接交付</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3"/>
                  </a:ext>
                </a:extLst>
              </a:tr>
            </a:tbl>
          </a:graphicData>
        </a:graphic>
      </p:graphicFrame>
      <p:sp>
        <p:nvSpPr>
          <p:cNvPr id="19" name="矩形 18"/>
          <p:cNvSpPr/>
          <p:nvPr/>
        </p:nvSpPr>
        <p:spPr>
          <a:xfrm>
            <a:off x="6672064" y="2487906"/>
            <a:ext cx="3624754" cy="338554"/>
          </a:xfrm>
          <a:prstGeom prst="rect">
            <a:avLst/>
          </a:prstGeom>
        </p:spPr>
        <p:txBody>
          <a:bodyPr wrap="square">
            <a:spAutoFit/>
          </a:bodyPr>
          <a:lstStyle/>
          <a:p>
            <a:pPr algn="ctr"/>
            <a:r>
              <a:rPr lang="zh-CN" altLang="en-US" sz="1600" b="1" dirty="0">
                <a:solidFill>
                  <a:srgbClr val="000000"/>
                </a:solidFill>
                <a:latin typeface="微软雅黑" pitchFamily="34" charset="-122"/>
                <a:ea typeface="微软雅黑" pitchFamily="34" charset="-122"/>
              </a:rPr>
              <a:t>表 </a:t>
            </a:r>
            <a:r>
              <a:rPr lang="en-US" altLang="zh-CN" sz="1600" b="1" dirty="0" smtClean="0">
                <a:solidFill>
                  <a:srgbClr val="000000"/>
                </a:solidFill>
                <a:latin typeface="微软雅黑" pitchFamily="34" charset="-122"/>
                <a:ea typeface="微软雅黑" pitchFamily="34" charset="-122"/>
              </a:rPr>
              <a:t>4-8(b</a:t>
            </a:r>
            <a:r>
              <a:rPr lang="en-US" altLang="zh-CN" sz="1600" b="1" dirty="0">
                <a:solidFill>
                  <a:srgbClr val="000000"/>
                </a:solidFill>
                <a:latin typeface="微软雅黑" pitchFamily="34" charset="-122"/>
                <a:ea typeface="微软雅黑" pitchFamily="34" charset="-122"/>
              </a:rPr>
              <a:t>)  R4 </a:t>
            </a:r>
            <a:r>
              <a:rPr lang="zh-CN" altLang="en-US" sz="1600" b="1" dirty="0">
                <a:solidFill>
                  <a:srgbClr val="000000"/>
                </a:solidFill>
                <a:latin typeface="微软雅黑" pitchFamily="34" charset="-122"/>
                <a:ea typeface="微软雅黑" pitchFamily="34" charset="-122"/>
              </a:rPr>
              <a:t>发来的路由更新信息</a:t>
            </a:r>
          </a:p>
        </p:txBody>
      </p:sp>
      <p:graphicFrame>
        <p:nvGraphicFramePr>
          <p:cNvPr id="20" name="表格 19"/>
          <p:cNvGraphicFramePr>
            <a:graphicFrameLocks noGrp="1"/>
          </p:cNvGraphicFramePr>
          <p:nvPr>
            <p:extLst>
              <p:ext uri="{D42A27DB-BD31-4B8C-83A1-F6EECF244321}">
                <p14:modId xmlns:p14="http://schemas.microsoft.com/office/powerpoint/2010/main" val="197587560"/>
              </p:ext>
            </p:extLst>
          </p:nvPr>
        </p:nvGraphicFramePr>
        <p:xfrm>
          <a:off x="6611916" y="4914200"/>
          <a:ext cx="3660647" cy="1179096"/>
        </p:xfrm>
        <a:graphic>
          <a:graphicData uri="http://schemas.openxmlformats.org/drawingml/2006/table">
            <a:tbl>
              <a:tblPr firstRow="1" firstCol="1" lastRow="1" lastCol="1" bandRow="1" bandCol="1">
                <a:tableStyleId>{5C22544A-7EE6-4342-B048-85BDC9FD1C3A}</a:tableStyleId>
              </a:tblPr>
              <a:tblGrid>
                <a:gridCol w="1220215">
                  <a:extLst>
                    <a:ext uri="{9D8B030D-6E8A-4147-A177-3AD203B41FA5}">
                      <a16:colId xmlns:a16="http://schemas.microsoft.com/office/drawing/2014/main" xmlns="" val="20000"/>
                    </a:ext>
                  </a:extLst>
                </a:gridCol>
                <a:gridCol w="816535">
                  <a:extLst>
                    <a:ext uri="{9D8B030D-6E8A-4147-A177-3AD203B41FA5}">
                      <a16:colId xmlns:a16="http://schemas.microsoft.com/office/drawing/2014/main" xmlns="" val="20001"/>
                    </a:ext>
                  </a:extLst>
                </a:gridCol>
                <a:gridCol w="1623897">
                  <a:extLst>
                    <a:ext uri="{9D8B030D-6E8A-4147-A177-3AD203B41FA5}">
                      <a16:colId xmlns:a16="http://schemas.microsoft.com/office/drawing/2014/main" xmlns="" val="20002"/>
                    </a:ext>
                  </a:extLst>
                </a:gridCol>
              </a:tblGrid>
              <a:tr h="378006">
                <a:tc>
                  <a:txBody>
                    <a:bodyPr/>
                    <a:lstStyle/>
                    <a:p>
                      <a:pPr algn="ctr">
                        <a:lnSpc>
                          <a:spcPct val="100000"/>
                        </a:lnSpc>
                        <a:spcAft>
                          <a:spcPts val="0"/>
                        </a:spcAft>
                      </a:pPr>
                      <a:r>
                        <a:rPr lang="zh-CN" sz="1200" b="1" dirty="0">
                          <a:solidFill>
                            <a:schemeClr val="bg1"/>
                          </a:solidFill>
                          <a:effectLst/>
                          <a:latin typeface="微软雅黑" pitchFamily="34" charset="-122"/>
                          <a:ea typeface="微软雅黑" pitchFamily="34" charset="-122"/>
                        </a:rPr>
                        <a:t>目的网络</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lnSpc>
                          <a:spcPct val="100000"/>
                        </a:lnSpc>
                        <a:spcAft>
                          <a:spcPts val="0"/>
                        </a:spcAft>
                      </a:pPr>
                      <a:r>
                        <a:rPr lang="zh-CN" sz="1200" b="1" dirty="0">
                          <a:solidFill>
                            <a:schemeClr val="bg1"/>
                          </a:solidFill>
                          <a:effectLst/>
                          <a:latin typeface="微软雅黑" pitchFamily="34" charset="-122"/>
                          <a:ea typeface="微软雅黑" pitchFamily="34" charset="-122"/>
                        </a:rPr>
                        <a:t>距离</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lnSpc>
                          <a:spcPct val="100000"/>
                        </a:lnSpc>
                        <a:spcAft>
                          <a:spcPts val="0"/>
                        </a:spcAft>
                      </a:pPr>
                      <a:r>
                        <a:rPr lang="zh-CN" sz="1200" b="1" dirty="0">
                          <a:solidFill>
                            <a:schemeClr val="bg1"/>
                          </a:solidFill>
                          <a:effectLst/>
                          <a:latin typeface="微软雅黑" pitchFamily="34" charset="-122"/>
                          <a:ea typeface="微软雅黑" pitchFamily="34" charset="-122"/>
                        </a:rPr>
                        <a:t>下一跳路由器</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xmlns="" val="10000"/>
                  </a:ext>
                </a:extLst>
              </a:tr>
              <a:tr h="261392">
                <a:tc>
                  <a:txBody>
                    <a:bodyPr/>
                    <a:lstStyle/>
                    <a:p>
                      <a:pPr algn="ctr">
                        <a:lnSpc>
                          <a:spcPct val="100000"/>
                        </a:lnSpc>
                        <a:spcAft>
                          <a:spcPts val="0"/>
                        </a:spcAft>
                      </a:pPr>
                      <a:r>
                        <a:rPr lang="en-US" sz="1200" b="1" dirty="0" smtClean="0">
                          <a:solidFill>
                            <a:srgbClr val="000000"/>
                          </a:solidFill>
                          <a:effectLst/>
                          <a:latin typeface="微软雅黑" pitchFamily="34" charset="-122"/>
                          <a:ea typeface="微软雅黑" pitchFamily="34" charset="-122"/>
                        </a:rPr>
                        <a:t>Net1</a:t>
                      </a:r>
                      <a:endParaRPr lang="zh-CN" sz="12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1200" b="1">
                          <a:solidFill>
                            <a:srgbClr val="000000"/>
                          </a:solidFill>
                          <a:effectLst/>
                          <a:latin typeface="微软雅黑" pitchFamily="34" charset="-122"/>
                          <a:ea typeface="微软雅黑" pitchFamily="34" charset="-122"/>
                        </a:rPr>
                        <a:t>4</a:t>
                      </a:r>
                      <a:endParaRPr lang="zh-CN" sz="1200" b="1">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1200" b="1" dirty="0">
                          <a:solidFill>
                            <a:srgbClr val="000000"/>
                          </a:solidFill>
                          <a:effectLst/>
                          <a:latin typeface="微软雅黑" pitchFamily="34" charset="-122"/>
                          <a:ea typeface="微软雅黑" pitchFamily="34" charset="-122"/>
                        </a:rPr>
                        <a:t>R</a:t>
                      </a:r>
                      <a:r>
                        <a:rPr lang="en-US" sz="1200" b="1" baseline="-25000" dirty="0">
                          <a:solidFill>
                            <a:srgbClr val="000000"/>
                          </a:solidFill>
                          <a:effectLst/>
                          <a:latin typeface="微软雅黑" pitchFamily="34" charset="-122"/>
                          <a:ea typeface="微软雅黑" pitchFamily="34" charset="-122"/>
                        </a:rPr>
                        <a:t>4</a:t>
                      </a:r>
                      <a:endParaRPr lang="zh-CN" sz="12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1"/>
                  </a:ext>
                </a:extLst>
              </a:tr>
              <a:tr h="269849">
                <a:tc>
                  <a:txBody>
                    <a:bodyPr/>
                    <a:lstStyle/>
                    <a:p>
                      <a:pPr algn="ctr">
                        <a:lnSpc>
                          <a:spcPct val="100000"/>
                        </a:lnSpc>
                        <a:spcAft>
                          <a:spcPts val="0"/>
                        </a:spcAft>
                      </a:pPr>
                      <a:r>
                        <a:rPr lang="en-US" sz="1200" b="1" dirty="0" smtClean="0">
                          <a:solidFill>
                            <a:srgbClr val="000000"/>
                          </a:solidFill>
                          <a:effectLst/>
                          <a:latin typeface="微软雅黑" pitchFamily="34" charset="-122"/>
                          <a:ea typeface="微软雅黑" pitchFamily="34" charset="-122"/>
                        </a:rPr>
                        <a:t>Net2</a:t>
                      </a:r>
                      <a:endParaRPr lang="zh-CN" sz="12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pPr>
                      <a:r>
                        <a:rPr lang="en-US" sz="1200" b="1" dirty="0">
                          <a:solidFill>
                            <a:srgbClr val="000000"/>
                          </a:solidFill>
                          <a:effectLst/>
                          <a:latin typeface="微软雅黑" pitchFamily="34" charset="-122"/>
                          <a:ea typeface="微软雅黑" pitchFamily="34" charset="-122"/>
                        </a:rPr>
                        <a:t>5</a:t>
                      </a:r>
                      <a:endParaRPr lang="zh-CN" sz="12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pPr>
                      <a:r>
                        <a:rPr lang="en-US" sz="1200" b="1" dirty="0">
                          <a:solidFill>
                            <a:srgbClr val="000000"/>
                          </a:solidFill>
                          <a:effectLst/>
                          <a:latin typeface="微软雅黑" pitchFamily="34" charset="-122"/>
                          <a:ea typeface="微软雅黑" pitchFamily="34" charset="-122"/>
                        </a:rPr>
                        <a:t>R</a:t>
                      </a:r>
                      <a:r>
                        <a:rPr lang="en-US" sz="1200" b="1" baseline="-25000" dirty="0">
                          <a:solidFill>
                            <a:srgbClr val="000000"/>
                          </a:solidFill>
                          <a:effectLst/>
                          <a:latin typeface="微软雅黑" pitchFamily="34" charset="-122"/>
                          <a:ea typeface="微软雅黑" pitchFamily="34" charset="-122"/>
                        </a:rPr>
                        <a:t>4</a:t>
                      </a:r>
                      <a:endParaRPr lang="zh-CN" sz="12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a16="http://schemas.microsoft.com/office/drawing/2014/main" xmlns="" val="10002"/>
                  </a:ext>
                </a:extLst>
              </a:tr>
              <a:tr h="269849">
                <a:tc>
                  <a:txBody>
                    <a:bodyPr/>
                    <a:lstStyle/>
                    <a:p>
                      <a:pPr algn="ctr">
                        <a:lnSpc>
                          <a:spcPct val="100000"/>
                        </a:lnSpc>
                        <a:spcAft>
                          <a:spcPts val="0"/>
                        </a:spcAft>
                      </a:pPr>
                      <a:r>
                        <a:rPr lang="en-US" sz="1200" b="1" dirty="0" smtClean="0">
                          <a:solidFill>
                            <a:srgbClr val="000000"/>
                          </a:solidFill>
                          <a:effectLst/>
                          <a:latin typeface="微软雅黑" pitchFamily="34" charset="-122"/>
                          <a:ea typeface="微软雅黑" pitchFamily="34" charset="-122"/>
                        </a:rPr>
                        <a:t>Net3</a:t>
                      </a:r>
                      <a:endParaRPr lang="zh-CN" sz="12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1200" b="1" dirty="0">
                          <a:solidFill>
                            <a:srgbClr val="000000"/>
                          </a:solidFill>
                          <a:effectLst/>
                          <a:latin typeface="微软雅黑" pitchFamily="34" charset="-122"/>
                          <a:ea typeface="微软雅黑" pitchFamily="34" charset="-122"/>
                        </a:rPr>
                        <a:t>2</a:t>
                      </a:r>
                      <a:endParaRPr lang="zh-CN" sz="12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1200" b="1" dirty="0">
                          <a:solidFill>
                            <a:srgbClr val="000000"/>
                          </a:solidFill>
                          <a:effectLst/>
                          <a:latin typeface="微软雅黑" pitchFamily="34" charset="-122"/>
                          <a:ea typeface="微软雅黑" pitchFamily="34" charset="-122"/>
                        </a:rPr>
                        <a:t>R</a:t>
                      </a:r>
                      <a:r>
                        <a:rPr lang="en-US" sz="1200" b="1" baseline="-25000" dirty="0">
                          <a:solidFill>
                            <a:srgbClr val="000000"/>
                          </a:solidFill>
                          <a:effectLst/>
                          <a:latin typeface="微软雅黑" pitchFamily="34" charset="-122"/>
                          <a:ea typeface="微软雅黑" pitchFamily="34" charset="-122"/>
                        </a:rPr>
                        <a:t>4</a:t>
                      </a:r>
                      <a:endParaRPr lang="zh-CN" sz="12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3"/>
                  </a:ext>
                </a:extLst>
              </a:tr>
            </a:tbl>
          </a:graphicData>
        </a:graphic>
      </p:graphicFrame>
      <p:sp>
        <p:nvSpPr>
          <p:cNvPr id="21" name="矩形 20"/>
          <p:cNvSpPr/>
          <p:nvPr/>
        </p:nvSpPr>
        <p:spPr>
          <a:xfrm>
            <a:off x="6744072" y="4581348"/>
            <a:ext cx="3443616" cy="338554"/>
          </a:xfrm>
          <a:prstGeom prst="rect">
            <a:avLst/>
          </a:prstGeom>
        </p:spPr>
        <p:txBody>
          <a:bodyPr wrap="square">
            <a:spAutoFit/>
          </a:bodyPr>
          <a:lstStyle/>
          <a:p>
            <a:pPr algn="ctr"/>
            <a:r>
              <a:rPr lang="zh-CN" altLang="en-US" sz="1600" b="1" dirty="0">
                <a:solidFill>
                  <a:srgbClr val="000000"/>
                </a:solidFill>
                <a:latin typeface="微软雅黑" pitchFamily="34" charset="-122"/>
                <a:ea typeface="微软雅黑" pitchFamily="34" charset="-122"/>
              </a:rPr>
              <a:t>表 </a:t>
            </a:r>
            <a:r>
              <a:rPr lang="en-US" altLang="zh-CN" sz="1600" b="1" dirty="0" smtClean="0">
                <a:solidFill>
                  <a:srgbClr val="000000"/>
                </a:solidFill>
                <a:latin typeface="微软雅黑" pitchFamily="34" charset="-122"/>
                <a:ea typeface="微软雅黑" pitchFamily="34" charset="-122"/>
              </a:rPr>
              <a:t>4-8(c</a:t>
            </a:r>
            <a:r>
              <a:rPr lang="en-US" altLang="zh-CN" sz="1600" b="1" dirty="0">
                <a:solidFill>
                  <a:srgbClr val="000000"/>
                </a:solidFill>
                <a:latin typeface="微软雅黑" pitchFamily="34" charset="-122"/>
                <a:ea typeface="微软雅黑" pitchFamily="34" charset="-122"/>
              </a:rPr>
              <a:t>)  </a:t>
            </a:r>
            <a:r>
              <a:rPr lang="zh-CN" altLang="en-US" sz="1600" b="1" dirty="0">
                <a:solidFill>
                  <a:srgbClr val="000000"/>
                </a:solidFill>
                <a:latin typeface="微软雅黑" pitchFamily="34" charset="-122"/>
                <a:ea typeface="微软雅黑" pitchFamily="34" charset="-122"/>
              </a:rPr>
              <a:t>修改后的表 </a:t>
            </a:r>
            <a:r>
              <a:rPr lang="en-US" altLang="zh-CN" sz="1600" b="1" dirty="0">
                <a:solidFill>
                  <a:srgbClr val="000000"/>
                </a:solidFill>
                <a:latin typeface="微软雅黑" pitchFamily="34" charset="-122"/>
                <a:ea typeface="微软雅黑" pitchFamily="34" charset="-122"/>
              </a:rPr>
              <a:t>4-9(b)</a:t>
            </a:r>
          </a:p>
        </p:txBody>
      </p:sp>
      <p:graphicFrame>
        <p:nvGraphicFramePr>
          <p:cNvPr id="22" name="表格 21"/>
          <p:cNvGraphicFramePr>
            <a:graphicFrameLocks noGrp="1"/>
          </p:cNvGraphicFramePr>
          <p:nvPr>
            <p:extLst>
              <p:ext uri="{D42A27DB-BD31-4B8C-83A1-F6EECF244321}">
                <p14:modId xmlns:p14="http://schemas.microsoft.com/office/powerpoint/2010/main" val="4182445134"/>
              </p:ext>
            </p:extLst>
          </p:nvPr>
        </p:nvGraphicFramePr>
        <p:xfrm>
          <a:off x="1141756" y="4716359"/>
          <a:ext cx="3660647" cy="1448945"/>
        </p:xfrm>
        <a:graphic>
          <a:graphicData uri="http://schemas.openxmlformats.org/drawingml/2006/table">
            <a:tbl>
              <a:tblPr firstRow="1" firstCol="1" lastRow="1" lastCol="1" bandRow="1" bandCol="1">
                <a:tableStyleId>{5C22544A-7EE6-4342-B048-85BDC9FD1C3A}</a:tableStyleId>
              </a:tblPr>
              <a:tblGrid>
                <a:gridCol w="1220215">
                  <a:extLst>
                    <a:ext uri="{9D8B030D-6E8A-4147-A177-3AD203B41FA5}">
                      <a16:colId xmlns:a16="http://schemas.microsoft.com/office/drawing/2014/main" xmlns="" val="20000"/>
                    </a:ext>
                  </a:extLst>
                </a:gridCol>
                <a:gridCol w="816535">
                  <a:extLst>
                    <a:ext uri="{9D8B030D-6E8A-4147-A177-3AD203B41FA5}">
                      <a16:colId xmlns:a16="http://schemas.microsoft.com/office/drawing/2014/main" xmlns="" val="20001"/>
                    </a:ext>
                  </a:extLst>
                </a:gridCol>
                <a:gridCol w="1623897">
                  <a:extLst>
                    <a:ext uri="{9D8B030D-6E8A-4147-A177-3AD203B41FA5}">
                      <a16:colId xmlns:a16="http://schemas.microsoft.com/office/drawing/2014/main" xmlns="" val="20002"/>
                    </a:ext>
                  </a:extLst>
                </a:gridCol>
              </a:tblGrid>
              <a:tr h="378006">
                <a:tc>
                  <a:txBody>
                    <a:bodyPr/>
                    <a:lstStyle/>
                    <a:p>
                      <a:pPr algn="ctr">
                        <a:lnSpc>
                          <a:spcPct val="100000"/>
                        </a:lnSpc>
                        <a:spcAft>
                          <a:spcPts val="0"/>
                        </a:spcAft>
                      </a:pPr>
                      <a:r>
                        <a:rPr lang="zh-CN" sz="1200" b="1" dirty="0">
                          <a:solidFill>
                            <a:schemeClr val="bg1"/>
                          </a:solidFill>
                          <a:effectLst/>
                          <a:latin typeface="微软雅黑" pitchFamily="34" charset="-122"/>
                          <a:ea typeface="微软雅黑" pitchFamily="34" charset="-122"/>
                        </a:rPr>
                        <a:t>目的网络</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lnSpc>
                          <a:spcPct val="100000"/>
                        </a:lnSpc>
                        <a:spcAft>
                          <a:spcPts val="0"/>
                        </a:spcAft>
                      </a:pPr>
                      <a:r>
                        <a:rPr lang="zh-CN" sz="1200" b="1" dirty="0">
                          <a:solidFill>
                            <a:schemeClr val="bg1"/>
                          </a:solidFill>
                          <a:effectLst/>
                          <a:latin typeface="微软雅黑" pitchFamily="34" charset="-122"/>
                          <a:ea typeface="微软雅黑" pitchFamily="34" charset="-122"/>
                        </a:rPr>
                        <a:t>距离</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lnSpc>
                          <a:spcPct val="100000"/>
                        </a:lnSpc>
                        <a:spcAft>
                          <a:spcPts val="0"/>
                        </a:spcAft>
                      </a:pPr>
                      <a:r>
                        <a:rPr lang="zh-CN" sz="1200" b="1" dirty="0">
                          <a:solidFill>
                            <a:schemeClr val="bg1"/>
                          </a:solidFill>
                          <a:effectLst/>
                          <a:latin typeface="微软雅黑" pitchFamily="34" charset="-122"/>
                          <a:ea typeface="微软雅黑" pitchFamily="34" charset="-122"/>
                        </a:rPr>
                        <a:t>下一跳路由器</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xmlns="" val="10000"/>
                  </a:ext>
                </a:extLst>
              </a:tr>
              <a:tr h="261392">
                <a:tc>
                  <a:txBody>
                    <a:bodyPr/>
                    <a:lstStyle/>
                    <a:p>
                      <a:pPr algn="ctr">
                        <a:lnSpc>
                          <a:spcPct val="100000"/>
                        </a:lnSpc>
                        <a:spcAft>
                          <a:spcPts val="0"/>
                        </a:spcAft>
                      </a:pPr>
                      <a:r>
                        <a:rPr lang="en-US" sz="1200" b="1" dirty="0" smtClean="0">
                          <a:solidFill>
                            <a:srgbClr val="000000"/>
                          </a:solidFill>
                          <a:effectLst/>
                          <a:latin typeface="微软雅黑" pitchFamily="34" charset="-122"/>
                          <a:ea typeface="微软雅黑" pitchFamily="34" charset="-122"/>
                        </a:rPr>
                        <a:t>Net1</a:t>
                      </a:r>
                      <a:endParaRPr lang="zh-CN" sz="12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1200" b="1" dirty="0">
                          <a:solidFill>
                            <a:srgbClr val="000000"/>
                          </a:solidFill>
                          <a:effectLst/>
                          <a:latin typeface="微软雅黑" pitchFamily="34" charset="-122"/>
                          <a:ea typeface="微软雅黑" pitchFamily="34" charset="-122"/>
                        </a:rPr>
                        <a:t>4</a:t>
                      </a:r>
                      <a:endParaRPr lang="zh-CN" sz="12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1200" b="1">
                          <a:solidFill>
                            <a:srgbClr val="000000"/>
                          </a:solidFill>
                          <a:effectLst/>
                          <a:latin typeface="微软雅黑" pitchFamily="34" charset="-122"/>
                          <a:ea typeface="微软雅黑" pitchFamily="34" charset="-122"/>
                        </a:rPr>
                        <a:t>R</a:t>
                      </a:r>
                      <a:r>
                        <a:rPr lang="en-US" sz="1200" b="1" baseline="-25000">
                          <a:solidFill>
                            <a:srgbClr val="000000"/>
                          </a:solidFill>
                          <a:effectLst/>
                          <a:latin typeface="微软雅黑" pitchFamily="34" charset="-122"/>
                          <a:ea typeface="微软雅黑" pitchFamily="34" charset="-122"/>
                        </a:rPr>
                        <a:t>4</a:t>
                      </a:r>
                      <a:endParaRPr lang="zh-CN" sz="1200" b="1">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1"/>
                  </a:ext>
                </a:extLst>
              </a:tr>
              <a:tr h="269849">
                <a:tc>
                  <a:txBody>
                    <a:bodyPr/>
                    <a:lstStyle/>
                    <a:p>
                      <a:pPr algn="ctr">
                        <a:lnSpc>
                          <a:spcPct val="100000"/>
                        </a:lnSpc>
                        <a:spcAft>
                          <a:spcPts val="0"/>
                        </a:spcAft>
                      </a:pPr>
                      <a:r>
                        <a:rPr lang="en-US" sz="1200" b="1" dirty="0" smtClean="0">
                          <a:solidFill>
                            <a:srgbClr val="000000"/>
                          </a:solidFill>
                          <a:effectLst/>
                          <a:latin typeface="微软雅黑" pitchFamily="34" charset="-122"/>
                          <a:ea typeface="微软雅黑" pitchFamily="34" charset="-122"/>
                        </a:rPr>
                        <a:t>Net2</a:t>
                      </a:r>
                      <a:endParaRPr lang="zh-CN" sz="12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pPr>
                      <a:r>
                        <a:rPr lang="en-US" sz="1200" b="1" dirty="0">
                          <a:solidFill>
                            <a:srgbClr val="000000"/>
                          </a:solidFill>
                          <a:effectLst/>
                          <a:latin typeface="微软雅黑" pitchFamily="34" charset="-122"/>
                          <a:ea typeface="微软雅黑" pitchFamily="34" charset="-122"/>
                        </a:rPr>
                        <a:t>5</a:t>
                      </a:r>
                      <a:endParaRPr lang="zh-CN" sz="12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pPr>
                      <a:r>
                        <a:rPr lang="en-US" sz="1200" b="1" dirty="0">
                          <a:solidFill>
                            <a:srgbClr val="000000"/>
                          </a:solidFill>
                          <a:effectLst/>
                          <a:latin typeface="微软雅黑" pitchFamily="34" charset="-122"/>
                          <a:ea typeface="微软雅黑" pitchFamily="34" charset="-122"/>
                        </a:rPr>
                        <a:t>R</a:t>
                      </a:r>
                      <a:r>
                        <a:rPr lang="en-US" sz="1200" b="1" baseline="-25000" dirty="0">
                          <a:solidFill>
                            <a:srgbClr val="000000"/>
                          </a:solidFill>
                          <a:effectLst/>
                          <a:latin typeface="微软雅黑" pitchFamily="34" charset="-122"/>
                          <a:ea typeface="微软雅黑" pitchFamily="34" charset="-122"/>
                        </a:rPr>
                        <a:t>4</a:t>
                      </a:r>
                      <a:endParaRPr lang="zh-CN" sz="12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a16="http://schemas.microsoft.com/office/drawing/2014/main" xmlns="" val="10002"/>
                  </a:ext>
                </a:extLst>
              </a:tr>
              <a:tr h="269849">
                <a:tc>
                  <a:txBody>
                    <a:bodyPr/>
                    <a:lstStyle/>
                    <a:p>
                      <a:pPr algn="ctr">
                        <a:lnSpc>
                          <a:spcPct val="100000"/>
                        </a:lnSpc>
                        <a:spcAft>
                          <a:spcPts val="0"/>
                        </a:spcAft>
                      </a:pPr>
                      <a:r>
                        <a:rPr lang="en-US" sz="1200" b="1" dirty="0" smtClean="0">
                          <a:solidFill>
                            <a:srgbClr val="000000"/>
                          </a:solidFill>
                          <a:effectLst/>
                          <a:latin typeface="微软雅黑" pitchFamily="34" charset="-122"/>
                          <a:ea typeface="微软雅黑" pitchFamily="34" charset="-122"/>
                        </a:rPr>
                        <a:t>Net3</a:t>
                      </a:r>
                      <a:endParaRPr lang="zh-CN" sz="12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1200" b="1" dirty="0">
                          <a:solidFill>
                            <a:srgbClr val="000000"/>
                          </a:solidFill>
                          <a:effectLst/>
                          <a:latin typeface="微软雅黑" pitchFamily="34" charset="-122"/>
                          <a:ea typeface="微软雅黑" pitchFamily="34" charset="-122"/>
                        </a:rPr>
                        <a:t>2</a:t>
                      </a:r>
                      <a:endParaRPr lang="zh-CN" sz="12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1200" b="1" dirty="0" smtClean="0">
                          <a:solidFill>
                            <a:srgbClr val="000000"/>
                          </a:solidFill>
                          <a:effectLst/>
                          <a:latin typeface="微软雅黑" pitchFamily="34" charset="-122"/>
                          <a:ea typeface="微软雅黑" pitchFamily="34" charset="-122"/>
                        </a:rPr>
                        <a:t>R</a:t>
                      </a:r>
                      <a:r>
                        <a:rPr lang="en-US" sz="1200" b="1" baseline="-25000" dirty="0" smtClean="0">
                          <a:solidFill>
                            <a:srgbClr val="000000"/>
                          </a:solidFill>
                          <a:effectLst/>
                          <a:latin typeface="微软雅黑" pitchFamily="34" charset="-122"/>
                          <a:ea typeface="微软雅黑" pitchFamily="34" charset="-122"/>
                        </a:rPr>
                        <a:t>4</a:t>
                      </a:r>
                      <a:endParaRPr lang="zh-CN" sz="12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3"/>
                  </a:ext>
                </a:extLst>
              </a:tr>
              <a:tr h="269849">
                <a:tc>
                  <a:txBody>
                    <a:bodyPr/>
                    <a:lstStyle/>
                    <a:p>
                      <a:pPr algn="ctr">
                        <a:lnSpc>
                          <a:spcPct val="100000"/>
                        </a:lnSpc>
                        <a:spcAft>
                          <a:spcPts val="0"/>
                        </a:spcAft>
                      </a:pPr>
                      <a:r>
                        <a:rPr lang="en-US" sz="1200" b="1" dirty="0">
                          <a:solidFill>
                            <a:srgbClr val="000000"/>
                          </a:solidFill>
                          <a:effectLst/>
                          <a:latin typeface="微软雅黑" pitchFamily="34" charset="-122"/>
                          <a:ea typeface="微软雅黑" pitchFamily="34" charset="-122"/>
                        </a:rPr>
                        <a:t>…</a:t>
                      </a:r>
                      <a:endParaRPr lang="zh-CN" sz="1200" b="1" dirty="0">
                        <a:solidFill>
                          <a:srgbClr val="000000"/>
                        </a:solidFill>
                        <a:effectLst/>
                        <a:latin typeface="微软雅黑" pitchFamily="34" charset="-122"/>
                        <a:ea typeface="微软雅黑" pitchFamily="34"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pPr>
                      <a:r>
                        <a:rPr lang="en-US" sz="1200" b="1" dirty="0">
                          <a:solidFill>
                            <a:srgbClr val="000000"/>
                          </a:solidFill>
                          <a:effectLst/>
                          <a:latin typeface="微软雅黑" pitchFamily="34" charset="-122"/>
                          <a:ea typeface="微软雅黑" pitchFamily="34" charset="-122"/>
                        </a:rPr>
                        <a:t>…</a:t>
                      </a:r>
                      <a:endParaRPr lang="zh-CN" sz="1200" b="1" dirty="0">
                        <a:solidFill>
                          <a:srgbClr val="000000"/>
                        </a:solidFill>
                        <a:effectLst/>
                        <a:latin typeface="微软雅黑" pitchFamily="34" charset="-122"/>
                        <a:ea typeface="微软雅黑" pitchFamily="34"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pPr>
                      <a:r>
                        <a:rPr lang="en-US" sz="1200" b="1" dirty="0">
                          <a:solidFill>
                            <a:srgbClr val="000000"/>
                          </a:solidFill>
                          <a:effectLst/>
                          <a:latin typeface="微软雅黑" pitchFamily="34" charset="-122"/>
                          <a:ea typeface="微软雅黑" pitchFamily="34" charset="-122"/>
                        </a:rPr>
                        <a:t>…</a:t>
                      </a:r>
                      <a:endParaRPr lang="zh-CN" sz="1200" b="1" dirty="0">
                        <a:solidFill>
                          <a:srgbClr val="000000"/>
                        </a:solidFill>
                        <a:effectLst/>
                        <a:latin typeface="微软雅黑" pitchFamily="34" charset="-122"/>
                        <a:ea typeface="微软雅黑" pitchFamily="34" charset="-122"/>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a16="http://schemas.microsoft.com/office/drawing/2014/main" xmlns="" val="10004"/>
                  </a:ext>
                </a:extLst>
              </a:tr>
            </a:tbl>
          </a:graphicData>
        </a:graphic>
      </p:graphicFrame>
      <p:sp>
        <p:nvSpPr>
          <p:cNvPr id="23" name="矩形 22"/>
          <p:cNvSpPr/>
          <p:nvPr/>
        </p:nvSpPr>
        <p:spPr>
          <a:xfrm>
            <a:off x="1025623" y="4386590"/>
            <a:ext cx="3739526" cy="338554"/>
          </a:xfrm>
          <a:prstGeom prst="rect">
            <a:avLst/>
          </a:prstGeom>
        </p:spPr>
        <p:txBody>
          <a:bodyPr wrap="square">
            <a:spAutoFit/>
          </a:bodyPr>
          <a:lstStyle/>
          <a:p>
            <a:pPr algn="ctr"/>
            <a:r>
              <a:rPr lang="zh-CN" altLang="en-US" sz="1600" b="1" dirty="0">
                <a:solidFill>
                  <a:srgbClr val="000000"/>
                </a:solidFill>
                <a:latin typeface="微软雅黑" pitchFamily="34" charset="-122"/>
                <a:ea typeface="微软雅黑" pitchFamily="34" charset="-122"/>
              </a:rPr>
              <a:t>表 </a:t>
            </a:r>
            <a:r>
              <a:rPr lang="en-US" altLang="zh-CN" sz="1600" b="1" dirty="0" smtClean="0">
                <a:solidFill>
                  <a:srgbClr val="000000"/>
                </a:solidFill>
                <a:latin typeface="微软雅黑" pitchFamily="34" charset="-122"/>
                <a:ea typeface="微软雅黑" pitchFamily="34" charset="-122"/>
              </a:rPr>
              <a:t>4-8(d</a:t>
            </a:r>
            <a:r>
              <a:rPr lang="en-US" altLang="zh-CN" sz="1600" b="1" dirty="0">
                <a:solidFill>
                  <a:srgbClr val="000000"/>
                </a:solidFill>
                <a:latin typeface="微软雅黑" pitchFamily="34" charset="-122"/>
                <a:ea typeface="微软雅黑" pitchFamily="34" charset="-122"/>
              </a:rPr>
              <a:t>)  </a:t>
            </a:r>
            <a:r>
              <a:rPr lang="zh-CN" altLang="en-US" sz="1600" b="1" dirty="0">
                <a:solidFill>
                  <a:srgbClr val="000000"/>
                </a:solidFill>
                <a:latin typeface="微软雅黑" pitchFamily="34" charset="-122"/>
                <a:ea typeface="微软雅黑" pitchFamily="34" charset="-122"/>
              </a:rPr>
              <a:t>路由器 </a:t>
            </a:r>
            <a:r>
              <a:rPr lang="en-US" altLang="zh-CN" sz="1600" b="1" dirty="0">
                <a:solidFill>
                  <a:srgbClr val="000000"/>
                </a:solidFill>
                <a:latin typeface="微软雅黑" pitchFamily="34" charset="-122"/>
                <a:ea typeface="微软雅黑" pitchFamily="34" charset="-122"/>
              </a:rPr>
              <a:t>R</a:t>
            </a:r>
            <a:r>
              <a:rPr lang="en-US" altLang="zh-CN" sz="1600" b="1" baseline="-25000" dirty="0">
                <a:solidFill>
                  <a:srgbClr val="000000"/>
                </a:solidFill>
                <a:latin typeface="微软雅黑" pitchFamily="34" charset="-122"/>
                <a:ea typeface="微软雅黑" pitchFamily="34" charset="-122"/>
              </a:rPr>
              <a:t>6 </a:t>
            </a:r>
            <a:r>
              <a:rPr lang="zh-CN" altLang="en-US" sz="1600" b="1" dirty="0">
                <a:solidFill>
                  <a:srgbClr val="000000"/>
                </a:solidFill>
                <a:latin typeface="微软雅黑" pitchFamily="34" charset="-122"/>
                <a:ea typeface="微软雅黑" pitchFamily="34" charset="-122"/>
              </a:rPr>
              <a:t>更新后的路由表</a:t>
            </a:r>
          </a:p>
        </p:txBody>
      </p:sp>
      <p:grpSp>
        <p:nvGrpSpPr>
          <p:cNvPr id="24" name="组合 23"/>
          <p:cNvGrpSpPr/>
          <p:nvPr/>
        </p:nvGrpSpPr>
        <p:grpSpPr>
          <a:xfrm>
            <a:off x="4547679" y="3232446"/>
            <a:ext cx="2052377" cy="2212779"/>
            <a:chOff x="3578156" y="1953579"/>
            <a:chExt cx="1653268" cy="1768677"/>
          </a:xfrm>
        </p:grpSpPr>
        <p:grpSp>
          <p:nvGrpSpPr>
            <p:cNvPr id="25" name="组合 24"/>
            <p:cNvGrpSpPr/>
            <p:nvPr/>
          </p:nvGrpSpPr>
          <p:grpSpPr>
            <a:xfrm>
              <a:off x="3578156" y="1953579"/>
              <a:ext cx="1653268" cy="1768677"/>
              <a:chOff x="3239516" y="1802853"/>
              <a:chExt cx="2342104" cy="2505590"/>
            </a:xfrm>
          </p:grpSpPr>
          <p:sp>
            <p:nvSpPr>
              <p:cNvPr id="27" name="椭圆 26"/>
              <p:cNvSpPr/>
              <p:nvPr/>
            </p:nvSpPr>
            <p:spPr bwMode="auto">
              <a:xfrm>
                <a:off x="4146775" y="2403831"/>
                <a:ext cx="1180985" cy="936105"/>
              </a:xfrm>
              <a:prstGeom prst="ellipse">
                <a:avLst/>
              </a:prstGeom>
              <a:solidFill>
                <a:srgbClr val="99FFCC"/>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defTabSz="914400" rtl="0" eaLnBrk="0" fontAlgn="base" latinLnBrk="0" hangingPunct="0">
                  <a:lnSpc>
                    <a:spcPct val="100000"/>
                  </a:lnSpc>
                  <a:spcBef>
                    <a:spcPct val="0"/>
                  </a:spcBef>
                  <a:spcAft>
                    <a:spcPct val="0"/>
                  </a:spcAft>
                  <a:buClrTx/>
                  <a:buSzTx/>
                  <a:buFontTx/>
                  <a:buNone/>
                  <a:tabLst/>
                </a:pPr>
                <a:r>
                  <a:rPr lang="zh-CN" altLang="en-US" sz="1400" b="1" dirty="0" smtClean="0">
                    <a:solidFill>
                      <a:srgbClr val="000000"/>
                    </a:solidFill>
                    <a:latin typeface="微软雅黑" pitchFamily="34" charset="-122"/>
                    <a:ea typeface="微软雅黑" pitchFamily="34" charset="-122"/>
                  </a:rPr>
                  <a:t>比较</a:t>
                </a:r>
                <a:r>
                  <a:rPr lang="en-US" altLang="zh-CN" sz="1400" b="1" dirty="0" smtClean="0">
                    <a:solidFill>
                      <a:srgbClr val="000000"/>
                    </a:solidFill>
                    <a:latin typeface="微软雅黑" pitchFamily="34" charset="-122"/>
                    <a:ea typeface="微软雅黑" pitchFamily="34" charset="-122"/>
                  </a:rPr>
                  <a:t>&amp;</a:t>
                </a:r>
                <a:r>
                  <a:rPr kumimoji="0" lang="zh-CN" altLang="en-US" sz="1400" b="1" i="0" u="none" strike="noStrike" cap="none" normalizeH="0" baseline="0" dirty="0" smtClean="0">
                    <a:ln>
                      <a:noFill/>
                    </a:ln>
                    <a:solidFill>
                      <a:srgbClr val="000000"/>
                    </a:solidFill>
                    <a:effectLst/>
                    <a:latin typeface="微软雅黑" pitchFamily="34" charset="-122"/>
                    <a:ea typeface="微软雅黑" pitchFamily="34" charset="-122"/>
                  </a:rPr>
                  <a:t>更新</a:t>
                </a:r>
              </a:p>
            </p:txBody>
          </p:sp>
          <p:sp>
            <p:nvSpPr>
              <p:cNvPr id="28" name="直角上箭头 27"/>
              <p:cNvSpPr/>
              <p:nvPr/>
            </p:nvSpPr>
            <p:spPr bwMode="auto">
              <a:xfrm flipH="1">
                <a:off x="4552757" y="3359219"/>
                <a:ext cx="1028863" cy="949224"/>
              </a:xfrm>
              <a:prstGeom prst="bentUpArrow">
                <a:avLst>
                  <a:gd name="adj1" fmla="val 17604"/>
                  <a:gd name="adj2" fmla="val 26017"/>
                  <a:gd name="adj3" fmla="val 33446"/>
                </a:avLst>
              </a:prstGeom>
              <a:solidFill>
                <a:srgbClr val="FF9933"/>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微软雅黑" pitchFamily="34" charset="-122"/>
                  <a:ea typeface="微软雅黑" pitchFamily="34" charset="-122"/>
                </a:endParaRPr>
              </a:p>
            </p:txBody>
          </p:sp>
          <p:sp>
            <p:nvSpPr>
              <p:cNvPr id="29" name="直角上箭头 28"/>
              <p:cNvSpPr/>
              <p:nvPr/>
            </p:nvSpPr>
            <p:spPr bwMode="auto">
              <a:xfrm flipV="1">
                <a:off x="3541687" y="1802853"/>
                <a:ext cx="1361172" cy="576064"/>
              </a:xfrm>
              <a:prstGeom prst="bentUpArrow">
                <a:avLst>
                  <a:gd name="adj1" fmla="val 25000"/>
                  <a:gd name="adj2" fmla="val 37144"/>
                  <a:gd name="adj3" fmla="val 42348"/>
                </a:avLst>
              </a:prstGeom>
              <a:solidFill>
                <a:srgbClr val="FF9933"/>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微软雅黑" pitchFamily="34" charset="-122"/>
                  <a:ea typeface="微软雅黑" pitchFamily="34" charset="-122"/>
                </a:endParaRPr>
              </a:p>
            </p:txBody>
          </p:sp>
          <p:sp>
            <p:nvSpPr>
              <p:cNvPr id="30" name="直角上箭头 29"/>
              <p:cNvSpPr/>
              <p:nvPr/>
            </p:nvSpPr>
            <p:spPr bwMode="auto">
              <a:xfrm flipH="1" flipV="1">
                <a:off x="3239516" y="2838050"/>
                <a:ext cx="906865" cy="521169"/>
              </a:xfrm>
              <a:prstGeom prst="bentUpArrow">
                <a:avLst>
                  <a:gd name="adj1" fmla="val 28080"/>
                  <a:gd name="adj2" fmla="val 37144"/>
                  <a:gd name="adj3" fmla="val 42348"/>
                </a:avLst>
              </a:prstGeom>
              <a:solidFill>
                <a:srgbClr val="990099"/>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微软雅黑" pitchFamily="34" charset="-122"/>
                  <a:ea typeface="微软雅黑" pitchFamily="34" charset="-122"/>
                </a:endParaRPr>
              </a:p>
            </p:txBody>
          </p:sp>
        </p:grpSp>
        <p:sp>
          <p:nvSpPr>
            <p:cNvPr id="26" name="矩形 25"/>
            <p:cNvSpPr/>
            <p:nvPr/>
          </p:nvSpPr>
          <p:spPr>
            <a:xfrm>
              <a:off x="4160240" y="2523927"/>
              <a:ext cx="413896" cy="400110"/>
            </a:xfrm>
            <a:prstGeom prst="rect">
              <a:avLst/>
            </a:prstGeom>
          </p:spPr>
          <p:txBody>
            <a:bodyPr wrap="none">
              <a:spAutoFit/>
            </a:bodyPr>
            <a:lstStyle/>
            <a:p>
              <a:r>
                <a:rPr lang="en-US" altLang="zh-CN" sz="2000" b="1" dirty="0" smtClean="0">
                  <a:solidFill>
                    <a:srgbClr val="0000FF"/>
                  </a:solidFill>
                  <a:latin typeface="微软雅黑" pitchFamily="34" charset="-122"/>
                  <a:ea typeface="微软雅黑" pitchFamily="34" charset="-122"/>
                  <a:sym typeface="Wingdings 2" panose="05020102010507070707" pitchFamily="18" charset="2"/>
                </a:rPr>
                <a:t></a:t>
              </a:r>
              <a:endParaRPr lang="zh-CN" altLang="en-US" sz="2000" dirty="0">
                <a:solidFill>
                  <a:srgbClr val="0000FF"/>
                </a:solidFill>
              </a:endParaRPr>
            </a:p>
          </p:txBody>
        </p:sp>
      </p:grpSp>
      <p:grpSp>
        <p:nvGrpSpPr>
          <p:cNvPr id="31" name="组合 30"/>
          <p:cNvGrpSpPr/>
          <p:nvPr/>
        </p:nvGrpSpPr>
        <p:grpSpPr>
          <a:xfrm>
            <a:off x="7036526" y="4052698"/>
            <a:ext cx="2746848" cy="600438"/>
            <a:chOff x="6638192" y="2406485"/>
            <a:chExt cx="2212691" cy="479930"/>
          </a:xfrm>
        </p:grpSpPr>
        <p:sp>
          <p:nvSpPr>
            <p:cNvPr id="32" name="下箭头 31"/>
            <p:cNvSpPr/>
            <p:nvPr/>
          </p:nvSpPr>
          <p:spPr bwMode="auto">
            <a:xfrm>
              <a:off x="6638192" y="2406485"/>
              <a:ext cx="253526" cy="430604"/>
            </a:xfrm>
            <a:prstGeom prst="downArrow">
              <a:avLst/>
            </a:prstGeom>
            <a:solidFill>
              <a:srgbClr val="00FFCC"/>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Arial" charset="0"/>
              </a:endParaRPr>
            </a:p>
          </p:txBody>
        </p:sp>
        <p:sp>
          <p:nvSpPr>
            <p:cNvPr id="33" name="矩形 32"/>
            <p:cNvSpPr/>
            <p:nvPr/>
          </p:nvSpPr>
          <p:spPr>
            <a:xfrm>
              <a:off x="6814308" y="2486305"/>
              <a:ext cx="413896" cy="400110"/>
            </a:xfrm>
            <a:prstGeom prst="rect">
              <a:avLst/>
            </a:prstGeom>
          </p:spPr>
          <p:txBody>
            <a:bodyPr wrap="none">
              <a:spAutoFit/>
            </a:bodyPr>
            <a:lstStyle/>
            <a:p>
              <a:r>
                <a:rPr lang="en-US" altLang="zh-CN" sz="2000" b="1" dirty="0" smtClean="0">
                  <a:solidFill>
                    <a:srgbClr val="0000FF"/>
                  </a:solidFill>
                  <a:latin typeface="微软雅黑" pitchFamily="34" charset="-122"/>
                  <a:ea typeface="微软雅黑" pitchFamily="34" charset="-122"/>
                  <a:sym typeface="Wingdings 2" panose="05020102010507070707" pitchFamily="18" charset="2"/>
                </a:rPr>
                <a:t></a:t>
              </a:r>
              <a:endParaRPr lang="zh-CN" altLang="en-US" sz="1600" dirty="0"/>
            </a:p>
          </p:txBody>
        </p:sp>
        <p:sp>
          <p:nvSpPr>
            <p:cNvPr id="34" name="矩形 33"/>
            <p:cNvSpPr/>
            <p:nvPr/>
          </p:nvSpPr>
          <p:spPr>
            <a:xfrm>
              <a:off x="7057037" y="2529313"/>
              <a:ext cx="1793846" cy="246006"/>
            </a:xfrm>
            <a:prstGeom prst="rect">
              <a:avLst/>
            </a:prstGeom>
          </p:spPr>
          <p:txBody>
            <a:bodyPr wrap="none">
              <a:spAutoFit/>
            </a:bodyPr>
            <a:lstStyle/>
            <a:p>
              <a:r>
                <a:rPr lang="zh-CN" altLang="en-US" sz="1400" b="1" dirty="0">
                  <a:solidFill>
                    <a:srgbClr val="000000"/>
                  </a:solidFill>
                  <a:latin typeface="微软雅黑" pitchFamily="34" charset="-122"/>
                  <a:ea typeface="微软雅黑" pitchFamily="34" charset="-122"/>
                  <a:sym typeface="Wingdings 2" panose="05020102010507070707" pitchFamily="18" charset="2"/>
                </a:rPr>
                <a:t>距离</a:t>
              </a:r>
              <a:r>
                <a:rPr lang="en-US" altLang="zh-CN" sz="1400" b="1" dirty="0">
                  <a:solidFill>
                    <a:srgbClr val="000000"/>
                  </a:solidFill>
                  <a:latin typeface="微软雅黑" pitchFamily="34" charset="-122"/>
                  <a:ea typeface="微软雅黑" pitchFamily="34" charset="-122"/>
                  <a:sym typeface="Wingdings 2" panose="05020102010507070707" pitchFamily="18" charset="2"/>
                </a:rPr>
                <a:t>+</a:t>
              </a:r>
              <a:r>
                <a:rPr lang="en-US" altLang="zh-CN" sz="1400" b="1" dirty="0" smtClean="0">
                  <a:solidFill>
                    <a:srgbClr val="000000"/>
                  </a:solidFill>
                  <a:latin typeface="微软雅黑" pitchFamily="34" charset="-122"/>
                  <a:ea typeface="微软雅黑" pitchFamily="34" charset="-122"/>
                  <a:sym typeface="Wingdings 2" panose="05020102010507070707" pitchFamily="18" charset="2"/>
                </a:rPr>
                <a:t>1</a:t>
              </a:r>
              <a:r>
                <a:rPr lang="zh-CN" altLang="en-US" sz="1400" b="1" dirty="0" smtClean="0">
                  <a:solidFill>
                    <a:srgbClr val="000000"/>
                  </a:solidFill>
                  <a:latin typeface="微软雅黑" pitchFamily="34" charset="-122"/>
                  <a:ea typeface="微软雅黑" pitchFamily="34" charset="-122"/>
                  <a:sym typeface="Wingdings 2" panose="05020102010507070707" pitchFamily="18" charset="2"/>
                </a:rPr>
                <a:t>，修改下一跳地址</a:t>
              </a:r>
              <a:endParaRPr lang="zh-CN" altLang="en-US" sz="1400" dirty="0">
                <a:solidFill>
                  <a:srgbClr val="000000"/>
                </a:solidFill>
              </a:endParaRPr>
            </a:p>
          </p:txBody>
        </p:sp>
      </p:grpSp>
    </p:spTree>
    <p:extLst>
      <p:ext uri="{BB962C8B-B14F-4D97-AF65-F5344CB8AC3E}">
        <p14:creationId xmlns:p14="http://schemas.microsoft.com/office/powerpoint/2010/main" val="254297872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up)">
                                      <p:cBhvr>
                                        <p:cTn id="7" dur="1000"/>
                                        <p:tgtEl>
                                          <p:spTgt spid="31"/>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wipe(up)">
                                      <p:cBhvr>
                                        <p:cTn id="11" dur="1000"/>
                                        <p:tgtEl>
                                          <p:spTgt spid="21"/>
                                        </p:tgtEl>
                                      </p:cBhvr>
                                    </p:animEffect>
                                  </p:childTnLst>
                                </p:cTn>
                              </p:par>
                            </p:childTnLst>
                          </p:cTn>
                        </p:par>
                        <p:par>
                          <p:cTn id="12" fill="hold">
                            <p:stCondLst>
                              <p:cond delay="2000"/>
                            </p:stCondLst>
                            <p:childTnLst>
                              <p:par>
                                <p:cTn id="13" presetID="22" presetClass="entr" presetSubtype="1"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wipe(up)">
                                      <p:cBhvr>
                                        <p:cTn id="15" dur="10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6" fill="hold" nodeType="click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barn(inHorizontal)">
                                      <p:cBhvr>
                                        <p:cTn id="20" dur="1000"/>
                                        <p:tgtEl>
                                          <p:spTgt spid="24"/>
                                        </p:tgtEl>
                                      </p:cBhvr>
                                    </p:animEffect>
                                  </p:childTnLst>
                                </p:cTn>
                              </p:par>
                            </p:childTnLst>
                          </p:cTn>
                        </p:par>
                        <p:par>
                          <p:cTn id="21" fill="hold">
                            <p:stCondLst>
                              <p:cond delay="1000"/>
                            </p:stCondLst>
                            <p:childTnLst>
                              <p:par>
                                <p:cTn id="22" presetID="22" presetClass="entr" presetSubtype="1" fill="hold" grpId="0" nodeType="after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wipe(up)">
                                      <p:cBhvr>
                                        <p:cTn id="24" dur="1000"/>
                                        <p:tgtEl>
                                          <p:spTgt spid="23"/>
                                        </p:tgtEl>
                                      </p:cBhvr>
                                    </p:animEffect>
                                  </p:childTnLst>
                                </p:cTn>
                              </p:par>
                            </p:childTnLst>
                          </p:cTn>
                        </p:par>
                        <p:par>
                          <p:cTn id="25" fill="hold">
                            <p:stCondLst>
                              <p:cond delay="2000"/>
                            </p:stCondLst>
                            <p:childTnLst>
                              <p:par>
                                <p:cTn id="26" presetID="22" presetClass="entr" presetSubtype="1" fill="hold" nodeType="after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wipe(up)">
                                      <p:cBhvr>
                                        <p:cTn id="28" dur="1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3" grpId="0"/>
    </p:bldLst>
  </p:timing>
</p:sld>
</file>

<file path=ppt/slides/slide1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6002" name="AutoShape 54"/>
          <p:cNvSpPr>
            <a:spLocks noChangeArrowheads="1"/>
          </p:cNvSpPr>
          <p:nvPr/>
        </p:nvSpPr>
        <p:spPr bwMode="auto">
          <a:xfrm rot="5400000">
            <a:off x="2006600" y="5362575"/>
            <a:ext cx="241300" cy="463550"/>
          </a:xfrm>
          <a:prstGeom prst="downArrow">
            <a:avLst>
              <a:gd name="adj1" fmla="val 50000"/>
              <a:gd name="adj2" fmla="val 48026"/>
            </a:avLst>
          </a:prstGeom>
          <a:solidFill>
            <a:schemeClr val="hlink"/>
          </a:solidFill>
          <a:ln w="9525">
            <a:solidFill>
              <a:srgbClr val="333399"/>
            </a:solidFill>
            <a:miter lim="800000"/>
            <a:headEnd/>
            <a:tailEnd/>
          </a:ln>
        </p:spPr>
        <p:txBody>
          <a:bodyPr vert="eaVert" wrap="none" anchor="ctr"/>
          <a:lstStyle/>
          <a:p>
            <a:pPr eaLnBrk="1" hangingPunct="1"/>
            <a:endParaRPr lang="en-US" altLang="zh-CN" b="1"/>
          </a:p>
        </p:txBody>
      </p:sp>
      <p:sp>
        <p:nvSpPr>
          <p:cNvPr id="256003" name="Line 2"/>
          <p:cNvSpPr>
            <a:spLocks noChangeShapeType="1"/>
          </p:cNvSpPr>
          <p:nvPr/>
        </p:nvSpPr>
        <p:spPr bwMode="auto">
          <a:xfrm>
            <a:off x="5575300" y="1455738"/>
            <a:ext cx="3629025" cy="0"/>
          </a:xfrm>
          <a:prstGeom prst="line">
            <a:avLst/>
          </a:prstGeom>
          <a:noFill/>
          <a:ln w="19050">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256004" name="Text Box 3"/>
          <p:cNvSpPr txBox="1">
            <a:spLocks noChangeArrowheads="1"/>
          </p:cNvSpPr>
          <p:nvPr/>
        </p:nvSpPr>
        <p:spPr bwMode="auto">
          <a:xfrm>
            <a:off x="7032625" y="1268413"/>
            <a:ext cx="984565"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宋体" pitchFamily="2" charset="-122"/>
              </a:rPr>
              <a:t> 4 </a:t>
            </a:r>
            <a:r>
              <a:rPr kumimoji="1" lang="zh-CN" altLang="en-US" sz="2000" b="1">
                <a:solidFill>
                  <a:srgbClr val="333399"/>
                </a:solidFill>
                <a:latin typeface="Arial" charset="0"/>
                <a:ea typeface="宋体" pitchFamily="2" charset="-122"/>
              </a:rPr>
              <a:t>字节</a:t>
            </a:r>
          </a:p>
        </p:txBody>
      </p:sp>
      <p:sp>
        <p:nvSpPr>
          <p:cNvPr id="256005" name="Rectangle 4"/>
          <p:cNvSpPr>
            <a:spLocks noChangeArrowheads="1"/>
          </p:cNvSpPr>
          <p:nvPr/>
        </p:nvSpPr>
        <p:spPr bwMode="auto">
          <a:xfrm>
            <a:off x="2339975" y="5276850"/>
            <a:ext cx="5778500" cy="647700"/>
          </a:xfrm>
          <a:prstGeom prst="rect">
            <a:avLst/>
          </a:prstGeom>
          <a:solidFill>
            <a:srgbClr val="FFCCFF"/>
          </a:solidFill>
          <a:ln w="9525">
            <a:solidFill>
              <a:schemeClr val="tx1"/>
            </a:solidFill>
            <a:miter lim="800000"/>
            <a:headEnd/>
            <a:tailEnd/>
          </a:ln>
        </p:spPr>
        <p:txBody>
          <a:bodyPr wrap="none" anchor="ctr"/>
          <a:lstStyle/>
          <a:p>
            <a:pPr eaLnBrk="1" hangingPunct="1"/>
            <a:endParaRPr lang="en-US" altLang="zh-CN" b="1"/>
          </a:p>
        </p:txBody>
      </p:sp>
      <p:sp>
        <p:nvSpPr>
          <p:cNvPr id="256006" name="Line 5"/>
          <p:cNvSpPr>
            <a:spLocks noChangeShapeType="1"/>
          </p:cNvSpPr>
          <p:nvPr/>
        </p:nvSpPr>
        <p:spPr bwMode="auto">
          <a:xfrm>
            <a:off x="4254500" y="4973638"/>
            <a:ext cx="3857625" cy="14287"/>
          </a:xfrm>
          <a:prstGeom prst="line">
            <a:avLst/>
          </a:prstGeom>
          <a:noFill/>
          <a:ln w="19050">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256007" name="Text Box 6"/>
          <p:cNvSpPr txBox="1">
            <a:spLocks noChangeArrowheads="1"/>
          </p:cNvSpPr>
          <p:nvPr/>
        </p:nvSpPr>
        <p:spPr bwMode="auto">
          <a:xfrm>
            <a:off x="5581650" y="4743450"/>
            <a:ext cx="1185863"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dirty="0">
                <a:solidFill>
                  <a:srgbClr val="333399"/>
                </a:solidFill>
                <a:latin typeface="Arial" charset="0"/>
                <a:ea typeface="宋体" pitchFamily="2" charset="-122"/>
              </a:rPr>
              <a:t>RIP </a:t>
            </a:r>
            <a:r>
              <a:rPr kumimoji="1" lang="zh-CN" altLang="en-US" sz="2000" b="1" dirty="0">
                <a:solidFill>
                  <a:srgbClr val="333399"/>
                </a:solidFill>
                <a:latin typeface="Arial" charset="0"/>
                <a:ea typeface="宋体" pitchFamily="2" charset="-122"/>
              </a:rPr>
              <a:t>报文</a:t>
            </a:r>
          </a:p>
        </p:txBody>
      </p:sp>
      <p:sp>
        <p:nvSpPr>
          <p:cNvPr id="256008" name="Freeform 8"/>
          <p:cNvSpPr>
            <a:spLocks/>
          </p:cNvSpPr>
          <p:nvPr/>
        </p:nvSpPr>
        <p:spPr bwMode="auto">
          <a:xfrm>
            <a:off x="5002213" y="3708400"/>
            <a:ext cx="4211637" cy="390525"/>
          </a:xfrm>
          <a:custGeom>
            <a:avLst/>
            <a:gdLst>
              <a:gd name="T0" fmla="*/ 2147483646 w 2328"/>
              <a:gd name="T1" fmla="*/ 2147483646 h 204"/>
              <a:gd name="T2" fmla="*/ 2147483646 w 2328"/>
              <a:gd name="T3" fmla="*/ 0 h 204"/>
              <a:gd name="T4" fmla="*/ 2147483646 w 2328"/>
              <a:gd name="T5" fmla="*/ 2147483646 h 204"/>
              <a:gd name="T6" fmla="*/ 0 w 2328"/>
              <a:gd name="T7" fmla="*/ 2147483646 h 204"/>
              <a:gd name="T8" fmla="*/ 2147483646 w 2328"/>
              <a:gd name="T9" fmla="*/ 2147483646 h 204"/>
              <a:gd name="T10" fmla="*/ 0 60000 65536"/>
              <a:gd name="T11" fmla="*/ 0 60000 65536"/>
              <a:gd name="T12" fmla="*/ 0 60000 65536"/>
              <a:gd name="T13" fmla="*/ 0 60000 65536"/>
              <a:gd name="T14" fmla="*/ 0 60000 65536"/>
              <a:gd name="T15" fmla="*/ 0 w 2328"/>
              <a:gd name="T16" fmla="*/ 0 h 204"/>
              <a:gd name="T17" fmla="*/ 2328 w 2328"/>
              <a:gd name="T18" fmla="*/ 204 h 204"/>
            </a:gdLst>
            <a:ahLst/>
            <a:cxnLst>
              <a:cxn ang="T10">
                <a:pos x="T0" y="T1"/>
              </a:cxn>
              <a:cxn ang="T11">
                <a:pos x="T2" y="T3"/>
              </a:cxn>
              <a:cxn ang="T12">
                <a:pos x="T4" y="T5"/>
              </a:cxn>
              <a:cxn ang="T13">
                <a:pos x="T6" y="T7"/>
              </a:cxn>
              <a:cxn ang="T14">
                <a:pos x="T8" y="T9"/>
              </a:cxn>
            </a:cxnLst>
            <a:rect l="T15" t="T16" r="T17" b="T18"/>
            <a:pathLst>
              <a:path w="2328" h="204">
                <a:moveTo>
                  <a:pt x="306" y="6"/>
                </a:moveTo>
                <a:lnTo>
                  <a:pt x="2328" y="0"/>
                </a:lnTo>
                <a:lnTo>
                  <a:pt x="1716" y="204"/>
                </a:lnTo>
                <a:lnTo>
                  <a:pt x="0" y="204"/>
                </a:lnTo>
                <a:lnTo>
                  <a:pt x="306" y="6"/>
                </a:lnTo>
                <a:close/>
              </a:path>
            </a:pathLst>
          </a:cu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256009" name="Rectangle 9"/>
          <p:cNvSpPr>
            <a:spLocks noChangeArrowheads="1"/>
          </p:cNvSpPr>
          <p:nvPr/>
        </p:nvSpPr>
        <p:spPr bwMode="auto">
          <a:xfrm>
            <a:off x="5565775" y="1684338"/>
            <a:ext cx="3670300" cy="2027237"/>
          </a:xfrm>
          <a:prstGeom prst="rect">
            <a:avLst/>
          </a:prstGeom>
          <a:solidFill>
            <a:srgbClr val="CCECFF"/>
          </a:solidFill>
          <a:ln w="9525">
            <a:solidFill>
              <a:schemeClr val="tx1"/>
            </a:solidFill>
            <a:miter lim="800000"/>
            <a:headEnd/>
            <a:tailEnd/>
          </a:ln>
          <a:effectLst>
            <a:outerShdw dist="17961" dir="2700000" algn="ctr" rotWithShape="0">
              <a:schemeClr val="bg2"/>
            </a:outerShdw>
          </a:effectLst>
        </p:spPr>
        <p:txBody>
          <a:bodyPr wrap="none" anchor="ctr"/>
          <a:lstStyle/>
          <a:p>
            <a:pPr eaLnBrk="1" hangingPunct="1"/>
            <a:endParaRPr lang="en-US" altLang="zh-CN" b="1"/>
          </a:p>
        </p:txBody>
      </p:sp>
      <p:sp>
        <p:nvSpPr>
          <p:cNvPr id="256010" name="Line 10"/>
          <p:cNvSpPr>
            <a:spLocks noChangeShapeType="1"/>
          </p:cNvSpPr>
          <p:nvPr/>
        </p:nvSpPr>
        <p:spPr bwMode="auto">
          <a:xfrm>
            <a:off x="3529013" y="6184900"/>
            <a:ext cx="4618037" cy="6350"/>
          </a:xfrm>
          <a:prstGeom prst="line">
            <a:avLst/>
          </a:prstGeom>
          <a:noFill/>
          <a:ln w="19050">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256011" name="Text Box 11"/>
          <p:cNvSpPr txBox="1">
            <a:spLocks noChangeArrowheads="1"/>
          </p:cNvSpPr>
          <p:nvPr/>
        </p:nvSpPr>
        <p:spPr bwMode="auto">
          <a:xfrm>
            <a:off x="8356600" y="4364038"/>
            <a:ext cx="2139950" cy="1320800"/>
          </a:xfrm>
          <a:prstGeom prst="rect">
            <a:avLst/>
          </a:prstGeom>
          <a:solidFill>
            <a:srgbClr val="FFFF99"/>
          </a:solidFill>
          <a:ln w="9525">
            <a:solidFill>
              <a:srgbClr val="333399"/>
            </a:solidFill>
            <a:miter lim="800000"/>
            <a:headEnd/>
            <a:tailEnd/>
          </a:ln>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zh-CN" altLang="en-US" sz="2000" b="1">
                <a:solidFill>
                  <a:srgbClr val="333399"/>
                </a:solidFill>
                <a:latin typeface="Arial" charset="0"/>
                <a:ea typeface="宋体" pitchFamily="2" charset="-122"/>
              </a:rPr>
              <a:t>路由信息</a:t>
            </a:r>
          </a:p>
          <a:p>
            <a:pPr algn="ctr" eaLnBrk="1" hangingPunct="1"/>
            <a:r>
              <a:rPr kumimoji="1" lang="zh-CN" altLang="en-US" sz="2000" b="1">
                <a:solidFill>
                  <a:srgbClr val="333399"/>
                </a:solidFill>
                <a:latin typeface="Arial" charset="0"/>
                <a:ea typeface="宋体" pitchFamily="2" charset="-122"/>
              </a:rPr>
              <a:t>（</a:t>
            </a:r>
            <a:r>
              <a:rPr kumimoji="1" lang="en-US" altLang="zh-CN" sz="2000" b="1">
                <a:solidFill>
                  <a:srgbClr val="333399"/>
                </a:solidFill>
                <a:latin typeface="Arial" charset="0"/>
                <a:ea typeface="宋体" pitchFamily="2" charset="-122"/>
              </a:rPr>
              <a:t>20 </a:t>
            </a:r>
            <a:r>
              <a:rPr kumimoji="1" lang="zh-CN" altLang="en-US" sz="2000" b="1">
                <a:solidFill>
                  <a:srgbClr val="333399"/>
                </a:solidFill>
                <a:latin typeface="Arial" charset="0"/>
                <a:ea typeface="宋体" pitchFamily="2" charset="-122"/>
              </a:rPr>
              <a:t>字节</a:t>
            </a:r>
            <a:r>
              <a:rPr kumimoji="1" lang="en-US" altLang="zh-CN" sz="2000" b="1">
                <a:solidFill>
                  <a:srgbClr val="333399"/>
                </a:solidFill>
                <a:latin typeface="Arial" charset="0"/>
                <a:ea typeface="宋体" pitchFamily="2" charset="-122"/>
              </a:rPr>
              <a:t>/</a:t>
            </a:r>
            <a:r>
              <a:rPr kumimoji="1" lang="zh-CN" altLang="en-US" sz="2000" b="1">
                <a:solidFill>
                  <a:srgbClr val="333399"/>
                </a:solidFill>
                <a:latin typeface="Arial" charset="0"/>
                <a:ea typeface="宋体" pitchFamily="2" charset="-122"/>
              </a:rPr>
              <a:t>路由）</a:t>
            </a:r>
          </a:p>
          <a:p>
            <a:pPr algn="ctr" eaLnBrk="1" hangingPunct="1"/>
            <a:r>
              <a:rPr kumimoji="1" lang="zh-CN" altLang="en-US" sz="2000" b="1">
                <a:solidFill>
                  <a:srgbClr val="333399"/>
                </a:solidFill>
                <a:latin typeface="Arial" charset="0"/>
                <a:ea typeface="宋体" pitchFamily="2" charset="-122"/>
              </a:rPr>
              <a:t>可重复出现</a:t>
            </a:r>
          </a:p>
          <a:p>
            <a:pPr algn="ctr" eaLnBrk="1" hangingPunct="1"/>
            <a:r>
              <a:rPr kumimoji="1" lang="zh-CN" altLang="en-US" sz="2000" b="1">
                <a:solidFill>
                  <a:srgbClr val="333399"/>
                </a:solidFill>
                <a:latin typeface="Arial" charset="0"/>
                <a:ea typeface="宋体" pitchFamily="2" charset="-122"/>
              </a:rPr>
              <a:t>最多 </a:t>
            </a:r>
            <a:r>
              <a:rPr kumimoji="1" lang="en-US" altLang="zh-CN" sz="2000" b="1">
                <a:solidFill>
                  <a:srgbClr val="333399"/>
                </a:solidFill>
                <a:latin typeface="Arial" charset="0"/>
                <a:ea typeface="宋体" pitchFamily="2" charset="-122"/>
              </a:rPr>
              <a:t>25 </a:t>
            </a:r>
            <a:r>
              <a:rPr kumimoji="1" lang="zh-CN" altLang="en-US" sz="2000" b="1">
                <a:solidFill>
                  <a:srgbClr val="333399"/>
                </a:solidFill>
                <a:latin typeface="Arial" charset="0"/>
                <a:ea typeface="宋体" pitchFamily="2" charset="-122"/>
              </a:rPr>
              <a:t>个</a:t>
            </a:r>
          </a:p>
        </p:txBody>
      </p:sp>
      <p:sp>
        <p:nvSpPr>
          <p:cNvPr id="256012" name="Rectangle 12"/>
          <p:cNvSpPr>
            <a:spLocks noChangeArrowheads="1"/>
          </p:cNvSpPr>
          <p:nvPr/>
        </p:nvSpPr>
        <p:spPr bwMode="auto">
          <a:xfrm>
            <a:off x="4265613" y="4125913"/>
            <a:ext cx="3840162" cy="62071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ltLang="zh-CN" b="1"/>
          </a:p>
        </p:txBody>
      </p:sp>
      <p:sp>
        <p:nvSpPr>
          <p:cNvPr id="256013" name="Freeform 13"/>
          <p:cNvSpPr>
            <a:spLocks/>
          </p:cNvSpPr>
          <p:nvPr/>
        </p:nvSpPr>
        <p:spPr bwMode="auto">
          <a:xfrm>
            <a:off x="1527175" y="2971800"/>
            <a:ext cx="3605213" cy="1138238"/>
          </a:xfrm>
          <a:custGeom>
            <a:avLst/>
            <a:gdLst>
              <a:gd name="T0" fmla="*/ 0 w 1992"/>
              <a:gd name="T1" fmla="*/ 2147483646 h 612"/>
              <a:gd name="T2" fmla="*/ 2147483646 w 1992"/>
              <a:gd name="T3" fmla="*/ 0 h 612"/>
              <a:gd name="T4" fmla="*/ 2147483646 w 1992"/>
              <a:gd name="T5" fmla="*/ 2147483646 h 612"/>
              <a:gd name="T6" fmla="*/ 2147483646 w 1992"/>
              <a:gd name="T7" fmla="*/ 2147483646 h 612"/>
              <a:gd name="T8" fmla="*/ 0 w 1992"/>
              <a:gd name="T9" fmla="*/ 2147483646 h 612"/>
              <a:gd name="T10" fmla="*/ 0 60000 65536"/>
              <a:gd name="T11" fmla="*/ 0 60000 65536"/>
              <a:gd name="T12" fmla="*/ 0 60000 65536"/>
              <a:gd name="T13" fmla="*/ 0 60000 65536"/>
              <a:gd name="T14" fmla="*/ 0 60000 65536"/>
              <a:gd name="T15" fmla="*/ 0 w 1992"/>
              <a:gd name="T16" fmla="*/ 0 h 612"/>
              <a:gd name="T17" fmla="*/ 1992 w 1992"/>
              <a:gd name="T18" fmla="*/ 612 h 612"/>
            </a:gdLst>
            <a:ahLst/>
            <a:cxnLst>
              <a:cxn ang="T10">
                <a:pos x="T0" y="T1"/>
              </a:cxn>
              <a:cxn ang="T11">
                <a:pos x="T2" y="T3"/>
              </a:cxn>
              <a:cxn ang="T12">
                <a:pos x="T4" y="T5"/>
              </a:cxn>
              <a:cxn ang="T13">
                <a:pos x="T6" y="T7"/>
              </a:cxn>
              <a:cxn ang="T14">
                <a:pos x="T8" y="T9"/>
              </a:cxn>
            </a:cxnLst>
            <a:rect l="T15" t="T16" r="T17" b="T18"/>
            <a:pathLst>
              <a:path w="1992" h="612">
                <a:moveTo>
                  <a:pt x="0" y="12"/>
                </a:moveTo>
                <a:lnTo>
                  <a:pt x="1992" y="0"/>
                </a:lnTo>
                <a:lnTo>
                  <a:pt x="1890" y="606"/>
                </a:lnTo>
                <a:lnTo>
                  <a:pt x="1506" y="612"/>
                </a:lnTo>
                <a:lnTo>
                  <a:pt x="0" y="12"/>
                </a:lnTo>
                <a:close/>
              </a:path>
            </a:pathLst>
          </a:cu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p>
        </p:txBody>
      </p:sp>
      <p:sp>
        <p:nvSpPr>
          <p:cNvPr id="256014" name="Rectangle 14"/>
          <p:cNvSpPr>
            <a:spLocks noChangeArrowheads="1"/>
          </p:cNvSpPr>
          <p:nvPr/>
        </p:nvSpPr>
        <p:spPr bwMode="auto">
          <a:xfrm>
            <a:off x="4265613" y="4113213"/>
            <a:ext cx="3852862" cy="6461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en-US" altLang="zh-CN" b="1"/>
          </a:p>
        </p:txBody>
      </p:sp>
      <p:sp>
        <p:nvSpPr>
          <p:cNvPr id="256015" name="Line 15"/>
          <p:cNvSpPr>
            <a:spLocks noChangeShapeType="1"/>
          </p:cNvSpPr>
          <p:nvPr/>
        </p:nvSpPr>
        <p:spPr bwMode="auto">
          <a:xfrm flipH="1">
            <a:off x="2325688" y="5986463"/>
            <a:ext cx="14287" cy="6556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256016" name="Rectangle 16"/>
          <p:cNvSpPr>
            <a:spLocks noChangeArrowheads="1"/>
          </p:cNvSpPr>
          <p:nvPr/>
        </p:nvSpPr>
        <p:spPr bwMode="auto">
          <a:xfrm>
            <a:off x="5229225" y="6180138"/>
            <a:ext cx="1431925" cy="279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ltLang="zh-CN" b="1"/>
          </a:p>
        </p:txBody>
      </p:sp>
      <p:sp>
        <p:nvSpPr>
          <p:cNvPr id="256017" name="Line 17"/>
          <p:cNvSpPr>
            <a:spLocks noChangeShapeType="1"/>
          </p:cNvSpPr>
          <p:nvPr/>
        </p:nvSpPr>
        <p:spPr bwMode="auto">
          <a:xfrm>
            <a:off x="2339975" y="6519863"/>
            <a:ext cx="5778500" cy="0"/>
          </a:xfrm>
          <a:prstGeom prst="line">
            <a:avLst/>
          </a:prstGeom>
          <a:noFill/>
          <a:ln w="19050">
            <a:solidFill>
              <a:srgbClr val="333399"/>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256018" name="Text Box 18"/>
          <p:cNvSpPr txBox="1">
            <a:spLocks noChangeArrowheads="1"/>
          </p:cNvSpPr>
          <p:nvPr/>
        </p:nvSpPr>
        <p:spPr bwMode="auto">
          <a:xfrm>
            <a:off x="4410075" y="6299200"/>
            <a:ext cx="1255713"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宋体" pitchFamily="2" charset="-122"/>
              </a:rPr>
              <a:t>IP </a:t>
            </a:r>
            <a:r>
              <a:rPr kumimoji="1" lang="zh-CN" altLang="en-US" sz="2000" b="1">
                <a:solidFill>
                  <a:srgbClr val="333399"/>
                </a:solidFill>
                <a:latin typeface="Arial" charset="0"/>
                <a:ea typeface="宋体" pitchFamily="2" charset="-122"/>
              </a:rPr>
              <a:t>数据报</a:t>
            </a:r>
          </a:p>
        </p:txBody>
      </p:sp>
      <p:sp>
        <p:nvSpPr>
          <p:cNvPr id="256019" name="Line 19"/>
          <p:cNvSpPr>
            <a:spLocks noChangeShapeType="1"/>
          </p:cNvSpPr>
          <p:nvPr/>
        </p:nvSpPr>
        <p:spPr bwMode="auto">
          <a:xfrm>
            <a:off x="5576888" y="2073275"/>
            <a:ext cx="36703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256020" name="Line 20"/>
          <p:cNvSpPr>
            <a:spLocks noChangeShapeType="1"/>
          </p:cNvSpPr>
          <p:nvPr/>
        </p:nvSpPr>
        <p:spPr bwMode="auto">
          <a:xfrm>
            <a:off x="5576888" y="2497138"/>
            <a:ext cx="36703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256021" name="Line 21"/>
          <p:cNvSpPr>
            <a:spLocks noChangeShapeType="1"/>
          </p:cNvSpPr>
          <p:nvPr/>
        </p:nvSpPr>
        <p:spPr bwMode="auto">
          <a:xfrm>
            <a:off x="5576888" y="2900363"/>
            <a:ext cx="36703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256022" name="Line 22"/>
          <p:cNvSpPr>
            <a:spLocks noChangeShapeType="1"/>
          </p:cNvSpPr>
          <p:nvPr/>
        </p:nvSpPr>
        <p:spPr bwMode="auto">
          <a:xfrm>
            <a:off x="5576888" y="3284538"/>
            <a:ext cx="36703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256023" name="Line 23"/>
          <p:cNvSpPr>
            <a:spLocks noChangeShapeType="1"/>
          </p:cNvSpPr>
          <p:nvPr/>
        </p:nvSpPr>
        <p:spPr bwMode="auto">
          <a:xfrm rot="5400000" flipH="1">
            <a:off x="7214394" y="1894682"/>
            <a:ext cx="39528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256024" name="Text Box 24"/>
          <p:cNvSpPr txBox="1">
            <a:spLocks noChangeArrowheads="1"/>
          </p:cNvSpPr>
          <p:nvPr/>
        </p:nvSpPr>
        <p:spPr bwMode="auto">
          <a:xfrm>
            <a:off x="7837488" y="1661782"/>
            <a:ext cx="121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a:solidFill>
                  <a:srgbClr val="333399"/>
                </a:solidFill>
                <a:latin typeface="Arial" charset="0"/>
                <a:ea typeface="宋体" pitchFamily="2" charset="-122"/>
              </a:rPr>
              <a:t>路由标记</a:t>
            </a:r>
          </a:p>
        </p:txBody>
      </p:sp>
      <p:sp>
        <p:nvSpPr>
          <p:cNvPr id="256025" name="Text Box 25"/>
          <p:cNvSpPr txBox="1">
            <a:spLocks noChangeArrowheads="1"/>
          </p:cNvSpPr>
          <p:nvPr/>
        </p:nvSpPr>
        <p:spPr bwMode="auto">
          <a:xfrm>
            <a:off x="6846888" y="2068821"/>
            <a:ext cx="121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a:solidFill>
                  <a:srgbClr val="333399"/>
                </a:solidFill>
                <a:latin typeface="Arial" charset="0"/>
                <a:ea typeface="宋体" pitchFamily="2" charset="-122"/>
              </a:rPr>
              <a:t>网络地址</a:t>
            </a:r>
          </a:p>
        </p:txBody>
      </p:sp>
      <p:sp>
        <p:nvSpPr>
          <p:cNvPr id="256026" name="Text Box 26"/>
          <p:cNvSpPr txBox="1">
            <a:spLocks noChangeArrowheads="1"/>
          </p:cNvSpPr>
          <p:nvPr/>
        </p:nvSpPr>
        <p:spPr bwMode="auto">
          <a:xfrm>
            <a:off x="5663952" y="1667184"/>
            <a:ext cx="17331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a:solidFill>
                  <a:srgbClr val="333399"/>
                </a:solidFill>
                <a:latin typeface="Arial" charset="0"/>
                <a:ea typeface="宋体" pitchFamily="2" charset="-122"/>
              </a:rPr>
              <a:t>地址族标识符</a:t>
            </a:r>
          </a:p>
        </p:txBody>
      </p:sp>
      <p:sp>
        <p:nvSpPr>
          <p:cNvPr id="256027" name="Text Box 27"/>
          <p:cNvSpPr txBox="1">
            <a:spLocks noChangeArrowheads="1"/>
          </p:cNvSpPr>
          <p:nvPr/>
        </p:nvSpPr>
        <p:spPr bwMode="auto">
          <a:xfrm>
            <a:off x="6792913" y="3301361"/>
            <a:ext cx="145424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a:solidFill>
                  <a:srgbClr val="333399"/>
                </a:solidFill>
                <a:latin typeface="Arial" charset="0"/>
                <a:ea typeface="宋体" pitchFamily="2" charset="-122"/>
              </a:rPr>
              <a:t>距离 </a:t>
            </a:r>
            <a:r>
              <a:rPr kumimoji="1" lang="en-US" altLang="zh-CN" sz="2000" b="1" dirty="0">
                <a:solidFill>
                  <a:srgbClr val="333399"/>
                </a:solidFill>
                <a:latin typeface="Arial" charset="0"/>
                <a:ea typeface="宋体" pitchFamily="2" charset="-122"/>
              </a:rPr>
              <a:t>(1-16)</a:t>
            </a:r>
          </a:p>
        </p:txBody>
      </p:sp>
      <p:sp>
        <p:nvSpPr>
          <p:cNvPr id="256028" name="Rectangle 28"/>
          <p:cNvSpPr>
            <a:spLocks noChangeArrowheads="1"/>
          </p:cNvSpPr>
          <p:nvPr/>
        </p:nvSpPr>
        <p:spPr bwMode="auto">
          <a:xfrm>
            <a:off x="4265613" y="5289550"/>
            <a:ext cx="3840162" cy="6223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ltLang="zh-CN" b="1"/>
          </a:p>
        </p:txBody>
      </p:sp>
      <p:sp>
        <p:nvSpPr>
          <p:cNvPr id="256029" name="Line 29"/>
          <p:cNvSpPr>
            <a:spLocks noChangeShapeType="1"/>
          </p:cNvSpPr>
          <p:nvPr/>
        </p:nvSpPr>
        <p:spPr bwMode="auto">
          <a:xfrm>
            <a:off x="3543300" y="5276850"/>
            <a:ext cx="0" cy="647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256030" name="Text Box 30"/>
          <p:cNvSpPr txBox="1">
            <a:spLocks noChangeArrowheads="1"/>
          </p:cNvSpPr>
          <p:nvPr/>
        </p:nvSpPr>
        <p:spPr bwMode="auto">
          <a:xfrm>
            <a:off x="2590800" y="5307013"/>
            <a:ext cx="70083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lnSpc>
                <a:spcPct val="90000"/>
              </a:lnSpc>
            </a:pPr>
            <a:r>
              <a:rPr kumimoji="1" lang="en-US" altLang="zh-CN" sz="2000" b="1">
                <a:solidFill>
                  <a:srgbClr val="333399"/>
                </a:solidFill>
                <a:latin typeface="Arial" charset="0"/>
                <a:ea typeface="宋体" pitchFamily="2" charset="-122"/>
              </a:rPr>
              <a:t>  IP </a:t>
            </a:r>
          </a:p>
          <a:p>
            <a:pPr eaLnBrk="1" hangingPunct="1">
              <a:lnSpc>
                <a:spcPct val="90000"/>
              </a:lnSpc>
            </a:pPr>
            <a:r>
              <a:rPr kumimoji="1" lang="zh-CN" altLang="en-US" sz="2000" b="1">
                <a:solidFill>
                  <a:srgbClr val="333399"/>
                </a:solidFill>
                <a:latin typeface="Arial" charset="0"/>
                <a:ea typeface="宋体" pitchFamily="2" charset="-122"/>
              </a:rPr>
              <a:t>首部</a:t>
            </a:r>
          </a:p>
        </p:txBody>
      </p:sp>
      <p:sp>
        <p:nvSpPr>
          <p:cNvPr id="256031" name="Line 31"/>
          <p:cNvSpPr>
            <a:spLocks noChangeShapeType="1"/>
          </p:cNvSpPr>
          <p:nvPr/>
        </p:nvSpPr>
        <p:spPr bwMode="auto">
          <a:xfrm>
            <a:off x="8118475" y="5986463"/>
            <a:ext cx="0" cy="6191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256032" name="AutoShape 32"/>
          <p:cNvSpPr>
            <a:spLocks noChangeArrowheads="1"/>
          </p:cNvSpPr>
          <p:nvPr/>
        </p:nvSpPr>
        <p:spPr bwMode="auto">
          <a:xfrm>
            <a:off x="5951538" y="5157192"/>
            <a:ext cx="241300" cy="463550"/>
          </a:xfrm>
          <a:prstGeom prst="downArrow">
            <a:avLst>
              <a:gd name="adj1" fmla="val 50000"/>
              <a:gd name="adj2" fmla="val 48026"/>
            </a:avLst>
          </a:prstGeom>
          <a:solidFill>
            <a:schemeClr val="accent1"/>
          </a:solidFill>
          <a:ln w="9525">
            <a:solidFill>
              <a:srgbClr val="333399"/>
            </a:solidFill>
            <a:miter lim="800000"/>
            <a:headEnd/>
            <a:tailEnd/>
          </a:ln>
        </p:spPr>
        <p:txBody>
          <a:bodyPr vert="eaVert" wrap="none" anchor="ctr"/>
          <a:lstStyle/>
          <a:p>
            <a:pPr eaLnBrk="1" hangingPunct="1"/>
            <a:endParaRPr lang="en-US" altLang="zh-CN" b="1"/>
          </a:p>
        </p:txBody>
      </p:sp>
      <p:sp>
        <p:nvSpPr>
          <p:cNvPr id="256033" name="Text Box 33"/>
          <p:cNvSpPr txBox="1">
            <a:spLocks noChangeArrowheads="1"/>
          </p:cNvSpPr>
          <p:nvPr/>
        </p:nvSpPr>
        <p:spPr bwMode="auto">
          <a:xfrm>
            <a:off x="3597275" y="5307013"/>
            <a:ext cx="7921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lnSpc>
                <a:spcPct val="90000"/>
              </a:lnSpc>
            </a:pPr>
            <a:r>
              <a:rPr kumimoji="1" lang="en-US" altLang="zh-CN" sz="2000" b="1">
                <a:solidFill>
                  <a:srgbClr val="333399"/>
                </a:solidFill>
                <a:latin typeface="Arial" charset="0"/>
                <a:ea typeface="宋体" pitchFamily="2" charset="-122"/>
              </a:rPr>
              <a:t>UDP </a:t>
            </a:r>
          </a:p>
          <a:p>
            <a:pPr eaLnBrk="1" hangingPunct="1">
              <a:lnSpc>
                <a:spcPct val="90000"/>
              </a:lnSpc>
            </a:pPr>
            <a:r>
              <a:rPr kumimoji="1" lang="zh-CN" altLang="en-US" sz="2000" b="1">
                <a:solidFill>
                  <a:srgbClr val="333399"/>
                </a:solidFill>
                <a:latin typeface="Arial" charset="0"/>
                <a:ea typeface="宋体" pitchFamily="2" charset="-122"/>
              </a:rPr>
              <a:t>首部</a:t>
            </a:r>
          </a:p>
        </p:txBody>
      </p:sp>
      <p:sp>
        <p:nvSpPr>
          <p:cNvPr id="256034" name="Line 34"/>
          <p:cNvSpPr>
            <a:spLocks noChangeShapeType="1"/>
          </p:cNvSpPr>
          <p:nvPr/>
        </p:nvSpPr>
        <p:spPr bwMode="auto">
          <a:xfrm>
            <a:off x="4265613" y="5289550"/>
            <a:ext cx="0" cy="6461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256035" name="AutoShape 35"/>
          <p:cNvSpPr>
            <a:spLocks/>
          </p:cNvSpPr>
          <p:nvPr/>
        </p:nvSpPr>
        <p:spPr bwMode="auto">
          <a:xfrm>
            <a:off x="9305925" y="1701800"/>
            <a:ext cx="246063" cy="1976438"/>
          </a:xfrm>
          <a:prstGeom prst="rightBrace">
            <a:avLst>
              <a:gd name="adj1" fmla="val 66935"/>
              <a:gd name="adj2" fmla="val 50000"/>
            </a:avLst>
          </a:prstGeom>
          <a:noFill/>
          <a:ln w="19050">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en-US" altLang="zh-CN" b="1"/>
          </a:p>
        </p:txBody>
      </p:sp>
      <p:sp>
        <p:nvSpPr>
          <p:cNvPr id="256036" name="Line 36"/>
          <p:cNvSpPr>
            <a:spLocks noChangeShapeType="1"/>
          </p:cNvSpPr>
          <p:nvPr/>
        </p:nvSpPr>
        <p:spPr bwMode="auto">
          <a:xfrm>
            <a:off x="4945063" y="4110038"/>
            <a:ext cx="0" cy="64611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256037" name="Line 37"/>
          <p:cNvSpPr>
            <a:spLocks noChangeShapeType="1"/>
          </p:cNvSpPr>
          <p:nvPr/>
        </p:nvSpPr>
        <p:spPr bwMode="auto">
          <a:xfrm>
            <a:off x="4265613" y="4830763"/>
            <a:ext cx="0" cy="3222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256038" name="Line 38"/>
          <p:cNvSpPr>
            <a:spLocks noChangeShapeType="1"/>
          </p:cNvSpPr>
          <p:nvPr/>
        </p:nvSpPr>
        <p:spPr bwMode="auto">
          <a:xfrm>
            <a:off x="8123238" y="4800600"/>
            <a:ext cx="0" cy="322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256039" name="Text Box 39"/>
          <p:cNvSpPr txBox="1">
            <a:spLocks noChangeArrowheads="1"/>
          </p:cNvSpPr>
          <p:nvPr/>
        </p:nvSpPr>
        <p:spPr bwMode="auto">
          <a:xfrm>
            <a:off x="4249738" y="4176713"/>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宋体" pitchFamily="2" charset="-122"/>
              </a:rPr>
              <a:t>首部</a:t>
            </a:r>
          </a:p>
        </p:txBody>
      </p:sp>
      <p:sp>
        <p:nvSpPr>
          <p:cNvPr id="256040" name="Text Box 40"/>
          <p:cNvSpPr txBox="1">
            <a:spLocks noChangeArrowheads="1"/>
          </p:cNvSpPr>
          <p:nvPr/>
        </p:nvSpPr>
        <p:spPr bwMode="auto">
          <a:xfrm>
            <a:off x="5807075" y="4176713"/>
            <a:ext cx="121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宋体" pitchFamily="2" charset="-122"/>
              </a:rPr>
              <a:t>路由部分</a:t>
            </a:r>
          </a:p>
        </p:txBody>
      </p:sp>
      <p:sp>
        <p:nvSpPr>
          <p:cNvPr id="256041" name="Rectangle 41"/>
          <p:cNvSpPr>
            <a:spLocks noChangeArrowheads="1"/>
          </p:cNvSpPr>
          <p:nvPr/>
        </p:nvSpPr>
        <p:spPr bwMode="auto">
          <a:xfrm>
            <a:off x="1516063" y="2570163"/>
            <a:ext cx="3629025" cy="401637"/>
          </a:xfrm>
          <a:prstGeom prst="rect">
            <a:avLst/>
          </a:prstGeom>
          <a:solidFill>
            <a:srgbClr val="CCECFF"/>
          </a:solidFill>
          <a:ln w="9525">
            <a:solidFill>
              <a:schemeClr val="tx1"/>
            </a:solidFill>
            <a:miter lim="800000"/>
            <a:headEnd/>
            <a:tailEnd/>
          </a:ln>
        </p:spPr>
        <p:txBody>
          <a:bodyPr wrap="none" anchor="ctr"/>
          <a:lstStyle/>
          <a:p>
            <a:pPr eaLnBrk="1" hangingPunct="1"/>
            <a:endParaRPr lang="en-US" altLang="zh-CN" b="1"/>
          </a:p>
        </p:txBody>
      </p:sp>
      <p:sp>
        <p:nvSpPr>
          <p:cNvPr id="256042" name="Line 42"/>
          <p:cNvSpPr>
            <a:spLocks noChangeShapeType="1"/>
          </p:cNvSpPr>
          <p:nvPr/>
        </p:nvSpPr>
        <p:spPr bwMode="auto">
          <a:xfrm rot="-5400000">
            <a:off x="2219325" y="2773363"/>
            <a:ext cx="406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256043" name="Line 43"/>
          <p:cNvSpPr>
            <a:spLocks noChangeShapeType="1"/>
          </p:cNvSpPr>
          <p:nvPr/>
        </p:nvSpPr>
        <p:spPr bwMode="auto">
          <a:xfrm rot="-5400000">
            <a:off x="3126581" y="2774157"/>
            <a:ext cx="40798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256044" name="Text Box 44"/>
          <p:cNvSpPr txBox="1">
            <a:spLocks noChangeArrowheads="1"/>
          </p:cNvSpPr>
          <p:nvPr/>
        </p:nvSpPr>
        <p:spPr bwMode="auto">
          <a:xfrm>
            <a:off x="3795713" y="2569832"/>
            <a:ext cx="9140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a:solidFill>
                  <a:srgbClr val="333399"/>
                </a:solidFill>
                <a:latin typeface="Arial" charset="0"/>
                <a:ea typeface="宋体" pitchFamily="2" charset="-122"/>
              </a:rPr>
              <a:t>必为 </a:t>
            </a:r>
            <a:r>
              <a:rPr kumimoji="1" lang="en-US" altLang="zh-CN" sz="2000" b="1" dirty="0">
                <a:solidFill>
                  <a:srgbClr val="333399"/>
                </a:solidFill>
                <a:latin typeface="Arial" charset="0"/>
                <a:ea typeface="宋体" pitchFamily="2" charset="-122"/>
              </a:rPr>
              <a:t>0</a:t>
            </a:r>
          </a:p>
        </p:txBody>
      </p:sp>
      <p:sp>
        <p:nvSpPr>
          <p:cNvPr id="256045" name="Text Box 45"/>
          <p:cNvSpPr txBox="1">
            <a:spLocks noChangeArrowheads="1"/>
          </p:cNvSpPr>
          <p:nvPr/>
        </p:nvSpPr>
        <p:spPr bwMode="auto">
          <a:xfrm>
            <a:off x="2547938" y="2563482"/>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a:solidFill>
                  <a:srgbClr val="333399"/>
                </a:solidFill>
                <a:latin typeface="Arial" charset="0"/>
                <a:ea typeface="宋体" pitchFamily="2" charset="-122"/>
              </a:rPr>
              <a:t>版本</a:t>
            </a:r>
          </a:p>
        </p:txBody>
      </p:sp>
      <p:sp>
        <p:nvSpPr>
          <p:cNvPr id="256046" name="Text Box 46"/>
          <p:cNvSpPr txBox="1">
            <a:spLocks noChangeArrowheads="1"/>
          </p:cNvSpPr>
          <p:nvPr/>
        </p:nvSpPr>
        <p:spPr bwMode="auto">
          <a:xfrm>
            <a:off x="1624013" y="2552369"/>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a:solidFill>
                  <a:srgbClr val="333399"/>
                </a:solidFill>
                <a:latin typeface="Arial" charset="0"/>
                <a:ea typeface="宋体" pitchFamily="2" charset="-122"/>
              </a:rPr>
              <a:t>命令</a:t>
            </a:r>
          </a:p>
        </p:txBody>
      </p:sp>
      <p:sp>
        <p:nvSpPr>
          <p:cNvPr id="256047" name="Line 47"/>
          <p:cNvSpPr>
            <a:spLocks noChangeShapeType="1"/>
          </p:cNvSpPr>
          <p:nvPr/>
        </p:nvSpPr>
        <p:spPr bwMode="auto">
          <a:xfrm>
            <a:off x="1536700" y="2312988"/>
            <a:ext cx="3627438"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256048" name="Text Box 48"/>
          <p:cNvSpPr txBox="1">
            <a:spLocks noChangeArrowheads="1"/>
          </p:cNvSpPr>
          <p:nvPr/>
        </p:nvSpPr>
        <p:spPr bwMode="auto">
          <a:xfrm>
            <a:off x="2992438" y="2074863"/>
            <a:ext cx="984565"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宋体" pitchFamily="2" charset="-122"/>
              </a:rPr>
              <a:t> 4 </a:t>
            </a:r>
            <a:r>
              <a:rPr kumimoji="1" lang="zh-CN" altLang="en-US" sz="2000" b="1">
                <a:solidFill>
                  <a:srgbClr val="333399"/>
                </a:solidFill>
                <a:latin typeface="Arial" charset="0"/>
                <a:ea typeface="宋体" pitchFamily="2" charset="-122"/>
              </a:rPr>
              <a:t>字节</a:t>
            </a:r>
          </a:p>
        </p:txBody>
      </p:sp>
      <p:sp>
        <p:nvSpPr>
          <p:cNvPr id="256049" name="Text Box 49"/>
          <p:cNvSpPr txBox="1">
            <a:spLocks noChangeArrowheads="1"/>
          </p:cNvSpPr>
          <p:nvPr/>
        </p:nvSpPr>
        <p:spPr bwMode="auto">
          <a:xfrm>
            <a:off x="6846888" y="2500621"/>
            <a:ext cx="121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a:solidFill>
                  <a:srgbClr val="333399"/>
                </a:solidFill>
                <a:latin typeface="Arial" charset="0"/>
                <a:ea typeface="宋体" pitchFamily="2" charset="-122"/>
              </a:rPr>
              <a:t>子网掩码</a:t>
            </a:r>
          </a:p>
        </p:txBody>
      </p:sp>
      <p:sp>
        <p:nvSpPr>
          <p:cNvPr id="256050" name="Text Box 50"/>
          <p:cNvSpPr txBox="1">
            <a:spLocks noChangeArrowheads="1"/>
          </p:cNvSpPr>
          <p:nvPr/>
        </p:nvSpPr>
        <p:spPr bwMode="auto">
          <a:xfrm>
            <a:off x="6453188" y="2883209"/>
            <a:ext cx="2249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a:solidFill>
                  <a:srgbClr val="333399"/>
                </a:solidFill>
                <a:latin typeface="Arial" charset="0"/>
                <a:ea typeface="宋体" pitchFamily="2" charset="-122"/>
              </a:rPr>
              <a:t>下一跳路由器地址</a:t>
            </a:r>
          </a:p>
        </p:txBody>
      </p:sp>
      <p:sp>
        <p:nvSpPr>
          <p:cNvPr id="256051" name="Text Box 51"/>
          <p:cNvSpPr txBox="1">
            <a:spLocks noChangeArrowheads="1"/>
          </p:cNvSpPr>
          <p:nvPr/>
        </p:nvSpPr>
        <p:spPr bwMode="auto">
          <a:xfrm>
            <a:off x="4975225" y="5935663"/>
            <a:ext cx="2084417"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宋体" pitchFamily="2" charset="-122"/>
              </a:rPr>
              <a:t>UDP </a:t>
            </a:r>
            <a:r>
              <a:rPr kumimoji="1" lang="zh-CN" altLang="en-US" sz="2000" b="1">
                <a:solidFill>
                  <a:srgbClr val="333399"/>
                </a:solidFill>
                <a:latin typeface="Arial" charset="0"/>
                <a:ea typeface="宋体" pitchFamily="2" charset="-122"/>
              </a:rPr>
              <a:t>用户数据报</a:t>
            </a:r>
          </a:p>
        </p:txBody>
      </p:sp>
      <p:sp>
        <p:nvSpPr>
          <p:cNvPr id="256052" name="Line 52"/>
          <p:cNvSpPr>
            <a:spLocks noChangeShapeType="1"/>
          </p:cNvSpPr>
          <p:nvPr/>
        </p:nvSpPr>
        <p:spPr bwMode="auto">
          <a:xfrm>
            <a:off x="3546475" y="5986463"/>
            <a:ext cx="0" cy="3222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256053" name="Freeform 53"/>
          <p:cNvSpPr>
            <a:spLocks/>
          </p:cNvSpPr>
          <p:nvPr/>
        </p:nvSpPr>
        <p:spPr bwMode="auto">
          <a:xfrm>
            <a:off x="9436100" y="2689225"/>
            <a:ext cx="576263" cy="1674813"/>
          </a:xfrm>
          <a:custGeom>
            <a:avLst/>
            <a:gdLst>
              <a:gd name="T0" fmla="*/ 2147483646 w 363"/>
              <a:gd name="T1" fmla="*/ 0 h 1088"/>
              <a:gd name="T2" fmla="*/ 2147483646 w 363"/>
              <a:gd name="T3" fmla="*/ 0 h 1088"/>
              <a:gd name="T4" fmla="*/ 0 w 363"/>
              <a:gd name="T5" fmla="*/ 2147483646 h 1088"/>
              <a:gd name="T6" fmla="*/ 0 60000 65536"/>
              <a:gd name="T7" fmla="*/ 0 60000 65536"/>
              <a:gd name="T8" fmla="*/ 0 60000 65536"/>
              <a:gd name="T9" fmla="*/ 0 w 363"/>
              <a:gd name="T10" fmla="*/ 0 h 1088"/>
              <a:gd name="T11" fmla="*/ 363 w 363"/>
              <a:gd name="T12" fmla="*/ 1088 h 1088"/>
            </a:gdLst>
            <a:ahLst/>
            <a:cxnLst>
              <a:cxn ang="T6">
                <a:pos x="T0" y="T1"/>
              </a:cxn>
              <a:cxn ang="T7">
                <a:pos x="T2" y="T3"/>
              </a:cxn>
              <a:cxn ang="T8">
                <a:pos x="T4" y="T5"/>
              </a:cxn>
            </a:cxnLst>
            <a:rect l="T9" t="T10" r="T11" b="T12"/>
            <a:pathLst>
              <a:path w="363" h="1088">
                <a:moveTo>
                  <a:pt x="46" y="0"/>
                </a:moveTo>
                <a:lnTo>
                  <a:pt x="363" y="0"/>
                </a:lnTo>
                <a:lnTo>
                  <a:pt x="0" y="1088"/>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256054" name="标题 54"/>
          <p:cNvSpPr>
            <a:spLocks noGrp="1" noChangeArrowheads="1"/>
          </p:cNvSpPr>
          <p:nvPr>
            <p:ph type="title"/>
          </p:nvPr>
        </p:nvSpPr>
        <p:spPr/>
        <p:txBody>
          <a:bodyPr/>
          <a:lstStyle/>
          <a:p>
            <a:r>
              <a:rPr lang="en-US" altLang="zh-CN" smtClean="0"/>
              <a:t>RIP </a:t>
            </a:r>
            <a:r>
              <a:rPr lang="zh-CN" altLang="en-US" dirty="0" smtClean="0"/>
              <a:t>协议的报文格式 </a:t>
            </a:r>
          </a:p>
        </p:txBody>
      </p:sp>
    </p:spTree>
  </p:cSld>
  <p:clrMapOvr>
    <a:masterClrMapping/>
  </p:clrMapOvr>
  <p:transition spd="slow"/>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Rectangle 2"/>
          <p:cNvSpPr txBox="1">
            <a:spLocks noChangeArrowheads="1"/>
          </p:cNvSpPr>
          <p:nvPr/>
        </p:nvSpPr>
        <p:spPr>
          <a:xfrm>
            <a:off x="609600" y="274638"/>
            <a:ext cx="10972800" cy="817562"/>
          </a:xfrm>
          <a:prstGeom prst="rect">
            <a:avLst/>
          </a:prstGeom>
        </p:spPr>
        <p:txBody>
          <a:bodyPr anchor="ct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r>
              <a:rPr lang="en-US" altLang="zh-CN" dirty="0" smtClean="0"/>
              <a:t>RIP </a:t>
            </a:r>
            <a:r>
              <a:rPr lang="zh-CN" altLang="en-US" dirty="0" smtClean="0"/>
              <a:t>协议的缺点：坏消息传播得慢 </a:t>
            </a:r>
          </a:p>
        </p:txBody>
      </p:sp>
      <p:sp>
        <p:nvSpPr>
          <p:cNvPr id="63" name="圆角矩形 62"/>
          <p:cNvSpPr/>
          <p:nvPr/>
        </p:nvSpPr>
        <p:spPr>
          <a:xfrm>
            <a:off x="545144" y="1412776"/>
            <a:ext cx="11037256" cy="518457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53" name="组合 152"/>
          <p:cNvGrpSpPr/>
          <p:nvPr/>
        </p:nvGrpSpPr>
        <p:grpSpPr>
          <a:xfrm>
            <a:off x="1834576" y="1484785"/>
            <a:ext cx="7868136" cy="1200330"/>
            <a:chOff x="1486022" y="815444"/>
            <a:chExt cx="5741255" cy="863132"/>
          </a:xfrm>
        </p:grpSpPr>
        <p:sp>
          <p:nvSpPr>
            <p:cNvPr id="154" name="Line 2"/>
            <p:cNvSpPr>
              <a:spLocks noChangeShapeType="1"/>
            </p:cNvSpPr>
            <p:nvPr/>
          </p:nvSpPr>
          <p:spPr bwMode="auto">
            <a:xfrm>
              <a:off x="2416723" y="1233220"/>
              <a:ext cx="429724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pic>
          <p:nvPicPr>
            <p:cNvPr id="155" name="Picture 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7028" y="1137872"/>
              <a:ext cx="483796" cy="20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56" name="Text Box 4"/>
            <p:cNvSpPr txBox="1">
              <a:spLocks noChangeArrowheads="1"/>
            </p:cNvSpPr>
            <p:nvPr/>
          </p:nvSpPr>
          <p:spPr bwMode="auto">
            <a:xfrm>
              <a:off x="5578787" y="1290624"/>
              <a:ext cx="321897" cy="265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chemeClr val="tx2">
                      <a:lumMod val="60000"/>
                      <a:lumOff val="40000"/>
                    </a:schemeClr>
                  </a:solidFill>
                  <a:latin typeface="微软雅黑" pitchFamily="34" charset="-122"/>
                  <a:ea typeface="微软雅黑" pitchFamily="34" charset="-122"/>
                </a:rPr>
                <a:t>R</a:t>
              </a:r>
              <a:r>
                <a:rPr kumimoji="1" lang="en-US" altLang="zh-CN" b="1" baseline="-25000">
                  <a:solidFill>
                    <a:schemeClr val="tx2">
                      <a:lumMod val="60000"/>
                      <a:lumOff val="40000"/>
                    </a:schemeClr>
                  </a:solidFill>
                  <a:latin typeface="微软雅黑" pitchFamily="34" charset="-122"/>
                  <a:ea typeface="微软雅黑" pitchFamily="34" charset="-122"/>
                </a:rPr>
                <a:t>2</a:t>
              </a:r>
              <a:endParaRPr kumimoji="1" lang="en-US" altLang="zh-CN" b="1">
                <a:solidFill>
                  <a:schemeClr val="tx2">
                    <a:lumMod val="60000"/>
                    <a:lumOff val="40000"/>
                  </a:schemeClr>
                </a:solidFill>
                <a:latin typeface="微软雅黑" pitchFamily="34" charset="-122"/>
                <a:ea typeface="微软雅黑" pitchFamily="34" charset="-122"/>
              </a:endParaRPr>
            </a:p>
          </p:txBody>
        </p:sp>
        <p:sp>
          <p:nvSpPr>
            <p:cNvPr id="157" name="Text Box 5"/>
            <p:cNvSpPr txBox="1">
              <a:spLocks noChangeArrowheads="1"/>
            </p:cNvSpPr>
            <p:nvPr/>
          </p:nvSpPr>
          <p:spPr bwMode="auto">
            <a:xfrm>
              <a:off x="3190375" y="1290624"/>
              <a:ext cx="321897" cy="265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chemeClr val="tx2">
                      <a:lumMod val="60000"/>
                      <a:lumOff val="40000"/>
                    </a:schemeClr>
                  </a:solidFill>
                  <a:latin typeface="微软雅黑" pitchFamily="34" charset="-122"/>
                  <a:ea typeface="微软雅黑" pitchFamily="34" charset="-122"/>
                </a:rPr>
                <a:t>R</a:t>
              </a:r>
              <a:r>
                <a:rPr kumimoji="1" lang="en-US" altLang="zh-CN" b="1" baseline="-25000">
                  <a:solidFill>
                    <a:schemeClr val="tx2">
                      <a:lumMod val="60000"/>
                      <a:lumOff val="40000"/>
                    </a:schemeClr>
                  </a:solidFill>
                  <a:latin typeface="微软雅黑" pitchFamily="34" charset="-122"/>
                  <a:ea typeface="微软雅黑" pitchFamily="34" charset="-122"/>
                </a:rPr>
                <a:t>1</a:t>
              </a:r>
              <a:endParaRPr kumimoji="1" lang="en-US" altLang="zh-CN" b="1">
                <a:solidFill>
                  <a:schemeClr val="tx2">
                    <a:lumMod val="60000"/>
                    <a:lumOff val="40000"/>
                  </a:schemeClr>
                </a:solidFill>
                <a:latin typeface="微软雅黑" pitchFamily="34" charset="-122"/>
                <a:ea typeface="微软雅黑" pitchFamily="34" charset="-122"/>
              </a:endParaRPr>
            </a:p>
          </p:txBody>
        </p:sp>
        <p:pic>
          <p:nvPicPr>
            <p:cNvPr id="158"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34387" y="1137872"/>
              <a:ext cx="484850" cy="20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159" name="Group 7"/>
            <p:cNvGrpSpPr>
              <a:grpSpLocks/>
            </p:cNvGrpSpPr>
            <p:nvPr/>
          </p:nvGrpSpPr>
          <p:grpSpPr bwMode="auto">
            <a:xfrm>
              <a:off x="1793796" y="968580"/>
              <a:ext cx="783138" cy="526362"/>
              <a:chOff x="4830" y="1752"/>
              <a:chExt cx="667" cy="477"/>
            </a:xfrm>
            <a:solidFill>
              <a:srgbClr val="00FFFF"/>
            </a:solidFill>
          </p:grpSpPr>
          <p:grpSp>
            <p:nvGrpSpPr>
              <p:cNvPr id="197" name="Group 8"/>
              <p:cNvGrpSpPr>
                <a:grpSpLocks/>
              </p:cNvGrpSpPr>
              <p:nvPr/>
            </p:nvGrpSpPr>
            <p:grpSpPr bwMode="auto">
              <a:xfrm>
                <a:off x="4830" y="1752"/>
                <a:ext cx="667" cy="477"/>
                <a:chOff x="2949" y="196"/>
                <a:chExt cx="941" cy="598"/>
              </a:xfrm>
              <a:grpFill/>
            </p:grpSpPr>
            <p:sp>
              <p:nvSpPr>
                <p:cNvPr id="199" name="Oval 9"/>
                <p:cNvSpPr>
                  <a:spLocks noChangeArrowheads="1"/>
                </p:cNvSpPr>
                <p:nvPr/>
              </p:nvSpPr>
              <p:spPr bwMode="auto">
                <a:xfrm>
                  <a:off x="3168" y="196"/>
                  <a:ext cx="407" cy="162"/>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0" name="Oval 10"/>
                <p:cNvSpPr>
                  <a:spLocks noChangeArrowheads="1"/>
                </p:cNvSpPr>
                <p:nvPr/>
              </p:nvSpPr>
              <p:spPr bwMode="auto">
                <a:xfrm rot="900000">
                  <a:off x="3512" y="252"/>
                  <a:ext cx="275" cy="131"/>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1" name="Oval 11"/>
                <p:cNvSpPr>
                  <a:spLocks noChangeArrowheads="1"/>
                </p:cNvSpPr>
                <p:nvPr/>
              </p:nvSpPr>
              <p:spPr bwMode="auto">
                <a:xfrm rot="1500000">
                  <a:off x="3650" y="385"/>
                  <a:ext cx="240" cy="153"/>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2" name="Oval 12"/>
                <p:cNvSpPr>
                  <a:spLocks noChangeArrowheads="1"/>
                </p:cNvSpPr>
                <p:nvPr/>
              </p:nvSpPr>
              <p:spPr bwMode="auto">
                <a:xfrm rot="20040000">
                  <a:off x="3573" y="537"/>
                  <a:ext cx="291" cy="18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3" name="Oval 13"/>
                <p:cNvSpPr>
                  <a:spLocks noChangeArrowheads="1"/>
                </p:cNvSpPr>
                <p:nvPr/>
              </p:nvSpPr>
              <p:spPr bwMode="auto">
                <a:xfrm>
                  <a:off x="3216" y="555"/>
                  <a:ext cx="471" cy="23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4" name="Oval 14"/>
                <p:cNvSpPr>
                  <a:spLocks noChangeArrowheads="1"/>
                </p:cNvSpPr>
                <p:nvPr/>
              </p:nvSpPr>
              <p:spPr bwMode="auto">
                <a:xfrm rot="1080000">
                  <a:off x="3023" y="555"/>
                  <a:ext cx="26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5" name="Oval 15"/>
                <p:cNvSpPr>
                  <a:spLocks noChangeArrowheads="1"/>
                </p:cNvSpPr>
                <p:nvPr/>
              </p:nvSpPr>
              <p:spPr bwMode="auto">
                <a:xfrm>
                  <a:off x="2949" y="432"/>
                  <a:ext cx="217"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6" name="Oval 16"/>
                <p:cNvSpPr>
                  <a:spLocks noChangeArrowheads="1"/>
                </p:cNvSpPr>
                <p:nvPr/>
              </p:nvSpPr>
              <p:spPr bwMode="auto">
                <a:xfrm rot="19740000">
                  <a:off x="2984" y="310"/>
                  <a:ext cx="29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7" name="Freeform 1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208" name="Freeform 1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209" name="Freeform 1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grpSp>
          <p:sp>
            <p:nvSpPr>
              <p:cNvPr id="198" name="Text Box 20"/>
              <p:cNvSpPr txBox="1">
                <a:spLocks noChangeArrowheads="1"/>
              </p:cNvSpPr>
              <p:nvPr/>
            </p:nvSpPr>
            <p:spPr bwMode="auto">
              <a:xfrm>
                <a:off x="4967" y="1856"/>
                <a:ext cx="390" cy="24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chemeClr val="tx2">
                        <a:lumMod val="60000"/>
                        <a:lumOff val="40000"/>
                      </a:schemeClr>
                    </a:solidFill>
                    <a:latin typeface="微软雅黑" pitchFamily="34" charset="-122"/>
                    <a:ea typeface="微软雅黑" pitchFamily="34" charset="-122"/>
                  </a:rPr>
                  <a:t>网 </a:t>
                </a:r>
                <a:r>
                  <a:rPr kumimoji="1" lang="en-US" altLang="zh-CN" b="1" dirty="0">
                    <a:solidFill>
                      <a:schemeClr val="tx2">
                        <a:lumMod val="60000"/>
                        <a:lumOff val="40000"/>
                      </a:schemeClr>
                    </a:solidFill>
                    <a:latin typeface="微软雅黑" pitchFamily="34" charset="-122"/>
                    <a:ea typeface="微软雅黑" pitchFamily="34" charset="-122"/>
                  </a:rPr>
                  <a:t>1</a:t>
                </a:r>
              </a:p>
            </p:txBody>
          </p:sp>
        </p:grpSp>
        <p:grpSp>
          <p:nvGrpSpPr>
            <p:cNvPr id="160" name="Group 21"/>
            <p:cNvGrpSpPr>
              <a:grpSpLocks/>
            </p:cNvGrpSpPr>
            <p:nvPr/>
          </p:nvGrpSpPr>
          <p:grpSpPr bwMode="auto">
            <a:xfrm>
              <a:off x="6444139" y="968580"/>
              <a:ext cx="783138" cy="526362"/>
              <a:chOff x="4830" y="1752"/>
              <a:chExt cx="667" cy="477"/>
            </a:xfrm>
            <a:solidFill>
              <a:srgbClr val="00FFFF"/>
            </a:solidFill>
          </p:grpSpPr>
          <p:grpSp>
            <p:nvGrpSpPr>
              <p:cNvPr id="184" name="Group 22"/>
              <p:cNvGrpSpPr>
                <a:grpSpLocks/>
              </p:cNvGrpSpPr>
              <p:nvPr/>
            </p:nvGrpSpPr>
            <p:grpSpPr bwMode="auto">
              <a:xfrm>
                <a:off x="4830" y="1752"/>
                <a:ext cx="667" cy="477"/>
                <a:chOff x="2949" y="196"/>
                <a:chExt cx="941" cy="598"/>
              </a:xfrm>
              <a:grpFill/>
            </p:grpSpPr>
            <p:sp>
              <p:nvSpPr>
                <p:cNvPr id="186" name="Oval 23"/>
                <p:cNvSpPr>
                  <a:spLocks noChangeArrowheads="1"/>
                </p:cNvSpPr>
                <p:nvPr/>
              </p:nvSpPr>
              <p:spPr bwMode="auto">
                <a:xfrm>
                  <a:off x="3168" y="196"/>
                  <a:ext cx="407" cy="162"/>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87" name="Oval 24"/>
                <p:cNvSpPr>
                  <a:spLocks noChangeArrowheads="1"/>
                </p:cNvSpPr>
                <p:nvPr/>
              </p:nvSpPr>
              <p:spPr bwMode="auto">
                <a:xfrm rot="900000">
                  <a:off x="3512" y="252"/>
                  <a:ext cx="275" cy="131"/>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88" name="Oval 25"/>
                <p:cNvSpPr>
                  <a:spLocks noChangeArrowheads="1"/>
                </p:cNvSpPr>
                <p:nvPr/>
              </p:nvSpPr>
              <p:spPr bwMode="auto">
                <a:xfrm rot="1500000">
                  <a:off x="3650" y="385"/>
                  <a:ext cx="240" cy="153"/>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89" name="Oval 26"/>
                <p:cNvSpPr>
                  <a:spLocks noChangeArrowheads="1"/>
                </p:cNvSpPr>
                <p:nvPr/>
              </p:nvSpPr>
              <p:spPr bwMode="auto">
                <a:xfrm rot="20040000">
                  <a:off x="3573" y="537"/>
                  <a:ext cx="291" cy="18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90" name="Oval 27"/>
                <p:cNvSpPr>
                  <a:spLocks noChangeArrowheads="1"/>
                </p:cNvSpPr>
                <p:nvPr/>
              </p:nvSpPr>
              <p:spPr bwMode="auto">
                <a:xfrm>
                  <a:off x="3216" y="555"/>
                  <a:ext cx="471" cy="23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91" name="Oval 28"/>
                <p:cNvSpPr>
                  <a:spLocks noChangeArrowheads="1"/>
                </p:cNvSpPr>
                <p:nvPr/>
              </p:nvSpPr>
              <p:spPr bwMode="auto">
                <a:xfrm rot="1080000">
                  <a:off x="3023" y="555"/>
                  <a:ext cx="26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92" name="Oval 29"/>
                <p:cNvSpPr>
                  <a:spLocks noChangeArrowheads="1"/>
                </p:cNvSpPr>
                <p:nvPr/>
              </p:nvSpPr>
              <p:spPr bwMode="auto">
                <a:xfrm>
                  <a:off x="2949" y="432"/>
                  <a:ext cx="217"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93" name="Oval 30"/>
                <p:cNvSpPr>
                  <a:spLocks noChangeArrowheads="1"/>
                </p:cNvSpPr>
                <p:nvPr/>
              </p:nvSpPr>
              <p:spPr bwMode="auto">
                <a:xfrm rot="19740000">
                  <a:off x="2984" y="310"/>
                  <a:ext cx="29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94" name="Freeform 31"/>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95" name="Freeform 32"/>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96" name="Freeform 33"/>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grpSp>
          <p:sp>
            <p:nvSpPr>
              <p:cNvPr id="185" name="Text Box 34"/>
              <p:cNvSpPr txBox="1">
                <a:spLocks noChangeArrowheads="1"/>
              </p:cNvSpPr>
              <p:nvPr/>
            </p:nvSpPr>
            <p:spPr bwMode="auto">
              <a:xfrm>
                <a:off x="4967" y="1856"/>
                <a:ext cx="390" cy="24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chemeClr val="tx2">
                        <a:lumMod val="60000"/>
                        <a:lumOff val="40000"/>
                      </a:schemeClr>
                    </a:solidFill>
                    <a:latin typeface="微软雅黑" pitchFamily="34" charset="-122"/>
                    <a:ea typeface="微软雅黑" pitchFamily="34" charset="-122"/>
                  </a:rPr>
                  <a:t>网 </a:t>
                </a:r>
                <a:r>
                  <a:rPr kumimoji="1" lang="en-US" altLang="zh-CN" b="1" dirty="0">
                    <a:solidFill>
                      <a:schemeClr val="tx2">
                        <a:lumMod val="60000"/>
                        <a:lumOff val="40000"/>
                      </a:schemeClr>
                    </a:solidFill>
                    <a:latin typeface="微软雅黑" pitchFamily="34" charset="-122"/>
                    <a:ea typeface="微软雅黑" pitchFamily="34" charset="-122"/>
                  </a:rPr>
                  <a:t>3</a:t>
                </a:r>
              </a:p>
            </p:txBody>
          </p:sp>
        </p:grpSp>
        <p:grpSp>
          <p:nvGrpSpPr>
            <p:cNvPr id="161" name="Group 35"/>
            <p:cNvGrpSpPr>
              <a:grpSpLocks/>
            </p:cNvGrpSpPr>
            <p:nvPr/>
          </p:nvGrpSpPr>
          <p:grpSpPr bwMode="auto">
            <a:xfrm>
              <a:off x="4099995" y="968580"/>
              <a:ext cx="783138" cy="526362"/>
              <a:chOff x="4830" y="1752"/>
              <a:chExt cx="667" cy="477"/>
            </a:xfrm>
            <a:solidFill>
              <a:srgbClr val="00FFFF"/>
            </a:solidFill>
          </p:grpSpPr>
          <p:grpSp>
            <p:nvGrpSpPr>
              <p:cNvPr id="171" name="Group 36"/>
              <p:cNvGrpSpPr>
                <a:grpSpLocks/>
              </p:cNvGrpSpPr>
              <p:nvPr/>
            </p:nvGrpSpPr>
            <p:grpSpPr bwMode="auto">
              <a:xfrm>
                <a:off x="4830" y="1752"/>
                <a:ext cx="667" cy="477"/>
                <a:chOff x="2949" y="196"/>
                <a:chExt cx="941" cy="598"/>
              </a:xfrm>
              <a:grpFill/>
            </p:grpSpPr>
            <p:sp>
              <p:nvSpPr>
                <p:cNvPr id="173" name="Oval 37"/>
                <p:cNvSpPr>
                  <a:spLocks noChangeArrowheads="1"/>
                </p:cNvSpPr>
                <p:nvPr/>
              </p:nvSpPr>
              <p:spPr bwMode="auto">
                <a:xfrm>
                  <a:off x="3168" y="196"/>
                  <a:ext cx="407" cy="162"/>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4" name="Oval 38"/>
                <p:cNvSpPr>
                  <a:spLocks noChangeArrowheads="1"/>
                </p:cNvSpPr>
                <p:nvPr/>
              </p:nvSpPr>
              <p:spPr bwMode="auto">
                <a:xfrm rot="900000">
                  <a:off x="3512" y="252"/>
                  <a:ext cx="275" cy="131"/>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5" name="Oval 39"/>
                <p:cNvSpPr>
                  <a:spLocks noChangeArrowheads="1"/>
                </p:cNvSpPr>
                <p:nvPr/>
              </p:nvSpPr>
              <p:spPr bwMode="auto">
                <a:xfrm rot="1500000">
                  <a:off x="3650" y="385"/>
                  <a:ext cx="240" cy="153"/>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6" name="Oval 40"/>
                <p:cNvSpPr>
                  <a:spLocks noChangeArrowheads="1"/>
                </p:cNvSpPr>
                <p:nvPr/>
              </p:nvSpPr>
              <p:spPr bwMode="auto">
                <a:xfrm rot="20040000">
                  <a:off x="3573" y="537"/>
                  <a:ext cx="291" cy="18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7" name="Oval 41"/>
                <p:cNvSpPr>
                  <a:spLocks noChangeArrowheads="1"/>
                </p:cNvSpPr>
                <p:nvPr/>
              </p:nvSpPr>
              <p:spPr bwMode="auto">
                <a:xfrm>
                  <a:off x="3216" y="555"/>
                  <a:ext cx="471" cy="23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8" name="Oval 42"/>
                <p:cNvSpPr>
                  <a:spLocks noChangeArrowheads="1"/>
                </p:cNvSpPr>
                <p:nvPr/>
              </p:nvSpPr>
              <p:spPr bwMode="auto">
                <a:xfrm rot="1080000">
                  <a:off x="3023" y="555"/>
                  <a:ext cx="26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9" name="Oval 43"/>
                <p:cNvSpPr>
                  <a:spLocks noChangeArrowheads="1"/>
                </p:cNvSpPr>
                <p:nvPr/>
              </p:nvSpPr>
              <p:spPr bwMode="auto">
                <a:xfrm>
                  <a:off x="2949" y="432"/>
                  <a:ext cx="217"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80" name="Oval 44"/>
                <p:cNvSpPr>
                  <a:spLocks noChangeArrowheads="1"/>
                </p:cNvSpPr>
                <p:nvPr/>
              </p:nvSpPr>
              <p:spPr bwMode="auto">
                <a:xfrm rot="19740000">
                  <a:off x="2984" y="310"/>
                  <a:ext cx="29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81" name="Freeform 4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82" name="Freeform 4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83" name="Freeform 4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grpSp>
          <p:sp>
            <p:nvSpPr>
              <p:cNvPr id="172" name="Text Box 48"/>
              <p:cNvSpPr txBox="1">
                <a:spLocks noChangeArrowheads="1"/>
              </p:cNvSpPr>
              <p:nvPr/>
            </p:nvSpPr>
            <p:spPr bwMode="auto">
              <a:xfrm>
                <a:off x="4967" y="1856"/>
                <a:ext cx="390" cy="24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a:solidFill>
                      <a:schemeClr val="tx2">
                        <a:lumMod val="60000"/>
                        <a:lumOff val="40000"/>
                      </a:schemeClr>
                    </a:solidFill>
                    <a:latin typeface="微软雅黑" pitchFamily="34" charset="-122"/>
                    <a:ea typeface="微软雅黑" pitchFamily="34" charset="-122"/>
                  </a:rPr>
                  <a:t>网 </a:t>
                </a:r>
                <a:r>
                  <a:rPr kumimoji="1" lang="en-US" altLang="zh-CN" b="1">
                    <a:solidFill>
                      <a:schemeClr val="tx2">
                        <a:lumMod val="60000"/>
                        <a:lumOff val="40000"/>
                      </a:schemeClr>
                    </a:solidFill>
                    <a:latin typeface="微软雅黑" pitchFamily="34" charset="-122"/>
                    <a:ea typeface="微软雅黑" pitchFamily="34" charset="-122"/>
                  </a:rPr>
                  <a:t>2</a:t>
                </a:r>
              </a:p>
            </p:txBody>
          </p:sp>
        </p:grpSp>
        <p:sp>
          <p:nvSpPr>
            <p:cNvPr id="162" name="Text Box 101"/>
            <p:cNvSpPr txBox="1">
              <a:spLocks noChangeArrowheads="1"/>
            </p:cNvSpPr>
            <p:nvPr/>
          </p:nvSpPr>
          <p:spPr bwMode="auto">
            <a:xfrm>
              <a:off x="1486022" y="815444"/>
              <a:ext cx="303182" cy="863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rgbClr val="CC00CC"/>
                  </a:solidFill>
                  <a:latin typeface="微软雅黑" pitchFamily="34" charset="-122"/>
                  <a:ea typeface="微软雅黑" pitchFamily="34" charset="-122"/>
                </a:rPr>
                <a:t>正</a:t>
              </a:r>
            </a:p>
            <a:p>
              <a:r>
                <a:rPr kumimoji="1" lang="zh-CN" altLang="en-US" b="1" dirty="0">
                  <a:solidFill>
                    <a:srgbClr val="CC00CC"/>
                  </a:solidFill>
                  <a:latin typeface="微软雅黑" pitchFamily="34" charset="-122"/>
                  <a:ea typeface="微软雅黑" pitchFamily="34" charset="-122"/>
                </a:rPr>
                <a:t>常</a:t>
              </a:r>
            </a:p>
            <a:p>
              <a:r>
                <a:rPr kumimoji="1" lang="zh-CN" altLang="en-US" b="1" dirty="0">
                  <a:solidFill>
                    <a:srgbClr val="CC00CC"/>
                  </a:solidFill>
                  <a:latin typeface="微软雅黑" pitchFamily="34" charset="-122"/>
                  <a:ea typeface="微软雅黑" pitchFamily="34" charset="-122"/>
                </a:rPr>
                <a:t>情</a:t>
              </a:r>
            </a:p>
            <a:p>
              <a:r>
                <a:rPr kumimoji="1" lang="zh-CN" altLang="en-US" b="1" dirty="0">
                  <a:solidFill>
                    <a:srgbClr val="CC00CC"/>
                  </a:solidFill>
                  <a:latin typeface="微软雅黑" pitchFamily="34" charset="-122"/>
                  <a:ea typeface="微软雅黑" pitchFamily="34" charset="-122"/>
                </a:rPr>
                <a:t>况</a:t>
              </a:r>
            </a:p>
          </p:txBody>
        </p:sp>
        <p:grpSp>
          <p:nvGrpSpPr>
            <p:cNvPr id="163" name="Group 102"/>
            <p:cNvGrpSpPr>
              <a:grpSpLocks/>
            </p:cNvGrpSpPr>
            <p:nvPr/>
          </p:nvGrpSpPr>
          <p:grpSpPr bwMode="auto">
            <a:xfrm>
              <a:off x="2816198" y="886853"/>
              <a:ext cx="977077" cy="191669"/>
              <a:chOff x="1491" y="212"/>
              <a:chExt cx="853" cy="240"/>
            </a:xfrm>
            <a:solidFill>
              <a:srgbClr val="FFFF00"/>
            </a:solidFill>
          </p:grpSpPr>
          <p:sp>
            <p:nvSpPr>
              <p:cNvPr id="169" name="AutoShape 103"/>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0" name="Rectangle 104"/>
              <p:cNvSpPr>
                <a:spLocks noChangeArrowheads="1"/>
              </p:cNvSpPr>
              <p:nvPr/>
            </p:nvSpPr>
            <p:spPr bwMode="auto">
              <a:xfrm>
                <a:off x="1491" y="212"/>
                <a:ext cx="632" cy="240"/>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grpSp>
        <p:sp>
          <p:nvSpPr>
            <p:cNvPr id="164" name="Text Box 105"/>
            <p:cNvSpPr txBox="1">
              <a:spLocks noChangeArrowheads="1"/>
            </p:cNvSpPr>
            <p:nvPr/>
          </p:nvSpPr>
          <p:spPr bwMode="auto">
            <a:xfrm>
              <a:off x="2828846" y="932581"/>
              <a:ext cx="636544" cy="165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b="1">
                  <a:solidFill>
                    <a:srgbClr val="000000"/>
                  </a:solidFill>
                  <a:latin typeface="微软雅黑" pitchFamily="34" charset="-122"/>
                  <a:ea typeface="微软雅黑" pitchFamily="34" charset="-122"/>
                </a:rPr>
                <a:t>1  1  </a:t>
              </a:r>
              <a:r>
                <a:rPr kumimoji="1" lang="en-US" altLang="zh-CN" b="1">
                  <a:solidFill>
                    <a:srgbClr val="000000"/>
                  </a:solidFill>
                  <a:latin typeface="微软雅黑" pitchFamily="34" charset="-122"/>
                  <a:ea typeface="微软雅黑" pitchFamily="34" charset="-122"/>
                  <a:sym typeface="Symbol" pitchFamily="18" charset="2"/>
                </a:rPr>
                <a:t></a:t>
              </a:r>
              <a:endParaRPr kumimoji="1" lang="en-US" altLang="zh-CN" b="1" baseline="-25000">
                <a:solidFill>
                  <a:srgbClr val="000000"/>
                </a:solidFill>
                <a:latin typeface="微软雅黑" pitchFamily="34" charset="-122"/>
                <a:ea typeface="微软雅黑" pitchFamily="34" charset="-122"/>
                <a:sym typeface="Symbol" pitchFamily="18" charset="2"/>
              </a:endParaRPr>
            </a:p>
          </p:txBody>
        </p:sp>
        <p:grpSp>
          <p:nvGrpSpPr>
            <p:cNvPr id="165" name="Group 111"/>
            <p:cNvGrpSpPr>
              <a:grpSpLocks/>
            </p:cNvGrpSpPr>
            <p:nvPr/>
          </p:nvGrpSpPr>
          <p:grpSpPr bwMode="auto">
            <a:xfrm flipH="1">
              <a:off x="5027534" y="900474"/>
              <a:ext cx="977077" cy="191669"/>
              <a:chOff x="1491" y="212"/>
              <a:chExt cx="853" cy="240"/>
            </a:xfrm>
            <a:solidFill>
              <a:srgbClr val="66FF66"/>
            </a:solidFill>
          </p:grpSpPr>
          <p:sp>
            <p:nvSpPr>
              <p:cNvPr id="167" name="AutoShape 112"/>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68" name="Rectangle 113"/>
              <p:cNvSpPr>
                <a:spLocks noChangeArrowheads="1"/>
              </p:cNvSpPr>
              <p:nvPr/>
            </p:nvSpPr>
            <p:spPr bwMode="auto">
              <a:xfrm>
                <a:off x="1491" y="212"/>
                <a:ext cx="632" cy="240"/>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grpSp>
        <p:sp>
          <p:nvSpPr>
            <p:cNvPr id="166" name="Text Box 114"/>
            <p:cNvSpPr txBox="1">
              <a:spLocks noChangeArrowheads="1"/>
            </p:cNvSpPr>
            <p:nvPr/>
          </p:nvSpPr>
          <p:spPr bwMode="auto">
            <a:xfrm>
              <a:off x="5286823" y="943559"/>
              <a:ext cx="731287" cy="165986"/>
            </a:xfrm>
            <a:prstGeom prst="rect">
              <a:avLst/>
            </a:prstGeom>
            <a:noFill/>
            <a:ln>
              <a:noFill/>
            </a:ln>
            <a:effectLst/>
          </p:spPr>
          <p:txBody>
            <a:bodyPr wrap="none">
              <a:spAutoFit/>
            </a:bodyPr>
            <a:lstStyle/>
            <a:p>
              <a:pPr>
                <a:lnSpc>
                  <a:spcPct val="50000"/>
                </a:lnSpc>
              </a:pPr>
              <a:r>
                <a:rPr kumimoji="1" lang="en-US" altLang="zh-CN" b="1" dirty="0">
                  <a:solidFill>
                    <a:srgbClr val="000000"/>
                  </a:solidFill>
                  <a:latin typeface="微软雅黑" pitchFamily="34" charset="-122"/>
                  <a:ea typeface="微软雅黑" pitchFamily="34" charset="-122"/>
                </a:rPr>
                <a:t>1  2  </a:t>
              </a:r>
              <a:r>
                <a:rPr kumimoji="1" lang="en-US" altLang="zh-CN" b="1" dirty="0">
                  <a:solidFill>
                    <a:srgbClr val="000000"/>
                  </a:solidFill>
                  <a:latin typeface="微软雅黑" pitchFamily="34" charset="-122"/>
                  <a:ea typeface="微软雅黑" pitchFamily="34" charset="-122"/>
                  <a:sym typeface="Symbol" pitchFamily="18" charset="2"/>
                </a:rPr>
                <a:t>R</a:t>
              </a:r>
              <a:r>
                <a:rPr kumimoji="1" lang="en-US" altLang="zh-CN" b="1" baseline="-25000" dirty="0">
                  <a:solidFill>
                    <a:srgbClr val="000000"/>
                  </a:solidFill>
                  <a:latin typeface="微软雅黑" pitchFamily="34" charset="-122"/>
                  <a:ea typeface="微软雅黑" pitchFamily="34" charset="-122"/>
                  <a:sym typeface="Symbol" pitchFamily="18" charset="2"/>
                </a:rPr>
                <a:t>1</a:t>
              </a:r>
            </a:p>
          </p:txBody>
        </p:sp>
      </p:grpSp>
      <p:sp>
        <p:nvSpPr>
          <p:cNvPr id="210" name="AutoShape 59"/>
          <p:cNvSpPr>
            <a:spLocks noChangeArrowheads="1"/>
          </p:cNvSpPr>
          <p:nvPr/>
        </p:nvSpPr>
        <p:spPr bwMode="auto">
          <a:xfrm>
            <a:off x="1680214" y="2756303"/>
            <a:ext cx="2850203" cy="313225"/>
          </a:xfrm>
          <a:prstGeom prst="wedgeRoundRectCallout">
            <a:avLst>
              <a:gd name="adj1" fmla="val 26072"/>
              <a:gd name="adj2" fmla="val -341672"/>
              <a:gd name="adj3" fmla="val 16667"/>
            </a:avLst>
          </a:prstGeom>
          <a:solidFill>
            <a:srgbClr val="99FFCC"/>
          </a:solidFill>
          <a:ln w="9525">
            <a:solidFill>
              <a:schemeClr val="tx1"/>
            </a:solidFill>
            <a:miter lim="800000"/>
            <a:headEnd/>
            <a:tailEnd/>
          </a:ln>
          <a:effectLst/>
          <a:extLst/>
        </p:spPr>
        <p:txBody>
          <a:bodyPr/>
          <a:lstStyle/>
          <a:p>
            <a:pPr algn="ctr"/>
            <a:r>
              <a:rPr lang="en-US" altLang="zh-CN" sz="1400" b="1" dirty="0">
                <a:solidFill>
                  <a:srgbClr val="000000"/>
                </a:solidFill>
                <a:latin typeface="微软雅黑" pitchFamily="34" charset="-122"/>
                <a:ea typeface="微软雅黑" pitchFamily="34" charset="-122"/>
              </a:rPr>
              <a:t>“1”</a:t>
            </a:r>
            <a:r>
              <a:rPr lang="zh-CN" altLang="en-US" sz="1400" b="1" dirty="0">
                <a:solidFill>
                  <a:srgbClr val="000000"/>
                </a:solidFill>
                <a:latin typeface="微软雅黑" pitchFamily="34" charset="-122"/>
                <a:ea typeface="微软雅黑" pitchFamily="34" charset="-122"/>
              </a:rPr>
              <a:t>表示“从本路由器到网 </a:t>
            </a:r>
            <a:r>
              <a:rPr lang="en-US" altLang="zh-CN" sz="1400" b="1" dirty="0">
                <a:solidFill>
                  <a:srgbClr val="000000"/>
                </a:solidFill>
                <a:latin typeface="微软雅黑" pitchFamily="34" charset="-122"/>
                <a:ea typeface="微软雅黑" pitchFamily="34" charset="-122"/>
              </a:rPr>
              <a:t>1”</a:t>
            </a:r>
          </a:p>
        </p:txBody>
      </p:sp>
      <p:sp>
        <p:nvSpPr>
          <p:cNvPr id="211" name="AutoShape 60"/>
          <p:cNvSpPr>
            <a:spLocks noChangeArrowheads="1"/>
          </p:cNvSpPr>
          <p:nvPr/>
        </p:nvSpPr>
        <p:spPr bwMode="auto">
          <a:xfrm>
            <a:off x="4645729" y="3103197"/>
            <a:ext cx="2260298" cy="325803"/>
          </a:xfrm>
          <a:prstGeom prst="wedgeRoundRectCallout">
            <a:avLst>
              <a:gd name="adj1" fmla="val -72610"/>
              <a:gd name="adj2" fmla="val -433233"/>
              <a:gd name="adj3" fmla="val 16667"/>
            </a:avLst>
          </a:prstGeom>
          <a:solidFill>
            <a:srgbClr val="99FFCC"/>
          </a:solidFill>
          <a:ln w="9525">
            <a:solidFill>
              <a:schemeClr val="tx1"/>
            </a:solidFill>
            <a:miter lim="800000"/>
            <a:headEnd/>
            <a:tailEnd/>
          </a:ln>
          <a:effectLst/>
          <a:extLst/>
        </p:spPr>
        <p:txBody>
          <a:bodyPr/>
          <a:lstStyle/>
          <a:p>
            <a:pPr algn="ctr"/>
            <a:r>
              <a:rPr lang="en-US" altLang="zh-CN" sz="1400" b="1" dirty="0">
                <a:solidFill>
                  <a:srgbClr val="000000"/>
                </a:solidFill>
                <a:latin typeface="微软雅黑" pitchFamily="34" charset="-122"/>
                <a:ea typeface="微软雅黑" pitchFamily="34" charset="-122"/>
              </a:rPr>
              <a:t>“1”</a:t>
            </a:r>
            <a:r>
              <a:rPr lang="zh-CN" altLang="en-US" sz="1400" b="1" dirty="0">
                <a:solidFill>
                  <a:srgbClr val="000000"/>
                </a:solidFill>
                <a:latin typeface="微软雅黑" pitchFamily="34" charset="-122"/>
                <a:ea typeface="微软雅黑" pitchFamily="34" charset="-122"/>
              </a:rPr>
              <a:t>表示“距离是 </a:t>
            </a:r>
            <a:r>
              <a:rPr lang="en-US" altLang="zh-CN" sz="1400" b="1" dirty="0">
                <a:solidFill>
                  <a:srgbClr val="000000"/>
                </a:solidFill>
                <a:latin typeface="微软雅黑" pitchFamily="34" charset="-122"/>
                <a:ea typeface="微软雅黑" pitchFamily="34" charset="-122"/>
              </a:rPr>
              <a:t>1”</a:t>
            </a:r>
          </a:p>
        </p:txBody>
      </p:sp>
      <p:sp>
        <p:nvSpPr>
          <p:cNvPr id="212" name="AutoShape 61"/>
          <p:cNvSpPr>
            <a:spLocks noChangeArrowheads="1"/>
          </p:cNvSpPr>
          <p:nvPr/>
        </p:nvSpPr>
        <p:spPr bwMode="auto">
          <a:xfrm>
            <a:off x="5946060" y="2615401"/>
            <a:ext cx="2238172" cy="297514"/>
          </a:xfrm>
          <a:prstGeom prst="wedgeRoundRectCallout">
            <a:avLst>
              <a:gd name="adj1" fmla="val -116201"/>
              <a:gd name="adj2" fmla="val -312756"/>
              <a:gd name="adj3" fmla="val 16667"/>
            </a:avLst>
          </a:prstGeom>
          <a:solidFill>
            <a:srgbClr val="99FFCC"/>
          </a:solidFill>
          <a:ln w="9525">
            <a:solidFill>
              <a:schemeClr val="tx1"/>
            </a:solidFill>
            <a:miter lim="800000"/>
            <a:headEnd/>
            <a:tailEnd/>
          </a:ln>
          <a:effectLst/>
          <a:extLst/>
        </p:spPr>
        <p:txBody>
          <a:bodyPr/>
          <a:lstStyle/>
          <a:p>
            <a:pPr algn="ctr"/>
            <a:r>
              <a:rPr lang="en-US" altLang="zh-CN" sz="1400" b="1" dirty="0">
                <a:solidFill>
                  <a:srgbClr val="000000"/>
                </a:solidFill>
                <a:latin typeface="微软雅黑" pitchFamily="34" charset="-122"/>
                <a:ea typeface="微软雅黑" pitchFamily="34" charset="-122"/>
              </a:rPr>
              <a:t>“</a:t>
            </a:r>
            <a:r>
              <a:rPr lang="en-US" altLang="zh-CN" sz="1400" b="1" dirty="0">
                <a:solidFill>
                  <a:srgbClr val="000000"/>
                </a:solidFill>
                <a:latin typeface="微软雅黑" pitchFamily="34" charset="-122"/>
                <a:ea typeface="微软雅黑" pitchFamily="34" charset="-122"/>
                <a:sym typeface="Symbol" pitchFamily="18" charset="2"/>
              </a:rPr>
              <a:t></a:t>
            </a:r>
            <a:r>
              <a:rPr lang="en-US" altLang="zh-CN" sz="1400" b="1" dirty="0">
                <a:solidFill>
                  <a:srgbClr val="000000"/>
                </a:solidFill>
                <a:latin typeface="微软雅黑" pitchFamily="34" charset="-122"/>
                <a:ea typeface="微软雅黑" pitchFamily="34" charset="-122"/>
              </a:rPr>
              <a:t>”</a:t>
            </a:r>
            <a:r>
              <a:rPr lang="zh-CN" altLang="en-US" sz="1400" b="1" dirty="0">
                <a:solidFill>
                  <a:srgbClr val="000000"/>
                </a:solidFill>
                <a:latin typeface="微软雅黑" pitchFamily="34" charset="-122"/>
                <a:ea typeface="微软雅黑" pitchFamily="34" charset="-122"/>
              </a:rPr>
              <a:t>表示“直接交付”</a:t>
            </a:r>
          </a:p>
        </p:txBody>
      </p:sp>
      <p:sp>
        <p:nvSpPr>
          <p:cNvPr id="213" name="Text Box 120"/>
          <p:cNvSpPr txBox="1">
            <a:spLocks noChangeArrowheads="1"/>
          </p:cNvSpPr>
          <p:nvPr/>
        </p:nvSpPr>
        <p:spPr bwMode="auto">
          <a:xfrm>
            <a:off x="1558752" y="3573016"/>
            <a:ext cx="4066307" cy="307777"/>
          </a:xfrm>
          <a:prstGeom prst="rect">
            <a:avLst/>
          </a:prstGeom>
          <a:solidFill>
            <a:srgbClr val="00FFFF"/>
          </a:solidFill>
          <a:ln w="9525">
            <a:solidFill>
              <a:schemeClr val="tx2"/>
            </a:solidFill>
            <a:miter lim="800000"/>
            <a:headEnd/>
            <a:tailEnd/>
          </a:ln>
          <a:effectLst/>
          <a:extLst/>
        </p:spPr>
        <p:txBody>
          <a:bodyPr wrap="square">
            <a:spAutoFit/>
          </a:bodyPr>
          <a:lstStyle/>
          <a:p>
            <a:r>
              <a:rPr kumimoji="1" lang="en-US" altLang="zh-CN" sz="1400" b="1" dirty="0">
                <a:solidFill>
                  <a:srgbClr val="000000"/>
                </a:solidFill>
                <a:latin typeface="微软雅黑" pitchFamily="34" charset="-122"/>
                <a:ea typeface="微软雅黑" pitchFamily="34" charset="-122"/>
              </a:rPr>
              <a:t>R</a:t>
            </a:r>
            <a:r>
              <a:rPr kumimoji="1" lang="en-US" altLang="zh-CN" sz="1400" b="1" baseline="-25000" dirty="0">
                <a:solidFill>
                  <a:srgbClr val="000000"/>
                </a:solidFill>
                <a:latin typeface="微软雅黑" pitchFamily="34" charset="-122"/>
                <a:ea typeface="微软雅黑" pitchFamily="34" charset="-122"/>
              </a:rPr>
              <a:t>1</a:t>
            </a:r>
            <a:r>
              <a:rPr kumimoji="1" lang="en-US" altLang="zh-CN" sz="1400" b="1" dirty="0">
                <a:solidFill>
                  <a:srgbClr val="000000"/>
                </a:solidFill>
                <a:latin typeface="微软雅黑" pitchFamily="34" charset="-122"/>
                <a:ea typeface="微软雅黑" pitchFamily="34" charset="-122"/>
              </a:rPr>
              <a:t> </a:t>
            </a:r>
            <a:r>
              <a:rPr kumimoji="1" lang="zh-CN" altLang="en-US" sz="1400" b="1" dirty="0">
                <a:solidFill>
                  <a:srgbClr val="000000"/>
                </a:solidFill>
                <a:latin typeface="微软雅黑" pitchFamily="34" charset="-122"/>
                <a:ea typeface="微软雅黑" pitchFamily="34" charset="-122"/>
              </a:rPr>
              <a:t>说：“我到网 </a:t>
            </a:r>
            <a:r>
              <a:rPr kumimoji="1" lang="en-US" altLang="zh-CN" sz="1400" b="1" dirty="0">
                <a:solidFill>
                  <a:srgbClr val="000000"/>
                </a:solidFill>
                <a:latin typeface="微软雅黑" pitchFamily="34" charset="-122"/>
                <a:ea typeface="微软雅黑" pitchFamily="34" charset="-122"/>
              </a:rPr>
              <a:t>1 </a:t>
            </a:r>
            <a:r>
              <a:rPr kumimoji="1" lang="zh-CN" altLang="en-US" sz="1400" b="1" dirty="0">
                <a:solidFill>
                  <a:srgbClr val="000000"/>
                </a:solidFill>
                <a:latin typeface="微软雅黑" pitchFamily="34" charset="-122"/>
                <a:ea typeface="微软雅黑" pitchFamily="34" charset="-122"/>
              </a:rPr>
              <a:t>的距离是 </a:t>
            </a:r>
            <a:r>
              <a:rPr kumimoji="1" lang="en-US" altLang="zh-CN" sz="1400" b="1" dirty="0">
                <a:solidFill>
                  <a:srgbClr val="000000"/>
                </a:solidFill>
                <a:latin typeface="微软雅黑" pitchFamily="34" charset="-122"/>
                <a:ea typeface="微软雅黑" pitchFamily="34" charset="-122"/>
              </a:rPr>
              <a:t>1</a:t>
            </a:r>
            <a:r>
              <a:rPr kumimoji="1" lang="zh-CN" altLang="en-US" sz="1400" b="1" dirty="0">
                <a:solidFill>
                  <a:srgbClr val="000000"/>
                </a:solidFill>
                <a:latin typeface="微软雅黑" pitchFamily="34" charset="-122"/>
                <a:ea typeface="微软雅黑" pitchFamily="34" charset="-122"/>
              </a:rPr>
              <a:t>，是直接交付。”</a:t>
            </a:r>
          </a:p>
        </p:txBody>
      </p:sp>
    </p:spTree>
    <p:extLst>
      <p:ext uri="{BB962C8B-B14F-4D97-AF65-F5344CB8AC3E}">
        <p14:creationId xmlns:p14="http://schemas.microsoft.com/office/powerpoint/2010/main" val="262538994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 grpId="0" animBg="1"/>
      <p:bldP spid="211" grpId="0" animBg="1"/>
      <p:bldP spid="212" grpId="0" animBg="1"/>
      <p:bldP spid="213" grpId="0" animBg="1"/>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Rectangle 2"/>
          <p:cNvSpPr txBox="1">
            <a:spLocks noChangeArrowheads="1"/>
          </p:cNvSpPr>
          <p:nvPr/>
        </p:nvSpPr>
        <p:spPr>
          <a:xfrm>
            <a:off x="609600" y="274638"/>
            <a:ext cx="10972800" cy="817562"/>
          </a:xfrm>
          <a:prstGeom prst="rect">
            <a:avLst/>
          </a:prstGeom>
        </p:spPr>
        <p:txBody>
          <a:bodyPr anchor="ct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r>
              <a:rPr lang="en-US" altLang="zh-CN" dirty="0" smtClean="0"/>
              <a:t>RIP </a:t>
            </a:r>
            <a:r>
              <a:rPr lang="zh-CN" altLang="en-US" dirty="0" smtClean="0"/>
              <a:t>协议的缺点：坏消息传播得慢 </a:t>
            </a:r>
          </a:p>
        </p:txBody>
      </p:sp>
      <p:sp>
        <p:nvSpPr>
          <p:cNvPr id="63" name="圆角矩形 62"/>
          <p:cNvSpPr/>
          <p:nvPr/>
        </p:nvSpPr>
        <p:spPr>
          <a:xfrm>
            <a:off x="545144" y="1412776"/>
            <a:ext cx="11037256" cy="518457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53" name="组合 152"/>
          <p:cNvGrpSpPr/>
          <p:nvPr/>
        </p:nvGrpSpPr>
        <p:grpSpPr>
          <a:xfrm>
            <a:off x="1834576" y="1484785"/>
            <a:ext cx="7868136" cy="1200330"/>
            <a:chOff x="1486022" y="815444"/>
            <a:chExt cx="5741255" cy="863132"/>
          </a:xfrm>
        </p:grpSpPr>
        <p:sp>
          <p:nvSpPr>
            <p:cNvPr id="154" name="Line 2"/>
            <p:cNvSpPr>
              <a:spLocks noChangeShapeType="1"/>
            </p:cNvSpPr>
            <p:nvPr/>
          </p:nvSpPr>
          <p:spPr bwMode="auto">
            <a:xfrm>
              <a:off x="2416723" y="1233220"/>
              <a:ext cx="429724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pic>
          <p:nvPicPr>
            <p:cNvPr id="155" name="Picture 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7028" y="1137872"/>
              <a:ext cx="483796" cy="20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56" name="Text Box 4"/>
            <p:cNvSpPr txBox="1">
              <a:spLocks noChangeArrowheads="1"/>
            </p:cNvSpPr>
            <p:nvPr/>
          </p:nvSpPr>
          <p:spPr bwMode="auto">
            <a:xfrm>
              <a:off x="5578787" y="1290624"/>
              <a:ext cx="321897" cy="265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chemeClr val="tx2">
                      <a:lumMod val="60000"/>
                      <a:lumOff val="40000"/>
                    </a:schemeClr>
                  </a:solidFill>
                  <a:latin typeface="微软雅黑" pitchFamily="34" charset="-122"/>
                  <a:ea typeface="微软雅黑" pitchFamily="34" charset="-122"/>
                </a:rPr>
                <a:t>R</a:t>
              </a:r>
              <a:r>
                <a:rPr kumimoji="1" lang="en-US" altLang="zh-CN" b="1" baseline="-25000">
                  <a:solidFill>
                    <a:schemeClr val="tx2">
                      <a:lumMod val="60000"/>
                      <a:lumOff val="40000"/>
                    </a:schemeClr>
                  </a:solidFill>
                  <a:latin typeface="微软雅黑" pitchFamily="34" charset="-122"/>
                  <a:ea typeface="微软雅黑" pitchFamily="34" charset="-122"/>
                </a:rPr>
                <a:t>2</a:t>
              </a:r>
              <a:endParaRPr kumimoji="1" lang="en-US" altLang="zh-CN" b="1">
                <a:solidFill>
                  <a:schemeClr val="tx2">
                    <a:lumMod val="60000"/>
                    <a:lumOff val="40000"/>
                  </a:schemeClr>
                </a:solidFill>
                <a:latin typeface="微软雅黑" pitchFamily="34" charset="-122"/>
                <a:ea typeface="微软雅黑" pitchFamily="34" charset="-122"/>
              </a:endParaRPr>
            </a:p>
          </p:txBody>
        </p:sp>
        <p:sp>
          <p:nvSpPr>
            <p:cNvPr id="157" name="Text Box 5"/>
            <p:cNvSpPr txBox="1">
              <a:spLocks noChangeArrowheads="1"/>
            </p:cNvSpPr>
            <p:nvPr/>
          </p:nvSpPr>
          <p:spPr bwMode="auto">
            <a:xfrm>
              <a:off x="3190375" y="1290624"/>
              <a:ext cx="321897" cy="265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chemeClr val="tx2">
                      <a:lumMod val="60000"/>
                      <a:lumOff val="40000"/>
                    </a:schemeClr>
                  </a:solidFill>
                  <a:latin typeface="微软雅黑" pitchFamily="34" charset="-122"/>
                  <a:ea typeface="微软雅黑" pitchFamily="34" charset="-122"/>
                </a:rPr>
                <a:t>R</a:t>
              </a:r>
              <a:r>
                <a:rPr kumimoji="1" lang="en-US" altLang="zh-CN" b="1" baseline="-25000">
                  <a:solidFill>
                    <a:schemeClr val="tx2">
                      <a:lumMod val="60000"/>
                      <a:lumOff val="40000"/>
                    </a:schemeClr>
                  </a:solidFill>
                  <a:latin typeface="微软雅黑" pitchFamily="34" charset="-122"/>
                  <a:ea typeface="微软雅黑" pitchFamily="34" charset="-122"/>
                </a:rPr>
                <a:t>1</a:t>
              </a:r>
              <a:endParaRPr kumimoji="1" lang="en-US" altLang="zh-CN" b="1">
                <a:solidFill>
                  <a:schemeClr val="tx2">
                    <a:lumMod val="60000"/>
                    <a:lumOff val="40000"/>
                  </a:schemeClr>
                </a:solidFill>
                <a:latin typeface="微软雅黑" pitchFamily="34" charset="-122"/>
                <a:ea typeface="微软雅黑" pitchFamily="34" charset="-122"/>
              </a:endParaRPr>
            </a:p>
          </p:txBody>
        </p:sp>
        <p:pic>
          <p:nvPicPr>
            <p:cNvPr id="158"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34387" y="1137872"/>
              <a:ext cx="484850" cy="20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159" name="Group 7"/>
            <p:cNvGrpSpPr>
              <a:grpSpLocks/>
            </p:cNvGrpSpPr>
            <p:nvPr/>
          </p:nvGrpSpPr>
          <p:grpSpPr bwMode="auto">
            <a:xfrm>
              <a:off x="1793796" y="968580"/>
              <a:ext cx="783138" cy="526362"/>
              <a:chOff x="4830" y="1752"/>
              <a:chExt cx="667" cy="477"/>
            </a:xfrm>
            <a:solidFill>
              <a:srgbClr val="00FFFF"/>
            </a:solidFill>
          </p:grpSpPr>
          <p:grpSp>
            <p:nvGrpSpPr>
              <p:cNvPr id="197" name="Group 8"/>
              <p:cNvGrpSpPr>
                <a:grpSpLocks/>
              </p:cNvGrpSpPr>
              <p:nvPr/>
            </p:nvGrpSpPr>
            <p:grpSpPr bwMode="auto">
              <a:xfrm>
                <a:off x="4830" y="1752"/>
                <a:ext cx="667" cy="477"/>
                <a:chOff x="2949" y="196"/>
                <a:chExt cx="941" cy="598"/>
              </a:xfrm>
              <a:grpFill/>
            </p:grpSpPr>
            <p:sp>
              <p:nvSpPr>
                <p:cNvPr id="199" name="Oval 9"/>
                <p:cNvSpPr>
                  <a:spLocks noChangeArrowheads="1"/>
                </p:cNvSpPr>
                <p:nvPr/>
              </p:nvSpPr>
              <p:spPr bwMode="auto">
                <a:xfrm>
                  <a:off x="3168" y="196"/>
                  <a:ext cx="407" cy="162"/>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0" name="Oval 10"/>
                <p:cNvSpPr>
                  <a:spLocks noChangeArrowheads="1"/>
                </p:cNvSpPr>
                <p:nvPr/>
              </p:nvSpPr>
              <p:spPr bwMode="auto">
                <a:xfrm rot="900000">
                  <a:off x="3512" y="252"/>
                  <a:ext cx="275" cy="131"/>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1" name="Oval 11"/>
                <p:cNvSpPr>
                  <a:spLocks noChangeArrowheads="1"/>
                </p:cNvSpPr>
                <p:nvPr/>
              </p:nvSpPr>
              <p:spPr bwMode="auto">
                <a:xfrm rot="1500000">
                  <a:off x="3650" y="385"/>
                  <a:ext cx="240" cy="153"/>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2" name="Oval 12"/>
                <p:cNvSpPr>
                  <a:spLocks noChangeArrowheads="1"/>
                </p:cNvSpPr>
                <p:nvPr/>
              </p:nvSpPr>
              <p:spPr bwMode="auto">
                <a:xfrm rot="20040000">
                  <a:off x="3573" y="537"/>
                  <a:ext cx="291" cy="18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3" name="Oval 13"/>
                <p:cNvSpPr>
                  <a:spLocks noChangeArrowheads="1"/>
                </p:cNvSpPr>
                <p:nvPr/>
              </p:nvSpPr>
              <p:spPr bwMode="auto">
                <a:xfrm>
                  <a:off x="3216" y="555"/>
                  <a:ext cx="471" cy="23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4" name="Oval 14"/>
                <p:cNvSpPr>
                  <a:spLocks noChangeArrowheads="1"/>
                </p:cNvSpPr>
                <p:nvPr/>
              </p:nvSpPr>
              <p:spPr bwMode="auto">
                <a:xfrm rot="1080000">
                  <a:off x="3023" y="555"/>
                  <a:ext cx="26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5" name="Oval 15"/>
                <p:cNvSpPr>
                  <a:spLocks noChangeArrowheads="1"/>
                </p:cNvSpPr>
                <p:nvPr/>
              </p:nvSpPr>
              <p:spPr bwMode="auto">
                <a:xfrm>
                  <a:off x="2949" y="432"/>
                  <a:ext cx="217"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6" name="Oval 16"/>
                <p:cNvSpPr>
                  <a:spLocks noChangeArrowheads="1"/>
                </p:cNvSpPr>
                <p:nvPr/>
              </p:nvSpPr>
              <p:spPr bwMode="auto">
                <a:xfrm rot="19740000">
                  <a:off x="2984" y="310"/>
                  <a:ext cx="29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7" name="Freeform 1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208" name="Freeform 1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209" name="Freeform 1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grpSp>
          <p:sp>
            <p:nvSpPr>
              <p:cNvPr id="198" name="Text Box 20"/>
              <p:cNvSpPr txBox="1">
                <a:spLocks noChangeArrowheads="1"/>
              </p:cNvSpPr>
              <p:nvPr/>
            </p:nvSpPr>
            <p:spPr bwMode="auto">
              <a:xfrm>
                <a:off x="4967" y="1856"/>
                <a:ext cx="390" cy="24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chemeClr val="tx2">
                        <a:lumMod val="60000"/>
                        <a:lumOff val="40000"/>
                      </a:schemeClr>
                    </a:solidFill>
                    <a:latin typeface="微软雅黑" pitchFamily="34" charset="-122"/>
                    <a:ea typeface="微软雅黑" pitchFamily="34" charset="-122"/>
                  </a:rPr>
                  <a:t>网 </a:t>
                </a:r>
                <a:r>
                  <a:rPr kumimoji="1" lang="en-US" altLang="zh-CN" b="1" dirty="0">
                    <a:solidFill>
                      <a:schemeClr val="tx2">
                        <a:lumMod val="60000"/>
                        <a:lumOff val="40000"/>
                      </a:schemeClr>
                    </a:solidFill>
                    <a:latin typeface="微软雅黑" pitchFamily="34" charset="-122"/>
                    <a:ea typeface="微软雅黑" pitchFamily="34" charset="-122"/>
                  </a:rPr>
                  <a:t>1</a:t>
                </a:r>
              </a:p>
            </p:txBody>
          </p:sp>
        </p:grpSp>
        <p:grpSp>
          <p:nvGrpSpPr>
            <p:cNvPr id="160" name="Group 21"/>
            <p:cNvGrpSpPr>
              <a:grpSpLocks/>
            </p:cNvGrpSpPr>
            <p:nvPr/>
          </p:nvGrpSpPr>
          <p:grpSpPr bwMode="auto">
            <a:xfrm>
              <a:off x="6444139" y="968580"/>
              <a:ext cx="783138" cy="526362"/>
              <a:chOff x="4830" y="1752"/>
              <a:chExt cx="667" cy="477"/>
            </a:xfrm>
            <a:solidFill>
              <a:srgbClr val="00FFFF"/>
            </a:solidFill>
          </p:grpSpPr>
          <p:grpSp>
            <p:nvGrpSpPr>
              <p:cNvPr id="184" name="Group 22"/>
              <p:cNvGrpSpPr>
                <a:grpSpLocks/>
              </p:cNvGrpSpPr>
              <p:nvPr/>
            </p:nvGrpSpPr>
            <p:grpSpPr bwMode="auto">
              <a:xfrm>
                <a:off x="4830" y="1752"/>
                <a:ext cx="667" cy="477"/>
                <a:chOff x="2949" y="196"/>
                <a:chExt cx="941" cy="598"/>
              </a:xfrm>
              <a:grpFill/>
            </p:grpSpPr>
            <p:sp>
              <p:nvSpPr>
                <p:cNvPr id="186" name="Oval 23"/>
                <p:cNvSpPr>
                  <a:spLocks noChangeArrowheads="1"/>
                </p:cNvSpPr>
                <p:nvPr/>
              </p:nvSpPr>
              <p:spPr bwMode="auto">
                <a:xfrm>
                  <a:off x="3168" y="196"/>
                  <a:ext cx="407" cy="162"/>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87" name="Oval 24"/>
                <p:cNvSpPr>
                  <a:spLocks noChangeArrowheads="1"/>
                </p:cNvSpPr>
                <p:nvPr/>
              </p:nvSpPr>
              <p:spPr bwMode="auto">
                <a:xfrm rot="900000">
                  <a:off x="3512" y="252"/>
                  <a:ext cx="275" cy="131"/>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88" name="Oval 25"/>
                <p:cNvSpPr>
                  <a:spLocks noChangeArrowheads="1"/>
                </p:cNvSpPr>
                <p:nvPr/>
              </p:nvSpPr>
              <p:spPr bwMode="auto">
                <a:xfrm rot="1500000">
                  <a:off x="3650" y="385"/>
                  <a:ext cx="240" cy="153"/>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89" name="Oval 26"/>
                <p:cNvSpPr>
                  <a:spLocks noChangeArrowheads="1"/>
                </p:cNvSpPr>
                <p:nvPr/>
              </p:nvSpPr>
              <p:spPr bwMode="auto">
                <a:xfrm rot="20040000">
                  <a:off x="3573" y="537"/>
                  <a:ext cx="291" cy="18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90" name="Oval 27"/>
                <p:cNvSpPr>
                  <a:spLocks noChangeArrowheads="1"/>
                </p:cNvSpPr>
                <p:nvPr/>
              </p:nvSpPr>
              <p:spPr bwMode="auto">
                <a:xfrm>
                  <a:off x="3216" y="555"/>
                  <a:ext cx="471" cy="23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91" name="Oval 28"/>
                <p:cNvSpPr>
                  <a:spLocks noChangeArrowheads="1"/>
                </p:cNvSpPr>
                <p:nvPr/>
              </p:nvSpPr>
              <p:spPr bwMode="auto">
                <a:xfrm rot="1080000">
                  <a:off x="3023" y="555"/>
                  <a:ext cx="26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92" name="Oval 29"/>
                <p:cNvSpPr>
                  <a:spLocks noChangeArrowheads="1"/>
                </p:cNvSpPr>
                <p:nvPr/>
              </p:nvSpPr>
              <p:spPr bwMode="auto">
                <a:xfrm>
                  <a:off x="2949" y="432"/>
                  <a:ext cx="217"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93" name="Oval 30"/>
                <p:cNvSpPr>
                  <a:spLocks noChangeArrowheads="1"/>
                </p:cNvSpPr>
                <p:nvPr/>
              </p:nvSpPr>
              <p:spPr bwMode="auto">
                <a:xfrm rot="19740000">
                  <a:off x="2984" y="310"/>
                  <a:ext cx="29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94" name="Freeform 31"/>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95" name="Freeform 32"/>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96" name="Freeform 33"/>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grpSp>
          <p:sp>
            <p:nvSpPr>
              <p:cNvPr id="185" name="Text Box 34"/>
              <p:cNvSpPr txBox="1">
                <a:spLocks noChangeArrowheads="1"/>
              </p:cNvSpPr>
              <p:nvPr/>
            </p:nvSpPr>
            <p:spPr bwMode="auto">
              <a:xfrm>
                <a:off x="4967" y="1856"/>
                <a:ext cx="390" cy="24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chemeClr val="tx2">
                        <a:lumMod val="60000"/>
                        <a:lumOff val="40000"/>
                      </a:schemeClr>
                    </a:solidFill>
                    <a:latin typeface="微软雅黑" pitchFamily="34" charset="-122"/>
                    <a:ea typeface="微软雅黑" pitchFamily="34" charset="-122"/>
                  </a:rPr>
                  <a:t>网 </a:t>
                </a:r>
                <a:r>
                  <a:rPr kumimoji="1" lang="en-US" altLang="zh-CN" b="1" dirty="0">
                    <a:solidFill>
                      <a:schemeClr val="tx2">
                        <a:lumMod val="60000"/>
                        <a:lumOff val="40000"/>
                      </a:schemeClr>
                    </a:solidFill>
                    <a:latin typeface="微软雅黑" pitchFamily="34" charset="-122"/>
                    <a:ea typeface="微软雅黑" pitchFamily="34" charset="-122"/>
                  </a:rPr>
                  <a:t>3</a:t>
                </a:r>
              </a:p>
            </p:txBody>
          </p:sp>
        </p:grpSp>
        <p:grpSp>
          <p:nvGrpSpPr>
            <p:cNvPr id="161" name="Group 35"/>
            <p:cNvGrpSpPr>
              <a:grpSpLocks/>
            </p:cNvGrpSpPr>
            <p:nvPr/>
          </p:nvGrpSpPr>
          <p:grpSpPr bwMode="auto">
            <a:xfrm>
              <a:off x="4099995" y="968580"/>
              <a:ext cx="783138" cy="526362"/>
              <a:chOff x="4830" y="1752"/>
              <a:chExt cx="667" cy="477"/>
            </a:xfrm>
            <a:solidFill>
              <a:srgbClr val="00FFFF"/>
            </a:solidFill>
          </p:grpSpPr>
          <p:grpSp>
            <p:nvGrpSpPr>
              <p:cNvPr id="171" name="Group 36"/>
              <p:cNvGrpSpPr>
                <a:grpSpLocks/>
              </p:cNvGrpSpPr>
              <p:nvPr/>
            </p:nvGrpSpPr>
            <p:grpSpPr bwMode="auto">
              <a:xfrm>
                <a:off x="4830" y="1752"/>
                <a:ext cx="667" cy="477"/>
                <a:chOff x="2949" y="196"/>
                <a:chExt cx="941" cy="598"/>
              </a:xfrm>
              <a:grpFill/>
            </p:grpSpPr>
            <p:sp>
              <p:nvSpPr>
                <p:cNvPr id="173" name="Oval 37"/>
                <p:cNvSpPr>
                  <a:spLocks noChangeArrowheads="1"/>
                </p:cNvSpPr>
                <p:nvPr/>
              </p:nvSpPr>
              <p:spPr bwMode="auto">
                <a:xfrm>
                  <a:off x="3168" y="196"/>
                  <a:ext cx="407" cy="162"/>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4" name="Oval 38"/>
                <p:cNvSpPr>
                  <a:spLocks noChangeArrowheads="1"/>
                </p:cNvSpPr>
                <p:nvPr/>
              </p:nvSpPr>
              <p:spPr bwMode="auto">
                <a:xfrm rot="900000">
                  <a:off x="3512" y="252"/>
                  <a:ext cx="275" cy="131"/>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5" name="Oval 39"/>
                <p:cNvSpPr>
                  <a:spLocks noChangeArrowheads="1"/>
                </p:cNvSpPr>
                <p:nvPr/>
              </p:nvSpPr>
              <p:spPr bwMode="auto">
                <a:xfrm rot="1500000">
                  <a:off x="3650" y="385"/>
                  <a:ext cx="240" cy="153"/>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6" name="Oval 40"/>
                <p:cNvSpPr>
                  <a:spLocks noChangeArrowheads="1"/>
                </p:cNvSpPr>
                <p:nvPr/>
              </p:nvSpPr>
              <p:spPr bwMode="auto">
                <a:xfrm rot="20040000">
                  <a:off x="3573" y="537"/>
                  <a:ext cx="291" cy="18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7" name="Oval 41"/>
                <p:cNvSpPr>
                  <a:spLocks noChangeArrowheads="1"/>
                </p:cNvSpPr>
                <p:nvPr/>
              </p:nvSpPr>
              <p:spPr bwMode="auto">
                <a:xfrm>
                  <a:off x="3216" y="555"/>
                  <a:ext cx="471" cy="23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8" name="Oval 42"/>
                <p:cNvSpPr>
                  <a:spLocks noChangeArrowheads="1"/>
                </p:cNvSpPr>
                <p:nvPr/>
              </p:nvSpPr>
              <p:spPr bwMode="auto">
                <a:xfrm rot="1080000">
                  <a:off x="3023" y="555"/>
                  <a:ext cx="26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9" name="Oval 43"/>
                <p:cNvSpPr>
                  <a:spLocks noChangeArrowheads="1"/>
                </p:cNvSpPr>
                <p:nvPr/>
              </p:nvSpPr>
              <p:spPr bwMode="auto">
                <a:xfrm>
                  <a:off x="2949" y="432"/>
                  <a:ext cx="217"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80" name="Oval 44"/>
                <p:cNvSpPr>
                  <a:spLocks noChangeArrowheads="1"/>
                </p:cNvSpPr>
                <p:nvPr/>
              </p:nvSpPr>
              <p:spPr bwMode="auto">
                <a:xfrm rot="19740000">
                  <a:off x="2984" y="310"/>
                  <a:ext cx="29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81" name="Freeform 4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82" name="Freeform 4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83" name="Freeform 4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grpSp>
          <p:sp>
            <p:nvSpPr>
              <p:cNvPr id="172" name="Text Box 48"/>
              <p:cNvSpPr txBox="1">
                <a:spLocks noChangeArrowheads="1"/>
              </p:cNvSpPr>
              <p:nvPr/>
            </p:nvSpPr>
            <p:spPr bwMode="auto">
              <a:xfrm>
                <a:off x="4967" y="1856"/>
                <a:ext cx="390" cy="24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a:solidFill>
                      <a:schemeClr val="tx2">
                        <a:lumMod val="60000"/>
                        <a:lumOff val="40000"/>
                      </a:schemeClr>
                    </a:solidFill>
                    <a:latin typeface="微软雅黑" pitchFamily="34" charset="-122"/>
                    <a:ea typeface="微软雅黑" pitchFamily="34" charset="-122"/>
                  </a:rPr>
                  <a:t>网 </a:t>
                </a:r>
                <a:r>
                  <a:rPr kumimoji="1" lang="en-US" altLang="zh-CN" b="1">
                    <a:solidFill>
                      <a:schemeClr val="tx2">
                        <a:lumMod val="60000"/>
                        <a:lumOff val="40000"/>
                      </a:schemeClr>
                    </a:solidFill>
                    <a:latin typeface="微软雅黑" pitchFamily="34" charset="-122"/>
                    <a:ea typeface="微软雅黑" pitchFamily="34" charset="-122"/>
                  </a:rPr>
                  <a:t>2</a:t>
                </a:r>
              </a:p>
            </p:txBody>
          </p:sp>
        </p:grpSp>
        <p:sp>
          <p:nvSpPr>
            <p:cNvPr id="162" name="Text Box 101"/>
            <p:cNvSpPr txBox="1">
              <a:spLocks noChangeArrowheads="1"/>
            </p:cNvSpPr>
            <p:nvPr/>
          </p:nvSpPr>
          <p:spPr bwMode="auto">
            <a:xfrm>
              <a:off x="1486022" y="815444"/>
              <a:ext cx="303182" cy="863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rgbClr val="CC00CC"/>
                  </a:solidFill>
                  <a:latin typeface="微软雅黑" pitchFamily="34" charset="-122"/>
                  <a:ea typeface="微软雅黑" pitchFamily="34" charset="-122"/>
                </a:rPr>
                <a:t>正</a:t>
              </a:r>
            </a:p>
            <a:p>
              <a:r>
                <a:rPr kumimoji="1" lang="zh-CN" altLang="en-US" b="1" dirty="0">
                  <a:solidFill>
                    <a:srgbClr val="CC00CC"/>
                  </a:solidFill>
                  <a:latin typeface="微软雅黑" pitchFamily="34" charset="-122"/>
                  <a:ea typeface="微软雅黑" pitchFamily="34" charset="-122"/>
                </a:rPr>
                <a:t>常</a:t>
              </a:r>
            </a:p>
            <a:p>
              <a:r>
                <a:rPr kumimoji="1" lang="zh-CN" altLang="en-US" b="1" dirty="0">
                  <a:solidFill>
                    <a:srgbClr val="CC00CC"/>
                  </a:solidFill>
                  <a:latin typeface="微软雅黑" pitchFamily="34" charset="-122"/>
                  <a:ea typeface="微软雅黑" pitchFamily="34" charset="-122"/>
                </a:rPr>
                <a:t>情</a:t>
              </a:r>
            </a:p>
            <a:p>
              <a:r>
                <a:rPr kumimoji="1" lang="zh-CN" altLang="en-US" b="1" dirty="0">
                  <a:solidFill>
                    <a:srgbClr val="CC00CC"/>
                  </a:solidFill>
                  <a:latin typeface="微软雅黑" pitchFamily="34" charset="-122"/>
                  <a:ea typeface="微软雅黑" pitchFamily="34" charset="-122"/>
                </a:rPr>
                <a:t>况</a:t>
              </a:r>
            </a:p>
          </p:txBody>
        </p:sp>
        <p:grpSp>
          <p:nvGrpSpPr>
            <p:cNvPr id="163" name="Group 102"/>
            <p:cNvGrpSpPr>
              <a:grpSpLocks/>
            </p:cNvGrpSpPr>
            <p:nvPr/>
          </p:nvGrpSpPr>
          <p:grpSpPr bwMode="auto">
            <a:xfrm>
              <a:off x="2816198" y="886853"/>
              <a:ext cx="977077" cy="191669"/>
              <a:chOff x="1491" y="212"/>
              <a:chExt cx="853" cy="240"/>
            </a:xfrm>
            <a:solidFill>
              <a:srgbClr val="FFFF00"/>
            </a:solidFill>
          </p:grpSpPr>
          <p:sp>
            <p:nvSpPr>
              <p:cNvPr id="169" name="AutoShape 103"/>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0" name="Rectangle 104"/>
              <p:cNvSpPr>
                <a:spLocks noChangeArrowheads="1"/>
              </p:cNvSpPr>
              <p:nvPr/>
            </p:nvSpPr>
            <p:spPr bwMode="auto">
              <a:xfrm>
                <a:off x="1491" y="212"/>
                <a:ext cx="632" cy="240"/>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grpSp>
        <p:sp>
          <p:nvSpPr>
            <p:cNvPr id="164" name="Text Box 105"/>
            <p:cNvSpPr txBox="1">
              <a:spLocks noChangeArrowheads="1"/>
            </p:cNvSpPr>
            <p:nvPr/>
          </p:nvSpPr>
          <p:spPr bwMode="auto">
            <a:xfrm>
              <a:off x="2828846" y="932581"/>
              <a:ext cx="636544" cy="165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b="1">
                  <a:solidFill>
                    <a:srgbClr val="000000"/>
                  </a:solidFill>
                  <a:latin typeface="微软雅黑" pitchFamily="34" charset="-122"/>
                  <a:ea typeface="微软雅黑" pitchFamily="34" charset="-122"/>
                </a:rPr>
                <a:t>1  1  </a:t>
              </a:r>
              <a:r>
                <a:rPr kumimoji="1" lang="en-US" altLang="zh-CN" b="1">
                  <a:solidFill>
                    <a:srgbClr val="000000"/>
                  </a:solidFill>
                  <a:latin typeface="微软雅黑" pitchFamily="34" charset="-122"/>
                  <a:ea typeface="微软雅黑" pitchFamily="34" charset="-122"/>
                  <a:sym typeface="Symbol" pitchFamily="18" charset="2"/>
                </a:rPr>
                <a:t></a:t>
              </a:r>
              <a:endParaRPr kumimoji="1" lang="en-US" altLang="zh-CN" b="1" baseline="-25000">
                <a:solidFill>
                  <a:srgbClr val="000000"/>
                </a:solidFill>
                <a:latin typeface="微软雅黑" pitchFamily="34" charset="-122"/>
                <a:ea typeface="微软雅黑" pitchFamily="34" charset="-122"/>
                <a:sym typeface="Symbol" pitchFamily="18" charset="2"/>
              </a:endParaRPr>
            </a:p>
          </p:txBody>
        </p:sp>
        <p:grpSp>
          <p:nvGrpSpPr>
            <p:cNvPr id="165" name="Group 111"/>
            <p:cNvGrpSpPr>
              <a:grpSpLocks/>
            </p:cNvGrpSpPr>
            <p:nvPr/>
          </p:nvGrpSpPr>
          <p:grpSpPr bwMode="auto">
            <a:xfrm flipH="1">
              <a:off x="5027534" y="900474"/>
              <a:ext cx="977077" cy="191669"/>
              <a:chOff x="1491" y="212"/>
              <a:chExt cx="853" cy="240"/>
            </a:xfrm>
            <a:solidFill>
              <a:srgbClr val="66FF66"/>
            </a:solidFill>
          </p:grpSpPr>
          <p:sp>
            <p:nvSpPr>
              <p:cNvPr id="167" name="AutoShape 112"/>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68" name="Rectangle 113"/>
              <p:cNvSpPr>
                <a:spLocks noChangeArrowheads="1"/>
              </p:cNvSpPr>
              <p:nvPr/>
            </p:nvSpPr>
            <p:spPr bwMode="auto">
              <a:xfrm>
                <a:off x="1491" y="212"/>
                <a:ext cx="632" cy="240"/>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grpSp>
        <p:sp>
          <p:nvSpPr>
            <p:cNvPr id="166" name="Text Box 114"/>
            <p:cNvSpPr txBox="1">
              <a:spLocks noChangeArrowheads="1"/>
            </p:cNvSpPr>
            <p:nvPr/>
          </p:nvSpPr>
          <p:spPr bwMode="auto">
            <a:xfrm>
              <a:off x="5286823" y="943559"/>
              <a:ext cx="731287" cy="165986"/>
            </a:xfrm>
            <a:prstGeom prst="rect">
              <a:avLst/>
            </a:prstGeom>
            <a:noFill/>
            <a:ln>
              <a:noFill/>
            </a:ln>
            <a:effectLst/>
          </p:spPr>
          <p:txBody>
            <a:bodyPr wrap="none">
              <a:spAutoFit/>
            </a:bodyPr>
            <a:lstStyle/>
            <a:p>
              <a:pPr>
                <a:lnSpc>
                  <a:spcPct val="50000"/>
                </a:lnSpc>
              </a:pPr>
              <a:r>
                <a:rPr kumimoji="1" lang="en-US" altLang="zh-CN" b="1" dirty="0">
                  <a:solidFill>
                    <a:srgbClr val="000000"/>
                  </a:solidFill>
                  <a:latin typeface="微软雅黑" pitchFamily="34" charset="-122"/>
                  <a:ea typeface="微软雅黑" pitchFamily="34" charset="-122"/>
                </a:rPr>
                <a:t>1  2  </a:t>
              </a:r>
              <a:r>
                <a:rPr kumimoji="1" lang="en-US" altLang="zh-CN" b="1" dirty="0">
                  <a:solidFill>
                    <a:srgbClr val="000000"/>
                  </a:solidFill>
                  <a:latin typeface="微软雅黑" pitchFamily="34" charset="-122"/>
                  <a:ea typeface="微软雅黑" pitchFamily="34" charset="-122"/>
                  <a:sym typeface="Symbol" pitchFamily="18" charset="2"/>
                </a:rPr>
                <a:t>R</a:t>
              </a:r>
              <a:r>
                <a:rPr kumimoji="1" lang="en-US" altLang="zh-CN" b="1" baseline="-25000" dirty="0">
                  <a:solidFill>
                    <a:srgbClr val="000000"/>
                  </a:solidFill>
                  <a:latin typeface="微软雅黑" pitchFamily="34" charset="-122"/>
                  <a:ea typeface="微软雅黑" pitchFamily="34" charset="-122"/>
                  <a:sym typeface="Symbol" pitchFamily="18" charset="2"/>
                </a:rPr>
                <a:t>1</a:t>
              </a:r>
            </a:p>
          </p:txBody>
        </p:sp>
      </p:grpSp>
      <p:sp>
        <p:nvSpPr>
          <p:cNvPr id="65" name="AutoShape 59"/>
          <p:cNvSpPr>
            <a:spLocks noChangeArrowheads="1"/>
          </p:cNvSpPr>
          <p:nvPr/>
        </p:nvSpPr>
        <p:spPr bwMode="auto">
          <a:xfrm>
            <a:off x="3935760" y="2646516"/>
            <a:ext cx="2850203" cy="313225"/>
          </a:xfrm>
          <a:prstGeom prst="wedgeRoundRectCallout">
            <a:avLst>
              <a:gd name="adj1" fmla="val 64066"/>
              <a:gd name="adj2" fmla="val -304594"/>
              <a:gd name="adj3" fmla="val 16667"/>
            </a:avLst>
          </a:prstGeom>
          <a:solidFill>
            <a:srgbClr val="99FFCC"/>
          </a:solidFill>
          <a:ln w="9525">
            <a:solidFill>
              <a:schemeClr val="tx1"/>
            </a:solidFill>
            <a:miter lim="800000"/>
            <a:headEnd/>
            <a:tailEnd/>
          </a:ln>
          <a:effectLst/>
          <a:extLst/>
        </p:spPr>
        <p:txBody>
          <a:bodyPr/>
          <a:lstStyle/>
          <a:p>
            <a:pPr algn="ctr"/>
            <a:r>
              <a:rPr lang="zh-CN" altLang="en-US" sz="1400" b="1" dirty="0">
                <a:solidFill>
                  <a:srgbClr val="000000"/>
                </a:solidFill>
                <a:latin typeface="微软雅黑" pitchFamily="34" charset="-122"/>
                <a:ea typeface="微软雅黑" pitchFamily="34" charset="-122"/>
              </a:rPr>
              <a:t>“</a:t>
            </a:r>
            <a:r>
              <a:rPr lang="en-US" altLang="zh-CN" sz="1400" b="1" dirty="0">
                <a:solidFill>
                  <a:srgbClr val="000000"/>
                </a:solidFill>
                <a:latin typeface="微软雅黑" pitchFamily="34" charset="-122"/>
                <a:ea typeface="微软雅黑" pitchFamily="34" charset="-122"/>
              </a:rPr>
              <a:t>1”</a:t>
            </a:r>
            <a:r>
              <a:rPr lang="zh-CN" altLang="en-US" sz="1400" b="1" dirty="0">
                <a:solidFill>
                  <a:srgbClr val="000000"/>
                </a:solidFill>
                <a:latin typeface="微软雅黑" pitchFamily="34" charset="-122"/>
                <a:ea typeface="微软雅黑" pitchFamily="34" charset="-122"/>
              </a:rPr>
              <a:t>表示“从本路由器到网 </a:t>
            </a:r>
            <a:r>
              <a:rPr lang="en-US" altLang="zh-CN" sz="1400" b="1" dirty="0">
                <a:solidFill>
                  <a:srgbClr val="000000"/>
                </a:solidFill>
                <a:latin typeface="微软雅黑" pitchFamily="34" charset="-122"/>
                <a:ea typeface="微软雅黑" pitchFamily="34" charset="-122"/>
              </a:rPr>
              <a:t>1”</a:t>
            </a:r>
          </a:p>
        </p:txBody>
      </p:sp>
      <p:sp>
        <p:nvSpPr>
          <p:cNvPr id="66" name="AutoShape 60"/>
          <p:cNvSpPr>
            <a:spLocks noChangeArrowheads="1"/>
          </p:cNvSpPr>
          <p:nvPr/>
        </p:nvSpPr>
        <p:spPr bwMode="auto">
          <a:xfrm>
            <a:off x="5556231" y="3116498"/>
            <a:ext cx="2260298" cy="325803"/>
          </a:xfrm>
          <a:prstGeom prst="wedgeRoundRectCallout">
            <a:avLst>
              <a:gd name="adj1" fmla="val 34363"/>
              <a:gd name="adj2" fmla="val -435493"/>
              <a:gd name="adj3" fmla="val 16667"/>
            </a:avLst>
          </a:prstGeom>
          <a:solidFill>
            <a:srgbClr val="99FFCC"/>
          </a:solidFill>
          <a:ln w="9525">
            <a:solidFill>
              <a:schemeClr val="tx1"/>
            </a:solidFill>
            <a:miter lim="800000"/>
            <a:headEnd/>
            <a:tailEnd/>
          </a:ln>
          <a:effectLst/>
          <a:extLst/>
        </p:spPr>
        <p:txBody>
          <a:bodyPr/>
          <a:lstStyle/>
          <a:p>
            <a:pPr algn="ctr"/>
            <a:r>
              <a:rPr lang="zh-CN" altLang="en-US" sz="1400" b="1" dirty="0">
                <a:solidFill>
                  <a:srgbClr val="000000"/>
                </a:solidFill>
                <a:latin typeface="微软雅黑" pitchFamily="34" charset="-122"/>
                <a:ea typeface="微软雅黑" pitchFamily="34" charset="-122"/>
              </a:rPr>
              <a:t>“</a:t>
            </a:r>
            <a:r>
              <a:rPr lang="en-US" altLang="zh-CN" sz="1400" b="1" dirty="0">
                <a:solidFill>
                  <a:srgbClr val="000000"/>
                </a:solidFill>
                <a:latin typeface="微软雅黑" pitchFamily="34" charset="-122"/>
                <a:ea typeface="微软雅黑" pitchFamily="34" charset="-122"/>
              </a:rPr>
              <a:t>2”</a:t>
            </a:r>
            <a:r>
              <a:rPr lang="zh-CN" altLang="en-US" sz="1400" b="1" dirty="0">
                <a:solidFill>
                  <a:srgbClr val="000000"/>
                </a:solidFill>
                <a:latin typeface="微软雅黑" pitchFamily="34" charset="-122"/>
                <a:ea typeface="微软雅黑" pitchFamily="34" charset="-122"/>
              </a:rPr>
              <a:t>表示“距离是 </a:t>
            </a:r>
            <a:r>
              <a:rPr lang="en-US" altLang="zh-CN" sz="1400" b="1" dirty="0">
                <a:solidFill>
                  <a:srgbClr val="000000"/>
                </a:solidFill>
                <a:latin typeface="微软雅黑" pitchFamily="34" charset="-122"/>
                <a:ea typeface="微软雅黑" pitchFamily="34" charset="-122"/>
              </a:rPr>
              <a:t>2”</a:t>
            </a:r>
          </a:p>
        </p:txBody>
      </p:sp>
      <p:sp>
        <p:nvSpPr>
          <p:cNvPr id="67" name="AutoShape 61"/>
          <p:cNvSpPr>
            <a:spLocks noChangeArrowheads="1"/>
          </p:cNvSpPr>
          <p:nvPr/>
        </p:nvSpPr>
        <p:spPr bwMode="auto">
          <a:xfrm>
            <a:off x="7940800" y="2628702"/>
            <a:ext cx="2331664" cy="297514"/>
          </a:xfrm>
          <a:prstGeom prst="wedgeRoundRectCallout">
            <a:avLst>
              <a:gd name="adj1" fmla="val -54919"/>
              <a:gd name="adj2" fmla="val -306845"/>
              <a:gd name="adj3" fmla="val 16667"/>
            </a:avLst>
          </a:prstGeom>
          <a:solidFill>
            <a:srgbClr val="99FFCC"/>
          </a:solidFill>
          <a:ln w="9525">
            <a:solidFill>
              <a:schemeClr val="tx1"/>
            </a:solidFill>
            <a:miter lim="800000"/>
            <a:headEnd/>
            <a:tailEnd/>
          </a:ln>
          <a:effectLst/>
          <a:extLst/>
        </p:spPr>
        <p:txBody>
          <a:bodyPr/>
          <a:lstStyle/>
          <a:p>
            <a:pPr algn="ctr"/>
            <a:r>
              <a:rPr lang="en-US" altLang="zh-CN" sz="1400" b="1" dirty="0">
                <a:solidFill>
                  <a:srgbClr val="000000"/>
                </a:solidFill>
                <a:latin typeface="微软雅黑" pitchFamily="34" charset="-122"/>
                <a:ea typeface="微软雅黑" pitchFamily="34" charset="-122"/>
              </a:rPr>
              <a:t>“R</a:t>
            </a:r>
            <a:r>
              <a:rPr lang="en-US" altLang="zh-CN" sz="1400" b="1" baseline="-25000" dirty="0">
                <a:solidFill>
                  <a:srgbClr val="000000"/>
                </a:solidFill>
                <a:latin typeface="微软雅黑" pitchFamily="34" charset="-122"/>
                <a:ea typeface="微软雅黑" pitchFamily="34" charset="-122"/>
              </a:rPr>
              <a:t>1</a:t>
            </a:r>
            <a:r>
              <a:rPr lang="en-US" altLang="zh-CN" sz="1400" b="1" dirty="0">
                <a:solidFill>
                  <a:srgbClr val="000000"/>
                </a:solidFill>
                <a:latin typeface="微软雅黑" pitchFamily="34" charset="-122"/>
                <a:ea typeface="微软雅黑" pitchFamily="34" charset="-122"/>
              </a:rPr>
              <a:t>”</a:t>
            </a:r>
            <a:r>
              <a:rPr lang="zh-CN" altLang="en-US" sz="1400" b="1" dirty="0" smtClean="0">
                <a:solidFill>
                  <a:srgbClr val="000000"/>
                </a:solidFill>
                <a:latin typeface="微软雅黑" pitchFamily="34" charset="-122"/>
                <a:ea typeface="微软雅黑" pitchFamily="34" charset="-122"/>
              </a:rPr>
              <a:t>表示下一跳经过 </a:t>
            </a:r>
            <a:r>
              <a:rPr lang="en-US" altLang="zh-CN" sz="1400" b="1" dirty="0">
                <a:solidFill>
                  <a:srgbClr val="000000"/>
                </a:solidFill>
                <a:latin typeface="微软雅黑" pitchFamily="34" charset="-122"/>
                <a:ea typeface="微软雅黑" pitchFamily="34" charset="-122"/>
              </a:rPr>
              <a:t>R</a:t>
            </a:r>
            <a:r>
              <a:rPr lang="en-US" altLang="zh-CN" sz="1400" b="1" baseline="-25000" dirty="0">
                <a:solidFill>
                  <a:srgbClr val="000000"/>
                </a:solidFill>
                <a:latin typeface="微软雅黑" pitchFamily="34" charset="-122"/>
                <a:ea typeface="微软雅黑" pitchFamily="34" charset="-122"/>
              </a:rPr>
              <a:t>1</a:t>
            </a:r>
            <a:endParaRPr lang="en-US" altLang="zh-CN" sz="1400" b="1" dirty="0">
              <a:solidFill>
                <a:srgbClr val="000000"/>
              </a:solidFill>
              <a:latin typeface="微软雅黑" pitchFamily="34" charset="-122"/>
              <a:ea typeface="微软雅黑" pitchFamily="34" charset="-122"/>
            </a:endParaRPr>
          </a:p>
        </p:txBody>
      </p:sp>
      <p:sp>
        <p:nvSpPr>
          <p:cNvPr id="72" name="Text Box 120"/>
          <p:cNvSpPr txBox="1">
            <a:spLocks noChangeArrowheads="1"/>
          </p:cNvSpPr>
          <p:nvPr/>
        </p:nvSpPr>
        <p:spPr bwMode="auto">
          <a:xfrm>
            <a:off x="6324822" y="3598136"/>
            <a:ext cx="4307682" cy="307777"/>
          </a:xfrm>
          <a:prstGeom prst="rect">
            <a:avLst/>
          </a:prstGeom>
          <a:solidFill>
            <a:srgbClr val="00FFFF"/>
          </a:solidFill>
          <a:ln w="9525">
            <a:solidFill>
              <a:schemeClr val="tx2"/>
            </a:solidFill>
            <a:miter lim="800000"/>
            <a:headEnd/>
            <a:tailEnd/>
          </a:ln>
          <a:effectLst/>
          <a:extLst/>
        </p:spPr>
        <p:txBody>
          <a:bodyPr wrap="square">
            <a:spAutoFit/>
          </a:bodyPr>
          <a:lstStyle/>
          <a:p>
            <a:r>
              <a:rPr kumimoji="1" lang="en-US" altLang="zh-CN" sz="1400" b="1" dirty="0">
                <a:solidFill>
                  <a:srgbClr val="000000"/>
                </a:solidFill>
                <a:latin typeface="微软雅黑" pitchFamily="34" charset="-122"/>
                <a:ea typeface="微软雅黑" pitchFamily="34" charset="-122"/>
              </a:rPr>
              <a:t>R</a:t>
            </a:r>
            <a:r>
              <a:rPr kumimoji="1" lang="en-US" altLang="zh-CN" sz="1400" b="1" baseline="-25000" dirty="0">
                <a:solidFill>
                  <a:srgbClr val="000000"/>
                </a:solidFill>
                <a:latin typeface="微软雅黑" pitchFamily="34" charset="-122"/>
                <a:ea typeface="微软雅黑" pitchFamily="34" charset="-122"/>
              </a:rPr>
              <a:t>2</a:t>
            </a:r>
            <a:r>
              <a:rPr kumimoji="1" lang="en-US" altLang="zh-CN" sz="1400" b="1" dirty="0">
                <a:solidFill>
                  <a:srgbClr val="000000"/>
                </a:solidFill>
                <a:latin typeface="微软雅黑" pitchFamily="34" charset="-122"/>
                <a:ea typeface="微软雅黑" pitchFamily="34" charset="-122"/>
              </a:rPr>
              <a:t> </a:t>
            </a:r>
            <a:r>
              <a:rPr kumimoji="1" lang="zh-CN" altLang="en-US" sz="1400" b="1" dirty="0">
                <a:solidFill>
                  <a:srgbClr val="000000"/>
                </a:solidFill>
                <a:latin typeface="微软雅黑" pitchFamily="34" charset="-122"/>
                <a:ea typeface="微软雅黑" pitchFamily="34" charset="-122"/>
              </a:rPr>
              <a:t>说：“我到网 </a:t>
            </a:r>
            <a:r>
              <a:rPr kumimoji="1" lang="en-US" altLang="zh-CN" sz="1400" b="1" dirty="0">
                <a:solidFill>
                  <a:srgbClr val="000000"/>
                </a:solidFill>
                <a:latin typeface="微软雅黑" pitchFamily="34" charset="-122"/>
                <a:ea typeface="微软雅黑" pitchFamily="34" charset="-122"/>
              </a:rPr>
              <a:t>1 </a:t>
            </a:r>
            <a:r>
              <a:rPr kumimoji="1" lang="zh-CN" altLang="en-US" sz="1400" b="1" dirty="0">
                <a:solidFill>
                  <a:srgbClr val="000000"/>
                </a:solidFill>
                <a:latin typeface="微软雅黑" pitchFamily="34" charset="-122"/>
                <a:ea typeface="微软雅黑" pitchFamily="34" charset="-122"/>
              </a:rPr>
              <a:t>的距离是 </a:t>
            </a:r>
            <a:r>
              <a:rPr kumimoji="1" lang="en-US" altLang="zh-CN" sz="1400" b="1" dirty="0">
                <a:solidFill>
                  <a:srgbClr val="000000"/>
                </a:solidFill>
                <a:latin typeface="微软雅黑" pitchFamily="34" charset="-122"/>
                <a:ea typeface="微软雅黑" pitchFamily="34" charset="-122"/>
              </a:rPr>
              <a:t>2</a:t>
            </a:r>
            <a:r>
              <a:rPr kumimoji="1" lang="zh-CN" altLang="en-US" sz="1400" b="1" dirty="0" smtClean="0">
                <a:solidFill>
                  <a:srgbClr val="000000"/>
                </a:solidFill>
                <a:latin typeface="微软雅黑" pitchFamily="34" charset="-122"/>
                <a:ea typeface="微软雅黑" pitchFamily="34" charset="-122"/>
              </a:rPr>
              <a:t>，下一跳经过 </a:t>
            </a:r>
            <a:r>
              <a:rPr kumimoji="1" lang="en-US" altLang="zh-CN" sz="1400" b="1" dirty="0">
                <a:solidFill>
                  <a:srgbClr val="000000"/>
                </a:solidFill>
                <a:latin typeface="微软雅黑" pitchFamily="34" charset="-122"/>
                <a:ea typeface="微软雅黑" pitchFamily="34" charset="-122"/>
              </a:rPr>
              <a:t>R</a:t>
            </a:r>
            <a:r>
              <a:rPr kumimoji="1" lang="en-US" altLang="zh-CN" sz="1400" b="1" baseline="-25000" dirty="0">
                <a:solidFill>
                  <a:srgbClr val="000000"/>
                </a:solidFill>
                <a:latin typeface="微软雅黑" pitchFamily="34" charset="-122"/>
                <a:ea typeface="微软雅黑" pitchFamily="34" charset="-122"/>
              </a:rPr>
              <a:t>1</a:t>
            </a:r>
            <a:r>
              <a:rPr kumimoji="1" lang="zh-CN" altLang="en-US" sz="1400" b="1" dirty="0">
                <a:solidFill>
                  <a:srgbClr val="000000"/>
                </a:solidFill>
                <a:latin typeface="微软雅黑" pitchFamily="34" charset="-122"/>
                <a:ea typeface="微软雅黑" pitchFamily="34" charset="-122"/>
              </a:rPr>
              <a:t>。”</a:t>
            </a:r>
          </a:p>
        </p:txBody>
      </p:sp>
    </p:spTree>
    <p:extLst>
      <p:ext uri="{BB962C8B-B14F-4D97-AF65-F5344CB8AC3E}">
        <p14:creationId xmlns:p14="http://schemas.microsoft.com/office/powerpoint/2010/main" val="37563416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6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66" grpId="0" animBg="1"/>
      <p:bldP spid="67" grpId="0" animBg="1"/>
      <p:bldP spid="72" grpId="0" animBg="1"/>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Rectangle 2"/>
          <p:cNvSpPr txBox="1">
            <a:spLocks noChangeArrowheads="1"/>
          </p:cNvSpPr>
          <p:nvPr/>
        </p:nvSpPr>
        <p:spPr>
          <a:xfrm>
            <a:off x="609600" y="274638"/>
            <a:ext cx="10972800" cy="817562"/>
          </a:xfrm>
          <a:prstGeom prst="rect">
            <a:avLst/>
          </a:prstGeom>
        </p:spPr>
        <p:txBody>
          <a:bodyPr anchor="ct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r>
              <a:rPr lang="en-US" altLang="zh-CN" dirty="0" smtClean="0"/>
              <a:t>RIP </a:t>
            </a:r>
            <a:r>
              <a:rPr lang="zh-CN" altLang="en-US" dirty="0" smtClean="0"/>
              <a:t>协议的缺点：坏消息传播得慢 </a:t>
            </a:r>
          </a:p>
        </p:txBody>
      </p:sp>
      <p:sp>
        <p:nvSpPr>
          <p:cNvPr id="63" name="圆角矩形 62"/>
          <p:cNvSpPr/>
          <p:nvPr/>
        </p:nvSpPr>
        <p:spPr>
          <a:xfrm>
            <a:off x="545144" y="1412776"/>
            <a:ext cx="11037256" cy="518457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53" name="组合 152"/>
          <p:cNvGrpSpPr/>
          <p:nvPr/>
        </p:nvGrpSpPr>
        <p:grpSpPr>
          <a:xfrm>
            <a:off x="1834576" y="1484785"/>
            <a:ext cx="7868136" cy="1200330"/>
            <a:chOff x="1486022" y="815444"/>
            <a:chExt cx="5741255" cy="863132"/>
          </a:xfrm>
        </p:grpSpPr>
        <p:sp>
          <p:nvSpPr>
            <p:cNvPr id="154" name="Line 2"/>
            <p:cNvSpPr>
              <a:spLocks noChangeShapeType="1"/>
            </p:cNvSpPr>
            <p:nvPr/>
          </p:nvSpPr>
          <p:spPr bwMode="auto">
            <a:xfrm>
              <a:off x="2416723" y="1233220"/>
              <a:ext cx="429724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pic>
          <p:nvPicPr>
            <p:cNvPr id="155" name="Picture 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7028" y="1137872"/>
              <a:ext cx="483796" cy="20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56" name="Text Box 4"/>
            <p:cNvSpPr txBox="1">
              <a:spLocks noChangeArrowheads="1"/>
            </p:cNvSpPr>
            <p:nvPr/>
          </p:nvSpPr>
          <p:spPr bwMode="auto">
            <a:xfrm>
              <a:off x="5578787" y="1290624"/>
              <a:ext cx="321897" cy="265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chemeClr val="tx2">
                      <a:lumMod val="60000"/>
                      <a:lumOff val="40000"/>
                    </a:schemeClr>
                  </a:solidFill>
                  <a:latin typeface="微软雅黑" pitchFamily="34" charset="-122"/>
                  <a:ea typeface="微软雅黑" pitchFamily="34" charset="-122"/>
                </a:rPr>
                <a:t>R</a:t>
              </a:r>
              <a:r>
                <a:rPr kumimoji="1" lang="en-US" altLang="zh-CN" b="1" baseline="-25000">
                  <a:solidFill>
                    <a:schemeClr val="tx2">
                      <a:lumMod val="60000"/>
                      <a:lumOff val="40000"/>
                    </a:schemeClr>
                  </a:solidFill>
                  <a:latin typeface="微软雅黑" pitchFamily="34" charset="-122"/>
                  <a:ea typeface="微软雅黑" pitchFamily="34" charset="-122"/>
                </a:rPr>
                <a:t>2</a:t>
              </a:r>
              <a:endParaRPr kumimoji="1" lang="en-US" altLang="zh-CN" b="1">
                <a:solidFill>
                  <a:schemeClr val="tx2">
                    <a:lumMod val="60000"/>
                    <a:lumOff val="40000"/>
                  </a:schemeClr>
                </a:solidFill>
                <a:latin typeface="微软雅黑" pitchFamily="34" charset="-122"/>
                <a:ea typeface="微软雅黑" pitchFamily="34" charset="-122"/>
              </a:endParaRPr>
            </a:p>
          </p:txBody>
        </p:sp>
        <p:sp>
          <p:nvSpPr>
            <p:cNvPr id="157" name="Text Box 5"/>
            <p:cNvSpPr txBox="1">
              <a:spLocks noChangeArrowheads="1"/>
            </p:cNvSpPr>
            <p:nvPr/>
          </p:nvSpPr>
          <p:spPr bwMode="auto">
            <a:xfrm>
              <a:off x="3190375" y="1290624"/>
              <a:ext cx="321897" cy="265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chemeClr val="tx2">
                      <a:lumMod val="60000"/>
                      <a:lumOff val="40000"/>
                    </a:schemeClr>
                  </a:solidFill>
                  <a:latin typeface="微软雅黑" pitchFamily="34" charset="-122"/>
                  <a:ea typeface="微软雅黑" pitchFamily="34" charset="-122"/>
                </a:rPr>
                <a:t>R</a:t>
              </a:r>
              <a:r>
                <a:rPr kumimoji="1" lang="en-US" altLang="zh-CN" b="1" baseline="-25000">
                  <a:solidFill>
                    <a:schemeClr val="tx2">
                      <a:lumMod val="60000"/>
                      <a:lumOff val="40000"/>
                    </a:schemeClr>
                  </a:solidFill>
                  <a:latin typeface="微软雅黑" pitchFamily="34" charset="-122"/>
                  <a:ea typeface="微软雅黑" pitchFamily="34" charset="-122"/>
                </a:rPr>
                <a:t>1</a:t>
              </a:r>
              <a:endParaRPr kumimoji="1" lang="en-US" altLang="zh-CN" b="1">
                <a:solidFill>
                  <a:schemeClr val="tx2">
                    <a:lumMod val="60000"/>
                    <a:lumOff val="40000"/>
                  </a:schemeClr>
                </a:solidFill>
                <a:latin typeface="微软雅黑" pitchFamily="34" charset="-122"/>
                <a:ea typeface="微软雅黑" pitchFamily="34" charset="-122"/>
              </a:endParaRPr>
            </a:p>
          </p:txBody>
        </p:sp>
        <p:pic>
          <p:nvPicPr>
            <p:cNvPr id="158"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34387" y="1137872"/>
              <a:ext cx="484850" cy="20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159" name="Group 7"/>
            <p:cNvGrpSpPr>
              <a:grpSpLocks/>
            </p:cNvGrpSpPr>
            <p:nvPr/>
          </p:nvGrpSpPr>
          <p:grpSpPr bwMode="auto">
            <a:xfrm>
              <a:off x="1793796" y="968580"/>
              <a:ext cx="783138" cy="526362"/>
              <a:chOff x="4830" y="1752"/>
              <a:chExt cx="667" cy="477"/>
            </a:xfrm>
            <a:solidFill>
              <a:srgbClr val="00FFFF"/>
            </a:solidFill>
          </p:grpSpPr>
          <p:grpSp>
            <p:nvGrpSpPr>
              <p:cNvPr id="197" name="Group 8"/>
              <p:cNvGrpSpPr>
                <a:grpSpLocks/>
              </p:cNvGrpSpPr>
              <p:nvPr/>
            </p:nvGrpSpPr>
            <p:grpSpPr bwMode="auto">
              <a:xfrm>
                <a:off x="4830" y="1752"/>
                <a:ext cx="667" cy="477"/>
                <a:chOff x="2949" y="196"/>
                <a:chExt cx="941" cy="598"/>
              </a:xfrm>
              <a:grpFill/>
            </p:grpSpPr>
            <p:sp>
              <p:nvSpPr>
                <p:cNvPr id="199" name="Oval 9"/>
                <p:cNvSpPr>
                  <a:spLocks noChangeArrowheads="1"/>
                </p:cNvSpPr>
                <p:nvPr/>
              </p:nvSpPr>
              <p:spPr bwMode="auto">
                <a:xfrm>
                  <a:off x="3168" y="196"/>
                  <a:ext cx="407" cy="162"/>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0" name="Oval 10"/>
                <p:cNvSpPr>
                  <a:spLocks noChangeArrowheads="1"/>
                </p:cNvSpPr>
                <p:nvPr/>
              </p:nvSpPr>
              <p:spPr bwMode="auto">
                <a:xfrm rot="900000">
                  <a:off x="3512" y="252"/>
                  <a:ext cx="275" cy="131"/>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1" name="Oval 11"/>
                <p:cNvSpPr>
                  <a:spLocks noChangeArrowheads="1"/>
                </p:cNvSpPr>
                <p:nvPr/>
              </p:nvSpPr>
              <p:spPr bwMode="auto">
                <a:xfrm rot="1500000">
                  <a:off x="3650" y="385"/>
                  <a:ext cx="240" cy="153"/>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2" name="Oval 12"/>
                <p:cNvSpPr>
                  <a:spLocks noChangeArrowheads="1"/>
                </p:cNvSpPr>
                <p:nvPr/>
              </p:nvSpPr>
              <p:spPr bwMode="auto">
                <a:xfrm rot="20040000">
                  <a:off x="3573" y="537"/>
                  <a:ext cx="291" cy="18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3" name="Oval 13"/>
                <p:cNvSpPr>
                  <a:spLocks noChangeArrowheads="1"/>
                </p:cNvSpPr>
                <p:nvPr/>
              </p:nvSpPr>
              <p:spPr bwMode="auto">
                <a:xfrm>
                  <a:off x="3216" y="555"/>
                  <a:ext cx="471" cy="23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4" name="Oval 14"/>
                <p:cNvSpPr>
                  <a:spLocks noChangeArrowheads="1"/>
                </p:cNvSpPr>
                <p:nvPr/>
              </p:nvSpPr>
              <p:spPr bwMode="auto">
                <a:xfrm rot="1080000">
                  <a:off x="3023" y="555"/>
                  <a:ext cx="26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5" name="Oval 15"/>
                <p:cNvSpPr>
                  <a:spLocks noChangeArrowheads="1"/>
                </p:cNvSpPr>
                <p:nvPr/>
              </p:nvSpPr>
              <p:spPr bwMode="auto">
                <a:xfrm>
                  <a:off x="2949" y="432"/>
                  <a:ext cx="217"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6" name="Oval 16"/>
                <p:cNvSpPr>
                  <a:spLocks noChangeArrowheads="1"/>
                </p:cNvSpPr>
                <p:nvPr/>
              </p:nvSpPr>
              <p:spPr bwMode="auto">
                <a:xfrm rot="19740000">
                  <a:off x="2984" y="310"/>
                  <a:ext cx="29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7" name="Freeform 1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208" name="Freeform 1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209" name="Freeform 1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grpSp>
          <p:sp>
            <p:nvSpPr>
              <p:cNvPr id="198" name="Text Box 20"/>
              <p:cNvSpPr txBox="1">
                <a:spLocks noChangeArrowheads="1"/>
              </p:cNvSpPr>
              <p:nvPr/>
            </p:nvSpPr>
            <p:spPr bwMode="auto">
              <a:xfrm>
                <a:off x="4967" y="1856"/>
                <a:ext cx="390" cy="24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chemeClr val="tx2">
                        <a:lumMod val="60000"/>
                        <a:lumOff val="40000"/>
                      </a:schemeClr>
                    </a:solidFill>
                    <a:latin typeface="微软雅黑" pitchFamily="34" charset="-122"/>
                    <a:ea typeface="微软雅黑" pitchFamily="34" charset="-122"/>
                  </a:rPr>
                  <a:t>网 </a:t>
                </a:r>
                <a:r>
                  <a:rPr kumimoji="1" lang="en-US" altLang="zh-CN" b="1" dirty="0">
                    <a:solidFill>
                      <a:schemeClr val="tx2">
                        <a:lumMod val="60000"/>
                        <a:lumOff val="40000"/>
                      </a:schemeClr>
                    </a:solidFill>
                    <a:latin typeface="微软雅黑" pitchFamily="34" charset="-122"/>
                    <a:ea typeface="微软雅黑" pitchFamily="34" charset="-122"/>
                  </a:rPr>
                  <a:t>1</a:t>
                </a:r>
              </a:p>
            </p:txBody>
          </p:sp>
        </p:grpSp>
        <p:grpSp>
          <p:nvGrpSpPr>
            <p:cNvPr id="160" name="Group 21"/>
            <p:cNvGrpSpPr>
              <a:grpSpLocks/>
            </p:cNvGrpSpPr>
            <p:nvPr/>
          </p:nvGrpSpPr>
          <p:grpSpPr bwMode="auto">
            <a:xfrm>
              <a:off x="6444139" y="968580"/>
              <a:ext cx="783138" cy="526362"/>
              <a:chOff x="4830" y="1752"/>
              <a:chExt cx="667" cy="477"/>
            </a:xfrm>
            <a:solidFill>
              <a:srgbClr val="00FFFF"/>
            </a:solidFill>
          </p:grpSpPr>
          <p:grpSp>
            <p:nvGrpSpPr>
              <p:cNvPr id="184" name="Group 22"/>
              <p:cNvGrpSpPr>
                <a:grpSpLocks/>
              </p:cNvGrpSpPr>
              <p:nvPr/>
            </p:nvGrpSpPr>
            <p:grpSpPr bwMode="auto">
              <a:xfrm>
                <a:off x="4830" y="1752"/>
                <a:ext cx="667" cy="477"/>
                <a:chOff x="2949" y="196"/>
                <a:chExt cx="941" cy="598"/>
              </a:xfrm>
              <a:grpFill/>
            </p:grpSpPr>
            <p:sp>
              <p:nvSpPr>
                <p:cNvPr id="186" name="Oval 23"/>
                <p:cNvSpPr>
                  <a:spLocks noChangeArrowheads="1"/>
                </p:cNvSpPr>
                <p:nvPr/>
              </p:nvSpPr>
              <p:spPr bwMode="auto">
                <a:xfrm>
                  <a:off x="3168" y="196"/>
                  <a:ext cx="407" cy="162"/>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87" name="Oval 24"/>
                <p:cNvSpPr>
                  <a:spLocks noChangeArrowheads="1"/>
                </p:cNvSpPr>
                <p:nvPr/>
              </p:nvSpPr>
              <p:spPr bwMode="auto">
                <a:xfrm rot="900000">
                  <a:off x="3512" y="252"/>
                  <a:ext cx="275" cy="131"/>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88" name="Oval 25"/>
                <p:cNvSpPr>
                  <a:spLocks noChangeArrowheads="1"/>
                </p:cNvSpPr>
                <p:nvPr/>
              </p:nvSpPr>
              <p:spPr bwMode="auto">
                <a:xfrm rot="1500000">
                  <a:off x="3650" y="385"/>
                  <a:ext cx="240" cy="153"/>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89" name="Oval 26"/>
                <p:cNvSpPr>
                  <a:spLocks noChangeArrowheads="1"/>
                </p:cNvSpPr>
                <p:nvPr/>
              </p:nvSpPr>
              <p:spPr bwMode="auto">
                <a:xfrm rot="20040000">
                  <a:off x="3573" y="537"/>
                  <a:ext cx="291" cy="18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90" name="Oval 27"/>
                <p:cNvSpPr>
                  <a:spLocks noChangeArrowheads="1"/>
                </p:cNvSpPr>
                <p:nvPr/>
              </p:nvSpPr>
              <p:spPr bwMode="auto">
                <a:xfrm>
                  <a:off x="3216" y="555"/>
                  <a:ext cx="471" cy="23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91" name="Oval 28"/>
                <p:cNvSpPr>
                  <a:spLocks noChangeArrowheads="1"/>
                </p:cNvSpPr>
                <p:nvPr/>
              </p:nvSpPr>
              <p:spPr bwMode="auto">
                <a:xfrm rot="1080000">
                  <a:off x="3023" y="555"/>
                  <a:ext cx="26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92" name="Oval 29"/>
                <p:cNvSpPr>
                  <a:spLocks noChangeArrowheads="1"/>
                </p:cNvSpPr>
                <p:nvPr/>
              </p:nvSpPr>
              <p:spPr bwMode="auto">
                <a:xfrm>
                  <a:off x="2949" y="432"/>
                  <a:ext cx="217"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93" name="Oval 30"/>
                <p:cNvSpPr>
                  <a:spLocks noChangeArrowheads="1"/>
                </p:cNvSpPr>
                <p:nvPr/>
              </p:nvSpPr>
              <p:spPr bwMode="auto">
                <a:xfrm rot="19740000">
                  <a:off x="2984" y="310"/>
                  <a:ext cx="29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94" name="Freeform 31"/>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95" name="Freeform 32"/>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96" name="Freeform 33"/>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grpSp>
          <p:sp>
            <p:nvSpPr>
              <p:cNvPr id="185" name="Text Box 34"/>
              <p:cNvSpPr txBox="1">
                <a:spLocks noChangeArrowheads="1"/>
              </p:cNvSpPr>
              <p:nvPr/>
            </p:nvSpPr>
            <p:spPr bwMode="auto">
              <a:xfrm>
                <a:off x="4967" y="1856"/>
                <a:ext cx="390" cy="24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chemeClr val="tx2">
                        <a:lumMod val="60000"/>
                        <a:lumOff val="40000"/>
                      </a:schemeClr>
                    </a:solidFill>
                    <a:latin typeface="微软雅黑" pitchFamily="34" charset="-122"/>
                    <a:ea typeface="微软雅黑" pitchFamily="34" charset="-122"/>
                  </a:rPr>
                  <a:t>网 </a:t>
                </a:r>
                <a:r>
                  <a:rPr kumimoji="1" lang="en-US" altLang="zh-CN" b="1" dirty="0">
                    <a:solidFill>
                      <a:schemeClr val="tx2">
                        <a:lumMod val="60000"/>
                        <a:lumOff val="40000"/>
                      </a:schemeClr>
                    </a:solidFill>
                    <a:latin typeface="微软雅黑" pitchFamily="34" charset="-122"/>
                    <a:ea typeface="微软雅黑" pitchFamily="34" charset="-122"/>
                  </a:rPr>
                  <a:t>3</a:t>
                </a:r>
              </a:p>
            </p:txBody>
          </p:sp>
        </p:grpSp>
        <p:grpSp>
          <p:nvGrpSpPr>
            <p:cNvPr id="161" name="Group 35"/>
            <p:cNvGrpSpPr>
              <a:grpSpLocks/>
            </p:cNvGrpSpPr>
            <p:nvPr/>
          </p:nvGrpSpPr>
          <p:grpSpPr bwMode="auto">
            <a:xfrm>
              <a:off x="4099995" y="968580"/>
              <a:ext cx="783138" cy="526362"/>
              <a:chOff x="4830" y="1752"/>
              <a:chExt cx="667" cy="477"/>
            </a:xfrm>
            <a:solidFill>
              <a:srgbClr val="00FFFF"/>
            </a:solidFill>
          </p:grpSpPr>
          <p:grpSp>
            <p:nvGrpSpPr>
              <p:cNvPr id="171" name="Group 36"/>
              <p:cNvGrpSpPr>
                <a:grpSpLocks/>
              </p:cNvGrpSpPr>
              <p:nvPr/>
            </p:nvGrpSpPr>
            <p:grpSpPr bwMode="auto">
              <a:xfrm>
                <a:off x="4830" y="1752"/>
                <a:ext cx="667" cy="477"/>
                <a:chOff x="2949" y="196"/>
                <a:chExt cx="941" cy="598"/>
              </a:xfrm>
              <a:grpFill/>
            </p:grpSpPr>
            <p:sp>
              <p:nvSpPr>
                <p:cNvPr id="173" name="Oval 37"/>
                <p:cNvSpPr>
                  <a:spLocks noChangeArrowheads="1"/>
                </p:cNvSpPr>
                <p:nvPr/>
              </p:nvSpPr>
              <p:spPr bwMode="auto">
                <a:xfrm>
                  <a:off x="3168" y="196"/>
                  <a:ext cx="407" cy="162"/>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4" name="Oval 38"/>
                <p:cNvSpPr>
                  <a:spLocks noChangeArrowheads="1"/>
                </p:cNvSpPr>
                <p:nvPr/>
              </p:nvSpPr>
              <p:spPr bwMode="auto">
                <a:xfrm rot="900000">
                  <a:off x="3512" y="252"/>
                  <a:ext cx="275" cy="131"/>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5" name="Oval 39"/>
                <p:cNvSpPr>
                  <a:spLocks noChangeArrowheads="1"/>
                </p:cNvSpPr>
                <p:nvPr/>
              </p:nvSpPr>
              <p:spPr bwMode="auto">
                <a:xfrm rot="1500000">
                  <a:off x="3650" y="385"/>
                  <a:ext cx="240" cy="153"/>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6" name="Oval 40"/>
                <p:cNvSpPr>
                  <a:spLocks noChangeArrowheads="1"/>
                </p:cNvSpPr>
                <p:nvPr/>
              </p:nvSpPr>
              <p:spPr bwMode="auto">
                <a:xfrm rot="20040000">
                  <a:off x="3573" y="537"/>
                  <a:ext cx="291" cy="18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7" name="Oval 41"/>
                <p:cNvSpPr>
                  <a:spLocks noChangeArrowheads="1"/>
                </p:cNvSpPr>
                <p:nvPr/>
              </p:nvSpPr>
              <p:spPr bwMode="auto">
                <a:xfrm>
                  <a:off x="3216" y="555"/>
                  <a:ext cx="471" cy="23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8" name="Oval 42"/>
                <p:cNvSpPr>
                  <a:spLocks noChangeArrowheads="1"/>
                </p:cNvSpPr>
                <p:nvPr/>
              </p:nvSpPr>
              <p:spPr bwMode="auto">
                <a:xfrm rot="1080000">
                  <a:off x="3023" y="555"/>
                  <a:ext cx="26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9" name="Oval 43"/>
                <p:cNvSpPr>
                  <a:spLocks noChangeArrowheads="1"/>
                </p:cNvSpPr>
                <p:nvPr/>
              </p:nvSpPr>
              <p:spPr bwMode="auto">
                <a:xfrm>
                  <a:off x="2949" y="432"/>
                  <a:ext cx="217"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80" name="Oval 44"/>
                <p:cNvSpPr>
                  <a:spLocks noChangeArrowheads="1"/>
                </p:cNvSpPr>
                <p:nvPr/>
              </p:nvSpPr>
              <p:spPr bwMode="auto">
                <a:xfrm rot="19740000">
                  <a:off x="2984" y="310"/>
                  <a:ext cx="29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81" name="Freeform 4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82" name="Freeform 4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83" name="Freeform 4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grpSp>
          <p:sp>
            <p:nvSpPr>
              <p:cNvPr id="172" name="Text Box 48"/>
              <p:cNvSpPr txBox="1">
                <a:spLocks noChangeArrowheads="1"/>
              </p:cNvSpPr>
              <p:nvPr/>
            </p:nvSpPr>
            <p:spPr bwMode="auto">
              <a:xfrm>
                <a:off x="4967" y="1856"/>
                <a:ext cx="390" cy="24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a:solidFill>
                      <a:schemeClr val="tx2">
                        <a:lumMod val="60000"/>
                        <a:lumOff val="40000"/>
                      </a:schemeClr>
                    </a:solidFill>
                    <a:latin typeface="微软雅黑" pitchFamily="34" charset="-122"/>
                    <a:ea typeface="微软雅黑" pitchFamily="34" charset="-122"/>
                  </a:rPr>
                  <a:t>网 </a:t>
                </a:r>
                <a:r>
                  <a:rPr kumimoji="1" lang="en-US" altLang="zh-CN" b="1">
                    <a:solidFill>
                      <a:schemeClr val="tx2">
                        <a:lumMod val="60000"/>
                        <a:lumOff val="40000"/>
                      </a:schemeClr>
                    </a:solidFill>
                    <a:latin typeface="微软雅黑" pitchFamily="34" charset="-122"/>
                    <a:ea typeface="微软雅黑" pitchFamily="34" charset="-122"/>
                  </a:rPr>
                  <a:t>2</a:t>
                </a:r>
              </a:p>
            </p:txBody>
          </p:sp>
        </p:grpSp>
        <p:sp>
          <p:nvSpPr>
            <p:cNvPr id="162" name="Text Box 101"/>
            <p:cNvSpPr txBox="1">
              <a:spLocks noChangeArrowheads="1"/>
            </p:cNvSpPr>
            <p:nvPr/>
          </p:nvSpPr>
          <p:spPr bwMode="auto">
            <a:xfrm>
              <a:off x="1486022" y="815444"/>
              <a:ext cx="303182" cy="863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rgbClr val="CC00CC"/>
                  </a:solidFill>
                  <a:latin typeface="微软雅黑" pitchFamily="34" charset="-122"/>
                  <a:ea typeface="微软雅黑" pitchFamily="34" charset="-122"/>
                </a:rPr>
                <a:t>正</a:t>
              </a:r>
            </a:p>
            <a:p>
              <a:r>
                <a:rPr kumimoji="1" lang="zh-CN" altLang="en-US" b="1" dirty="0">
                  <a:solidFill>
                    <a:srgbClr val="CC00CC"/>
                  </a:solidFill>
                  <a:latin typeface="微软雅黑" pitchFamily="34" charset="-122"/>
                  <a:ea typeface="微软雅黑" pitchFamily="34" charset="-122"/>
                </a:rPr>
                <a:t>常</a:t>
              </a:r>
            </a:p>
            <a:p>
              <a:r>
                <a:rPr kumimoji="1" lang="zh-CN" altLang="en-US" b="1" dirty="0">
                  <a:solidFill>
                    <a:srgbClr val="CC00CC"/>
                  </a:solidFill>
                  <a:latin typeface="微软雅黑" pitchFamily="34" charset="-122"/>
                  <a:ea typeface="微软雅黑" pitchFamily="34" charset="-122"/>
                </a:rPr>
                <a:t>情</a:t>
              </a:r>
            </a:p>
            <a:p>
              <a:r>
                <a:rPr kumimoji="1" lang="zh-CN" altLang="en-US" b="1" dirty="0">
                  <a:solidFill>
                    <a:srgbClr val="CC00CC"/>
                  </a:solidFill>
                  <a:latin typeface="微软雅黑" pitchFamily="34" charset="-122"/>
                  <a:ea typeface="微软雅黑" pitchFamily="34" charset="-122"/>
                </a:rPr>
                <a:t>况</a:t>
              </a:r>
            </a:p>
          </p:txBody>
        </p:sp>
        <p:grpSp>
          <p:nvGrpSpPr>
            <p:cNvPr id="163" name="Group 102"/>
            <p:cNvGrpSpPr>
              <a:grpSpLocks/>
            </p:cNvGrpSpPr>
            <p:nvPr/>
          </p:nvGrpSpPr>
          <p:grpSpPr bwMode="auto">
            <a:xfrm>
              <a:off x="2816198" y="886853"/>
              <a:ext cx="977077" cy="191669"/>
              <a:chOff x="1491" y="212"/>
              <a:chExt cx="853" cy="240"/>
            </a:xfrm>
            <a:solidFill>
              <a:srgbClr val="FFFF00"/>
            </a:solidFill>
          </p:grpSpPr>
          <p:sp>
            <p:nvSpPr>
              <p:cNvPr id="169" name="AutoShape 103"/>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0" name="Rectangle 104"/>
              <p:cNvSpPr>
                <a:spLocks noChangeArrowheads="1"/>
              </p:cNvSpPr>
              <p:nvPr/>
            </p:nvSpPr>
            <p:spPr bwMode="auto">
              <a:xfrm>
                <a:off x="1491" y="212"/>
                <a:ext cx="632" cy="240"/>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grpSp>
        <p:sp>
          <p:nvSpPr>
            <p:cNvPr id="164" name="Text Box 105"/>
            <p:cNvSpPr txBox="1">
              <a:spLocks noChangeArrowheads="1"/>
            </p:cNvSpPr>
            <p:nvPr/>
          </p:nvSpPr>
          <p:spPr bwMode="auto">
            <a:xfrm>
              <a:off x="2828846" y="932581"/>
              <a:ext cx="636544" cy="165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b="1">
                  <a:solidFill>
                    <a:srgbClr val="000000"/>
                  </a:solidFill>
                  <a:latin typeface="微软雅黑" pitchFamily="34" charset="-122"/>
                  <a:ea typeface="微软雅黑" pitchFamily="34" charset="-122"/>
                </a:rPr>
                <a:t>1  1  </a:t>
              </a:r>
              <a:r>
                <a:rPr kumimoji="1" lang="en-US" altLang="zh-CN" b="1">
                  <a:solidFill>
                    <a:srgbClr val="000000"/>
                  </a:solidFill>
                  <a:latin typeface="微软雅黑" pitchFamily="34" charset="-122"/>
                  <a:ea typeface="微软雅黑" pitchFamily="34" charset="-122"/>
                  <a:sym typeface="Symbol" pitchFamily="18" charset="2"/>
                </a:rPr>
                <a:t></a:t>
              </a:r>
              <a:endParaRPr kumimoji="1" lang="en-US" altLang="zh-CN" b="1" baseline="-25000">
                <a:solidFill>
                  <a:srgbClr val="000000"/>
                </a:solidFill>
                <a:latin typeface="微软雅黑" pitchFamily="34" charset="-122"/>
                <a:ea typeface="微软雅黑" pitchFamily="34" charset="-122"/>
                <a:sym typeface="Symbol" pitchFamily="18" charset="2"/>
              </a:endParaRPr>
            </a:p>
          </p:txBody>
        </p:sp>
        <p:grpSp>
          <p:nvGrpSpPr>
            <p:cNvPr id="165" name="Group 111"/>
            <p:cNvGrpSpPr>
              <a:grpSpLocks/>
            </p:cNvGrpSpPr>
            <p:nvPr/>
          </p:nvGrpSpPr>
          <p:grpSpPr bwMode="auto">
            <a:xfrm flipH="1">
              <a:off x="5027534" y="900474"/>
              <a:ext cx="977077" cy="191669"/>
              <a:chOff x="1491" y="212"/>
              <a:chExt cx="853" cy="240"/>
            </a:xfrm>
            <a:solidFill>
              <a:srgbClr val="66FF66"/>
            </a:solidFill>
          </p:grpSpPr>
          <p:sp>
            <p:nvSpPr>
              <p:cNvPr id="167" name="AutoShape 112"/>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68" name="Rectangle 113"/>
              <p:cNvSpPr>
                <a:spLocks noChangeArrowheads="1"/>
              </p:cNvSpPr>
              <p:nvPr/>
            </p:nvSpPr>
            <p:spPr bwMode="auto">
              <a:xfrm>
                <a:off x="1491" y="212"/>
                <a:ext cx="632" cy="240"/>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grpSp>
        <p:sp>
          <p:nvSpPr>
            <p:cNvPr id="166" name="Text Box 114"/>
            <p:cNvSpPr txBox="1">
              <a:spLocks noChangeArrowheads="1"/>
            </p:cNvSpPr>
            <p:nvPr/>
          </p:nvSpPr>
          <p:spPr bwMode="auto">
            <a:xfrm>
              <a:off x="5286823" y="943559"/>
              <a:ext cx="731287" cy="165986"/>
            </a:xfrm>
            <a:prstGeom prst="rect">
              <a:avLst/>
            </a:prstGeom>
            <a:noFill/>
            <a:ln>
              <a:noFill/>
            </a:ln>
            <a:effectLst/>
          </p:spPr>
          <p:txBody>
            <a:bodyPr wrap="none">
              <a:spAutoFit/>
            </a:bodyPr>
            <a:lstStyle/>
            <a:p>
              <a:pPr>
                <a:lnSpc>
                  <a:spcPct val="50000"/>
                </a:lnSpc>
              </a:pPr>
              <a:r>
                <a:rPr kumimoji="1" lang="en-US" altLang="zh-CN" b="1" dirty="0">
                  <a:solidFill>
                    <a:srgbClr val="000000"/>
                  </a:solidFill>
                  <a:latin typeface="微软雅黑" pitchFamily="34" charset="-122"/>
                  <a:ea typeface="微软雅黑" pitchFamily="34" charset="-122"/>
                </a:rPr>
                <a:t>1  2  </a:t>
              </a:r>
              <a:r>
                <a:rPr kumimoji="1" lang="en-US" altLang="zh-CN" b="1" dirty="0">
                  <a:solidFill>
                    <a:srgbClr val="000000"/>
                  </a:solidFill>
                  <a:latin typeface="微软雅黑" pitchFamily="34" charset="-122"/>
                  <a:ea typeface="微软雅黑" pitchFamily="34" charset="-122"/>
                  <a:sym typeface="Symbol" pitchFamily="18" charset="2"/>
                </a:rPr>
                <a:t>R</a:t>
              </a:r>
              <a:r>
                <a:rPr kumimoji="1" lang="en-US" altLang="zh-CN" b="1" baseline="-25000" dirty="0">
                  <a:solidFill>
                    <a:srgbClr val="000000"/>
                  </a:solidFill>
                  <a:latin typeface="微软雅黑" pitchFamily="34" charset="-122"/>
                  <a:ea typeface="微软雅黑" pitchFamily="34" charset="-122"/>
                  <a:sym typeface="Symbol" pitchFamily="18" charset="2"/>
                </a:rPr>
                <a:t>1</a:t>
              </a:r>
            </a:p>
          </p:txBody>
        </p:sp>
      </p:grpSp>
      <p:grpSp>
        <p:nvGrpSpPr>
          <p:cNvPr id="2" name="组合 1"/>
          <p:cNvGrpSpPr/>
          <p:nvPr/>
        </p:nvGrpSpPr>
        <p:grpSpPr>
          <a:xfrm>
            <a:off x="2011000" y="2596863"/>
            <a:ext cx="7691712" cy="1323937"/>
            <a:chOff x="2011000" y="2596863"/>
            <a:chExt cx="7691712" cy="1323937"/>
          </a:xfrm>
        </p:grpSpPr>
        <p:sp>
          <p:nvSpPr>
            <p:cNvPr id="68" name="Line 50"/>
            <p:cNvSpPr>
              <a:spLocks noChangeShapeType="1"/>
            </p:cNvSpPr>
            <p:nvPr/>
          </p:nvSpPr>
          <p:spPr bwMode="auto">
            <a:xfrm>
              <a:off x="3110060" y="3040660"/>
              <a:ext cx="588918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pic>
          <p:nvPicPr>
            <p:cNvPr id="69" name="Picture 5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73865" y="2909415"/>
              <a:ext cx="663021" cy="288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0" name="Text Box 52"/>
            <p:cNvSpPr txBox="1">
              <a:spLocks noChangeArrowheads="1"/>
            </p:cNvSpPr>
            <p:nvPr/>
          </p:nvSpPr>
          <p:spPr bwMode="auto">
            <a:xfrm>
              <a:off x="7443529" y="3120489"/>
              <a:ext cx="4411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dirty="0">
                  <a:solidFill>
                    <a:schemeClr val="tx2">
                      <a:lumMod val="60000"/>
                      <a:lumOff val="40000"/>
                    </a:schemeClr>
                  </a:solidFill>
                  <a:latin typeface="微软雅黑" pitchFamily="34" charset="-122"/>
                  <a:ea typeface="微软雅黑" pitchFamily="34" charset="-122"/>
                </a:rPr>
                <a:t>R</a:t>
              </a:r>
              <a:r>
                <a:rPr kumimoji="1" lang="en-US" altLang="zh-CN" b="1" baseline="-25000" dirty="0">
                  <a:solidFill>
                    <a:schemeClr val="tx2">
                      <a:lumMod val="60000"/>
                      <a:lumOff val="40000"/>
                    </a:schemeClr>
                  </a:solidFill>
                  <a:latin typeface="微软雅黑" pitchFamily="34" charset="-122"/>
                  <a:ea typeface="微软雅黑" pitchFamily="34" charset="-122"/>
                </a:rPr>
                <a:t>2</a:t>
              </a:r>
              <a:endParaRPr kumimoji="1" lang="en-US" altLang="zh-CN" b="1" dirty="0">
                <a:solidFill>
                  <a:schemeClr val="tx2">
                    <a:lumMod val="60000"/>
                    <a:lumOff val="40000"/>
                  </a:schemeClr>
                </a:solidFill>
                <a:latin typeface="微软雅黑" pitchFamily="34" charset="-122"/>
                <a:ea typeface="微软雅黑" pitchFamily="34" charset="-122"/>
              </a:endParaRPr>
            </a:p>
          </p:txBody>
        </p:sp>
        <p:sp>
          <p:nvSpPr>
            <p:cNvPr id="71" name="Text Box 53"/>
            <p:cNvSpPr txBox="1">
              <a:spLocks noChangeArrowheads="1"/>
            </p:cNvSpPr>
            <p:nvPr/>
          </p:nvSpPr>
          <p:spPr bwMode="auto">
            <a:xfrm>
              <a:off x="4170316" y="3120489"/>
              <a:ext cx="4411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dirty="0">
                  <a:solidFill>
                    <a:schemeClr val="tx2">
                      <a:lumMod val="60000"/>
                      <a:lumOff val="40000"/>
                    </a:schemeClr>
                  </a:solidFill>
                  <a:latin typeface="微软雅黑" pitchFamily="34" charset="-122"/>
                  <a:ea typeface="微软雅黑" pitchFamily="34" charset="-122"/>
                </a:rPr>
                <a:t>R</a:t>
              </a:r>
              <a:r>
                <a:rPr kumimoji="1" lang="en-US" altLang="zh-CN" b="1" baseline="-25000" dirty="0">
                  <a:solidFill>
                    <a:schemeClr val="tx2">
                      <a:lumMod val="60000"/>
                      <a:lumOff val="40000"/>
                    </a:schemeClr>
                  </a:solidFill>
                  <a:latin typeface="微软雅黑" pitchFamily="34" charset="-122"/>
                  <a:ea typeface="微软雅黑" pitchFamily="34" charset="-122"/>
                </a:rPr>
                <a:t>1</a:t>
              </a:r>
              <a:endParaRPr kumimoji="1" lang="en-US" altLang="zh-CN" b="1" dirty="0">
                <a:solidFill>
                  <a:schemeClr val="tx2">
                    <a:lumMod val="60000"/>
                    <a:lumOff val="40000"/>
                  </a:schemeClr>
                </a:solidFill>
                <a:latin typeface="微软雅黑" pitchFamily="34" charset="-122"/>
                <a:ea typeface="微软雅黑" pitchFamily="34" charset="-122"/>
              </a:endParaRPr>
            </a:p>
          </p:txBody>
        </p:sp>
        <p:pic>
          <p:nvPicPr>
            <p:cNvPr id="73" name="Picture 5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45634" y="2909415"/>
              <a:ext cx="664465" cy="288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74" name="Group 55"/>
            <p:cNvGrpSpPr>
              <a:grpSpLocks/>
            </p:cNvGrpSpPr>
            <p:nvPr/>
          </p:nvGrpSpPr>
          <p:grpSpPr bwMode="auto">
            <a:xfrm>
              <a:off x="2256366" y="2672633"/>
              <a:ext cx="1073256" cy="731995"/>
              <a:chOff x="4830" y="1752"/>
              <a:chExt cx="667" cy="477"/>
            </a:xfrm>
            <a:solidFill>
              <a:srgbClr val="00FFFF"/>
            </a:solidFill>
          </p:grpSpPr>
          <p:grpSp>
            <p:nvGrpSpPr>
              <p:cNvPr id="75" name="Group 56"/>
              <p:cNvGrpSpPr>
                <a:grpSpLocks/>
              </p:cNvGrpSpPr>
              <p:nvPr/>
            </p:nvGrpSpPr>
            <p:grpSpPr bwMode="auto">
              <a:xfrm>
                <a:off x="4830" y="1752"/>
                <a:ext cx="667" cy="477"/>
                <a:chOff x="2949" y="196"/>
                <a:chExt cx="941" cy="598"/>
              </a:xfrm>
              <a:grpFill/>
            </p:grpSpPr>
            <p:sp>
              <p:nvSpPr>
                <p:cNvPr id="77" name="Oval 57"/>
                <p:cNvSpPr>
                  <a:spLocks noChangeArrowheads="1"/>
                </p:cNvSpPr>
                <p:nvPr/>
              </p:nvSpPr>
              <p:spPr bwMode="auto">
                <a:xfrm>
                  <a:off x="3168" y="196"/>
                  <a:ext cx="407" cy="162"/>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78" name="Oval 58"/>
                <p:cNvSpPr>
                  <a:spLocks noChangeArrowheads="1"/>
                </p:cNvSpPr>
                <p:nvPr/>
              </p:nvSpPr>
              <p:spPr bwMode="auto">
                <a:xfrm rot="900000">
                  <a:off x="3512" y="252"/>
                  <a:ext cx="275" cy="131"/>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79" name="Oval 59"/>
                <p:cNvSpPr>
                  <a:spLocks noChangeArrowheads="1"/>
                </p:cNvSpPr>
                <p:nvPr/>
              </p:nvSpPr>
              <p:spPr bwMode="auto">
                <a:xfrm rot="1500000">
                  <a:off x="3650" y="385"/>
                  <a:ext cx="240" cy="153"/>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80" name="Oval 60"/>
                <p:cNvSpPr>
                  <a:spLocks noChangeArrowheads="1"/>
                </p:cNvSpPr>
                <p:nvPr/>
              </p:nvSpPr>
              <p:spPr bwMode="auto">
                <a:xfrm rot="20040000">
                  <a:off x="3573" y="537"/>
                  <a:ext cx="291" cy="18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81" name="Oval 61"/>
                <p:cNvSpPr>
                  <a:spLocks noChangeArrowheads="1"/>
                </p:cNvSpPr>
                <p:nvPr/>
              </p:nvSpPr>
              <p:spPr bwMode="auto">
                <a:xfrm>
                  <a:off x="3216" y="555"/>
                  <a:ext cx="471" cy="23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82" name="Oval 62"/>
                <p:cNvSpPr>
                  <a:spLocks noChangeArrowheads="1"/>
                </p:cNvSpPr>
                <p:nvPr/>
              </p:nvSpPr>
              <p:spPr bwMode="auto">
                <a:xfrm rot="1080000">
                  <a:off x="3023" y="555"/>
                  <a:ext cx="26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83" name="Oval 63"/>
                <p:cNvSpPr>
                  <a:spLocks noChangeArrowheads="1"/>
                </p:cNvSpPr>
                <p:nvPr/>
              </p:nvSpPr>
              <p:spPr bwMode="auto">
                <a:xfrm>
                  <a:off x="2949" y="432"/>
                  <a:ext cx="217"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84" name="Oval 64"/>
                <p:cNvSpPr>
                  <a:spLocks noChangeArrowheads="1"/>
                </p:cNvSpPr>
                <p:nvPr/>
              </p:nvSpPr>
              <p:spPr bwMode="auto">
                <a:xfrm rot="19740000">
                  <a:off x="2984" y="310"/>
                  <a:ext cx="29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85" name="Freeform 6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86" name="Freeform 6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87" name="Freeform 6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grpSp>
          <p:sp>
            <p:nvSpPr>
              <p:cNvPr id="76" name="Text Box 68"/>
              <p:cNvSpPr txBox="1">
                <a:spLocks noChangeArrowheads="1"/>
              </p:cNvSpPr>
              <p:nvPr/>
            </p:nvSpPr>
            <p:spPr bwMode="auto">
              <a:xfrm>
                <a:off x="4965" y="1856"/>
                <a:ext cx="390" cy="24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chemeClr val="tx2">
                        <a:lumMod val="60000"/>
                        <a:lumOff val="40000"/>
                      </a:schemeClr>
                    </a:solidFill>
                    <a:latin typeface="微软雅黑" pitchFamily="34" charset="-122"/>
                    <a:ea typeface="微软雅黑" pitchFamily="34" charset="-122"/>
                  </a:rPr>
                  <a:t>网 </a:t>
                </a:r>
                <a:r>
                  <a:rPr kumimoji="1" lang="en-US" altLang="zh-CN" b="1" dirty="0">
                    <a:solidFill>
                      <a:schemeClr val="tx2">
                        <a:lumMod val="60000"/>
                        <a:lumOff val="40000"/>
                      </a:schemeClr>
                    </a:solidFill>
                    <a:latin typeface="微软雅黑" pitchFamily="34" charset="-122"/>
                    <a:ea typeface="微软雅黑" pitchFamily="34" charset="-122"/>
                  </a:rPr>
                  <a:t>1</a:t>
                </a:r>
              </a:p>
            </p:txBody>
          </p:sp>
        </p:grpSp>
        <p:grpSp>
          <p:nvGrpSpPr>
            <p:cNvPr id="88" name="Group 69"/>
            <p:cNvGrpSpPr>
              <a:grpSpLocks/>
            </p:cNvGrpSpPr>
            <p:nvPr/>
          </p:nvGrpSpPr>
          <p:grpSpPr bwMode="auto">
            <a:xfrm>
              <a:off x="8629456" y="2672633"/>
              <a:ext cx="1073256" cy="731995"/>
              <a:chOff x="4830" y="1752"/>
              <a:chExt cx="667" cy="477"/>
            </a:xfrm>
            <a:solidFill>
              <a:srgbClr val="00FFFF"/>
            </a:solidFill>
          </p:grpSpPr>
          <p:grpSp>
            <p:nvGrpSpPr>
              <p:cNvPr id="89" name="Group 70"/>
              <p:cNvGrpSpPr>
                <a:grpSpLocks/>
              </p:cNvGrpSpPr>
              <p:nvPr/>
            </p:nvGrpSpPr>
            <p:grpSpPr bwMode="auto">
              <a:xfrm>
                <a:off x="4830" y="1752"/>
                <a:ext cx="667" cy="477"/>
                <a:chOff x="2949" y="196"/>
                <a:chExt cx="941" cy="598"/>
              </a:xfrm>
              <a:grpFill/>
            </p:grpSpPr>
            <p:sp>
              <p:nvSpPr>
                <p:cNvPr id="91" name="Oval 71"/>
                <p:cNvSpPr>
                  <a:spLocks noChangeArrowheads="1"/>
                </p:cNvSpPr>
                <p:nvPr/>
              </p:nvSpPr>
              <p:spPr bwMode="auto">
                <a:xfrm>
                  <a:off x="3168" y="196"/>
                  <a:ext cx="407" cy="162"/>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92" name="Oval 72"/>
                <p:cNvSpPr>
                  <a:spLocks noChangeArrowheads="1"/>
                </p:cNvSpPr>
                <p:nvPr/>
              </p:nvSpPr>
              <p:spPr bwMode="auto">
                <a:xfrm rot="900000">
                  <a:off x="3512" y="252"/>
                  <a:ext cx="275" cy="131"/>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93" name="Oval 73"/>
                <p:cNvSpPr>
                  <a:spLocks noChangeArrowheads="1"/>
                </p:cNvSpPr>
                <p:nvPr/>
              </p:nvSpPr>
              <p:spPr bwMode="auto">
                <a:xfrm rot="1500000">
                  <a:off x="3650" y="385"/>
                  <a:ext cx="240" cy="153"/>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94" name="Oval 74"/>
                <p:cNvSpPr>
                  <a:spLocks noChangeArrowheads="1"/>
                </p:cNvSpPr>
                <p:nvPr/>
              </p:nvSpPr>
              <p:spPr bwMode="auto">
                <a:xfrm rot="20040000">
                  <a:off x="3573" y="537"/>
                  <a:ext cx="291" cy="18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95" name="Oval 75"/>
                <p:cNvSpPr>
                  <a:spLocks noChangeArrowheads="1"/>
                </p:cNvSpPr>
                <p:nvPr/>
              </p:nvSpPr>
              <p:spPr bwMode="auto">
                <a:xfrm>
                  <a:off x="3216" y="555"/>
                  <a:ext cx="471" cy="23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96" name="Oval 76"/>
                <p:cNvSpPr>
                  <a:spLocks noChangeArrowheads="1"/>
                </p:cNvSpPr>
                <p:nvPr/>
              </p:nvSpPr>
              <p:spPr bwMode="auto">
                <a:xfrm rot="1080000">
                  <a:off x="3023" y="555"/>
                  <a:ext cx="26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97" name="Oval 77"/>
                <p:cNvSpPr>
                  <a:spLocks noChangeArrowheads="1"/>
                </p:cNvSpPr>
                <p:nvPr/>
              </p:nvSpPr>
              <p:spPr bwMode="auto">
                <a:xfrm>
                  <a:off x="2949" y="432"/>
                  <a:ext cx="217"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98" name="Oval 78"/>
                <p:cNvSpPr>
                  <a:spLocks noChangeArrowheads="1"/>
                </p:cNvSpPr>
                <p:nvPr/>
              </p:nvSpPr>
              <p:spPr bwMode="auto">
                <a:xfrm rot="19740000">
                  <a:off x="2984" y="310"/>
                  <a:ext cx="29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99" name="Freeform 79"/>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00" name="Freeform 80"/>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01" name="Freeform 81"/>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grpSp>
          <p:sp>
            <p:nvSpPr>
              <p:cNvPr id="90" name="Text Box 82"/>
              <p:cNvSpPr txBox="1">
                <a:spLocks noChangeArrowheads="1"/>
              </p:cNvSpPr>
              <p:nvPr/>
            </p:nvSpPr>
            <p:spPr bwMode="auto">
              <a:xfrm>
                <a:off x="4965" y="1856"/>
                <a:ext cx="390" cy="24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chemeClr val="tx2">
                        <a:lumMod val="60000"/>
                        <a:lumOff val="40000"/>
                      </a:schemeClr>
                    </a:solidFill>
                    <a:latin typeface="微软雅黑" pitchFamily="34" charset="-122"/>
                    <a:ea typeface="微软雅黑" pitchFamily="34" charset="-122"/>
                  </a:rPr>
                  <a:t>网 </a:t>
                </a:r>
                <a:r>
                  <a:rPr kumimoji="1" lang="en-US" altLang="zh-CN" b="1" dirty="0">
                    <a:solidFill>
                      <a:schemeClr val="tx2">
                        <a:lumMod val="60000"/>
                        <a:lumOff val="40000"/>
                      </a:schemeClr>
                    </a:solidFill>
                    <a:latin typeface="微软雅黑" pitchFamily="34" charset="-122"/>
                    <a:ea typeface="微软雅黑" pitchFamily="34" charset="-122"/>
                  </a:rPr>
                  <a:t>3</a:t>
                </a:r>
              </a:p>
            </p:txBody>
          </p:sp>
        </p:grpSp>
        <p:grpSp>
          <p:nvGrpSpPr>
            <p:cNvPr id="102" name="Group 83"/>
            <p:cNvGrpSpPr>
              <a:grpSpLocks/>
            </p:cNvGrpSpPr>
            <p:nvPr/>
          </p:nvGrpSpPr>
          <p:grpSpPr bwMode="auto">
            <a:xfrm>
              <a:off x="5416910" y="2672633"/>
              <a:ext cx="1073256" cy="731995"/>
              <a:chOff x="4830" y="1752"/>
              <a:chExt cx="667" cy="477"/>
            </a:xfrm>
            <a:solidFill>
              <a:srgbClr val="00FFFF"/>
            </a:solidFill>
          </p:grpSpPr>
          <p:grpSp>
            <p:nvGrpSpPr>
              <p:cNvPr id="103" name="Group 84"/>
              <p:cNvGrpSpPr>
                <a:grpSpLocks/>
              </p:cNvGrpSpPr>
              <p:nvPr/>
            </p:nvGrpSpPr>
            <p:grpSpPr bwMode="auto">
              <a:xfrm>
                <a:off x="4830" y="1752"/>
                <a:ext cx="667" cy="477"/>
                <a:chOff x="2949" y="196"/>
                <a:chExt cx="941" cy="598"/>
              </a:xfrm>
              <a:grpFill/>
            </p:grpSpPr>
            <p:sp>
              <p:nvSpPr>
                <p:cNvPr id="105" name="Oval 85"/>
                <p:cNvSpPr>
                  <a:spLocks noChangeArrowheads="1"/>
                </p:cNvSpPr>
                <p:nvPr/>
              </p:nvSpPr>
              <p:spPr bwMode="auto">
                <a:xfrm>
                  <a:off x="3168" y="196"/>
                  <a:ext cx="407" cy="162"/>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06" name="Oval 86"/>
                <p:cNvSpPr>
                  <a:spLocks noChangeArrowheads="1"/>
                </p:cNvSpPr>
                <p:nvPr/>
              </p:nvSpPr>
              <p:spPr bwMode="auto">
                <a:xfrm rot="900000">
                  <a:off x="3512" y="252"/>
                  <a:ext cx="275" cy="131"/>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07" name="Oval 87"/>
                <p:cNvSpPr>
                  <a:spLocks noChangeArrowheads="1"/>
                </p:cNvSpPr>
                <p:nvPr/>
              </p:nvSpPr>
              <p:spPr bwMode="auto">
                <a:xfrm rot="1500000">
                  <a:off x="3650" y="385"/>
                  <a:ext cx="240" cy="153"/>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08" name="Oval 88"/>
                <p:cNvSpPr>
                  <a:spLocks noChangeArrowheads="1"/>
                </p:cNvSpPr>
                <p:nvPr/>
              </p:nvSpPr>
              <p:spPr bwMode="auto">
                <a:xfrm rot="20040000">
                  <a:off x="3573" y="537"/>
                  <a:ext cx="291" cy="18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09" name="Oval 89"/>
                <p:cNvSpPr>
                  <a:spLocks noChangeArrowheads="1"/>
                </p:cNvSpPr>
                <p:nvPr/>
              </p:nvSpPr>
              <p:spPr bwMode="auto">
                <a:xfrm>
                  <a:off x="3216" y="555"/>
                  <a:ext cx="471" cy="23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10" name="Oval 90"/>
                <p:cNvSpPr>
                  <a:spLocks noChangeArrowheads="1"/>
                </p:cNvSpPr>
                <p:nvPr/>
              </p:nvSpPr>
              <p:spPr bwMode="auto">
                <a:xfrm rot="1080000">
                  <a:off x="3023" y="555"/>
                  <a:ext cx="26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11" name="Oval 91"/>
                <p:cNvSpPr>
                  <a:spLocks noChangeArrowheads="1"/>
                </p:cNvSpPr>
                <p:nvPr/>
              </p:nvSpPr>
              <p:spPr bwMode="auto">
                <a:xfrm>
                  <a:off x="2949" y="432"/>
                  <a:ext cx="217"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12" name="Oval 92"/>
                <p:cNvSpPr>
                  <a:spLocks noChangeArrowheads="1"/>
                </p:cNvSpPr>
                <p:nvPr/>
              </p:nvSpPr>
              <p:spPr bwMode="auto">
                <a:xfrm rot="19740000">
                  <a:off x="2984" y="310"/>
                  <a:ext cx="29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13" name="Freeform 93"/>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14" name="Freeform 94"/>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15" name="Freeform 95"/>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grpSp>
          <p:sp>
            <p:nvSpPr>
              <p:cNvPr id="104" name="Text Box 96"/>
              <p:cNvSpPr txBox="1">
                <a:spLocks noChangeArrowheads="1"/>
              </p:cNvSpPr>
              <p:nvPr/>
            </p:nvSpPr>
            <p:spPr bwMode="auto">
              <a:xfrm>
                <a:off x="4965" y="1856"/>
                <a:ext cx="390" cy="24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chemeClr val="tx2">
                        <a:lumMod val="60000"/>
                        <a:lumOff val="40000"/>
                      </a:schemeClr>
                    </a:solidFill>
                    <a:latin typeface="微软雅黑" pitchFamily="34" charset="-122"/>
                    <a:ea typeface="微软雅黑" pitchFamily="34" charset="-122"/>
                  </a:rPr>
                  <a:t>网 </a:t>
                </a:r>
                <a:r>
                  <a:rPr kumimoji="1" lang="en-US" altLang="zh-CN" b="1" dirty="0">
                    <a:solidFill>
                      <a:schemeClr val="tx2">
                        <a:lumMod val="60000"/>
                        <a:lumOff val="40000"/>
                      </a:schemeClr>
                    </a:solidFill>
                    <a:latin typeface="微软雅黑" pitchFamily="34" charset="-122"/>
                    <a:ea typeface="微软雅黑" pitchFamily="34" charset="-122"/>
                  </a:rPr>
                  <a:t>2</a:t>
                </a:r>
              </a:p>
            </p:txBody>
          </p:sp>
        </p:grpSp>
        <p:grpSp>
          <p:nvGrpSpPr>
            <p:cNvPr id="116" name="Group 97"/>
            <p:cNvGrpSpPr>
              <a:grpSpLocks/>
            </p:cNvGrpSpPr>
            <p:nvPr/>
          </p:nvGrpSpPr>
          <p:grpSpPr bwMode="auto">
            <a:xfrm>
              <a:off x="2237588" y="2596863"/>
              <a:ext cx="1090590" cy="828061"/>
              <a:chOff x="434" y="1298"/>
              <a:chExt cx="755" cy="612"/>
            </a:xfrm>
          </p:grpSpPr>
          <p:sp>
            <p:nvSpPr>
              <p:cNvPr id="117" name="Line 98"/>
              <p:cNvSpPr>
                <a:spLocks noChangeShapeType="1"/>
              </p:cNvSpPr>
              <p:nvPr/>
            </p:nvSpPr>
            <p:spPr bwMode="auto">
              <a:xfrm>
                <a:off x="434" y="1298"/>
                <a:ext cx="755" cy="612"/>
              </a:xfrm>
              <a:prstGeom prst="line">
                <a:avLst/>
              </a:prstGeom>
              <a:noFill/>
              <a:ln w="57150">
                <a:solidFill>
                  <a:srgbClr val="CC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18" name="Line 99"/>
              <p:cNvSpPr>
                <a:spLocks noChangeShapeType="1"/>
              </p:cNvSpPr>
              <p:nvPr/>
            </p:nvSpPr>
            <p:spPr bwMode="auto">
              <a:xfrm flipH="1">
                <a:off x="434" y="1298"/>
                <a:ext cx="755" cy="612"/>
              </a:xfrm>
              <a:prstGeom prst="line">
                <a:avLst/>
              </a:prstGeom>
              <a:noFill/>
              <a:ln w="57150">
                <a:solidFill>
                  <a:srgbClr val="CC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grpSp>
        <p:sp>
          <p:nvSpPr>
            <p:cNvPr id="119" name="Text Box 100"/>
            <p:cNvSpPr txBox="1">
              <a:spLocks noChangeArrowheads="1"/>
            </p:cNvSpPr>
            <p:nvPr/>
          </p:nvSpPr>
          <p:spPr bwMode="auto">
            <a:xfrm>
              <a:off x="2011000" y="3579169"/>
              <a:ext cx="1619354" cy="3416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b="1" dirty="0">
                  <a:solidFill>
                    <a:srgbClr val="CC00CC"/>
                  </a:solidFill>
                  <a:latin typeface="微软雅黑" pitchFamily="34" charset="-122"/>
                  <a:ea typeface="微软雅黑" pitchFamily="34" charset="-122"/>
                </a:rPr>
                <a:t>网 </a:t>
              </a:r>
              <a:r>
                <a:rPr kumimoji="1" lang="en-US" altLang="zh-CN" b="1" dirty="0" smtClean="0">
                  <a:solidFill>
                    <a:srgbClr val="CC00CC"/>
                  </a:solidFill>
                  <a:latin typeface="微软雅黑" pitchFamily="34" charset="-122"/>
                  <a:ea typeface="微软雅黑" pitchFamily="34" charset="-122"/>
                </a:rPr>
                <a:t>1 </a:t>
              </a:r>
              <a:r>
                <a:rPr kumimoji="1" lang="zh-CN" altLang="en-US" b="1" dirty="0" smtClean="0">
                  <a:solidFill>
                    <a:srgbClr val="CC00CC"/>
                  </a:solidFill>
                  <a:latin typeface="微软雅黑" pitchFamily="34" charset="-122"/>
                  <a:ea typeface="微软雅黑" pitchFamily="34" charset="-122"/>
                </a:rPr>
                <a:t>出</a:t>
              </a:r>
              <a:r>
                <a:rPr kumimoji="1" lang="zh-CN" altLang="en-US" b="1" dirty="0">
                  <a:solidFill>
                    <a:srgbClr val="CC00CC"/>
                  </a:solidFill>
                  <a:latin typeface="微软雅黑" pitchFamily="34" charset="-122"/>
                  <a:ea typeface="微软雅黑" pitchFamily="34" charset="-122"/>
                </a:rPr>
                <a:t>了故障</a:t>
              </a:r>
            </a:p>
          </p:txBody>
        </p:sp>
      </p:grpSp>
      <p:grpSp>
        <p:nvGrpSpPr>
          <p:cNvPr id="120" name="Group 106"/>
          <p:cNvGrpSpPr>
            <a:grpSpLocks/>
          </p:cNvGrpSpPr>
          <p:nvPr/>
        </p:nvGrpSpPr>
        <p:grpSpPr bwMode="auto">
          <a:xfrm>
            <a:off x="3872751" y="3640049"/>
            <a:ext cx="1025588" cy="288198"/>
            <a:chOff x="1566" y="2024"/>
            <a:chExt cx="710" cy="213"/>
          </a:xfrm>
          <a:solidFill>
            <a:srgbClr val="FFFF00"/>
          </a:solidFill>
        </p:grpSpPr>
        <p:sp>
          <p:nvSpPr>
            <p:cNvPr id="124" name="Rectangle 109"/>
            <p:cNvSpPr>
              <a:spLocks noChangeArrowheads="1"/>
            </p:cNvSpPr>
            <p:nvPr/>
          </p:nvSpPr>
          <p:spPr bwMode="auto">
            <a:xfrm>
              <a:off x="1589" y="2024"/>
              <a:ext cx="687" cy="19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22" name="Text Box 110"/>
            <p:cNvSpPr txBox="1">
              <a:spLocks noChangeArrowheads="1"/>
            </p:cNvSpPr>
            <p:nvPr/>
          </p:nvSpPr>
          <p:spPr bwMode="auto">
            <a:xfrm>
              <a:off x="1566" y="2066"/>
              <a:ext cx="703" cy="171"/>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b="1" dirty="0">
                  <a:solidFill>
                    <a:srgbClr val="000000"/>
                  </a:solidFill>
                  <a:latin typeface="微软雅黑" pitchFamily="34" charset="-122"/>
                  <a:ea typeface="微软雅黑" pitchFamily="34" charset="-122"/>
                </a:rPr>
                <a:t>1  16  </a:t>
              </a:r>
              <a:r>
                <a:rPr kumimoji="1" lang="en-US" altLang="zh-CN" b="1" dirty="0">
                  <a:solidFill>
                    <a:srgbClr val="000000"/>
                  </a:solidFill>
                  <a:latin typeface="微软雅黑" pitchFamily="34" charset="-122"/>
                  <a:ea typeface="微软雅黑" pitchFamily="34" charset="-122"/>
                  <a:sym typeface="Symbol" pitchFamily="18" charset="2"/>
                </a:rPr>
                <a:t></a:t>
              </a:r>
              <a:endParaRPr kumimoji="1" lang="en-US" altLang="zh-CN" b="1" baseline="-25000" dirty="0">
                <a:solidFill>
                  <a:srgbClr val="000000"/>
                </a:solidFill>
                <a:latin typeface="微软雅黑" pitchFamily="34" charset="-122"/>
                <a:ea typeface="微软雅黑" pitchFamily="34" charset="-122"/>
                <a:sym typeface="Symbol" pitchFamily="18" charset="2"/>
              </a:endParaRPr>
            </a:p>
          </p:txBody>
        </p:sp>
      </p:grpSp>
      <p:sp>
        <p:nvSpPr>
          <p:cNvPr id="125" name="Text Box 120"/>
          <p:cNvSpPr txBox="1">
            <a:spLocks noChangeArrowheads="1"/>
          </p:cNvSpPr>
          <p:nvPr/>
        </p:nvSpPr>
        <p:spPr bwMode="auto">
          <a:xfrm>
            <a:off x="5984673" y="4088299"/>
            <a:ext cx="3711727" cy="605294"/>
          </a:xfrm>
          <a:prstGeom prst="rect">
            <a:avLst/>
          </a:prstGeom>
          <a:solidFill>
            <a:srgbClr val="00FFFF"/>
          </a:solidFill>
          <a:ln w="9525">
            <a:solidFill>
              <a:schemeClr val="tx2"/>
            </a:solidFill>
            <a:miter lim="800000"/>
            <a:headEnd/>
            <a:tailEnd/>
          </a:ln>
          <a:effectLst/>
          <a:extLst/>
        </p:spPr>
        <p:txBody>
          <a:bodyPr wrap="square">
            <a:spAutoFit/>
          </a:bodyPr>
          <a:lstStyle/>
          <a:p>
            <a:pPr>
              <a:lnSpc>
                <a:spcPts val="2000"/>
              </a:lnSpc>
            </a:pPr>
            <a:r>
              <a:rPr kumimoji="1" lang="zh-CN" altLang="en-US" sz="1400" b="1" dirty="0" smtClean="0">
                <a:solidFill>
                  <a:srgbClr val="000000"/>
                </a:solidFill>
                <a:latin typeface="微软雅黑" pitchFamily="34" charset="-122"/>
                <a:ea typeface="微软雅黑" pitchFamily="34" charset="-122"/>
              </a:rPr>
              <a:t>在 </a:t>
            </a:r>
            <a:r>
              <a:rPr kumimoji="1" lang="en-US" altLang="zh-CN" sz="1400" b="1" dirty="0">
                <a:solidFill>
                  <a:srgbClr val="000000"/>
                </a:solidFill>
                <a:latin typeface="微软雅黑" pitchFamily="34" charset="-122"/>
                <a:ea typeface="微软雅黑" pitchFamily="34" charset="-122"/>
              </a:rPr>
              <a:t>R</a:t>
            </a:r>
            <a:r>
              <a:rPr kumimoji="1" lang="en-US" altLang="zh-CN" sz="1400" b="1" baseline="-25000" dirty="0">
                <a:solidFill>
                  <a:srgbClr val="000000"/>
                </a:solidFill>
                <a:latin typeface="微软雅黑" pitchFamily="34" charset="-122"/>
                <a:ea typeface="微软雅黑" pitchFamily="34" charset="-122"/>
              </a:rPr>
              <a:t>1</a:t>
            </a:r>
            <a:r>
              <a:rPr kumimoji="1" lang="en-US" altLang="zh-CN" sz="1400" b="1" dirty="0">
                <a:solidFill>
                  <a:srgbClr val="000000"/>
                </a:solidFill>
                <a:latin typeface="微软雅黑" pitchFamily="34" charset="-122"/>
                <a:ea typeface="微软雅黑" pitchFamily="34" charset="-122"/>
              </a:rPr>
              <a:t> </a:t>
            </a:r>
            <a:r>
              <a:rPr kumimoji="1" lang="zh-CN" altLang="en-US" sz="1400" b="1" dirty="0" smtClean="0">
                <a:solidFill>
                  <a:srgbClr val="000000"/>
                </a:solidFill>
                <a:latin typeface="微软雅黑" pitchFamily="34" charset="-122"/>
                <a:ea typeface="微软雅黑" pitchFamily="34" charset="-122"/>
              </a:rPr>
              <a:t>把路由信息</a:t>
            </a:r>
            <a:r>
              <a:rPr kumimoji="1" lang="zh-CN" altLang="en-US" sz="1400" b="1" dirty="0">
                <a:solidFill>
                  <a:srgbClr val="000000"/>
                </a:solidFill>
                <a:latin typeface="微软雅黑" pitchFamily="34" charset="-122"/>
                <a:ea typeface="微软雅黑" pitchFamily="34" charset="-122"/>
              </a:rPr>
              <a:t>发送给 </a:t>
            </a:r>
            <a:r>
              <a:rPr kumimoji="1" lang="en-US" altLang="zh-CN" sz="1400" b="1" dirty="0">
                <a:solidFill>
                  <a:srgbClr val="000000"/>
                </a:solidFill>
                <a:latin typeface="微软雅黑" pitchFamily="34" charset="-122"/>
                <a:ea typeface="微软雅黑" pitchFamily="34" charset="-122"/>
              </a:rPr>
              <a:t>R</a:t>
            </a:r>
            <a:r>
              <a:rPr kumimoji="1" lang="en-US" altLang="zh-CN" sz="1400" b="1" baseline="-25000" dirty="0">
                <a:solidFill>
                  <a:srgbClr val="000000"/>
                </a:solidFill>
                <a:latin typeface="微软雅黑" pitchFamily="34" charset="-122"/>
                <a:ea typeface="微软雅黑" pitchFamily="34" charset="-122"/>
              </a:rPr>
              <a:t>2</a:t>
            </a:r>
            <a:r>
              <a:rPr kumimoji="1" lang="en-US" altLang="zh-CN" sz="1400" b="1" dirty="0">
                <a:solidFill>
                  <a:srgbClr val="000000"/>
                </a:solidFill>
                <a:latin typeface="微软雅黑" pitchFamily="34" charset="-122"/>
                <a:ea typeface="微软雅黑" pitchFamily="34" charset="-122"/>
              </a:rPr>
              <a:t> </a:t>
            </a:r>
            <a:r>
              <a:rPr kumimoji="1" lang="zh-CN" altLang="en-US" sz="1400" b="1" dirty="0">
                <a:solidFill>
                  <a:srgbClr val="000000"/>
                </a:solidFill>
                <a:latin typeface="微软雅黑" pitchFamily="34" charset="-122"/>
                <a:ea typeface="微软雅黑" pitchFamily="34" charset="-122"/>
              </a:rPr>
              <a:t>之前， </a:t>
            </a:r>
            <a:r>
              <a:rPr kumimoji="1" lang="zh-CN" altLang="en-US" sz="1400" b="1" dirty="0" smtClean="0">
                <a:solidFill>
                  <a:srgbClr val="000000"/>
                </a:solidFill>
                <a:latin typeface="微软雅黑" pitchFamily="34" charset="-122"/>
                <a:ea typeface="微软雅黑" pitchFamily="34" charset="-122"/>
              </a:rPr>
              <a:t>可能</a:t>
            </a:r>
            <a:endParaRPr kumimoji="1" lang="en-US" altLang="zh-CN" sz="1400" b="1" dirty="0" smtClean="0">
              <a:solidFill>
                <a:srgbClr val="000000"/>
              </a:solidFill>
              <a:latin typeface="微软雅黑" pitchFamily="34" charset="-122"/>
              <a:ea typeface="微软雅黑" pitchFamily="34" charset="-122"/>
            </a:endParaRPr>
          </a:p>
          <a:p>
            <a:pPr>
              <a:lnSpc>
                <a:spcPts val="2000"/>
              </a:lnSpc>
            </a:pPr>
            <a:r>
              <a:rPr kumimoji="1" lang="en-US" altLang="zh-CN" sz="1400" b="1" dirty="0" smtClean="0">
                <a:solidFill>
                  <a:srgbClr val="000000"/>
                </a:solidFill>
                <a:latin typeface="微软雅黑" pitchFamily="34" charset="-122"/>
                <a:ea typeface="微软雅黑" pitchFamily="34" charset="-122"/>
              </a:rPr>
              <a:t>R</a:t>
            </a:r>
            <a:r>
              <a:rPr kumimoji="1" lang="en-US" altLang="zh-CN" sz="1400" b="1" baseline="-25000" dirty="0" smtClean="0">
                <a:solidFill>
                  <a:srgbClr val="000000"/>
                </a:solidFill>
                <a:latin typeface="微软雅黑" pitchFamily="34" charset="-122"/>
                <a:ea typeface="微软雅黑" pitchFamily="34" charset="-122"/>
              </a:rPr>
              <a:t>2</a:t>
            </a:r>
            <a:r>
              <a:rPr kumimoji="1" lang="en-US" altLang="zh-CN" sz="1400" b="1" dirty="0" smtClean="0">
                <a:solidFill>
                  <a:srgbClr val="000000"/>
                </a:solidFill>
                <a:latin typeface="微软雅黑" pitchFamily="34" charset="-122"/>
                <a:ea typeface="微软雅黑" pitchFamily="34" charset="-122"/>
              </a:rPr>
              <a:t> </a:t>
            </a:r>
            <a:r>
              <a:rPr kumimoji="1" lang="zh-CN" altLang="en-US" sz="1400" b="1" dirty="0">
                <a:solidFill>
                  <a:srgbClr val="000000"/>
                </a:solidFill>
                <a:latin typeface="微软雅黑" pitchFamily="34" charset="-122"/>
                <a:ea typeface="微软雅黑" pitchFamily="34" charset="-122"/>
              </a:rPr>
              <a:t>已经先把自己的</a:t>
            </a:r>
            <a:r>
              <a:rPr kumimoji="1" lang="zh-CN" altLang="en-US" sz="1400" b="1" dirty="0" smtClean="0">
                <a:solidFill>
                  <a:srgbClr val="000000"/>
                </a:solidFill>
                <a:latin typeface="微软雅黑" pitchFamily="34" charset="-122"/>
                <a:ea typeface="微软雅黑" pitchFamily="34" charset="-122"/>
              </a:rPr>
              <a:t>路由信息发送</a:t>
            </a:r>
            <a:r>
              <a:rPr kumimoji="1" lang="zh-CN" altLang="en-US" sz="1400" b="1" dirty="0">
                <a:solidFill>
                  <a:srgbClr val="000000"/>
                </a:solidFill>
                <a:latin typeface="微软雅黑" pitchFamily="34" charset="-122"/>
                <a:ea typeface="微软雅黑" pitchFamily="34" charset="-122"/>
              </a:rPr>
              <a:t>给了 </a:t>
            </a:r>
            <a:r>
              <a:rPr kumimoji="1" lang="en-US" altLang="zh-CN" sz="1400" b="1" dirty="0">
                <a:solidFill>
                  <a:srgbClr val="000000"/>
                </a:solidFill>
                <a:latin typeface="微软雅黑" pitchFamily="34" charset="-122"/>
                <a:ea typeface="微软雅黑" pitchFamily="34" charset="-122"/>
              </a:rPr>
              <a:t>R</a:t>
            </a:r>
            <a:r>
              <a:rPr kumimoji="1" lang="en-US" altLang="zh-CN" sz="1400" b="1" baseline="-25000" dirty="0">
                <a:solidFill>
                  <a:srgbClr val="000000"/>
                </a:solidFill>
                <a:latin typeface="微软雅黑" pitchFamily="34" charset="-122"/>
                <a:ea typeface="微软雅黑" pitchFamily="34" charset="-122"/>
              </a:rPr>
              <a:t>1</a:t>
            </a:r>
            <a:r>
              <a:rPr kumimoji="1" lang="en-US" altLang="zh-CN" sz="1400" b="1" dirty="0">
                <a:solidFill>
                  <a:srgbClr val="000000"/>
                </a:solidFill>
                <a:latin typeface="微软雅黑" pitchFamily="34" charset="-122"/>
                <a:ea typeface="微软雅黑" pitchFamily="34" charset="-122"/>
              </a:rPr>
              <a:t> </a:t>
            </a:r>
            <a:r>
              <a:rPr kumimoji="1" lang="zh-CN" altLang="en-US" sz="1400" b="1" dirty="0">
                <a:solidFill>
                  <a:srgbClr val="000000"/>
                </a:solidFill>
                <a:latin typeface="微软雅黑" pitchFamily="34" charset="-122"/>
                <a:ea typeface="微软雅黑" pitchFamily="34" charset="-122"/>
              </a:rPr>
              <a:t>。</a:t>
            </a:r>
          </a:p>
        </p:txBody>
      </p:sp>
      <p:grpSp>
        <p:nvGrpSpPr>
          <p:cNvPr id="126" name="Group 115"/>
          <p:cNvGrpSpPr>
            <a:grpSpLocks/>
          </p:cNvGrpSpPr>
          <p:nvPr/>
        </p:nvGrpSpPr>
        <p:grpSpPr bwMode="auto">
          <a:xfrm>
            <a:off x="6688063" y="3595396"/>
            <a:ext cx="1357820" cy="290903"/>
            <a:chOff x="3515" y="1991"/>
            <a:chExt cx="940" cy="215"/>
          </a:xfrm>
          <a:solidFill>
            <a:srgbClr val="66FF66"/>
          </a:solidFill>
        </p:grpSpPr>
        <p:grpSp>
          <p:nvGrpSpPr>
            <p:cNvPr id="127" name="Group 116"/>
            <p:cNvGrpSpPr>
              <a:grpSpLocks/>
            </p:cNvGrpSpPr>
            <p:nvPr/>
          </p:nvGrpSpPr>
          <p:grpSpPr bwMode="auto">
            <a:xfrm flipH="1">
              <a:off x="3515" y="1991"/>
              <a:ext cx="927" cy="197"/>
              <a:chOff x="1491" y="212"/>
              <a:chExt cx="853" cy="240"/>
            </a:xfrm>
            <a:grpFill/>
          </p:grpSpPr>
          <p:sp>
            <p:nvSpPr>
              <p:cNvPr id="129" name="AutoShape 117"/>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30" name="Rectangle 118"/>
              <p:cNvSpPr>
                <a:spLocks noChangeArrowheads="1"/>
              </p:cNvSpPr>
              <p:nvPr/>
            </p:nvSpPr>
            <p:spPr bwMode="auto">
              <a:xfrm>
                <a:off x="1491" y="212"/>
                <a:ext cx="632" cy="240"/>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grpSp>
        <p:sp>
          <p:nvSpPr>
            <p:cNvPr id="128" name="Text Box 119"/>
            <p:cNvSpPr txBox="1">
              <a:spLocks noChangeArrowheads="1"/>
            </p:cNvSpPr>
            <p:nvPr/>
          </p:nvSpPr>
          <p:spPr bwMode="auto">
            <a:xfrm>
              <a:off x="3761" y="2035"/>
              <a:ext cx="694" cy="171"/>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b="1" dirty="0">
                  <a:solidFill>
                    <a:srgbClr val="000000"/>
                  </a:solidFill>
                  <a:latin typeface="微软雅黑" pitchFamily="34" charset="-122"/>
                  <a:ea typeface="微软雅黑" pitchFamily="34" charset="-122"/>
                </a:rPr>
                <a:t>1  2  </a:t>
              </a:r>
              <a:r>
                <a:rPr kumimoji="1" lang="en-US" altLang="zh-CN" b="1" dirty="0">
                  <a:solidFill>
                    <a:srgbClr val="000000"/>
                  </a:solidFill>
                  <a:latin typeface="微软雅黑" pitchFamily="34" charset="-122"/>
                  <a:ea typeface="微软雅黑" pitchFamily="34" charset="-122"/>
                  <a:sym typeface="Symbol" pitchFamily="18" charset="2"/>
                </a:rPr>
                <a:t>R</a:t>
              </a:r>
              <a:r>
                <a:rPr kumimoji="1" lang="en-US" altLang="zh-CN" b="1" baseline="-25000" dirty="0">
                  <a:solidFill>
                    <a:srgbClr val="000000"/>
                  </a:solidFill>
                  <a:latin typeface="微软雅黑" pitchFamily="34" charset="-122"/>
                  <a:ea typeface="微软雅黑" pitchFamily="34" charset="-122"/>
                  <a:sym typeface="Symbol" pitchFamily="18" charset="2"/>
                </a:rPr>
                <a:t>1</a:t>
              </a:r>
            </a:p>
          </p:txBody>
        </p:sp>
      </p:grpSp>
    </p:spTree>
    <p:extLst>
      <p:ext uri="{BB962C8B-B14F-4D97-AF65-F5344CB8AC3E}">
        <p14:creationId xmlns:p14="http://schemas.microsoft.com/office/powerpoint/2010/main" val="196977577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0"/>
                                        </p:tgtEl>
                                        <p:attrNameLst>
                                          <p:attrName>style.visibility</p:attrName>
                                        </p:attrNameLst>
                                      </p:cBhvr>
                                      <p:to>
                                        <p:strVal val="visible"/>
                                      </p:to>
                                    </p:set>
                                  </p:childTnLst>
                                </p:cTn>
                              </p:par>
                            </p:childTnLst>
                          </p:cTn>
                        </p:par>
                        <p:par>
                          <p:cTn id="9" fill="hold">
                            <p:stCondLst>
                              <p:cond delay="0"/>
                            </p:stCondLst>
                            <p:childTnLst>
                              <p:par>
                                <p:cTn id="10" presetID="35" presetClass="emph" presetSubtype="0" repeatCount="3000" fill="hold" nodeType="afterEffect">
                                  <p:stCondLst>
                                    <p:cond delay="500"/>
                                  </p:stCondLst>
                                  <p:childTnLst>
                                    <p:anim calcmode="discrete" valueType="str">
                                      <p:cBhvr>
                                        <p:cTn id="11" dur="1000" fill="hold"/>
                                        <p:tgtEl>
                                          <p:spTgt spid="120"/>
                                        </p:tgtEl>
                                        <p:attrNameLst>
                                          <p:attrName>style.visibility</p:attrName>
                                        </p:attrNameLst>
                                      </p:cBhvr>
                                      <p:tavLst>
                                        <p:tav tm="0">
                                          <p:val>
                                            <p:strVal val="hidden"/>
                                          </p:val>
                                        </p:tav>
                                        <p:tav tm="50000">
                                          <p:val>
                                            <p:strVal val="visible"/>
                                          </p:val>
                                        </p:tav>
                                      </p:tavLst>
                                    </p:anim>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25"/>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126"/>
                                        </p:tgtEl>
                                        <p:attrNameLst>
                                          <p:attrName>style.visibility</p:attrName>
                                        </p:attrNameLst>
                                      </p:cBhvr>
                                      <p:to>
                                        <p:strVal val="visible"/>
                                      </p:to>
                                    </p:set>
                                  </p:childTnLst>
                                </p:cTn>
                              </p:par>
                            </p:childTnLst>
                          </p:cTn>
                        </p:par>
                        <p:par>
                          <p:cTn id="18" fill="hold">
                            <p:stCondLst>
                              <p:cond delay="0"/>
                            </p:stCondLst>
                            <p:childTnLst>
                              <p:par>
                                <p:cTn id="19" presetID="35" presetClass="emph" presetSubtype="0" repeatCount="3000" fill="hold" nodeType="afterEffect">
                                  <p:stCondLst>
                                    <p:cond delay="500"/>
                                  </p:stCondLst>
                                  <p:childTnLst>
                                    <p:anim calcmode="discrete" valueType="str">
                                      <p:cBhvr>
                                        <p:cTn id="20" dur="1000" fill="hold"/>
                                        <p:tgtEl>
                                          <p:spTgt spid="12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animBg="1"/>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Rectangle 2"/>
          <p:cNvSpPr txBox="1">
            <a:spLocks noChangeArrowheads="1"/>
          </p:cNvSpPr>
          <p:nvPr/>
        </p:nvSpPr>
        <p:spPr>
          <a:xfrm>
            <a:off x="609600" y="274638"/>
            <a:ext cx="10972800" cy="817562"/>
          </a:xfrm>
          <a:prstGeom prst="rect">
            <a:avLst/>
          </a:prstGeom>
        </p:spPr>
        <p:txBody>
          <a:bodyPr anchor="ct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r>
              <a:rPr lang="en-US" altLang="zh-CN" dirty="0" smtClean="0"/>
              <a:t>RIP </a:t>
            </a:r>
            <a:r>
              <a:rPr lang="zh-CN" altLang="en-US" dirty="0" smtClean="0"/>
              <a:t>协议的缺点：坏消息传播得慢 </a:t>
            </a:r>
          </a:p>
        </p:txBody>
      </p:sp>
      <p:sp>
        <p:nvSpPr>
          <p:cNvPr id="63" name="圆角矩形 62"/>
          <p:cNvSpPr/>
          <p:nvPr/>
        </p:nvSpPr>
        <p:spPr>
          <a:xfrm>
            <a:off x="545144" y="1412776"/>
            <a:ext cx="11037256" cy="518457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53" name="组合 152"/>
          <p:cNvGrpSpPr/>
          <p:nvPr/>
        </p:nvGrpSpPr>
        <p:grpSpPr>
          <a:xfrm>
            <a:off x="1834576" y="1484785"/>
            <a:ext cx="7868136" cy="1200330"/>
            <a:chOff x="1486022" y="815444"/>
            <a:chExt cx="5741255" cy="863132"/>
          </a:xfrm>
        </p:grpSpPr>
        <p:sp>
          <p:nvSpPr>
            <p:cNvPr id="154" name="Line 2"/>
            <p:cNvSpPr>
              <a:spLocks noChangeShapeType="1"/>
            </p:cNvSpPr>
            <p:nvPr/>
          </p:nvSpPr>
          <p:spPr bwMode="auto">
            <a:xfrm>
              <a:off x="2416723" y="1233220"/>
              <a:ext cx="429724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pic>
          <p:nvPicPr>
            <p:cNvPr id="155" name="Picture 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7028" y="1137872"/>
              <a:ext cx="483796" cy="20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56" name="Text Box 4"/>
            <p:cNvSpPr txBox="1">
              <a:spLocks noChangeArrowheads="1"/>
            </p:cNvSpPr>
            <p:nvPr/>
          </p:nvSpPr>
          <p:spPr bwMode="auto">
            <a:xfrm>
              <a:off x="5578787" y="1290624"/>
              <a:ext cx="321897" cy="265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chemeClr val="tx2">
                      <a:lumMod val="60000"/>
                      <a:lumOff val="40000"/>
                    </a:schemeClr>
                  </a:solidFill>
                  <a:latin typeface="微软雅黑" pitchFamily="34" charset="-122"/>
                  <a:ea typeface="微软雅黑" pitchFamily="34" charset="-122"/>
                </a:rPr>
                <a:t>R</a:t>
              </a:r>
              <a:r>
                <a:rPr kumimoji="1" lang="en-US" altLang="zh-CN" b="1" baseline="-25000">
                  <a:solidFill>
                    <a:schemeClr val="tx2">
                      <a:lumMod val="60000"/>
                      <a:lumOff val="40000"/>
                    </a:schemeClr>
                  </a:solidFill>
                  <a:latin typeface="微软雅黑" pitchFamily="34" charset="-122"/>
                  <a:ea typeface="微软雅黑" pitchFamily="34" charset="-122"/>
                </a:rPr>
                <a:t>2</a:t>
              </a:r>
              <a:endParaRPr kumimoji="1" lang="en-US" altLang="zh-CN" b="1">
                <a:solidFill>
                  <a:schemeClr val="tx2">
                    <a:lumMod val="60000"/>
                    <a:lumOff val="40000"/>
                  </a:schemeClr>
                </a:solidFill>
                <a:latin typeface="微软雅黑" pitchFamily="34" charset="-122"/>
                <a:ea typeface="微软雅黑" pitchFamily="34" charset="-122"/>
              </a:endParaRPr>
            </a:p>
          </p:txBody>
        </p:sp>
        <p:sp>
          <p:nvSpPr>
            <p:cNvPr id="157" name="Text Box 5"/>
            <p:cNvSpPr txBox="1">
              <a:spLocks noChangeArrowheads="1"/>
            </p:cNvSpPr>
            <p:nvPr/>
          </p:nvSpPr>
          <p:spPr bwMode="auto">
            <a:xfrm>
              <a:off x="3190375" y="1290624"/>
              <a:ext cx="321897" cy="265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chemeClr val="tx2">
                      <a:lumMod val="60000"/>
                      <a:lumOff val="40000"/>
                    </a:schemeClr>
                  </a:solidFill>
                  <a:latin typeface="微软雅黑" pitchFamily="34" charset="-122"/>
                  <a:ea typeface="微软雅黑" pitchFamily="34" charset="-122"/>
                </a:rPr>
                <a:t>R</a:t>
              </a:r>
              <a:r>
                <a:rPr kumimoji="1" lang="en-US" altLang="zh-CN" b="1" baseline="-25000">
                  <a:solidFill>
                    <a:schemeClr val="tx2">
                      <a:lumMod val="60000"/>
                      <a:lumOff val="40000"/>
                    </a:schemeClr>
                  </a:solidFill>
                  <a:latin typeface="微软雅黑" pitchFamily="34" charset="-122"/>
                  <a:ea typeface="微软雅黑" pitchFamily="34" charset="-122"/>
                </a:rPr>
                <a:t>1</a:t>
              </a:r>
              <a:endParaRPr kumimoji="1" lang="en-US" altLang="zh-CN" b="1">
                <a:solidFill>
                  <a:schemeClr val="tx2">
                    <a:lumMod val="60000"/>
                    <a:lumOff val="40000"/>
                  </a:schemeClr>
                </a:solidFill>
                <a:latin typeface="微软雅黑" pitchFamily="34" charset="-122"/>
                <a:ea typeface="微软雅黑" pitchFamily="34" charset="-122"/>
              </a:endParaRPr>
            </a:p>
          </p:txBody>
        </p:sp>
        <p:pic>
          <p:nvPicPr>
            <p:cNvPr id="158"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34387" y="1137872"/>
              <a:ext cx="484850" cy="20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159" name="Group 7"/>
            <p:cNvGrpSpPr>
              <a:grpSpLocks/>
            </p:cNvGrpSpPr>
            <p:nvPr/>
          </p:nvGrpSpPr>
          <p:grpSpPr bwMode="auto">
            <a:xfrm>
              <a:off x="1793796" y="968580"/>
              <a:ext cx="783138" cy="526362"/>
              <a:chOff x="4830" y="1752"/>
              <a:chExt cx="667" cy="477"/>
            </a:xfrm>
            <a:solidFill>
              <a:srgbClr val="00FFFF"/>
            </a:solidFill>
          </p:grpSpPr>
          <p:grpSp>
            <p:nvGrpSpPr>
              <p:cNvPr id="197" name="Group 8"/>
              <p:cNvGrpSpPr>
                <a:grpSpLocks/>
              </p:cNvGrpSpPr>
              <p:nvPr/>
            </p:nvGrpSpPr>
            <p:grpSpPr bwMode="auto">
              <a:xfrm>
                <a:off x="4830" y="1752"/>
                <a:ext cx="667" cy="477"/>
                <a:chOff x="2949" y="196"/>
                <a:chExt cx="941" cy="598"/>
              </a:xfrm>
              <a:grpFill/>
            </p:grpSpPr>
            <p:sp>
              <p:nvSpPr>
                <p:cNvPr id="199" name="Oval 9"/>
                <p:cNvSpPr>
                  <a:spLocks noChangeArrowheads="1"/>
                </p:cNvSpPr>
                <p:nvPr/>
              </p:nvSpPr>
              <p:spPr bwMode="auto">
                <a:xfrm>
                  <a:off x="3168" y="196"/>
                  <a:ext cx="407" cy="162"/>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0" name="Oval 10"/>
                <p:cNvSpPr>
                  <a:spLocks noChangeArrowheads="1"/>
                </p:cNvSpPr>
                <p:nvPr/>
              </p:nvSpPr>
              <p:spPr bwMode="auto">
                <a:xfrm rot="900000">
                  <a:off x="3512" y="252"/>
                  <a:ext cx="275" cy="131"/>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1" name="Oval 11"/>
                <p:cNvSpPr>
                  <a:spLocks noChangeArrowheads="1"/>
                </p:cNvSpPr>
                <p:nvPr/>
              </p:nvSpPr>
              <p:spPr bwMode="auto">
                <a:xfrm rot="1500000">
                  <a:off x="3650" y="385"/>
                  <a:ext cx="240" cy="153"/>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2" name="Oval 12"/>
                <p:cNvSpPr>
                  <a:spLocks noChangeArrowheads="1"/>
                </p:cNvSpPr>
                <p:nvPr/>
              </p:nvSpPr>
              <p:spPr bwMode="auto">
                <a:xfrm rot="20040000">
                  <a:off x="3573" y="537"/>
                  <a:ext cx="291" cy="18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3" name="Oval 13"/>
                <p:cNvSpPr>
                  <a:spLocks noChangeArrowheads="1"/>
                </p:cNvSpPr>
                <p:nvPr/>
              </p:nvSpPr>
              <p:spPr bwMode="auto">
                <a:xfrm>
                  <a:off x="3216" y="555"/>
                  <a:ext cx="471" cy="23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4" name="Oval 14"/>
                <p:cNvSpPr>
                  <a:spLocks noChangeArrowheads="1"/>
                </p:cNvSpPr>
                <p:nvPr/>
              </p:nvSpPr>
              <p:spPr bwMode="auto">
                <a:xfrm rot="1080000">
                  <a:off x="3023" y="555"/>
                  <a:ext cx="26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5" name="Oval 15"/>
                <p:cNvSpPr>
                  <a:spLocks noChangeArrowheads="1"/>
                </p:cNvSpPr>
                <p:nvPr/>
              </p:nvSpPr>
              <p:spPr bwMode="auto">
                <a:xfrm>
                  <a:off x="2949" y="432"/>
                  <a:ext cx="217"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6" name="Oval 16"/>
                <p:cNvSpPr>
                  <a:spLocks noChangeArrowheads="1"/>
                </p:cNvSpPr>
                <p:nvPr/>
              </p:nvSpPr>
              <p:spPr bwMode="auto">
                <a:xfrm rot="19740000">
                  <a:off x="2984" y="310"/>
                  <a:ext cx="29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7" name="Freeform 1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208" name="Freeform 1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209" name="Freeform 1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grpSp>
          <p:sp>
            <p:nvSpPr>
              <p:cNvPr id="198" name="Text Box 20"/>
              <p:cNvSpPr txBox="1">
                <a:spLocks noChangeArrowheads="1"/>
              </p:cNvSpPr>
              <p:nvPr/>
            </p:nvSpPr>
            <p:spPr bwMode="auto">
              <a:xfrm>
                <a:off x="4967" y="1856"/>
                <a:ext cx="390" cy="24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chemeClr val="tx2">
                        <a:lumMod val="60000"/>
                        <a:lumOff val="40000"/>
                      </a:schemeClr>
                    </a:solidFill>
                    <a:latin typeface="微软雅黑" pitchFamily="34" charset="-122"/>
                    <a:ea typeface="微软雅黑" pitchFamily="34" charset="-122"/>
                  </a:rPr>
                  <a:t>网 </a:t>
                </a:r>
                <a:r>
                  <a:rPr kumimoji="1" lang="en-US" altLang="zh-CN" b="1" dirty="0">
                    <a:solidFill>
                      <a:schemeClr val="tx2">
                        <a:lumMod val="60000"/>
                        <a:lumOff val="40000"/>
                      </a:schemeClr>
                    </a:solidFill>
                    <a:latin typeface="微软雅黑" pitchFamily="34" charset="-122"/>
                    <a:ea typeface="微软雅黑" pitchFamily="34" charset="-122"/>
                  </a:rPr>
                  <a:t>1</a:t>
                </a:r>
              </a:p>
            </p:txBody>
          </p:sp>
        </p:grpSp>
        <p:grpSp>
          <p:nvGrpSpPr>
            <p:cNvPr id="160" name="Group 21"/>
            <p:cNvGrpSpPr>
              <a:grpSpLocks/>
            </p:cNvGrpSpPr>
            <p:nvPr/>
          </p:nvGrpSpPr>
          <p:grpSpPr bwMode="auto">
            <a:xfrm>
              <a:off x="6444139" y="968580"/>
              <a:ext cx="783138" cy="526362"/>
              <a:chOff x="4830" y="1752"/>
              <a:chExt cx="667" cy="477"/>
            </a:xfrm>
            <a:solidFill>
              <a:srgbClr val="00FFFF"/>
            </a:solidFill>
          </p:grpSpPr>
          <p:grpSp>
            <p:nvGrpSpPr>
              <p:cNvPr id="184" name="Group 22"/>
              <p:cNvGrpSpPr>
                <a:grpSpLocks/>
              </p:cNvGrpSpPr>
              <p:nvPr/>
            </p:nvGrpSpPr>
            <p:grpSpPr bwMode="auto">
              <a:xfrm>
                <a:off x="4830" y="1752"/>
                <a:ext cx="667" cy="477"/>
                <a:chOff x="2949" y="196"/>
                <a:chExt cx="941" cy="598"/>
              </a:xfrm>
              <a:grpFill/>
            </p:grpSpPr>
            <p:sp>
              <p:nvSpPr>
                <p:cNvPr id="186" name="Oval 23"/>
                <p:cNvSpPr>
                  <a:spLocks noChangeArrowheads="1"/>
                </p:cNvSpPr>
                <p:nvPr/>
              </p:nvSpPr>
              <p:spPr bwMode="auto">
                <a:xfrm>
                  <a:off x="3168" y="196"/>
                  <a:ext cx="407" cy="162"/>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87" name="Oval 24"/>
                <p:cNvSpPr>
                  <a:spLocks noChangeArrowheads="1"/>
                </p:cNvSpPr>
                <p:nvPr/>
              </p:nvSpPr>
              <p:spPr bwMode="auto">
                <a:xfrm rot="900000">
                  <a:off x="3512" y="252"/>
                  <a:ext cx="275" cy="131"/>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88" name="Oval 25"/>
                <p:cNvSpPr>
                  <a:spLocks noChangeArrowheads="1"/>
                </p:cNvSpPr>
                <p:nvPr/>
              </p:nvSpPr>
              <p:spPr bwMode="auto">
                <a:xfrm rot="1500000">
                  <a:off x="3650" y="385"/>
                  <a:ext cx="240" cy="153"/>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89" name="Oval 26"/>
                <p:cNvSpPr>
                  <a:spLocks noChangeArrowheads="1"/>
                </p:cNvSpPr>
                <p:nvPr/>
              </p:nvSpPr>
              <p:spPr bwMode="auto">
                <a:xfrm rot="20040000">
                  <a:off x="3573" y="537"/>
                  <a:ext cx="291" cy="18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90" name="Oval 27"/>
                <p:cNvSpPr>
                  <a:spLocks noChangeArrowheads="1"/>
                </p:cNvSpPr>
                <p:nvPr/>
              </p:nvSpPr>
              <p:spPr bwMode="auto">
                <a:xfrm>
                  <a:off x="3216" y="555"/>
                  <a:ext cx="471" cy="23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91" name="Oval 28"/>
                <p:cNvSpPr>
                  <a:spLocks noChangeArrowheads="1"/>
                </p:cNvSpPr>
                <p:nvPr/>
              </p:nvSpPr>
              <p:spPr bwMode="auto">
                <a:xfrm rot="1080000">
                  <a:off x="3023" y="555"/>
                  <a:ext cx="26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92" name="Oval 29"/>
                <p:cNvSpPr>
                  <a:spLocks noChangeArrowheads="1"/>
                </p:cNvSpPr>
                <p:nvPr/>
              </p:nvSpPr>
              <p:spPr bwMode="auto">
                <a:xfrm>
                  <a:off x="2949" y="432"/>
                  <a:ext cx="217"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93" name="Oval 30"/>
                <p:cNvSpPr>
                  <a:spLocks noChangeArrowheads="1"/>
                </p:cNvSpPr>
                <p:nvPr/>
              </p:nvSpPr>
              <p:spPr bwMode="auto">
                <a:xfrm rot="19740000">
                  <a:off x="2984" y="310"/>
                  <a:ext cx="29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94" name="Freeform 31"/>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95" name="Freeform 32"/>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96" name="Freeform 33"/>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grpSp>
          <p:sp>
            <p:nvSpPr>
              <p:cNvPr id="185" name="Text Box 34"/>
              <p:cNvSpPr txBox="1">
                <a:spLocks noChangeArrowheads="1"/>
              </p:cNvSpPr>
              <p:nvPr/>
            </p:nvSpPr>
            <p:spPr bwMode="auto">
              <a:xfrm>
                <a:off x="4967" y="1856"/>
                <a:ext cx="390" cy="24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chemeClr val="tx2">
                        <a:lumMod val="60000"/>
                        <a:lumOff val="40000"/>
                      </a:schemeClr>
                    </a:solidFill>
                    <a:latin typeface="微软雅黑" pitchFamily="34" charset="-122"/>
                    <a:ea typeface="微软雅黑" pitchFamily="34" charset="-122"/>
                  </a:rPr>
                  <a:t>网 </a:t>
                </a:r>
                <a:r>
                  <a:rPr kumimoji="1" lang="en-US" altLang="zh-CN" b="1" dirty="0">
                    <a:solidFill>
                      <a:schemeClr val="tx2">
                        <a:lumMod val="60000"/>
                        <a:lumOff val="40000"/>
                      </a:schemeClr>
                    </a:solidFill>
                    <a:latin typeface="微软雅黑" pitchFamily="34" charset="-122"/>
                    <a:ea typeface="微软雅黑" pitchFamily="34" charset="-122"/>
                  </a:rPr>
                  <a:t>3</a:t>
                </a:r>
              </a:p>
            </p:txBody>
          </p:sp>
        </p:grpSp>
        <p:grpSp>
          <p:nvGrpSpPr>
            <p:cNvPr id="161" name="Group 35"/>
            <p:cNvGrpSpPr>
              <a:grpSpLocks/>
            </p:cNvGrpSpPr>
            <p:nvPr/>
          </p:nvGrpSpPr>
          <p:grpSpPr bwMode="auto">
            <a:xfrm>
              <a:off x="4099995" y="968580"/>
              <a:ext cx="783138" cy="526362"/>
              <a:chOff x="4830" y="1752"/>
              <a:chExt cx="667" cy="477"/>
            </a:xfrm>
            <a:solidFill>
              <a:srgbClr val="00FFFF"/>
            </a:solidFill>
          </p:grpSpPr>
          <p:grpSp>
            <p:nvGrpSpPr>
              <p:cNvPr id="171" name="Group 36"/>
              <p:cNvGrpSpPr>
                <a:grpSpLocks/>
              </p:cNvGrpSpPr>
              <p:nvPr/>
            </p:nvGrpSpPr>
            <p:grpSpPr bwMode="auto">
              <a:xfrm>
                <a:off x="4830" y="1752"/>
                <a:ext cx="667" cy="477"/>
                <a:chOff x="2949" y="196"/>
                <a:chExt cx="941" cy="598"/>
              </a:xfrm>
              <a:grpFill/>
            </p:grpSpPr>
            <p:sp>
              <p:nvSpPr>
                <p:cNvPr id="173" name="Oval 37"/>
                <p:cNvSpPr>
                  <a:spLocks noChangeArrowheads="1"/>
                </p:cNvSpPr>
                <p:nvPr/>
              </p:nvSpPr>
              <p:spPr bwMode="auto">
                <a:xfrm>
                  <a:off x="3168" y="196"/>
                  <a:ext cx="407" cy="162"/>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4" name="Oval 38"/>
                <p:cNvSpPr>
                  <a:spLocks noChangeArrowheads="1"/>
                </p:cNvSpPr>
                <p:nvPr/>
              </p:nvSpPr>
              <p:spPr bwMode="auto">
                <a:xfrm rot="900000">
                  <a:off x="3512" y="252"/>
                  <a:ext cx="275" cy="131"/>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5" name="Oval 39"/>
                <p:cNvSpPr>
                  <a:spLocks noChangeArrowheads="1"/>
                </p:cNvSpPr>
                <p:nvPr/>
              </p:nvSpPr>
              <p:spPr bwMode="auto">
                <a:xfrm rot="1500000">
                  <a:off x="3650" y="385"/>
                  <a:ext cx="240" cy="153"/>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6" name="Oval 40"/>
                <p:cNvSpPr>
                  <a:spLocks noChangeArrowheads="1"/>
                </p:cNvSpPr>
                <p:nvPr/>
              </p:nvSpPr>
              <p:spPr bwMode="auto">
                <a:xfrm rot="20040000">
                  <a:off x="3573" y="537"/>
                  <a:ext cx="291" cy="18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7" name="Oval 41"/>
                <p:cNvSpPr>
                  <a:spLocks noChangeArrowheads="1"/>
                </p:cNvSpPr>
                <p:nvPr/>
              </p:nvSpPr>
              <p:spPr bwMode="auto">
                <a:xfrm>
                  <a:off x="3216" y="555"/>
                  <a:ext cx="471" cy="23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8" name="Oval 42"/>
                <p:cNvSpPr>
                  <a:spLocks noChangeArrowheads="1"/>
                </p:cNvSpPr>
                <p:nvPr/>
              </p:nvSpPr>
              <p:spPr bwMode="auto">
                <a:xfrm rot="1080000">
                  <a:off x="3023" y="555"/>
                  <a:ext cx="26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9" name="Oval 43"/>
                <p:cNvSpPr>
                  <a:spLocks noChangeArrowheads="1"/>
                </p:cNvSpPr>
                <p:nvPr/>
              </p:nvSpPr>
              <p:spPr bwMode="auto">
                <a:xfrm>
                  <a:off x="2949" y="432"/>
                  <a:ext cx="217"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80" name="Oval 44"/>
                <p:cNvSpPr>
                  <a:spLocks noChangeArrowheads="1"/>
                </p:cNvSpPr>
                <p:nvPr/>
              </p:nvSpPr>
              <p:spPr bwMode="auto">
                <a:xfrm rot="19740000">
                  <a:off x="2984" y="310"/>
                  <a:ext cx="29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81" name="Freeform 4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82" name="Freeform 4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83" name="Freeform 4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grpSp>
          <p:sp>
            <p:nvSpPr>
              <p:cNvPr id="172" name="Text Box 48"/>
              <p:cNvSpPr txBox="1">
                <a:spLocks noChangeArrowheads="1"/>
              </p:cNvSpPr>
              <p:nvPr/>
            </p:nvSpPr>
            <p:spPr bwMode="auto">
              <a:xfrm>
                <a:off x="4967" y="1856"/>
                <a:ext cx="390" cy="24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a:solidFill>
                      <a:schemeClr val="tx2">
                        <a:lumMod val="60000"/>
                        <a:lumOff val="40000"/>
                      </a:schemeClr>
                    </a:solidFill>
                    <a:latin typeface="微软雅黑" pitchFamily="34" charset="-122"/>
                    <a:ea typeface="微软雅黑" pitchFamily="34" charset="-122"/>
                  </a:rPr>
                  <a:t>网 </a:t>
                </a:r>
                <a:r>
                  <a:rPr kumimoji="1" lang="en-US" altLang="zh-CN" b="1">
                    <a:solidFill>
                      <a:schemeClr val="tx2">
                        <a:lumMod val="60000"/>
                        <a:lumOff val="40000"/>
                      </a:schemeClr>
                    </a:solidFill>
                    <a:latin typeface="微软雅黑" pitchFamily="34" charset="-122"/>
                    <a:ea typeface="微软雅黑" pitchFamily="34" charset="-122"/>
                  </a:rPr>
                  <a:t>2</a:t>
                </a:r>
              </a:p>
            </p:txBody>
          </p:sp>
        </p:grpSp>
        <p:sp>
          <p:nvSpPr>
            <p:cNvPr id="162" name="Text Box 101"/>
            <p:cNvSpPr txBox="1">
              <a:spLocks noChangeArrowheads="1"/>
            </p:cNvSpPr>
            <p:nvPr/>
          </p:nvSpPr>
          <p:spPr bwMode="auto">
            <a:xfrm>
              <a:off x="1486022" y="815444"/>
              <a:ext cx="303182" cy="863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rgbClr val="CC00CC"/>
                  </a:solidFill>
                  <a:latin typeface="微软雅黑" pitchFamily="34" charset="-122"/>
                  <a:ea typeface="微软雅黑" pitchFamily="34" charset="-122"/>
                </a:rPr>
                <a:t>正</a:t>
              </a:r>
            </a:p>
            <a:p>
              <a:r>
                <a:rPr kumimoji="1" lang="zh-CN" altLang="en-US" b="1" dirty="0">
                  <a:solidFill>
                    <a:srgbClr val="CC00CC"/>
                  </a:solidFill>
                  <a:latin typeface="微软雅黑" pitchFamily="34" charset="-122"/>
                  <a:ea typeface="微软雅黑" pitchFamily="34" charset="-122"/>
                </a:rPr>
                <a:t>常</a:t>
              </a:r>
            </a:p>
            <a:p>
              <a:r>
                <a:rPr kumimoji="1" lang="zh-CN" altLang="en-US" b="1" dirty="0">
                  <a:solidFill>
                    <a:srgbClr val="CC00CC"/>
                  </a:solidFill>
                  <a:latin typeface="微软雅黑" pitchFamily="34" charset="-122"/>
                  <a:ea typeface="微软雅黑" pitchFamily="34" charset="-122"/>
                </a:rPr>
                <a:t>情</a:t>
              </a:r>
            </a:p>
            <a:p>
              <a:r>
                <a:rPr kumimoji="1" lang="zh-CN" altLang="en-US" b="1" dirty="0">
                  <a:solidFill>
                    <a:srgbClr val="CC00CC"/>
                  </a:solidFill>
                  <a:latin typeface="微软雅黑" pitchFamily="34" charset="-122"/>
                  <a:ea typeface="微软雅黑" pitchFamily="34" charset="-122"/>
                </a:rPr>
                <a:t>况</a:t>
              </a:r>
            </a:p>
          </p:txBody>
        </p:sp>
        <p:grpSp>
          <p:nvGrpSpPr>
            <p:cNvPr id="163" name="Group 102"/>
            <p:cNvGrpSpPr>
              <a:grpSpLocks/>
            </p:cNvGrpSpPr>
            <p:nvPr/>
          </p:nvGrpSpPr>
          <p:grpSpPr bwMode="auto">
            <a:xfrm>
              <a:off x="2816198" y="886853"/>
              <a:ext cx="977077" cy="191669"/>
              <a:chOff x="1491" y="212"/>
              <a:chExt cx="853" cy="240"/>
            </a:xfrm>
            <a:solidFill>
              <a:srgbClr val="FFFF00"/>
            </a:solidFill>
          </p:grpSpPr>
          <p:sp>
            <p:nvSpPr>
              <p:cNvPr id="169" name="AutoShape 103"/>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0" name="Rectangle 104"/>
              <p:cNvSpPr>
                <a:spLocks noChangeArrowheads="1"/>
              </p:cNvSpPr>
              <p:nvPr/>
            </p:nvSpPr>
            <p:spPr bwMode="auto">
              <a:xfrm>
                <a:off x="1491" y="212"/>
                <a:ext cx="632" cy="240"/>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grpSp>
        <p:sp>
          <p:nvSpPr>
            <p:cNvPr id="164" name="Text Box 105"/>
            <p:cNvSpPr txBox="1">
              <a:spLocks noChangeArrowheads="1"/>
            </p:cNvSpPr>
            <p:nvPr/>
          </p:nvSpPr>
          <p:spPr bwMode="auto">
            <a:xfrm>
              <a:off x="2828846" y="932581"/>
              <a:ext cx="636544" cy="165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b="1">
                  <a:solidFill>
                    <a:srgbClr val="000000"/>
                  </a:solidFill>
                  <a:latin typeface="微软雅黑" pitchFamily="34" charset="-122"/>
                  <a:ea typeface="微软雅黑" pitchFamily="34" charset="-122"/>
                </a:rPr>
                <a:t>1  1  </a:t>
              </a:r>
              <a:r>
                <a:rPr kumimoji="1" lang="en-US" altLang="zh-CN" b="1">
                  <a:solidFill>
                    <a:srgbClr val="000000"/>
                  </a:solidFill>
                  <a:latin typeface="微软雅黑" pitchFamily="34" charset="-122"/>
                  <a:ea typeface="微软雅黑" pitchFamily="34" charset="-122"/>
                  <a:sym typeface="Symbol" pitchFamily="18" charset="2"/>
                </a:rPr>
                <a:t></a:t>
              </a:r>
              <a:endParaRPr kumimoji="1" lang="en-US" altLang="zh-CN" b="1" baseline="-25000">
                <a:solidFill>
                  <a:srgbClr val="000000"/>
                </a:solidFill>
                <a:latin typeface="微软雅黑" pitchFamily="34" charset="-122"/>
                <a:ea typeface="微软雅黑" pitchFamily="34" charset="-122"/>
                <a:sym typeface="Symbol" pitchFamily="18" charset="2"/>
              </a:endParaRPr>
            </a:p>
          </p:txBody>
        </p:sp>
        <p:grpSp>
          <p:nvGrpSpPr>
            <p:cNvPr id="165" name="Group 111"/>
            <p:cNvGrpSpPr>
              <a:grpSpLocks/>
            </p:cNvGrpSpPr>
            <p:nvPr/>
          </p:nvGrpSpPr>
          <p:grpSpPr bwMode="auto">
            <a:xfrm flipH="1">
              <a:off x="5027534" y="900474"/>
              <a:ext cx="977077" cy="191669"/>
              <a:chOff x="1491" y="212"/>
              <a:chExt cx="853" cy="240"/>
            </a:xfrm>
            <a:solidFill>
              <a:srgbClr val="66FF66"/>
            </a:solidFill>
          </p:grpSpPr>
          <p:sp>
            <p:nvSpPr>
              <p:cNvPr id="167" name="AutoShape 112"/>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68" name="Rectangle 113"/>
              <p:cNvSpPr>
                <a:spLocks noChangeArrowheads="1"/>
              </p:cNvSpPr>
              <p:nvPr/>
            </p:nvSpPr>
            <p:spPr bwMode="auto">
              <a:xfrm>
                <a:off x="1491" y="212"/>
                <a:ext cx="632" cy="240"/>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grpSp>
        <p:sp>
          <p:nvSpPr>
            <p:cNvPr id="166" name="Text Box 114"/>
            <p:cNvSpPr txBox="1">
              <a:spLocks noChangeArrowheads="1"/>
            </p:cNvSpPr>
            <p:nvPr/>
          </p:nvSpPr>
          <p:spPr bwMode="auto">
            <a:xfrm>
              <a:off x="5286823" y="943559"/>
              <a:ext cx="731287" cy="165986"/>
            </a:xfrm>
            <a:prstGeom prst="rect">
              <a:avLst/>
            </a:prstGeom>
            <a:noFill/>
            <a:ln>
              <a:noFill/>
            </a:ln>
            <a:effectLst/>
          </p:spPr>
          <p:txBody>
            <a:bodyPr wrap="none">
              <a:spAutoFit/>
            </a:bodyPr>
            <a:lstStyle/>
            <a:p>
              <a:pPr>
                <a:lnSpc>
                  <a:spcPct val="50000"/>
                </a:lnSpc>
              </a:pPr>
              <a:r>
                <a:rPr kumimoji="1" lang="en-US" altLang="zh-CN" b="1" dirty="0">
                  <a:solidFill>
                    <a:srgbClr val="000000"/>
                  </a:solidFill>
                  <a:latin typeface="微软雅黑" pitchFamily="34" charset="-122"/>
                  <a:ea typeface="微软雅黑" pitchFamily="34" charset="-122"/>
                </a:rPr>
                <a:t>1  2  </a:t>
              </a:r>
              <a:r>
                <a:rPr kumimoji="1" lang="en-US" altLang="zh-CN" b="1" dirty="0">
                  <a:solidFill>
                    <a:srgbClr val="000000"/>
                  </a:solidFill>
                  <a:latin typeface="微软雅黑" pitchFamily="34" charset="-122"/>
                  <a:ea typeface="微软雅黑" pitchFamily="34" charset="-122"/>
                  <a:sym typeface="Symbol" pitchFamily="18" charset="2"/>
                </a:rPr>
                <a:t>R</a:t>
              </a:r>
              <a:r>
                <a:rPr kumimoji="1" lang="en-US" altLang="zh-CN" b="1" baseline="-25000" dirty="0">
                  <a:solidFill>
                    <a:srgbClr val="000000"/>
                  </a:solidFill>
                  <a:latin typeface="微软雅黑" pitchFamily="34" charset="-122"/>
                  <a:ea typeface="微软雅黑" pitchFamily="34" charset="-122"/>
                  <a:sym typeface="Symbol" pitchFamily="18" charset="2"/>
                </a:rPr>
                <a:t>1</a:t>
              </a:r>
            </a:p>
          </p:txBody>
        </p:sp>
      </p:grpSp>
      <p:grpSp>
        <p:nvGrpSpPr>
          <p:cNvPr id="2" name="组合 1"/>
          <p:cNvGrpSpPr/>
          <p:nvPr/>
        </p:nvGrpSpPr>
        <p:grpSpPr>
          <a:xfrm>
            <a:off x="2011000" y="2596863"/>
            <a:ext cx="7691712" cy="1323937"/>
            <a:chOff x="2011000" y="2596863"/>
            <a:chExt cx="7691712" cy="1323937"/>
          </a:xfrm>
        </p:grpSpPr>
        <p:sp>
          <p:nvSpPr>
            <p:cNvPr id="68" name="Line 50"/>
            <p:cNvSpPr>
              <a:spLocks noChangeShapeType="1"/>
            </p:cNvSpPr>
            <p:nvPr/>
          </p:nvSpPr>
          <p:spPr bwMode="auto">
            <a:xfrm>
              <a:off x="3110060" y="3040660"/>
              <a:ext cx="588918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pic>
          <p:nvPicPr>
            <p:cNvPr id="69" name="Picture 5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73865" y="2909415"/>
              <a:ext cx="663021" cy="288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0" name="Text Box 52"/>
            <p:cNvSpPr txBox="1">
              <a:spLocks noChangeArrowheads="1"/>
            </p:cNvSpPr>
            <p:nvPr/>
          </p:nvSpPr>
          <p:spPr bwMode="auto">
            <a:xfrm>
              <a:off x="7443529" y="3120489"/>
              <a:ext cx="4411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dirty="0">
                  <a:solidFill>
                    <a:schemeClr val="tx2">
                      <a:lumMod val="60000"/>
                      <a:lumOff val="40000"/>
                    </a:schemeClr>
                  </a:solidFill>
                  <a:latin typeface="微软雅黑" pitchFamily="34" charset="-122"/>
                  <a:ea typeface="微软雅黑" pitchFamily="34" charset="-122"/>
                </a:rPr>
                <a:t>R</a:t>
              </a:r>
              <a:r>
                <a:rPr kumimoji="1" lang="en-US" altLang="zh-CN" b="1" baseline="-25000" dirty="0">
                  <a:solidFill>
                    <a:schemeClr val="tx2">
                      <a:lumMod val="60000"/>
                      <a:lumOff val="40000"/>
                    </a:schemeClr>
                  </a:solidFill>
                  <a:latin typeface="微软雅黑" pitchFamily="34" charset="-122"/>
                  <a:ea typeface="微软雅黑" pitchFamily="34" charset="-122"/>
                </a:rPr>
                <a:t>2</a:t>
              </a:r>
              <a:endParaRPr kumimoji="1" lang="en-US" altLang="zh-CN" b="1" dirty="0">
                <a:solidFill>
                  <a:schemeClr val="tx2">
                    <a:lumMod val="60000"/>
                    <a:lumOff val="40000"/>
                  </a:schemeClr>
                </a:solidFill>
                <a:latin typeface="微软雅黑" pitchFamily="34" charset="-122"/>
                <a:ea typeface="微软雅黑" pitchFamily="34" charset="-122"/>
              </a:endParaRPr>
            </a:p>
          </p:txBody>
        </p:sp>
        <p:sp>
          <p:nvSpPr>
            <p:cNvPr id="71" name="Text Box 53"/>
            <p:cNvSpPr txBox="1">
              <a:spLocks noChangeArrowheads="1"/>
            </p:cNvSpPr>
            <p:nvPr/>
          </p:nvSpPr>
          <p:spPr bwMode="auto">
            <a:xfrm>
              <a:off x="4170316" y="3120489"/>
              <a:ext cx="4411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dirty="0">
                  <a:solidFill>
                    <a:schemeClr val="tx2">
                      <a:lumMod val="60000"/>
                      <a:lumOff val="40000"/>
                    </a:schemeClr>
                  </a:solidFill>
                  <a:latin typeface="微软雅黑" pitchFamily="34" charset="-122"/>
                  <a:ea typeface="微软雅黑" pitchFamily="34" charset="-122"/>
                </a:rPr>
                <a:t>R</a:t>
              </a:r>
              <a:r>
                <a:rPr kumimoji="1" lang="en-US" altLang="zh-CN" b="1" baseline="-25000" dirty="0">
                  <a:solidFill>
                    <a:schemeClr val="tx2">
                      <a:lumMod val="60000"/>
                      <a:lumOff val="40000"/>
                    </a:schemeClr>
                  </a:solidFill>
                  <a:latin typeface="微软雅黑" pitchFamily="34" charset="-122"/>
                  <a:ea typeface="微软雅黑" pitchFamily="34" charset="-122"/>
                </a:rPr>
                <a:t>1</a:t>
              </a:r>
              <a:endParaRPr kumimoji="1" lang="en-US" altLang="zh-CN" b="1" dirty="0">
                <a:solidFill>
                  <a:schemeClr val="tx2">
                    <a:lumMod val="60000"/>
                    <a:lumOff val="40000"/>
                  </a:schemeClr>
                </a:solidFill>
                <a:latin typeface="微软雅黑" pitchFamily="34" charset="-122"/>
                <a:ea typeface="微软雅黑" pitchFamily="34" charset="-122"/>
              </a:endParaRPr>
            </a:p>
          </p:txBody>
        </p:sp>
        <p:pic>
          <p:nvPicPr>
            <p:cNvPr id="73" name="Picture 5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45634" y="2909415"/>
              <a:ext cx="664465" cy="288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74" name="Group 55"/>
            <p:cNvGrpSpPr>
              <a:grpSpLocks/>
            </p:cNvGrpSpPr>
            <p:nvPr/>
          </p:nvGrpSpPr>
          <p:grpSpPr bwMode="auto">
            <a:xfrm>
              <a:off x="2256366" y="2672633"/>
              <a:ext cx="1073256" cy="731995"/>
              <a:chOff x="4830" y="1752"/>
              <a:chExt cx="667" cy="477"/>
            </a:xfrm>
            <a:solidFill>
              <a:srgbClr val="00FFFF"/>
            </a:solidFill>
          </p:grpSpPr>
          <p:grpSp>
            <p:nvGrpSpPr>
              <p:cNvPr id="75" name="Group 56"/>
              <p:cNvGrpSpPr>
                <a:grpSpLocks/>
              </p:cNvGrpSpPr>
              <p:nvPr/>
            </p:nvGrpSpPr>
            <p:grpSpPr bwMode="auto">
              <a:xfrm>
                <a:off x="4830" y="1752"/>
                <a:ext cx="667" cy="477"/>
                <a:chOff x="2949" y="196"/>
                <a:chExt cx="941" cy="598"/>
              </a:xfrm>
              <a:grpFill/>
            </p:grpSpPr>
            <p:sp>
              <p:nvSpPr>
                <p:cNvPr id="77" name="Oval 57"/>
                <p:cNvSpPr>
                  <a:spLocks noChangeArrowheads="1"/>
                </p:cNvSpPr>
                <p:nvPr/>
              </p:nvSpPr>
              <p:spPr bwMode="auto">
                <a:xfrm>
                  <a:off x="3168" y="196"/>
                  <a:ext cx="407" cy="162"/>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78" name="Oval 58"/>
                <p:cNvSpPr>
                  <a:spLocks noChangeArrowheads="1"/>
                </p:cNvSpPr>
                <p:nvPr/>
              </p:nvSpPr>
              <p:spPr bwMode="auto">
                <a:xfrm rot="900000">
                  <a:off x="3512" y="252"/>
                  <a:ext cx="275" cy="131"/>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79" name="Oval 59"/>
                <p:cNvSpPr>
                  <a:spLocks noChangeArrowheads="1"/>
                </p:cNvSpPr>
                <p:nvPr/>
              </p:nvSpPr>
              <p:spPr bwMode="auto">
                <a:xfrm rot="1500000">
                  <a:off x="3650" y="385"/>
                  <a:ext cx="240" cy="153"/>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80" name="Oval 60"/>
                <p:cNvSpPr>
                  <a:spLocks noChangeArrowheads="1"/>
                </p:cNvSpPr>
                <p:nvPr/>
              </p:nvSpPr>
              <p:spPr bwMode="auto">
                <a:xfrm rot="20040000">
                  <a:off x="3573" y="537"/>
                  <a:ext cx="291" cy="18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81" name="Oval 61"/>
                <p:cNvSpPr>
                  <a:spLocks noChangeArrowheads="1"/>
                </p:cNvSpPr>
                <p:nvPr/>
              </p:nvSpPr>
              <p:spPr bwMode="auto">
                <a:xfrm>
                  <a:off x="3216" y="555"/>
                  <a:ext cx="471" cy="23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82" name="Oval 62"/>
                <p:cNvSpPr>
                  <a:spLocks noChangeArrowheads="1"/>
                </p:cNvSpPr>
                <p:nvPr/>
              </p:nvSpPr>
              <p:spPr bwMode="auto">
                <a:xfrm rot="1080000">
                  <a:off x="3023" y="555"/>
                  <a:ext cx="26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83" name="Oval 63"/>
                <p:cNvSpPr>
                  <a:spLocks noChangeArrowheads="1"/>
                </p:cNvSpPr>
                <p:nvPr/>
              </p:nvSpPr>
              <p:spPr bwMode="auto">
                <a:xfrm>
                  <a:off x="2949" y="432"/>
                  <a:ext cx="217"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84" name="Oval 64"/>
                <p:cNvSpPr>
                  <a:spLocks noChangeArrowheads="1"/>
                </p:cNvSpPr>
                <p:nvPr/>
              </p:nvSpPr>
              <p:spPr bwMode="auto">
                <a:xfrm rot="19740000">
                  <a:off x="2984" y="310"/>
                  <a:ext cx="29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85" name="Freeform 6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86" name="Freeform 6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87" name="Freeform 6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grpSp>
          <p:sp>
            <p:nvSpPr>
              <p:cNvPr id="76" name="Text Box 68"/>
              <p:cNvSpPr txBox="1">
                <a:spLocks noChangeArrowheads="1"/>
              </p:cNvSpPr>
              <p:nvPr/>
            </p:nvSpPr>
            <p:spPr bwMode="auto">
              <a:xfrm>
                <a:off x="4965" y="1856"/>
                <a:ext cx="390" cy="24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chemeClr val="tx2">
                        <a:lumMod val="60000"/>
                        <a:lumOff val="40000"/>
                      </a:schemeClr>
                    </a:solidFill>
                    <a:latin typeface="微软雅黑" pitchFamily="34" charset="-122"/>
                    <a:ea typeface="微软雅黑" pitchFamily="34" charset="-122"/>
                  </a:rPr>
                  <a:t>网 </a:t>
                </a:r>
                <a:r>
                  <a:rPr kumimoji="1" lang="en-US" altLang="zh-CN" b="1" dirty="0">
                    <a:solidFill>
                      <a:schemeClr val="tx2">
                        <a:lumMod val="60000"/>
                        <a:lumOff val="40000"/>
                      </a:schemeClr>
                    </a:solidFill>
                    <a:latin typeface="微软雅黑" pitchFamily="34" charset="-122"/>
                    <a:ea typeface="微软雅黑" pitchFamily="34" charset="-122"/>
                  </a:rPr>
                  <a:t>1</a:t>
                </a:r>
              </a:p>
            </p:txBody>
          </p:sp>
        </p:grpSp>
        <p:grpSp>
          <p:nvGrpSpPr>
            <p:cNvPr id="88" name="Group 69"/>
            <p:cNvGrpSpPr>
              <a:grpSpLocks/>
            </p:cNvGrpSpPr>
            <p:nvPr/>
          </p:nvGrpSpPr>
          <p:grpSpPr bwMode="auto">
            <a:xfrm>
              <a:off x="8629456" y="2672633"/>
              <a:ext cx="1073256" cy="731995"/>
              <a:chOff x="4830" y="1752"/>
              <a:chExt cx="667" cy="477"/>
            </a:xfrm>
            <a:solidFill>
              <a:srgbClr val="00FFFF"/>
            </a:solidFill>
          </p:grpSpPr>
          <p:grpSp>
            <p:nvGrpSpPr>
              <p:cNvPr id="89" name="Group 70"/>
              <p:cNvGrpSpPr>
                <a:grpSpLocks/>
              </p:cNvGrpSpPr>
              <p:nvPr/>
            </p:nvGrpSpPr>
            <p:grpSpPr bwMode="auto">
              <a:xfrm>
                <a:off x="4830" y="1752"/>
                <a:ext cx="667" cy="477"/>
                <a:chOff x="2949" y="196"/>
                <a:chExt cx="941" cy="598"/>
              </a:xfrm>
              <a:grpFill/>
            </p:grpSpPr>
            <p:sp>
              <p:nvSpPr>
                <p:cNvPr id="91" name="Oval 71"/>
                <p:cNvSpPr>
                  <a:spLocks noChangeArrowheads="1"/>
                </p:cNvSpPr>
                <p:nvPr/>
              </p:nvSpPr>
              <p:spPr bwMode="auto">
                <a:xfrm>
                  <a:off x="3168" y="196"/>
                  <a:ext cx="407" cy="162"/>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92" name="Oval 72"/>
                <p:cNvSpPr>
                  <a:spLocks noChangeArrowheads="1"/>
                </p:cNvSpPr>
                <p:nvPr/>
              </p:nvSpPr>
              <p:spPr bwMode="auto">
                <a:xfrm rot="900000">
                  <a:off x="3512" y="252"/>
                  <a:ext cx="275" cy="131"/>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93" name="Oval 73"/>
                <p:cNvSpPr>
                  <a:spLocks noChangeArrowheads="1"/>
                </p:cNvSpPr>
                <p:nvPr/>
              </p:nvSpPr>
              <p:spPr bwMode="auto">
                <a:xfrm rot="1500000">
                  <a:off x="3650" y="385"/>
                  <a:ext cx="240" cy="153"/>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94" name="Oval 74"/>
                <p:cNvSpPr>
                  <a:spLocks noChangeArrowheads="1"/>
                </p:cNvSpPr>
                <p:nvPr/>
              </p:nvSpPr>
              <p:spPr bwMode="auto">
                <a:xfrm rot="20040000">
                  <a:off x="3573" y="537"/>
                  <a:ext cx="291" cy="18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95" name="Oval 75"/>
                <p:cNvSpPr>
                  <a:spLocks noChangeArrowheads="1"/>
                </p:cNvSpPr>
                <p:nvPr/>
              </p:nvSpPr>
              <p:spPr bwMode="auto">
                <a:xfrm>
                  <a:off x="3216" y="555"/>
                  <a:ext cx="471" cy="23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96" name="Oval 76"/>
                <p:cNvSpPr>
                  <a:spLocks noChangeArrowheads="1"/>
                </p:cNvSpPr>
                <p:nvPr/>
              </p:nvSpPr>
              <p:spPr bwMode="auto">
                <a:xfrm rot="1080000">
                  <a:off x="3023" y="555"/>
                  <a:ext cx="26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97" name="Oval 77"/>
                <p:cNvSpPr>
                  <a:spLocks noChangeArrowheads="1"/>
                </p:cNvSpPr>
                <p:nvPr/>
              </p:nvSpPr>
              <p:spPr bwMode="auto">
                <a:xfrm>
                  <a:off x="2949" y="432"/>
                  <a:ext cx="217"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98" name="Oval 78"/>
                <p:cNvSpPr>
                  <a:spLocks noChangeArrowheads="1"/>
                </p:cNvSpPr>
                <p:nvPr/>
              </p:nvSpPr>
              <p:spPr bwMode="auto">
                <a:xfrm rot="19740000">
                  <a:off x="2984" y="310"/>
                  <a:ext cx="29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99" name="Freeform 79"/>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00" name="Freeform 80"/>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01" name="Freeform 81"/>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grpSp>
          <p:sp>
            <p:nvSpPr>
              <p:cNvPr id="90" name="Text Box 82"/>
              <p:cNvSpPr txBox="1">
                <a:spLocks noChangeArrowheads="1"/>
              </p:cNvSpPr>
              <p:nvPr/>
            </p:nvSpPr>
            <p:spPr bwMode="auto">
              <a:xfrm>
                <a:off x="4965" y="1856"/>
                <a:ext cx="390" cy="24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chemeClr val="tx2">
                        <a:lumMod val="60000"/>
                        <a:lumOff val="40000"/>
                      </a:schemeClr>
                    </a:solidFill>
                    <a:latin typeface="微软雅黑" pitchFamily="34" charset="-122"/>
                    <a:ea typeface="微软雅黑" pitchFamily="34" charset="-122"/>
                  </a:rPr>
                  <a:t>网 </a:t>
                </a:r>
                <a:r>
                  <a:rPr kumimoji="1" lang="en-US" altLang="zh-CN" b="1" dirty="0">
                    <a:solidFill>
                      <a:schemeClr val="tx2">
                        <a:lumMod val="60000"/>
                        <a:lumOff val="40000"/>
                      </a:schemeClr>
                    </a:solidFill>
                    <a:latin typeface="微软雅黑" pitchFamily="34" charset="-122"/>
                    <a:ea typeface="微软雅黑" pitchFamily="34" charset="-122"/>
                  </a:rPr>
                  <a:t>3</a:t>
                </a:r>
              </a:p>
            </p:txBody>
          </p:sp>
        </p:grpSp>
        <p:grpSp>
          <p:nvGrpSpPr>
            <p:cNvPr id="102" name="Group 83"/>
            <p:cNvGrpSpPr>
              <a:grpSpLocks/>
            </p:cNvGrpSpPr>
            <p:nvPr/>
          </p:nvGrpSpPr>
          <p:grpSpPr bwMode="auto">
            <a:xfrm>
              <a:off x="5416910" y="2672633"/>
              <a:ext cx="1073256" cy="731995"/>
              <a:chOff x="4830" y="1752"/>
              <a:chExt cx="667" cy="477"/>
            </a:xfrm>
            <a:solidFill>
              <a:srgbClr val="00FFFF"/>
            </a:solidFill>
          </p:grpSpPr>
          <p:grpSp>
            <p:nvGrpSpPr>
              <p:cNvPr id="103" name="Group 84"/>
              <p:cNvGrpSpPr>
                <a:grpSpLocks/>
              </p:cNvGrpSpPr>
              <p:nvPr/>
            </p:nvGrpSpPr>
            <p:grpSpPr bwMode="auto">
              <a:xfrm>
                <a:off x="4830" y="1752"/>
                <a:ext cx="667" cy="477"/>
                <a:chOff x="2949" y="196"/>
                <a:chExt cx="941" cy="598"/>
              </a:xfrm>
              <a:grpFill/>
            </p:grpSpPr>
            <p:sp>
              <p:nvSpPr>
                <p:cNvPr id="105" name="Oval 85"/>
                <p:cNvSpPr>
                  <a:spLocks noChangeArrowheads="1"/>
                </p:cNvSpPr>
                <p:nvPr/>
              </p:nvSpPr>
              <p:spPr bwMode="auto">
                <a:xfrm>
                  <a:off x="3168" y="196"/>
                  <a:ext cx="407" cy="162"/>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06" name="Oval 86"/>
                <p:cNvSpPr>
                  <a:spLocks noChangeArrowheads="1"/>
                </p:cNvSpPr>
                <p:nvPr/>
              </p:nvSpPr>
              <p:spPr bwMode="auto">
                <a:xfrm rot="900000">
                  <a:off x="3512" y="252"/>
                  <a:ext cx="275" cy="131"/>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07" name="Oval 87"/>
                <p:cNvSpPr>
                  <a:spLocks noChangeArrowheads="1"/>
                </p:cNvSpPr>
                <p:nvPr/>
              </p:nvSpPr>
              <p:spPr bwMode="auto">
                <a:xfrm rot="1500000">
                  <a:off x="3650" y="385"/>
                  <a:ext cx="240" cy="153"/>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08" name="Oval 88"/>
                <p:cNvSpPr>
                  <a:spLocks noChangeArrowheads="1"/>
                </p:cNvSpPr>
                <p:nvPr/>
              </p:nvSpPr>
              <p:spPr bwMode="auto">
                <a:xfrm rot="20040000">
                  <a:off x="3573" y="537"/>
                  <a:ext cx="291" cy="18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09" name="Oval 89"/>
                <p:cNvSpPr>
                  <a:spLocks noChangeArrowheads="1"/>
                </p:cNvSpPr>
                <p:nvPr/>
              </p:nvSpPr>
              <p:spPr bwMode="auto">
                <a:xfrm>
                  <a:off x="3216" y="555"/>
                  <a:ext cx="471" cy="23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10" name="Oval 90"/>
                <p:cNvSpPr>
                  <a:spLocks noChangeArrowheads="1"/>
                </p:cNvSpPr>
                <p:nvPr/>
              </p:nvSpPr>
              <p:spPr bwMode="auto">
                <a:xfrm rot="1080000">
                  <a:off x="3023" y="555"/>
                  <a:ext cx="26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11" name="Oval 91"/>
                <p:cNvSpPr>
                  <a:spLocks noChangeArrowheads="1"/>
                </p:cNvSpPr>
                <p:nvPr/>
              </p:nvSpPr>
              <p:spPr bwMode="auto">
                <a:xfrm>
                  <a:off x="2949" y="432"/>
                  <a:ext cx="217"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12" name="Oval 92"/>
                <p:cNvSpPr>
                  <a:spLocks noChangeArrowheads="1"/>
                </p:cNvSpPr>
                <p:nvPr/>
              </p:nvSpPr>
              <p:spPr bwMode="auto">
                <a:xfrm rot="19740000">
                  <a:off x="2984" y="310"/>
                  <a:ext cx="29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13" name="Freeform 93"/>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14" name="Freeform 94"/>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15" name="Freeform 95"/>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grpSp>
          <p:sp>
            <p:nvSpPr>
              <p:cNvPr id="104" name="Text Box 96"/>
              <p:cNvSpPr txBox="1">
                <a:spLocks noChangeArrowheads="1"/>
              </p:cNvSpPr>
              <p:nvPr/>
            </p:nvSpPr>
            <p:spPr bwMode="auto">
              <a:xfrm>
                <a:off x="4965" y="1856"/>
                <a:ext cx="390" cy="24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chemeClr val="tx2">
                        <a:lumMod val="60000"/>
                        <a:lumOff val="40000"/>
                      </a:schemeClr>
                    </a:solidFill>
                    <a:latin typeface="微软雅黑" pitchFamily="34" charset="-122"/>
                    <a:ea typeface="微软雅黑" pitchFamily="34" charset="-122"/>
                  </a:rPr>
                  <a:t>网 </a:t>
                </a:r>
                <a:r>
                  <a:rPr kumimoji="1" lang="en-US" altLang="zh-CN" b="1" dirty="0">
                    <a:solidFill>
                      <a:schemeClr val="tx2">
                        <a:lumMod val="60000"/>
                        <a:lumOff val="40000"/>
                      </a:schemeClr>
                    </a:solidFill>
                    <a:latin typeface="微软雅黑" pitchFamily="34" charset="-122"/>
                    <a:ea typeface="微软雅黑" pitchFamily="34" charset="-122"/>
                  </a:rPr>
                  <a:t>2</a:t>
                </a:r>
              </a:p>
            </p:txBody>
          </p:sp>
        </p:grpSp>
        <p:grpSp>
          <p:nvGrpSpPr>
            <p:cNvPr id="116" name="Group 97"/>
            <p:cNvGrpSpPr>
              <a:grpSpLocks/>
            </p:cNvGrpSpPr>
            <p:nvPr/>
          </p:nvGrpSpPr>
          <p:grpSpPr bwMode="auto">
            <a:xfrm>
              <a:off x="2237588" y="2596863"/>
              <a:ext cx="1090590" cy="828061"/>
              <a:chOff x="434" y="1298"/>
              <a:chExt cx="755" cy="612"/>
            </a:xfrm>
          </p:grpSpPr>
          <p:sp>
            <p:nvSpPr>
              <p:cNvPr id="117" name="Line 98"/>
              <p:cNvSpPr>
                <a:spLocks noChangeShapeType="1"/>
              </p:cNvSpPr>
              <p:nvPr/>
            </p:nvSpPr>
            <p:spPr bwMode="auto">
              <a:xfrm>
                <a:off x="434" y="1298"/>
                <a:ext cx="755" cy="612"/>
              </a:xfrm>
              <a:prstGeom prst="line">
                <a:avLst/>
              </a:prstGeom>
              <a:noFill/>
              <a:ln w="57150">
                <a:solidFill>
                  <a:srgbClr val="CC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18" name="Line 99"/>
              <p:cNvSpPr>
                <a:spLocks noChangeShapeType="1"/>
              </p:cNvSpPr>
              <p:nvPr/>
            </p:nvSpPr>
            <p:spPr bwMode="auto">
              <a:xfrm flipH="1">
                <a:off x="434" y="1298"/>
                <a:ext cx="755" cy="612"/>
              </a:xfrm>
              <a:prstGeom prst="line">
                <a:avLst/>
              </a:prstGeom>
              <a:noFill/>
              <a:ln w="57150">
                <a:solidFill>
                  <a:srgbClr val="CC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grpSp>
        <p:sp>
          <p:nvSpPr>
            <p:cNvPr id="119" name="Text Box 100"/>
            <p:cNvSpPr txBox="1">
              <a:spLocks noChangeArrowheads="1"/>
            </p:cNvSpPr>
            <p:nvPr/>
          </p:nvSpPr>
          <p:spPr bwMode="auto">
            <a:xfrm>
              <a:off x="2011000" y="3579169"/>
              <a:ext cx="1619354" cy="3416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b="1" dirty="0">
                  <a:solidFill>
                    <a:srgbClr val="CC00CC"/>
                  </a:solidFill>
                  <a:latin typeface="微软雅黑" pitchFamily="34" charset="-122"/>
                  <a:ea typeface="微软雅黑" pitchFamily="34" charset="-122"/>
                </a:rPr>
                <a:t>网 </a:t>
              </a:r>
              <a:r>
                <a:rPr kumimoji="1" lang="en-US" altLang="zh-CN" b="1" dirty="0" smtClean="0">
                  <a:solidFill>
                    <a:srgbClr val="CC00CC"/>
                  </a:solidFill>
                  <a:latin typeface="微软雅黑" pitchFamily="34" charset="-122"/>
                  <a:ea typeface="微软雅黑" pitchFamily="34" charset="-122"/>
                </a:rPr>
                <a:t>1 </a:t>
              </a:r>
              <a:r>
                <a:rPr kumimoji="1" lang="zh-CN" altLang="en-US" b="1" dirty="0" smtClean="0">
                  <a:solidFill>
                    <a:srgbClr val="CC00CC"/>
                  </a:solidFill>
                  <a:latin typeface="微软雅黑" pitchFamily="34" charset="-122"/>
                  <a:ea typeface="微软雅黑" pitchFamily="34" charset="-122"/>
                </a:rPr>
                <a:t>出</a:t>
              </a:r>
              <a:r>
                <a:rPr kumimoji="1" lang="zh-CN" altLang="en-US" b="1" dirty="0">
                  <a:solidFill>
                    <a:srgbClr val="CC00CC"/>
                  </a:solidFill>
                  <a:latin typeface="微软雅黑" pitchFamily="34" charset="-122"/>
                  <a:ea typeface="微软雅黑" pitchFamily="34" charset="-122"/>
                </a:rPr>
                <a:t>了故障</a:t>
              </a:r>
            </a:p>
          </p:txBody>
        </p:sp>
      </p:grpSp>
      <p:grpSp>
        <p:nvGrpSpPr>
          <p:cNvPr id="120" name="Group 106"/>
          <p:cNvGrpSpPr>
            <a:grpSpLocks/>
          </p:cNvGrpSpPr>
          <p:nvPr/>
        </p:nvGrpSpPr>
        <p:grpSpPr bwMode="auto">
          <a:xfrm>
            <a:off x="3872751" y="3640049"/>
            <a:ext cx="1025588" cy="288198"/>
            <a:chOff x="1566" y="2024"/>
            <a:chExt cx="710" cy="213"/>
          </a:xfrm>
          <a:solidFill>
            <a:srgbClr val="FFFF00"/>
          </a:solidFill>
        </p:grpSpPr>
        <p:sp>
          <p:nvSpPr>
            <p:cNvPr id="124" name="Rectangle 109"/>
            <p:cNvSpPr>
              <a:spLocks noChangeArrowheads="1"/>
            </p:cNvSpPr>
            <p:nvPr/>
          </p:nvSpPr>
          <p:spPr bwMode="auto">
            <a:xfrm>
              <a:off x="1589" y="2024"/>
              <a:ext cx="687" cy="19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22" name="Text Box 110"/>
            <p:cNvSpPr txBox="1">
              <a:spLocks noChangeArrowheads="1"/>
            </p:cNvSpPr>
            <p:nvPr/>
          </p:nvSpPr>
          <p:spPr bwMode="auto">
            <a:xfrm>
              <a:off x="1566" y="2066"/>
              <a:ext cx="703" cy="171"/>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b="1" dirty="0">
                  <a:solidFill>
                    <a:srgbClr val="000000"/>
                  </a:solidFill>
                  <a:latin typeface="微软雅黑" pitchFamily="34" charset="-122"/>
                  <a:ea typeface="微软雅黑" pitchFamily="34" charset="-122"/>
                </a:rPr>
                <a:t>1  16  </a:t>
              </a:r>
              <a:r>
                <a:rPr kumimoji="1" lang="en-US" altLang="zh-CN" b="1" dirty="0">
                  <a:solidFill>
                    <a:srgbClr val="000000"/>
                  </a:solidFill>
                  <a:latin typeface="微软雅黑" pitchFamily="34" charset="-122"/>
                  <a:ea typeface="微软雅黑" pitchFamily="34" charset="-122"/>
                  <a:sym typeface="Symbol" pitchFamily="18" charset="2"/>
                </a:rPr>
                <a:t></a:t>
              </a:r>
              <a:endParaRPr kumimoji="1" lang="en-US" altLang="zh-CN" b="1" baseline="-25000" dirty="0">
                <a:solidFill>
                  <a:srgbClr val="000000"/>
                </a:solidFill>
                <a:latin typeface="微软雅黑" pitchFamily="34" charset="-122"/>
                <a:ea typeface="微软雅黑" pitchFamily="34" charset="-122"/>
                <a:sym typeface="Symbol" pitchFamily="18" charset="2"/>
              </a:endParaRPr>
            </a:p>
          </p:txBody>
        </p:sp>
      </p:grpSp>
      <p:sp>
        <p:nvSpPr>
          <p:cNvPr id="125" name="Text Box 120"/>
          <p:cNvSpPr txBox="1">
            <a:spLocks noChangeArrowheads="1"/>
          </p:cNvSpPr>
          <p:nvPr/>
        </p:nvSpPr>
        <p:spPr bwMode="auto">
          <a:xfrm>
            <a:off x="2351584" y="4581128"/>
            <a:ext cx="4736777" cy="1118255"/>
          </a:xfrm>
          <a:prstGeom prst="rect">
            <a:avLst/>
          </a:prstGeom>
          <a:solidFill>
            <a:srgbClr val="00FFFF"/>
          </a:solidFill>
          <a:ln w="9525">
            <a:solidFill>
              <a:schemeClr val="tx2"/>
            </a:solidFill>
            <a:miter lim="800000"/>
            <a:headEnd/>
            <a:tailEnd/>
          </a:ln>
          <a:effectLst/>
          <a:extLst/>
        </p:spPr>
        <p:txBody>
          <a:bodyPr wrap="square">
            <a:spAutoFit/>
          </a:bodyPr>
          <a:lstStyle/>
          <a:p>
            <a:pPr>
              <a:lnSpc>
                <a:spcPts val="2000"/>
              </a:lnSpc>
            </a:pPr>
            <a:r>
              <a:rPr kumimoji="1" lang="en-US" altLang="zh-CN" sz="1400" b="1" dirty="0" smtClean="0">
                <a:solidFill>
                  <a:srgbClr val="000000"/>
                </a:solidFill>
                <a:latin typeface="微软雅黑" pitchFamily="34" charset="-122"/>
                <a:ea typeface="微软雅黑" pitchFamily="34" charset="-122"/>
              </a:rPr>
              <a:t>R</a:t>
            </a:r>
            <a:r>
              <a:rPr kumimoji="1" lang="en-US" altLang="zh-CN" sz="1400" b="1" baseline="-25000" dirty="0" smtClean="0">
                <a:solidFill>
                  <a:srgbClr val="000000"/>
                </a:solidFill>
                <a:latin typeface="微软雅黑" pitchFamily="34" charset="-122"/>
                <a:ea typeface="微软雅黑" pitchFamily="34" charset="-122"/>
              </a:rPr>
              <a:t>1 </a:t>
            </a:r>
            <a:r>
              <a:rPr kumimoji="1" lang="zh-CN" altLang="en-US" sz="1400" b="1" dirty="0" smtClean="0">
                <a:solidFill>
                  <a:srgbClr val="000000"/>
                </a:solidFill>
                <a:latin typeface="微软雅黑" pitchFamily="34" charset="-122"/>
                <a:ea typeface="微软雅黑" pitchFamily="34" charset="-122"/>
              </a:rPr>
              <a:t>收到 </a:t>
            </a:r>
            <a:r>
              <a:rPr kumimoji="1" lang="en-US" altLang="zh-CN" sz="1400" b="1" dirty="0">
                <a:solidFill>
                  <a:srgbClr val="000000"/>
                </a:solidFill>
                <a:latin typeface="微软雅黑" pitchFamily="34" charset="-122"/>
                <a:ea typeface="微软雅黑" pitchFamily="34" charset="-122"/>
              </a:rPr>
              <a:t>R</a:t>
            </a:r>
            <a:r>
              <a:rPr kumimoji="1" lang="en-US" altLang="zh-CN" sz="1400" b="1" baseline="-25000" dirty="0">
                <a:solidFill>
                  <a:srgbClr val="000000"/>
                </a:solidFill>
                <a:latin typeface="微软雅黑" pitchFamily="34" charset="-122"/>
                <a:ea typeface="微软雅黑" pitchFamily="34" charset="-122"/>
              </a:rPr>
              <a:t>2 </a:t>
            </a:r>
            <a:r>
              <a:rPr kumimoji="1" lang="zh-CN" altLang="en-US" sz="1400" b="1" dirty="0" smtClean="0">
                <a:solidFill>
                  <a:srgbClr val="000000"/>
                </a:solidFill>
                <a:latin typeface="微软雅黑" pitchFamily="34" charset="-122"/>
                <a:ea typeface="微软雅黑" pitchFamily="34" charset="-122"/>
              </a:rPr>
              <a:t>的路由信息后</a:t>
            </a:r>
            <a:r>
              <a:rPr kumimoji="1" lang="zh-CN" altLang="en-US" sz="1400" b="1" dirty="0">
                <a:solidFill>
                  <a:srgbClr val="000000"/>
                </a:solidFill>
                <a:latin typeface="微软雅黑" pitchFamily="34" charset="-122"/>
                <a:ea typeface="微软雅黑" pitchFamily="34" charset="-122"/>
              </a:rPr>
              <a:t>，误认为可经过 </a:t>
            </a:r>
            <a:r>
              <a:rPr kumimoji="1" lang="en-US" altLang="zh-CN" sz="1400" b="1" dirty="0">
                <a:solidFill>
                  <a:srgbClr val="000000"/>
                </a:solidFill>
                <a:latin typeface="微软雅黑" pitchFamily="34" charset="-122"/>
                <a:ea typeface="微软雅黑" pitchFamily="34" charset="-122"/>
              </a:rPr>
              <a:t>R</a:t>
            </a:r>
            <a:r>
              <a:rPr kumimoji="1" lang="en-US" altLang="zh-CN" sz="1400" b="1" baseline="-25000" dirty="0">
                <a:solidFill>
                  <a:srgbClr val="000000"/>
                </a:solidFill>
                <a:latin typeface="微软雅黑" pitchFamily="34" charset="-122"/>
                <a:ea typeface="微软雅黑" pitchFamily="34" charset="-122"/>
              </a:rPr>
              <a:t>2</a:t>
            </a:r>
            <a:r>
              <a:rPr kumimoji="1" lang="en-US" altLang="zh-CN" sz="1400" b="1" dirty="0">
                <a:solidFill>
                  <a:srgbClr val="000000"/>
                </a:solidFill>
                <a:latin typeface="微软雅黑" pitchFamily="34" charset="-122"/>
                <a:ea typeface="微软雅黑" pitchFamily="34" charset="-122"/>
              </a:rPr>
              <a:t> </a:t>
            </a:r>
            <a:r>
              <a:rPr kumimoji="1" lang="zh-CN" altLang="en-US" sz="1400" b="1" dirty="0">
                <a:solidFill>
                  <a:srgbClr val="000000"/>
                </a:solidFill>
                <a:latin typeface="微软雅黑" pitchFamily="34" charset="-122"/>
                <a:ea typeface="微软雅黑" pitchFamily="34" charset="-122"/>
              </a:rPr>
              <a:t>到达网 </a:t>
            </a:r>
            <a:r>
              <a:rPr kumimoji="1" lang="en-US" altLang="zh-CN" sz="1400" b="1" dirty="0">
                <a:solidFill>
                  <a:srgbClr val="000000"/>
                </a:solidFill>
                <a:latin typeface="微软雅黑" pitchFamily="34" charset="-122"/>
                <a:ea typeface="微软雅黑" pitchFamily="34" charset="-122"/>
              </a:rPr>
              <a:t>1</a:t>
            </a:r>
            <a:r>
              <a:rPr kumimoji="1" lang="zh-CN" altLang="en-US" sz="1400" b="1" dirty="0">
                <a:solidFill>
                  <a:srgbClr val="000000"/>
                </a:solidFill>
                <a:latin typeface="微软雅黑" pitchFamily="34" charset="-122"/>
                <a:ea typeface="微软雅黑" pitchFamily="34" charset="-122"/>
              </a:rPr>
              <a:t>，</a:t>
            </a:r>
            <a:r>
              <a:rPr kumimoji="1" lang="zh-CN" altLang="en-US" sz="1400" b="1" dirty="0" smtClean="0">
                <a:solidFill>
                  <a:srgbClr val="000000"/>
                </a:solidFill>
                <a:latin typeface="微软雅黑" pitchFamily="34" charset="-122"/>
                <a:ea typeface="微软雅黑" pitchFamily="34" charset="-122"/>
              </a:rPr>
              <a:t>于是将收到的路由信息“</a:t>
            </a:r>
            <a:r>
              <a:rPr kumimoji="1" lang="en-US" altLang="zh-CN" sz="1400" b="1" dirty="0" smtClean="0">
                <a:solidFill>
                  <a:srgbClr val="000000"/>
                </a:solidFill>
                <a:latin typeface="微软雅黑" pitchFamily="34" charset="-122"/>
                <a:ea typeface="微软雅黑" pitchFamily="34" charset="-122"/>
              </a:rPr>
              <a:t>1</a:t>
            </a:r>
            <a:r>
              <a:rPr kumimoji="1" lang="zh-CN" altLang="en-US" sz="1400" b="1" dirty="0" smtClean="0">
                <a:solidFill>
                  <a:srgbClr val="000000"/>
                </a:solidFill>
                <a:latin typeface="微软雅黑" pitchFamily="34" charset="-122"/>
                <a:ea typeface="微软雅黑" pitchFamily="34" charset="-122"/>
              </a:rPr>
              <a:t>，</a:t>
            </a:r>
            <a:r>
              <a:rPr kumimoji="1" lang="en-US" altLang="zh-CN" sz="1400" b="1" dirty="0" smtClean="0">
                <a:solidFill>
                  <a:srgbClr val="000000"/>
                </a:solidFill>
                <a:latin typeface="微软雅黑" pitchFamily="34" charset="-122"/>
                <a:ea typeface="微软雅黑" pitchFamily="34" charset="-122"/>
              </a:rPr>
              <a:t>2</a:t>
            </a:r>
            <a:r>
              <a:rPr kumimoji="1" lang="zh-CN" altLang="en-US" sz="1400" b="1" dirty="0" smtClean="0">
                <a:solidFill>
                  <a:srgbClr val="000000"/>
                </a:solidFill>
                <a:latin typeface="微软雅黑" pitchFamily="34" charset="-122"/>
                <a:ea typeface="微软雅黑" pitchFamily="34" charset="-122"/>
              </a:rPr>
              <a:t>，</a:t>
            </a:r>
            <a:r>
              <a:rPr kumimoji="1" lang="en-US" altLang="zh-CN" sz="1400" b="1" dirty="0" smtClean="0">
                <a:solidFill>
                  <a:srgbClr val="000000"/>
                </a:solidFill>
                <a:latin typeface="微软雅黑" pitchFamily="34" charset="-122"/>
                <a:ea typeface="微软雅黑" pitchFamily="34" charset="-122"/>
              </a:rPr>
              <a:t>R</a:t>
            </a:r>
            <a:r>
              <a:rPr kumimoji="1" lang="en-US" altLang="zh-CN" sz="1400" b="1" baseline="-25000" dirty="0" smtClean="0">
                <a:solidFill>
                  <a:srgbClr val="000000"/>
                </a:solidFill>
                <a:latin typeface="微软雅黑" pitchFamily="34" charset="-122"/>
                <a:ea typeface="微软雅黑" pitchFamily="34" charset="-122"/>
              </a:rPr>
              <a:t>1</a:t>
            </a:r>
            <a:r>
              <a:rPr kumimoji="1" lang="zh-CN" altLang="en-US" sz="1400" b="1" dirty="0" smtClean="0">
                <a:solidFill>
                  <a:srgbClr val="000000"/>
                </a:solidFill>
                <a:latin typeface="微软雅黑" pitchFamily="34" charset="-122"/>
                <a:ea typeface="微软雅黑" pitchFamily="34" charset="-122"/>
              </a:rPr>
              <a:t>”修改为“</a:t>
            </a:r>
            <a:r>
              <a:rPr kumimoji="1" lang="en-US" altLang="zh-CN" sz="1400" b="1" dirty="0" smtClean="0">
                <a:solidFill>
                  <a:srgbClr val="000000"/>
                </a:solidFill>
                <a:latin typeface="微软雅黑" pitchFamily="34" charset="-122"/>
                <a:ea typeface="微软雅黑" pitchFamily="34" charset="-122"/>
              </a:rPr>
              <a:t>1</a:t>
            </a:r>
            <a:r>
              <a:rPr kumimoji="1" lang="zh-CN" altLang="en-US" sz="1400" b="1" dirty="0" smtClean="0">
                <a:solidFill>
                  <a:srgbClr val="000000"/>
                </a:solidFill>
                <a:latin typeface="微软雅黑" pitchFamily="34" charset="-122"/>
                <a:ea typeface="微软雅黑" pitchFamily="34" charset="-122"/>
              </a:rPr>
              <a:t>，</a:t>
            </a:r>
            <a:r>
              <a:rPr kumimoji="1" lang="en-US" altLang="zh-CN" sz="1400" b="1" dirty="0" smtClean="0">
                <a:solidFill>
                  <a:srgbClr val="000000"/>
                </a:solidFill>
                <a:latin typeface="微软雅黑" pitchFamily="34" charset="-122"/>
                <a:ea typeface="微软雅黑" pitchFamily="34" charset="-122"/>
              </a:rPr>
              <a:t>3</a:t>
            </a:r>
            <a:r>
              <a:rPr kumimoji="1" lang="zh-CN" altLang="en-US" sz="1400" b="1" dirty="0" smtClean="0">
                <a:solidFill>
                  <a:srgbClr val="000000"/>
                </a:solidFill>
                <a:latin typeface="微软雅黑" pitchFamily="34" charset="-122"/>
                <a:ea typeface="微软雅黑" pitchFamily="34" charset="-122"/>
              </a:rPr>
              <a:t>，</a:t>
            </a:r>
            <a:r>
              <a:rPr kumimoji="1" lang="en-US" altLang="zh-CN" sz="1400" b="1" dirty="0" smtClean="0">
                <a:solidFill>
                  <a:srgbClr val="000000"/>
                </a:solidFill>
                <a:latin typeface="微软雅黑" pitchFamily="34" charset="-122"/>
                <a:ea typeface="微软雅黑" pitchFamily="34" charset="-122"/>
              </a:rPr>
              <a:t>R</a:t>
            </a:r>
            <a:r>
              <a:rPr kumimoji="1" lang="en-US" altLang="zh-CN" sz="1400" b="1" baseline="-25000" dirty="0" smtClean="0">
                <a:solidFill>
                  <a:srgbClr val="000000"/>
                </a:solidFill>
                <a:latin typeface="微软雅黑" pitchFamily="34" charset="-122"/>
                <a:ea typeface="微软雅黑" pitchFamily="34" charset="-122"/>
              </a:rPr>
              <a:t>2</a:t>
            </a:r>
            <a:r>
              <a:rPr kumimoji="1" lang="zh-CN" altLang="en-US" sz="1400" b="1" dirty="0" smtClean="0">
                <a:solidFill>
                  <a:srgbClr val="000000"/>
                </a:solidFill>
                <a:latin typeface="微软雅黑" pitchFamily="34" charset="-122"/>
                <a:ea typeface="微软雅黑" pitchFamily="34" charset="-122"/>
              </a:rPr>
              <a:t>”并更新自己的路由表。等到 </a:t>
            </a:r>
            <a:r>
              <a:rPr kumimoji="1" lang="en-US" altLang="zh-CN" sz="1400" b="1" dirty="0" smtClean="0">
                <a:solidFill>
                  <a:srgbClr val="000000"/>
                </a:solidFill>
                <a:latin typeface="微软雅黑" pitchFamily="34" charset="-122"/>
                <a:ea typeface="微软雅黑" pitchFamily="34" charset="-122"/>
              </a:rPr>
              <a:t>R</a:t>
            </a:r>
            <a:r>
              <a:rPr kumimoji="1" lang="en-US" altLang="zh-CN" sz="1400" b="1" baseline="-25000" dirty="0" smtClean="0">
                <a:solidFill>
                  <a:srgbClr val="000000"/>
                </a:solidFill>
                <a:latin typeface="微软雅黑" pitchFamily="34" charset="-122"/>
                <a:ea typeface="微软雅黑" pitchFamily="34" charset="-122"/>
              </a:rPr>
              <a:t>1</a:t>
            </a:r>
            <a:r>
              <a:rPr kumimoji="1" lang="zh-CN" altLang="en-US" sz="1400" b="1" dirty="0">
                <a:solidFill>
                  <a:srgbClr val="000000"/>
                </a:solidFill>
                <a:latin typeface="微软雅黑" pitchFamily="34" charset="-122"/>
                <a:ea typeface="微软雅黑" pitchFamily="34" charset="-122"/>
              </a:rPr>
              <a:t> </a:t>
            </a:r>
            <a:r>
              <a:rPr kumimoji="1" lang="zh-CN" altLang="en-US" sz="1400" b="1" dirty="0" smtClean="0">
                <a:solidFill>
                  <a:srgbClr val="000000"/>
                </a:solidFill>
                <a:latin typeface="微软雅黑" pitchFamily="34" charset="-122"/>
                <a:ea typeface="微软雅黑" pitchFamily="34" charset="-122"/>
              </a:rPr>
              <a:t>发送路由信息时，会将此路由信息</a:t>
            </a:r>
            <a:r>
              <a:rPr kumimoji="1" lang="zh-CN" altLang="en-US" sz="1400" b="1" dirty="0">
                <a:solidFill>
                  <a:srgbClr val="000000"/>
                </a:solidFill>
                <a:latin typeface="微软雅黑" pitchFamily="34" charset="-122"/>
                <a:ea typeface="微软雅黑" pitchFamily="34" charset="-122"/>
              </a:rPr>
              <a:t>发送给 </a:t>
            </a:r>
            <a:r>
              <a:rPr kumimoji="1" lang="en-US" altLang="zh-CN" sz="1400" b="1" dirty="0">
                <a:solidFill>
                  <a:srgbClr val="000000"/>
                </a:solidFill>
                <a:latin typeface="微软雅黑" pitchFamily="34" charset="-122"/>
                <a:ea typeface="微软雅黑" pitchFamily="34" charset="-122"/>
              </a:rPr>
              <a:t>R</a:t>
            </a:r>
            <a:r>
              <a:rPr kumimoji="1" lang="en-US" altLang="zh-CN" sz="1400" b="1" baseline="-25000" dirty="0">
                <a:solidFill>
                  <a:srgbClr val="000000"/>
                </a:solidFill>
                <a:latin typeface="微软雅黑" pitchFamily="34" charset="-122"/>
                <a:ea typeface="微软雅黑" pitchFamily="34" charset="-122"/>
              </a:rPr>
              <a:t>2</a:t>
            </a:r>
            <a:r>
              <a:rPr kumimoji="1" lang="zh-CN" altLang="en-US" sz="1400" b="1" dirty="0">
                <a:solidFill>
                  <a:srgbClr val="000000"/>
                </a:solidFill>
                <a:latin typeface="微软雅黑" pitchFamily="34" charset="-122"/>
                <a:ea typeface="微软雅黑" pitchFamily="34" charset="-122"/>
              </a:rPr>
              <a:t>。</a:t>
            </a:r>
          </a:p>
        </p:txBody>
      </p:sp>
      <p:grpSp>
        <p:nvGrpSpPr>
          <p:cNvPr id="126" name="Group 115"/>
          <p:cNvGrpSpPr>
            <a:grpSpLocks/>
          </p:cNvGrpSpPr>
          <p:nvPr/>
        </p:nvGrpSpPr>
        <p:grpSpPr bwMode="auto">
          <a:xfrm>
            <a:off x="6688063" y="3595396"/>
            <a:ext cx="1357820" cy="290903"/>
            <a:chOff x="3515" y="1991"/>
            <a:chExt cx="940" cy="215"/>
          </a:xfrm>
          <a:solidFill>
            <a:srgbClr val="66FF66"/>
          </a:solidFill>
        </p:grpSpPr>
        <p:grpSp>
          <p:nvGrpSpPr>
            <p:cNvPr id="127" name="Group 116"/>
            <p:cNvGrpSpPr>
              <a:grpSpLocks/>
            </p:cNvGrpSpPr>
            <p:nvPr/>
          </p:nvGrpSpPr>
          <p:grpSpPr bwMode="auto">
            <a:xfrm flipH="1">
              <a:off x="3515" y="1991"/>
              <a:ext cx="927" cy="197"/>
              <a:chOff x="1491" y="212"/>
              <a:chExt cx="853" cy="240"/>
            </a:xfrm>
            <a:grpFill/>
          </p:grpSpPr>
          <p:sp>
            <p:nvSpPr>
              <p:cNvPr id="129" name="AutoShape 117"/>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30" name="Rectangle 118"/>
              <p:cNvSpPr>
                <a:spLocks noChangeArrowheads="1"/>
              </p:cNvSpPr>
              <p:nvPr/>
            </p:nvSpPr>
            <p:spPr bwMode="auto">
              <a:xfrm>
                <a:off x="1491" y="212"/>
                <a:ext cx="632" cy="240"/>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grpSp>
        <p:sp>
          <p:nvSpPr>
            <p:cNvPr id="128" name="Text Box 119"/>
            <p:cNvSpPr txBox="1">
              <a:spLocks noChangeArrowheads="1"/>
            </p:cNvSpPr>
            <p:nvPr/>
          </p:nvSpPr>
          <p:spPr bwMode="auto">
            <a:xfrm>
              <a:off x="3761" y="2035"/>
              <a:ext cx="694" cy="171"/>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b="1" dirty="0">
                  <a:solidFill>
                    <a:srgbClr val="000000"/>
                  </a:solidFill>
                  <a:latin typeface="微软雅黑" pitchFamily="34" charset="-122"/>
                  <a:ea typeface="微软雅黑" pitchFamily="34" charset="-122"/>
                </a:rPr>
                <a:t>1  2  </a:t>
              </a:r>
              <a:r>
                <a:rPr kumimoji="1" lang="en-US" altLang="zh-CN" b="1" dirty="0">
                  <a:solidFill>
                    <a:srgbClr val="000000"/>
                  </a:solidFill>
                  <a:latin typeface="微软雅黑" pitchFamily="34" charset="-122"/>
                  <a:ea typeface="微软雅黑" pitchFamily="34" charset="-122"/>
                  <a:sym typeface="Symbol" pitchFamily="18" charset="2"/>
                </a:rPr>
                <a:t>R</a:t>
              </a:r>
              <a:r>
                <a:rPr kumimoji="1" lang="en-US" altLang="zh-CN" b="1" baseline="-25000" dirty="0">
                  <a:solidFill>
                    <a:srgbClr val="000000"/>
                  </a:solidFill>
                  <a:latin typeface="微软雅黑" pitchFamily="34" charset="-122"/>
                  <a:ea typeface="微软雅黑" pitchFamily="34" charset="-122"/>
                  <a:sym typeface="Symbol" pitchFamily="18" charset="2"/>
                </a:rPr>
                <a:t>1</a:t>
              </a:r>
            </a:p>
          </p:txBody>
        </p:sp>
      </p:grpSp>
      <p:grpSp>
        <p:nvGrpSpPr>
          <p:cNvPr id="123" name="Group 121"/>
          <p:cNvGrpSpPr>
            <a:grpSpLocks/>
          </p:cNvGrpSpPr>
          <p:nvPr/>
        </p:nvGrpSpPr>
        <p:grpSpPr bwMode="auto">
          <a:xfrm>
            <a:off x="3871307" y="4068982"/>
            <a:ext cx="1373709" cy="296317"/>
            <a:chOff x="1565" y="2478"/>
            <a:chExt cx="951" cy="219"/>
          </a:xfrm>
          <a:solidFill>
            <a:srgbClr val="FFFF00"/>
          </a:solidFill>
        </p:grpSpPr>
        <p:grpSp>
          <p:nvGrpSpPr>
            <p:cNvPr id="131" name="Group 122"/>
            <p:cNvGrpSpPr>
              <a:grpSpLocks/>
            </p:cNvGrpSpPr>
            <p:nvPr/>
          </p:nvGrpSpPr>
          <p:grpSpPr bwMode="auto">
            <a:xfrm>
              <a:off x="1589" y="2478"/>
              <a:ext cx="927" cy="197"/>
              <a:chOff x="1491" y="212"/>
              <a:chExt cx="853" cy="240"/>
            </a:xfrm>
            <a:grpFill/>
          </p:grpSpPr>
          <p:sp>
            <p:nvSpPr>
              <p:cNvPr id="133" name="AutoShape 123"/>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34" name="Rectangle 124"/>
              <p:cNvSpPr>
                <a:spLocks noChangeArrowheads="1"/>
              </p:cNvSpPr>
              <p:nvPr/>
            </p:nvSpPr>
            <p:spPr bwMode="auto">
              <a:xfrm>
                <a:off x="1491" y="212"/>
                <a:ext cx="632" cy="240"/>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grpSp>
        <p:sp>
          <p:nvSpPr>
            <p:cNvPr id="132" name="Text Box 125"/>
            <p:cNvSpPr txBox="1">
              <a:spLocks noChangeArrowheads="1"/>
            </p:cNvSpPr>
            <p:nvPr/>
          </p:nvSpPr>
          <p:spPr bwMode="auto">
            <a:xfrm>
              <a:off x="1565" y="2526"/>
              <a:ext cx="694" cy="171"/>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b="1" dirty="0">
                  <a:solidFill>
                    <a:srgbClr val="000000"/>
                  </a:solidFill>
                  <a:latin typeface="微软雅黑" pitchFamily="34" charset="-122"/>
                  <a:ea typeface="微软雅黑" pitchFamily="34" charset="-122"/>
                </a:rPr>
                <a:t>1  3  </a:t>
              </a:r>
              <a:r>
                <a:rPr kumimoji="1" lang="en-US" altLang="zh-CN" b="1" dirty="0">
                  <a:solidFill>
                    <a:srgbClr val="000000"/>
                  </a:solidFill>
                  <a:latin typeface="微软雅黑" pitchFamily="34" charset="-122"/>
                  <a:ea typeface="微软雅黑" pitchFamily="34" charset="-122"/>
                  <a:sym typeface="Symbol" pitchFamily="18" charset="2"/>
                </a:rPr>
                <a:t>R</a:t>
              </a:r>
              <a:r>
                <a:rPr kumimoji="1" lang="en-US" altLang="zh-CN" b="1" baseline="-25000" dirty="0">
                  <a:solidFill>
                    <a:srgbClr val="000000"/>
                  </a:solidFill>
                  <a:latin typeface="微软雅黑" pitchFamily="34" charset="-122"/>
                  <a:ea typeface="微软雅黑" pitchFamily="34" charset="-122"/>
                  <a:sym typeface="Symbol" pitchFamily="18" charset="2"/>
                </a:rPr>
                <a:t>2</a:t>
              </a:r>
            </a:p>
          </p:txBody>
        </p:sp>
      </p:grpSp>
    </p:spTree>
    <p:extLst>
      <p:ext uri="{BB962C8B-B14F-4D97-AF65-F5344CB8AC3E}">
        <p14:creationId xmlns:p14="http://schemas.microsoft.com/office/powerpoint/2010/main" val="37330442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3"/>
                                        </p:tgtEl>
                                        <p:attrNameLst>
                                          <p:attrName>style.visibility</p:attrName>
                                        </p:attrNameLst>
                                      </p:cBhvr>
                                      <p:to>
                                        <p:strVal val="visible"/>
                                      </p:to>
                                    </p:set>
                                  </p:childTnLst>
                                </p:cTn>
                              </p:par>
                            </p:childTnLst>
                          </p:cTn>
                        </p:par>
                        <p:par>
                          <p:cTn id="9" fill="hold">
                            <p:stCondLst>
                              <p:cond delay="0"/>
                            </p:stCondLst>
                            <p:childTnLst>
                              <p:par>
                                <p:cTn id="10" presetID="35" presetClass="emph" presetSubtype="0" repeatCount="3000" fill="hold" nodeType="afterEffect">
                                  <p:stCondLst>
                                    <p:cond delay="500"/>
                                  </p:stCondLst>
                                  <p:childTnLst>
                                    <p:anim calcmode="discrete" valueType="str">
                                      <p:cBhvr>
                                        <p:cTn id="11" dur="1000" fill="hold"/>
                                        <p:tgtEl>
                                          <p:spTgt spid="12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animBg="1"/>
    </p:bld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Rectangle 2"/>
          <p:cNvSpPr txBox="1">
            <a:spLocks noChangeArrowheads="1"/>
          </p:cNvSpPr>
          <p:nvPr/>
        </p:nvSpPr>
        <p:spPr>
          <a:xfrm>
            <a:off x="609600" y="274638"/>
            <a:ext cx="10972800" cy="817562"/>
          </a:xfrm>
          <a:prstGeom prst="rect">
            <a:avLst/>
          </a:prstGeom>
        </p:spPr>
        <p:txBody>
          <a:bodyPr anchor="ct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r>
              <a:rPr lang="en-US" altLang="zh-CN" dirty="0" smtClean="0"/>
              <a:t>RIP </a:t>
            </a:r>
            <a:r>
              <a:rPr lang="zh-CN" altLang="en-US" dirty="0" smtClean="0"/>
              <a:t>协议的缺点：坏消息传播得慢 </a:t>
            </a:r>
          </a:p>
        </p:txBody>
      </p:sp>
      <p:sp>
        <p:nvSpPr>
          <p:cNvPr id="63" name="圆角矩形 62"/>
          <p:cNvSpPr/>
          <p:nvPr/>
        </p:nvSpPr>
        <p:spPr>
          <a:xfrm>
            <a:off x="545144" y="1412776"/>
            <a:ext cx="11037256" cy="518457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53" name="组合 152"/>
          <p:cNvGrpSpPr/>
          <p:nvPr/>
        </p:nvGrpSpPr>
        <p:grpSpPr>
          <a:xfrm>
            <a:off x="1834576" y="1484785"/>
            <a:ext cx="7868136" cy="1200330"/>
            <a:chOff x="1486022" y="815444"/>
            <a:chExt cx="5741255" cy="863132"/>
          </a:xfrm>
        </p:grpSpPr>
        <p:sp>
          <p:nvSpPr>
            <p:cNvPr id="154" name="Line 2"/>
            <p:cNvSpPr>
              <a:spLocks noChangeShapeType="1"/>
            </p:cNvSpPr>
            <p:nvPr/>
          </p:nvSpPr>
          <p:spPr bwMode="auto">
            <a:xfrm>
              <a:off x="2416723" y="1233220"/>
              <a:ext cx="429724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pic>
          <p:nvPicPr>
            <p:cNvPr id="155" name="Picture 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7028" y="1137872"/>
              <a:ext cx="483796" cy="20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56" name="Text Box 4"/>
            <p:cNvSpPr txBox="1">
              <a:spLocks noChangeArrowheads="1"/>
            </p:cNvSpPr>
            <p:nvPr/>
          </p:nvSpPr>
          <p:spPr bwMode="auto">
            <a:xfrm>
              <a:off x="5578787" y="1290624"/>
              <a:ext cx="321897" cy="265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chemeClr val="tx2">
                      <a:lumMod val="60000"/>
                      <a:lumOff val="40000"/>
                    </a:schemeClr>
                  </a:solidFill>
                  <a:latin typeface="微软雅黑" pitchFamily="34" charset="-122"/>
                  <a:ea typeface="微软雅黑" pitchFamily="34" charset="-122"/>
                </a:rPr>
                <a:t>R</a:t>
              </a:r>
              <a:r>
                <a:rPr kumimoji="1" lang="en-US" altLang="zh-CN" b="1" baseline="-25000">
                  <a:solidFill>
                    <a:schemeClr val="tx2">
                      <a:lumMod val="60000"/>
                      <a:lumOff val="40000"/>
                    </a:schemeClr>
                  </a:solidFill>
                  <a:latin typeface="微软雅黑" pitchFamily="34" charset="-122"/>
                  <a:ea typeface="微软雅黑" pitchFamily="34" charset="-122"/>
                </a:rPr>
                <a:t>2</a:t>
              </a:r>
              <a:endParaRPr kumimoji="1" lang="en-US" altLang="zh-CN" b="1">
                <a:solidFill>
                  <a:schemeClr val="tx2">
                    <a:lumMod val="60000"/>
                    <a:lumOff val="40000"/>
                  </a:schemeClr>
                </a:solidFill>
                <a:latin typeface="微软雅黑" pitchFamily="34" charset="-122"/>
                <a:ea typeface="微软雅黑" pitchFamily="34" charset="-122"/>
              </a:endParaRPr>
            </a:p>
          </p:txBody>
        </p:sp>
        <p:sp>
          <p:nvSpPr>
            <p:cNvPr id="157" name="Text Box 5"/>
            <p:cNvSpPr txBox="1">
              <a:spLocks noChangeArrowheads="1"/>
            </p:cNvSpPr>
            <p:nvPr/>
          </p:nvSpPr>
          <p:spPr bwMode="auto">
            <a:xfrm>
              <a:off x="3190375" y="1290624"/>
              <a:ext cx="321897" cy="265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chemeClr val="tx2">
                      <a:lumMod val="60000"/>
                      <a:lumOff val="40000"/>
                    </a:schemeClr>
                  </a:solidFill>
                  <a:latin typeface="微软雅黑" pitchFamily="34" charset="-122"/>
                  <a:ea typeface="微软雅黑" pitchFamily="34" charset="-122"/>
                </a:rPr>
                <a:t>R</a:t>
              </a:r>
              <a:r>
                <a:rPr kumimoji="1" lang="en-US" altLang="zh-CN" b="1" baseline="-25000">
                  <a:solidFill>
                    <a:schemeClr val="tx2">
                      <a:lumMod val="60000"/>
                      <a:lumOff val="40000"/>
                    </a:schemeClr>
                  </a:solidFill>
                  <a:latin typeface="微软雅黑" pitchFamily="34" charset="-122"/>
                  <a:ea typeface="微软雅黑" pitchFamily="34" charset="-122"/>
                </a:rPr>
                <a:t>1</a:t>
              </a:r>
              <a:endParaRPr kumimoji="1" lang="en-US" altLang="zh-CN" b="1">
                <a:solidFill>
                  <a:schemeClr val="tx2">
                    <a:lumMod val="60000"/>
                    <a:lumOff val="40000"/>
                  </a:schemeClr>
                </a:solidFill>
                <a:latin typeface="微软雅黑" pitchFamily="34" charset="-122"/>
                <a:ea typeface="微软雅黑" pitchFamily="34" charset="-122"/>
              </a:endParaRPr>
            </a:p>
          </p:txBody>
        </p:sp>
        <p:pic>
          <p:nvPicPr>
            <p:cNvPr id="158"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34387" y="1137872"/>
              <a:ext cx="484850" cy="20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159" name="Group 7"/>
            <p:cNvGrpSpPr>
              <a:grpSpLocks/>
            </p:cNvGrpSpPr>
            <p:nvPr/>
          </p:nvGrpSpPr>
          <p:grpSpPr bwMode="auto">
            <a:xfrm>
              <a:off x="1793796" y="968580"/>
              <a:ext cx="783138" cy="526362"/>
              <a:chOff x="4830" y="1752"/>
              <a:chExt cx="667" cy="477"/>
            </a:xfrm>
            <a:solidFill>
              <a:srgbClr val="00FFFF"/>
            </a:solidFill>
          </p:grpSpPr>
          <p:grpSp>
            <p:nvGrpSpPr>
              <p:cNvPr id="197" name="Group 8"/>
              <p:cNvGrpSpPr>
                <a:grpSpLocks/>
              </p:cNvGrpSpPr>
              <p:nvPr/>
            </p:nvGrpSpPr>
            <p:grpSpPr bwMode="auto">
              <a:xfrm>
                <a:off x="4830" y="1752"/>
                <a:ext cx="667" cy="477"/>
                <a:chOff x="2949" y="196"/>
                <a:chExt cx="941" cy="598"/>
              </a:xfrm>
              <a:grpFill/>
            </p:grpSpPr>
            <p:sp>
              <p:nvSpPr>
                <p:cNvPr id="199" name="Oval 9"/>
                <p:cNvSpPr>
                  <a:spLocks noChangeArrowheads="1"/>
                </p:cNvSpPr>
                <p:nvPr/>
              </p:nvSpPr>
              <p:spPr bwMode="auto">
                <a:xfrm>
                  <a:off x="3168" y="196"/>
                  <a:ext cx="407" cy="162"/>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0" name="Oval 10"/>
                <p:cNvSpPr>
                  <a:spLocks noChangeArrowheads="1"/>
                </p:cNvSpPr>
                <p:nvPr/>
              </p:nvSpPr>
              <p:spPr bwMode="auto">
                <a:xfrm rot="900000">
                  <a:off x="3512" y="252"/>
                  <a:ext cx="275" cy="131"/>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1" name="Oval 11"/>
                <p:cNvSpPr>
                  <a:spLocks noChangeArrowheads="1"/>
                </p:cNvSpPr>
                <p:nvPr/>
              </p:nvSpPr>
              <p:spPr bwMode="auto">
                <a:xfrm rot="1500000">
                  <a:off x="3650" y="385"/>
                  <a:ext cx="240" cy="153"/>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2" name="Oval 12"/>
                <p:cNvSpPr>
                  <a:spLocks noChangeArrowheads="1"/>
                </p:cNvSpPr>
                <p:nvPr/>
              </p:nvSpPr>
              <p:spPr bwMode="auto">
                <a:xfrm rot="20040000">
                  <a:off x="3573" y="537"/>
                  <a:ext cx="291" cy="18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3" name="Oval 13"/>
                <p:cNvSpPr>
                  <a:spLocks noChangeArrowheads="1"/>
                </p:cNvSpPr>
                <p:nvPr/>
              </p:nvSpPr>
              <p:spPr bwMode="auto">
                <a:xfrm>
                  <a:off x="3216" y="555"/>
                  <a:ext cx="471" cy="23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4" name="Oval 14"/>
                <p:cNvSpPr>
                  <a:spLocks noChangeArrowheads="1"/>
                </p:cNvSpPr>
                <p:nvPr/>
              </p:nvSpPr>
              <p:spPr bwMode="auto">
                <a:xfrm rot="1080000">
                  <a:off x="3023" y="555"/>
                  <a:ext cx="26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5" name="Oval 15"/>
                <p:cNvSpPr>
                  <a:spLocks noChangeArrowheads="1"/>
                </p:cNvSpPr>
                <p:nvPr/>
              </p:nvSpPr>
              <p:spPr bwMode="auto">
                <a:xfrm>
                  <a:off x="2949" y="432"/>
                  <a:ext cx="217"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6" name="Oval 16"/>
                <p:cNvSpPr>
                  <a:spLocks noChangeArrowheads="1"/>
                </p:cNvSpPr>
                <p:nvPr/>
              </p:nvSpPr>
              <p:spPr bwMode="auto">
                <a:xfrm rot="19740000">
                  <a:off x="2984" y="310"/>
                  <a:ext cx="29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7" name="Freeform 1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208" name="Freeform 1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209" name="Freeform 1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grpSp>
          <p:sp>
            <p:nvSpPr>
              <p:cNvPr id="198" name="Text Box 20"/>
              <p:cNvSpPr txBox="1">
                <a:spLocks noChangeArrowheads="1"/>
              </p:cNvSpPr>
              <p:nvPr/>
            </p:nvSpPr>
            <p:spPr bwMode="auto">
              <a:xfrm>
                <a:off x="4967" y="1856"/>
                <a:ext cx="390" cy="24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chemeClr val="tx2">
                        <a:lumMod val="60000"/>
                        <a:lumOff val="40000"/>
                      </a:schemeClr>
                    </a:solidFill>
                    <a:latin typeface="微软雅黑" pitchFamily="34" charset="-122"/>
                    <a:ea typeface="微软雅黑" pitchFamily="34" charset="-122"/>
                  </a:rPr>
                  <a:t>网 </a:t>
                </a:r>
                <a:r>
                  <a:rPr kumimoji="1" lang="en-US" altLang="zh-CN" b="1" dirty="0">
                    <a:solidFill>
                      <a:schemeClr val="tx2">
                        <a:lumMod val="60000"/>
                        <a:lumOff val="40000"/>
                      </a:schemeClr>
                    </a:solidFill>
                    <a:latin typeface="微软雅黑" pitchFamily="34" charset="-122"/>
                    <a:ea typeface="微软雅黑" pitchFamily="34" charset="-122"/>
                  </a:rPr>
                  <a:t>1</a:t>
                </a:r>
              </a:p>
            </p:txBody>
          </p:sp>
        </p:grpSp>
        <p:grpSp>
          <p:nvGrpSpPr>
            <p:cNvPr id="160" name="Group 21"/>
            <p:cNvGrpSpPr>
              <a:grpSpLocks/>
            </p:cNvGrpSpPr>
            <p:nvPr/>
          </p:nvGrpSpPr>
          <p:grpSpPr bwMode="auto">
            <a:xfrm>
              <a:off x="6444139" y="968580"/>
              <a:ext cx="783138" cy="526362"/>
              <a:chOff x="4830" y="1752"/>
              <a:chExt cx="667" cy="477"/>
            </a:xfrm>
            <a:solidFill>
              <a:srgbClr val="00FFFF"/>
            </a:solidFill>
          </p:grpSpPr>
          <p:grpSp>
            <p:nvGrpSpPr>
              <p:cNvPr id="184" name="Group 22"/>
              <p:cNvGrpSpPr>
                <a:grpSpLocks/>
              </p:cNvGrpSpPr>
              <p:nvPr/>
            </p:nvGrpSpPr>
            <p:grpSpPr bwMode="auto">
              <a:xfrm>
                <a:off x="4830" y="1752"/>
                <a:ext cx="667" cy="477"/>
                <a:chOff x="2949" y="196"/>
                <a:chExt cx="941" cy="598"/>
              </a:xfrm>
              <a:grpFill/>
            </p:grpSpPr>
            <p:sp>
              <p:nvSpPr>
                <p:cNvPr id="186" name="Oval 23"/>
                <p:cNvSpPr>
                  <a:spLocks noChangeArrowheads="1"/>
                </p:cNvSpPr>
                <p:nvPr/>
              </p:nvSpPr>
              <p:spPr bwMode="auto">
                <a:xfrm>
                  <a:off x="3168" y="196"/>
                  <a:ext cx="407" cy="162"/>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87" name="Oval 24"/>
                <p:cNvSpPr>
                  <a:spLocks noChangeArrowheads="1"/>
                </p:cNvSpPr>
                <p:nvPr/>
              </p:nvSpPr>
              <p:spPr bwMode="auto">
                <a:xfrm rot="900000">
                  <a:off x="3512" y="252"/>
                  <a:ext cx="275" cy="131"/>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88" name="Oval 25"/>
                <p:cNvSpPr>
                  <a:spLocks noChangeArrowheads="1"/>
                </p:cNvSpPr>
                <p:nvPr/>
              </p:nvSpPr>
              <p:spPr bwMode="auto">
                <a:xfrm rot="1500000">
                  <a:off x="3650" y="385"/>
                  <a:ext cx="240" cy="153"/>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89" name="Oval 26"/>
                <p:cNvSpPr>
                  <a:spLocks noChangeArrowheads="1"/>
                </p:cNvSpPr>
                <p:nvPr/>
              </p:nvSpPr>
              <p:spPr bwMode="auto">
                <a:xfrm rot="20040000">
                  <a:off x="3573" y="537"/>
                  <a:ext cx="291" cy="18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90" name="Oval 27"/>
                <p:cNvSpPr>
                  <a:spLocks noChangeArrowheads="1"/>
                </p:cNvSpPr>
                <p:nvPr/>
              </p:nvSpPr>
              <p:spPr bwMode="auto">
                <a:xfrm>
                  <a:off x="3216" y="555"/>
                  <a:ext cx="471" cy="23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91" name="Oval 28"/>
                <p:cNvSpPr>
                  <a:spLocks noChangeArrowheads="1"/>
                </p:cNvSpPr>
                <p:nvPr/>
              </p:nvSpPr>
              <p:spPr bwMode="auto">
                <a:xfrm rot="1080000">
                  <a:off x="3023" y="555"/>
                  <a:ext cx="26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92" name="Oval 29"/>
                <p:cNvSpPr>
                  <a:spLocks noChangeArrowheads="1"/>
                </p:cNvSpPr>
                <p:nvPr/>
              </p:nvSpPr>
              <p:spPr bwMode="auto">
                <a:xfrm>
                  <a:off x="2949" y="432"/>
                  <a:ext cx="217"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93" name="Oval 30"/>
                <p:cNvSpPr>
                  <a:spLocks noChangeArrowheads="1"/>
                </p:cNvSpPr>
                <p:nvPr/>
              </p:nvSpPr>
              <p:spPr bwMode="auto">
                <a:xfrm rot="19740000">
                  <a:off x="2984" y="310"/>
                  <a:ext cx="29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94" name="Freeform 31"/>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95" name="Freeform 32"/>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96" name="Freeform 33"/>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grpSp>
          <p:sp>
            <p:nvSpPr>
              <p:cNvPr id="185" name="Text Box 34"/>
              <p:cNvSpPr txBox="1">
                <a:spLocks noChangeArrowheads="1"/>
              </p:cNvSpPr>
              <p:nvPr/>
            </p:nvSpPr>
            <p:spPr bwMode="auto">
              <a:xfrm>
                <a:off x="4967" y="1856"/>
                <a:ext cx="390" cy="24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chemeClr val="tx2">
                        <a:lumMod val="60000"/>
                        <a:lumOff val="40000"/>
                      </a:schemeClr>
                    </a:solidFill>
                    <a:latin typeface="微软雅黑" pitchFamily="34" charset="-122"/>
                    <a:ea typeface="微软雅黑" pitchFamily="34" charset="-122"/>
                  </a:rPr>
                  <a:t>网 </a:t>
                </a:r>
                <a:r>
                  <a:rPr kumimoji="1" lang="en-US" altLang="zh-CN" b="1" dirty="0">
                    <a:solidFill>
                      <a:schemeClr val="tx2">
                        <a:lumMod val="60000"/>
                        <a:lumOff val="40000"/>
                      </a:schemeClr>
                    </a:solidFill>
                    <a:latin typeface="微软雅黑" pitchFamily="34" charset="-122"/>
                    <a:ea typeface="微软雅黑" pitchFamily="34" charset="-122"/>
                  </a:rPr>
                  <a:t>3</a:t>
                </a:r>
              </a:p>
            </p:txBody>
          </p:sp>
        </p:grpSp>
        <p:grpSp>
          <p:nvGrpSpPr>
            <p:cNvPr id="161" name="Group 35"/>
            <p:cNvGrpSpPr>
              <a:grpSpLocks/>
            </p:cNvGrpSpPr>
            <p:nvPr/>
          </p:nvGrpSpPr>
          <p:grpSpPr bwMode="auto">
            <a:xfrm>
              <a:off x="4099995" y="968580"/>
              <a:ext cx="783138" cy="526362"/>
              <a:chOff x="4830" y="1752"/>
              <a:chExt cx="667" cy="477"/>
            </a:xfrm>
            <a:solidFill>
              <a:srgbClr val="00FFFF"/>
            </a:solidFill>
          </p:grpSpPr>
          <p:grpSp>
            <p:nvGrpSpPr>
              <p:cNvPr id="171" name="Group 36"/>
              <p:cNvGrpSpPr>
                <a:grpSpLocks/>
              </p:cNvGrpSpPr>
              <p:nvPr/>
            </p:nvGrpSpPr>
            <p:grpSpPr bwMode="auto">
              <a:xfrm>
                <a:off x="4830" y="1752"/>
                <a:ext cx="667" cy="477"/>
                <a:chOff x="2949" y="196"/>
                <a:chExt cx="941" cy="598"/>
              </a:xfrm>
              <a:grpFill/>
            </p:grpSpPr>
            <p:sp>
              <p:nvSpPr>
                <p:cNvPr id="173" name="Oval 37"/>
                <p:cNvSpPr>
                  <a:spLocks noChangeArrowheads="1"/>
                </p:cNvSpPr>
                <p:nvPr/>
              </p:nvSpPr>
              <p:spPr bwMode="auto">
                <a:xfrm>
                  <a:off x="3168" y="196"/>
                  <a:ext cx="407" cy="162"/>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4" name="Oval 38"/>
                <p:cNvSpPr>
                  <a:spLocks noChangeArrowheads="1"/>
                </p:cNvSpPr>
                <p:nvPr/>
              </p:nvSpPr>
              <p:spPr bwMode="auto">
                <a:xfrm rot="900000">
                  <a:off x="3512" y="252"/>
                  <a:ext cx="275" cy="131"/>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5" name="Oval 39"/>
                <p:cNvSpPr>
                  <a:spLocks noChangeArrowheads="1"/>
                </p:cNvSpPr>
                <p:nvPr/>
              </p:nvSpPr>
              <p:spPr bwMode="auto">
                <a:xfrm rot="1500000">
                  <a:off x="3650" y="385"/>
                  <a:ext cx="240" cy="153"/>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6" name="Oval 40"/>
                <p:cNvSpPr>
                  <a:spLocks noChangeArrowheads="1"/>
                </p:cNvSpPr>
                <p:nvPr/>
              </p:nvSpPr>
              <p:spPr bwMode="auto">
                <a:xfrm rot="20040000">
                  <a:off x="3573" y="537"/>
                  <a:ext cx="291" cy="18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7" name="Oval 41"/>
                <p:cNvSpPr>
                  <a:spLocks noChangeArrowheads="1"/>
                </p:cNvSpPr>
                <p:nvPr/>
              </p:nvSpPr>
              <p:spPr bwMode="auto">
                <a:xfrm>
                  <a:off x="3216" y="555"/>
                  <a:ext cx="471" cy="23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8" name="Oval 42"/>
                <p:cNvSpPr>
                  <a:spLocks noChangeArrowheads="1"/>
                </p:cNvSpPr>
                <p:nvPr/>
              </p:nvSpPr>
              <p:spPr bwMode="auto">
                <a:xfrm rot="1080000">
                  <a:off x="3023" y="555"/>
                  <a:ext cx="26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9" name="Oval 43"/>
                <p:cNvSpPr>
                  <a:spLocks noChangeArrowheads="1"/>
                </p:cNvSpPr>
                <p:nvPr/>
              </p:nvSpPr>
              <p:spPr bwMode="auto">
                <a:xfrm>
                  <a:off x="2949" y="432"/>
                  <a:ext cx="217"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80" name="Oval 44"/>
                <p:cNvSpPr>
                  <a:spLocks noChangeArrowheads="1"/>
                </p:cNvSpPr>
                <p:nvPr/>
              </p:nvSpPr>
              <p:spPr bwMode="auto">
                <a:xfrm rot="19740000">
                  <a:off x="2984" y="310"/>
                  <a:ext cx="29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81" name="Freeform 4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82" name="Freeform 4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83" name="Freeform 4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grpSp>
          <p:sp>
            <p:nvSpPr>
              <p:cNvPr id="172" name="Text Box 48"/>
              <p:cNvSpPr txBox="1">
                <a:spLocks noChangeArrowheads="1"/>
              </p:cNvSpPr>
              <p:nvPr/>
            </p:nvSpPr>
            <p:spPr bwMode="auto">
              <a:xfrm>
                <a:off x="4967" y="1856"/>
                <a:ext cx="390" cy="24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a:solidFill>
                      <a:schemeClr val="tx2">
                        <a:lumMod val="60000"/>
                        <a:lumOff val="40000"/>
                      </a:schemeClr>
                    </a:solidFill>
                    <a:latin typeface="微软雅黑" pitchFamily="34" charset="-122"/>
                    <a:ea typeface="微软雅黑" pitchFamily="34" charset="-122"/>
                  </a:rPr>
                  <a:t>网 </a:t>
                </a:r>
                <a:r>
                  <a:rPr kumimoji="1" lang="en-US" altLang="zh-CN" b="1">
                    <a:solidFill>
                      <a:schemeClr val="tx2">
                        <a:lumMod val="60000"/>
                        <a:lumOff val="40000"/>
                      </a:schemeClr>
                    </a:solidFill>
                    <a:latin typeface="微软雅黑" pitchFamily="34" charset="-122"/>
                    <a:ea typeface="微软雅黑" pitchFamily="34" charset="-122"/>
                  </a:rPr>
                  <a:t>2</a:t>
                </a:r>
              </a:p>
            </p:txBody>
          </p:sp>
        </p:grpSp>
        <p:sp>
          <p:nvSpPr>
            <p:cNvPr id="162" name="Text Box 101"/>
            <p:cNvSpPr txBox="1">
              <a:spLocks noChangeArrowheads="1"/>
            </p:cNvSpPr>
            <p:nvPr/>
          </p:nvSpPr>
          <p:spPr bwMode="auto">
            <a:xfrm>
              <a:off x="1486022" y="815444"/>
              <a:ext cx="303182" cy="863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rgbClr val="CC00CC"/>
                  </a:solidFill>
                  <a:latin typeface="微软雅黑" pitchFamily="34" charset="-122"/>
                  <a:ea typeface="微软雅黑" pitchFamily="34" charset="-122"/>
                </a:rPr>
                <a:t>正</a:t>
              </a:r>
            </a:p>
            <a:p>
              <a:r>
                <a:rPr kumimoji="1" lang="zh-CN" altLang="en-US" b="1" dirty="0">
                  <a:solidFill>
                    <a:srgbClr val="CC00CC"/>
                  </a:solidFill>
                  <a:latin typeface="微软雅黑" pitchFamily="34" charset="-122"/>
                  <a:ea typeface="微软雅黑" pitchFamily="34" charset="-122"/>
                </a:rPr>
                <a:t>常</a:t>
              </a:r>
            </a:p>
            <a:p>
              <a:r>
                <a:rPr kumimoji="1" lang="zh-CN" altLang="en-US" b="1" dirty="0">
                  <a:solidFill>
                    <a:srgbClr val="CC00CC"/>
                  </a:solidFill>
                  <a:latin typeface="微软雅黑" pitchFamily="34" charset="-122"/>
                  <a:ea typeface="微软雅黑" pitchFamily="34" charset="-122"/>
                </a:rPr>
                <a:t>情</a:t>
              </a:r>
            </a:p>
            <a:p>
              <a:r>
                <a:rPr kumimoji="1" lang="zh-CN" altLang="en-US" b="1" dirty="0">
                  <a:solidFill>
                    <a:srgbClr val="CC00CC"/>
                  </a:solidFill>
                  <a:latin typeface="微软雅黑" pitchFamily="34" charset="-122"/>
                  <a:ea typeface="微软雅黑" pitchFamily="34" charset="-122"/>
                </a:rPr>
                <a:t>况</a:t>
              </a:r>
            </a:p>
          </p:txBody>
        </p:sp>
        <p:grpSp>
          <p:nvGrpSpPr>
            <p:cNvPr id="163" name="Group 102"/>
            <p:cNvGrpSpPr>
              <a:grpSpLocks/>
            </p:cNvGrpSpPr>
            <p:nvPr/>
          </p:nvGrpSpPr>
          <p:grpSpPr bwMode="auto">
            <a:xfrm>
              <a:off x="2816198" y="886853"/>
              <a:ext cx="977077" cy="191669"/>
              <a:chOff x="1491" y="212"/>
              <a:chExt cx="853" cy="240"/>
            </a:xfrm>
            <a:solidFill>
              <a:srgbClr val="FFFF00"/>
            </a:solidFill>
          </p:grpSpPr>
          <p:sp>
            <p:nvSpPr>
              <p:cNvPr id="169" name="AutoShape 103"/>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0" name="Rectangle 104"/>
              <p:cNvSpPr>
                <a:spLocks noChangeArrowheads="1"/>
              </p:cNvSpPr>
              <p:nvPr/>
            </p:nvSpPr>
            <p:spPr bwMode="auto">
              <a:xfrm>
                <a:off x="1491" y="212"/>
                <a:ext cx="632" cy="240"/>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grpSp>
        <p:sp>
          <p:nvSpPr>
            <p:cNvPr id="164" name="Text Box 105"/>
            <p:cNvSpPr txBox="1">
              <a:spLocks noChangeArrowheads="1"/>
            </p:cNvSpPr>
            <p:nvPr/>
          </p:nvSpPr>
          <p:spPr bwMode="auto">
            <a:xfrm>
              <a:off x="2828846" y="932581"/>
              <a:ext cx="636544" cy="165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b="1">
                  <a:solidFill>
                    <a:srgbClr val="000000"/>
                  </a:solidFill>
                  <a:latin typeface="微软雅黑" pitchFamily="34" charset="-122"/>
                  <a:ea typeface="微软雅黑" pitchFamily="34" charset="-122"/>
                </a:rPr>
                <a:t>1  1  </a:t>
              </a:r>
              <a:r>
                <a:rPr kumimoji="1" lang="en-US" altLang="zh-CN" b="1">
                  <a:solidFill>
                    <a:srgbClr val="000000"/>
                  </a:solidFill>
                  <a:latin typeface="微软雅黑" pitchFamily="34" charset="-122"/>
                  <a:ea typeface="微软雅黑" pitchFamily="34" charset="-122"/>
                  <a:sym typeface="Symbol" pitchFamily="18" charset="2"/>
                </a:rPr>
                <a:t></a:t>
              </a:r>
              <a:endParaRPr kumimoji="1" lang="en-US" altLang="zh-CN" b="1" baseline="-25000">
                <a:solidFill>
                  <a:srgbClr val="000000"/>
                </a:solidFill>
                <a:latin typeface="微软雅黑" pitchFamily="34" charset="-122"/>
                <a:ea typeface="微软雅黑" pitchFamily="34" charset="-122"/>
                <a:sym typeface="Symbol" pitchFamily="18" charset="2"/>
              </a:endParaRPr>
            </a:p>
          </p:txBody>
        </p:sp>
        <p:grpSp>
          <p:nvGrpSpPr>
            <p:cNvPr id="165" name="Group 111"/>
            <p:cNvGrpSpPr>
              <a:grpSpLocks/>
            </p:cNvGrpSpPr>
            <p:nvPr/>
          </p:nvGrpSpPr>
          <p:grpSpPr bwMode="auto">
            <a:xfrm flipH="1">
              <a:off x="5027534" y="900474"/>
              <a:ext cx="977077" cy="191669"/>
              <a:chOff x="1491" y="212"/>
              <a:chExt cx="853" cy="240"/>
            </a:xfrm>
            <a:solidFill>
              <a:srgbClr val="66FF66"/>
            </a:solidFill>
          </p:grpSpPr>
          <p:sp>
            <p:nvSpPr>
              <p:cNvPr id="167" name="AutoShape 112"/>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68" name="Rectangle 113"/>
              <p:cNvSpPr>
                <a:spLocks noChangeArrowheads="1"/>
              </p:cNvSpPr>
              <p:nvPr/>
            </p:nvSpPr>
            <p:spPr bwMode="auto">
              <a:xfrm>
                <a:off x="1491" y="212"/>
                <a:ext cx="632" cy="240"/>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grpSp>
        <p:sp>
          <p:nvSpPr>
            <p:cNvPr id="166" name="Text Box 114"/>
            <p:cNvSpPr txBox="1">
              <a:spLocks noChangeArrowheads="1"/>
            </p:cNvSpPr>
            <p:nvPr/>
          </p:nvSpPr>
          <p:spPr bwMode="auto">
            <a:xfrm>
              <a:off x="5286823" y="943559"/>
              <a:ext cx="731287" cy="165986"/>
            </a:xfrm>
            <a:prstGeom prst="rect">
              <a:avLst/>
            </a:prstGeom>
            <a:noFill/>
            <a:ln>
              <a:noFill/>
            </a:ln>
            <a:effectLst/>
          </p:spPr>
          <p:txBody>
            <a:bodyPr wrap="none">
              <a:spAutoFit/>
            </a:bodyPr>
            <a:lstStyle/>
            <a:p>
              <a:pPr>
                <a:lnSpc>
                  <a:spcPct val="50000"/>
                </a:lnSpc>
              </a:pPr>
              <a:r>
                <a:rPr kumimoji="1" lang="en-US" altLang="zh-CN" b="1" dirty="0">
                  <a:solidFill>
                    <a:srgbClr val="000000"/>
                  </a:solidFill>
                  <a:latin typeface="微软雅黑" pitchFamily="34" charset="-122"/>
                  <a:ea typeface="微软雅黑" pitchFamily="34" charset="-122"/>
                </a:rPr>
                <a:t>1  2  </a:t>
              </a:r>
              <a:r>
                <a:rPr kumimoji="1" lang="en-US" altLang="zh-CN" b="1" dirty="0">
                  <a:solidFill>
                    <a:srgbClr val="000000"/>
                  </a:solidFill>
                  <a:latin typeface="微软雅黑" pitchFamily="34" charset="-122"/>
                  <a:ea typeface="微软雅黑" pitchFamily="34" charset="-122"/>
                  <a:sym typeface="Symbol" pitchFamily="18" charset="2"/>
                </a:rPr>
                <a:t>R</a:t>
              </a:r>
              <a:r>
                <a:rPr kumimoji="1" lang="en-US" altLang="zh-CN" b="1" baseline="-25000" dirty="0">
                  <a:solidFill>
                    <a:srgbClr val="000000"/>
                  </a:solidFill>
                  <a:latin typeface="微软雅黑" pitchFamily="34" charset="-122"/>
                  <a:ea typeface="微软雅黑" pitchFamily="34" charset="-122"/>
                  <a:sym typeface="Symbol" pitchFamily="18" charset="2"/>
                </a:rPr>
                <a:t>1</a:t>
              </a:r>
            </a:p>
          </p:txBody>
        </p:sp>
      </p:grpSp>
      <p:grpSp>
        <p:nvGrpSpPr>
          <p:cNvPr id="2" name="组合 1"/>
          <p:cNvGrpSpPr/>
          <p:nvPr/>
        </p:nvGrpSpPr>
        <p:grpSpPr>
          <a:xfrm>
            <a:off x="2011000" y="2596863"/>
            <a:ext cx="7691712" cy="1323937"/>
            <a:chOff x="2011000" y="2596863"/>
            <a:chExt cx="7691712" cy="1323937"/>
          </a:xfrm>
        </p:grpSpPr>
        <p:sp>
          <p:nvSpPr>
            <p:cNvPr id="68" name="Line 50"/>
            <p:cNvSpPr>
              <a:spLocks noChangeShapeType="1"/>
            </p:cNvSpPr>
            <p:nvPr/>
          </p:nvSpPr>
          <p:spPr bwMode="auto">
            <a:xfrm>
              <a:off x="3110060" y="3040660"/>
              <a:ext cx="588918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pic>
          <p:nvPicPr>
            <p:cNvPr id="69" name="Picture 5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73865" y="2909415"/>
              <a:ext cx="663021" cy="288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0" name="Text Box 52"/>
            <p:cNvSpPr txBox="1">
              <a:spLocks noChangeArrowheads="1"/>
            </p:cNvSpPr>
            <p:nvPr/>
          </p:nvSpPr>
          <p:spPr bwMode="auto">
            <a:xfrm>
              <a:off x="7443529" y="3120489"/>
              <a:ext cx="4411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dirty="0">
                  <a:solidFill>
                    <a:schemeClr val="tx2">
                      <a:lumMod val="60000"/>
                      <a:lumOff val="40000"/>
                    </a:schemeClr>
                  </a:solidFill>
                  <a:latin typeface="微软雅黑" pitchFamily="34" charset="-122"/>
                  <a:ea typeface="微软雅黑" pitchFamily="34" charset="-122"/>
                </a:rPr>
                <a:t>R</a:t>
              </a:r>
              <a:r>
                <a:rPr kumimoji="1" lang="en-US" altLang="zh-CN" b="1" baseline="-25000" dirty="0">
                  <a:solidFill>
                    <a:schemeClr val="tx2">
                      <a:lumMod val="60000"/>
                      <a:lumOff val="40000"/>
                    </a:schemeClr>
                  </a:solidFill>
                  <a:latin typeface="微软雅黑" pitchFamily="34" charset="-122"/>
                  <a:ea typeface="微软雅黑" pitchFamily="34" charset="-122"/>
                </a:rPr>
                <a:t>2</a:t>
              </a:r>
              <a:endParaRPr kumimoji="1" lang="en-US" altLang="zh-CN" b="1" dirty="0">
                <a:solidFill>
                  <a:schemeClr val="tx2">
                    <a:lumMod val="60000"/>
                    <a:lumOff val="40000"/>
                  </a:schemeClr>
                </a:solidFill>
                <a:latin typeface="微软雅黑" pitchFamily="34" charset="-122"/>
                <a:ea typeface="微软雅黑" pitchFamily="34" charset="-122"/>
              </a:endParaRPr>
            </a:p>
          </p:txBody>
        </p:sp>
        <p:sp>
          <p:nvSpPr>
            <p:cNvPr id="71" name="Text Box 53"/>
            <p:cNvSpPr txBox="1">
              <a:spLocks noChangeArrowheads="1"/>
            </p:cNvSpPr>
            <p:nvPr/>
          </p:nvSpPr>
          <p:spPr bwMode="auto">
            <a:xfrm>
              <a:off x="4170316" y="3120489"/>
              <a:ext cx="4411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dirty="0">
                  <a:solidFill>
                    <a:schemeClr val="tx2">
                      <a:lumMod val="60000"/>
                      <a:lumOff val="40000"/>
                    </a:schemeClr>
                  </a:solidFill>
                  <a:latin typeface="微软雅黑" pitchFamily="34" charset="-122"/>
                  <a:ea typeface="微软雅黑" pitchFamily="34" charset="-122"/>
                </a:rPr>
                <a:t>R</a:t>
              </a:r>
              <a:r>
                <a:rPr kumimoji="1" lang="en-US" altLang="zh-CN" b="1" baseline="-25000" dirty="0">
                  <a:solidFill>
                    <a:schemeClr val="tx2">
                      <a:lumMod val="60000"/>
                      <a:lumOff val="40000"/>
                    </a:schemeClr>
                  </a:solidFill>
                  <a:latin typeface="微软雅黑" pitchFamily="34" charset="-122"/>
                  <a:ea typeface="微软雅黑" pitchFamily="34" charset="-122"/>
                </a:rPr>
                <a:t>1</a:t>
              </a:r>
              <a:endParaRPr kumimoji="1" lang="en-US" altLang="zh-CN" b="1" dirty="0">
                <a:solidFill>
                  <a:schemeClr val="tx2">
                    <a:lumMod val="60000"/>
                    <a:lumOff val="40000"/>
                  </a:schemeClr>
                </a:solidFill>
                <a:latin typeface="微软雅黑" pitchFamily="34" charset="-122"/>
                <a:ea typeface="微软雅黑" pitchFamily="34" charset="-122"/>
              </a:endParaRPr>
            </a:p>
          </p:txBody>
        </p:sp>
        <p:pic>
          <p:nvPicPr>
            <p:cNvPr id="73" name="Picture 5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45634" y="2909415"/>
              <a:ext cx="664465" cy="288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74" name="Group 55"/>
            <p:cNvGrpSpPr>
              <a:grpSpLocks/>
            </p:cNvGrpSpPr>
            <p:nvPr/>
          </p:nvGrpSpPr>
          <p:grpSpPr bwMode="auto">
            <a:xfrm>
              <a:off x="2256366" y="2672633"/>
              <a:ext cx="1073256" cy="731995"/>
              <a:chOff x="4830" y="1752"/>
              <a:chExt cx="667" cy="477"/>
            </a:xfrm>
            <a:solidFill>
              <a:srgbClr val="00FFFF"/>
            </a:solidFill>
          </p:grpSpPr>
          <p:grpSp>
            <p:nvGrpSpPr>
              <p:cNvPr id="75" name="Group 56"/>
              <p:cNvGrpSpPr>
                <a:grpSpLocks/>
              </p:cNvGrpSpPr>
              <p:nvPr/>
            </p:nvGrpSpPr>
            <p:grpSpPr bwMode="auto">
              <a:xfrm>
                <a:off x="4830" y="1752"/>
                <a:ext cx="667" cy="477"/>
                <a:chOff x="2949" y="196"/>
                <a:chExt cx="941" cy="598"/>
              </a:xfrm>
              <a:grpFill/>
            </p:grpSpPr>
            <p:sp>
              <p:nvSpPr>
                <p:cNvPr id="77" name="Oval 57"/>
                <p:cNvSpPr>
                  <a:spLocks noChangeArrowheads="1"/>
                </p:cNvSpPr>
                <p:nvPr/>
              </p:nvSpPr>
              <p:spPr bwMode="auto">
                <a:xfrm>
                  <a:off x="3168" y="196"/>
                  <a:ext cx="407" cy="162"/>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78" name="Oval 58"/>
                <p:cNvSpPr>
                  <a:spLocks noChangeArrowheads="1"/>
                </p:cNvSpPr>
                <p:nvPr/>
              </p:nvSpPr>
              <p:spPr bwMode="auto">
                <a:xfrm rot="900000">
                  <a:off x="3512" y="252"/>
                  <a:ext cx="275" cy="131"/>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79" name="Oval 59"/>
                <p:cNvSpPr>
                  <a:spLocks noChangeArrowheads="1"/>
                </p:cNvSpPr>
                <p:nvPr/>
              </p:nvSpPr>
              <p:spPr bwMode="auto">
                <a:xfrm rot="1500000">
                  <a:off x="3650" y="385"/>
                  <a:ext cx="240" cy="153"/>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80" name="Oval 60"/>
                <p:cNvSpPr>
                  <a:spLocks noChangeArrowheads="1"/>
                </p:cNvSpPr>
                <p:nvPr/>
              </p:nvSpPr>
              <p:spPr bwMode="auto">
                <a:xfrm rot="20040000">
                  <a:off x="3573" y="537"/>
                  <a:ext cx="291" cy="18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81" name="Oval 61"/>
                <p:cNvSpPr>
                  <a:spLocks noChangeArrowheads="1"/>
                </p:cNvSpPr>
                <p:nvPr/>
              </p:nvSpPr>
              <p:spPr bwMode="auto">
                <a:xfrm>
                  <a:off x="3216" y="555"/>
                  <a:ext cx="471" cy="23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82" name="Oval 62"/>
                <p:cNvSpPr>
                  <a:spLocks noChangeArrowheads="1"/>
                </p:cNvSpPr>
                <p:nvPr/>
              </p:nvSpPr>
              <p:spPr bwMode="auto">
                <a:xfrm rot="1080000">
                  <a:off x="3023" y="555"/>
                  <a:ext cx="26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83" name="Oval 63"/>
                <p:cNvSpPr>
                  <a:spLocks noChangeArrowheads="1"/>
                </p:cNvSpPr>
                <p:nvPr/>
              </p:nvSpPr>
              <p:spPr bwMode="auto">
                <a:xfrm>
                  <a:off x="2949" y="432"/>
                  <a:ext cx="217"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84" name="Oval 64"/>
                <p:cNvSpPr>
                  <a:spLocks noChangeArrowheads="1"/>
                </p:cNvSpPr>
                <p:nvPr/>
              </p:nvSpPr>
              <p:spPr bwMode="auto">
                <a:xfrm rot="19740000">
                  <a:off x="2984" y="310"/>
                  <a:ext cx="29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85" name="Freeform 6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86" name="Freeform 6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87" name="Freeform 6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grpSp>
          <p:sp>
            <p:nvSpPr>
              <p:cNvPr id="76" name="Text Box 68"/>
              <p:cNvSpPr txBox="1">
                <a:spLocks noChangeArrowheads="1"/>
              </p:cNvSpPr>
              <p:nvPr/>
            </p:nvSpPr>
            <p:spPr bwMode="auto">
              <a:xfrm>
                <a:off x="4965" y="1856"/>
                <a:ext cx="390" cy="24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chemeClr val="tx2">
                        <a:lumMod val="60000"/>
                        <a:lumOff val="40000"/>
                      </a:schemeClr>
                    </a:solidFill>
                    <a:latin typeface="微软雅黑" pitchFamily="34" charset="-122"/>
                    <a:ea typeface="微软雅黑" pitchFamily="34" charset="-122"/>
                  </a:rPr>
                  <a:t>网 </a:t>
                </a:r>
                <a:r>
                  <a:rPr kumimoji="1" lang="en-US" altLang="zh-CN" b="1" dirty="0">
                    <a:solidFill>
                      <a:schemeClr val="tx2">
                        <a:lumMod val="60000"/>
                        <a:lumOff val="40000"/>
                      </a:schemeClr>
                    </a:solidFill>
                    <a:latin typeface="微软雅黑" pitchFamily="34" charset="-122"/>
                    <a:ea typeface="微软雅黑" pitchFamily="34" charset="-122"/>
                  </a:rPr>
                  <a:t>1</a:t>
                </a:r>
              </a:p>
            </p:txBody>
          </p:sp>
        </p:grpSp>
        <p:grpSp>
          <p:nvGrpSpPr>
            <p:cNvPr id="88" name="Group 69"/>
            <p:cNvGrpSpPr>
              <a:grpSpLocks/>
            </p:cNvGrpSpPr>
            <p:nvPr/>
          </p:nvGrpSpPr>
          <p:grpSpPr bwMode="auto">
            <a:xfrm>
              <a:off x="8629456" y="2672633"/>
              <a:ext cx="1073256" cy="731995"/>
              <a:chOff x="4830" y="1752"/>
              <a:chExt cx="667" cy="477"/>
            </a:xfrm>
            <a:solidFill>
              <a:srgbClr val="00FFFF"/>
            </a:solidFill>
          </p:grpSpPr>
          <p:grpSp>
            <p:nvGrpSpPr>
              <p:cNvPr id="89" name="Group 70"/>
              <p:cNvGrpSpPr>
                <a:grpSpLocks/>
              </p:cNvGrpSpPr>
              <p:nvPr/>
            </p:nvGrpSpPr>
            <p:grpSpPr bwMode="auto">
              <a:xfrm>
                <a:off x="4830" y="1752"/>
                <a:ext cx="667" cy="477"/>
                <a:chOff x="2949" y="196"/>
                <a:chExt cx="941" cy="598"/>
              </a:xfrm>
              <a:grpFill/>
            </p:grpSpPr>
            <p:sp>
              <p:nvSpPr>
                <p:cNvPr id="91" name="Oval 71"/>
                <p:cNvSpPr>
                  <a:spLocks noChangeArrowheads="1"/>
                </p:cNvSpPr>
                <p:nvPr/>
              </p:nvSpPr>
              <p:spPr bwMode="auto">
                <a:xfrm>
                  <a:off x="3168" y="196"/>
                  <a:ext cx="407" cy="162"/>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92" name="Oval 72"/>
                <p:cNvSpPr>
                  <a:spLocks noChangeArrowheads="1"/>
                </p:cNvSpPr>
                <p:nvPr/>
              </p:nvSpPr>
              <p:spPr bwMode="auto">
                <a:xfrm rot="900000">
                  <a:off x="3512" y="252"/>
                  <a:ext cx="275" cy="131"/>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93" name="Oval 73"/>
                <p:cNvSpPr>
                  <a:spLocks noChangeArrowheads="1"/>
                </p:cNvSpPr>
                <p:nvPr/>
              </p:nvSpPr>
              <p:spPr bwMode="auto">
                <a:xfrm rot="1500000">
                  <a:off x="3650" y="385"/>
                  <a:ext cx="240" cy="153"/>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94" name="Oval 74"/>
                <p:cNvSpPr>
                  <a:spLocks noChangeArrowheads="1"/>
                </p:cNvSpPr>
                <p:nvPr/>
              </p:nvSpPr>
              <p:spPr bwMode="auto">
                <a:xfrm rot="20040000">
                  <a:off x="3573" y="537"/>
                  <a:ext cx="291" cy="18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95" name="Oval 75"/>
                <p:cNvSpPr>
                  <a:spLocks noChangeArrowheads="1"/>
                </p:cNvSpPr>
                <p:nvPr/>
              </p:nvSpPr>
              <p:spPr bwMode="auto">
                <a:xfrm>
                  <a:off x="3216" y="555"/>
                  <a:ext cx="471" cy="23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96" name="Oval 76"/>
                <p:cNvSpPr>
                  <a:spLocks noChangeArrowheads="1"/>
                </p:cNvSpPr>
                <p:nvPr/>
              </p:nvSpPr>
              <p:spPr bwMode="auto">
                <a:xfrm rot="1080000">
                  <a:off x="3023" y="555"/>
                  <a:ext cx="26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97" name="Oval 77"/>
                <p:cNvSpPr>
                  <a:spLocks noChangeArrowheads="1"/>
                </p:cNvSpPr>
                <p:nvPr/>
              </p:nvSpPr>
              <p:spPr bwMode="auto">
                <a:xfrm>
                  <a:off x="2949" y="432"/>
                  <a:ext cx="217"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98" name="Oval 78"/>
                <p:cNvSpPr>
                  <a:spLocks noChangeArrowheads="1"/>
                </p:cNvSpPr>
                <p:nvPr/>
              </p:nvSpPr>
              <p:spPr bwMode="auto">
                <a:xfrm rot="19740000">
                  <a:off x="2984" y="310"/>
                  <a:ext cx="29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99" name="Freeform 79"/>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00" name="Freeform 80"/>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01" name="Freeform 81"/>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grpSp>
          <p:sp>
            <p:nvSpPr>
              <p:cNvPr id="90" name="Text Box 82"/>
              <p:cNvSpPr txBox="1">
                <a:spLocks noChangeArrowheads="1"/>
              </p:cNvSpPr>
              <p:nvPr/>
            </p:nvSpPr>
            <p:spPr bwMode="auto">
              <a:xfrm>
                <a:off x="4965" y="1856"/>
                <a:ext cx="390" cy="24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chemeClr val="tx2">
                        <a:lumMod val="60000"/>
                        <a:lumOff val="40000"/>
                      </a:schemeClr>
                    </a:solidFill>
                    <a:latin typeface="微软雅黑" pitchFamily="34" charset="-122"/>
                    <a:ea typeface="微软雅黑" pitchFamily="34" charset="-122"/>
                  </a:rPr>
                  <a:t>网 </a:t>
                </a:r>
                <a:r>
                  <a:rPr kumimoji="1" lang="en-US" altLang="zh-CN" b="1" dirty="0">
                    <a:solidFill>
                      <a:schemeClr val="tx2">
                        <a:lumMod val="60000"/>
                        <a:lumOff val="40000"/>
                      </a:schemeClr>
                    </a:solidFill>
                    <a:latin typeface="微软雅黑" pitchFamily="34" charset="-122"/>
                    <a:ea typeface="微软雅黑" pitchFamily="34" charset="-122"/>
                  </a:rPr>
                  <a:t>3</a:t>
                </a:r>
              </a:p>
            </p:txBody>
          </p:sp>
        </p:grpSp>
        <p:grpSp>
          <p:nvGrpSpPr>
            <p:cNvPr id="102" name="Group 83"/>
            <p:cNvGrpSpPr>
              <a:grpSpLocks/>
            </p:cNvGrpSpPr>
            <p:nvPr/>
          </p:nvGrpSpPr>
          <p:grpSpPr bwMode="auto">
            <a:xfrm>
              <a:off x="5416910" y="2672633"/>
              <a:ext cx="1073256" cy="731995"/>
              <a:chOff x="4830" y="1752"/>
              <a:chExt cx="667" cy="477"/>
            </a:xfrm>
            <a:solidFill>
              <a:srgbClr val="00FFFF"/>
            </a:solidFill>
          </p:grpSpPr>
          <p:grpSp>
            <p:nvGrpSpPr>
              <p:cNvPr id="103" name="Group 84"/>
              <p:cNvGrpSpPr>
                <a:grpSpLocks/>
              </p:cNvGrpSpPr>
              <p:nvPr/>
            </p:nvGrpSpPr>
            <p:grpSpPr bwMode="auto">
              <a:xfrm>
                <a:off x="4830" y="1752"/>
                <a:ext cx="667" cy="477"/>
                <a:chOff x="2949" y="196"/>
                <a:chExt cx="941" cy="598"/>
              </a:xfrm>
              <a:grpFill/>
            </p:grpSpPr>
            <p:sp>
              <p:nvSpPr>
                <p:cNvPr id="105" name="Oval 85"/>
                <p:cNvSpPr>
                  <a:spLocks noChangeArrowheads="1"/>
                </p:cNvSpPr>
                <p:nvPr/>
              </p:nvSpPr>
              <p:spPr bwMode="auto">
                <a:xfrm>
                  <a:off x="3168" y="196"/>
                  <a:ext cx="407" cy="162"/>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06" name="Oval 86"/>
                <p:cNvSpPr>
                  <a:spLocks noChangeArrowheads="1"/>
                </p:cNvSpPr>
                <p:nvPr/>
              </p:nvSpPr>
              <p:spPr bwMode="auto">
                <a:xfrm rot="900000">
                  <a:off x="3512" y="252"/>
                  <a:ext cx="275" cy="131"/>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07" name="Oval 87"/>
                <p:cNvSpPr>
                  <a:spLocks noChangeArrowheads="1"/>
                </p:cNvSpPr>
                <p:nvPr/>
              </p:nvSpPr>
              <p:spPr bwMode="auto">
                <a:xfrm rot="1500000">
                  <a:off x="3650" y="385"/>
                  <a:ext cx="240" cy="153"/>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08" name="Oval 88"/>
                <p:cNvSpPr>
                  <a:spLocks noChangeArrowheads="1"/>
                </p:cNvSpPr>
                <p:nvPr/>
              </p:nvSpPr>
              <p:spPr bwMode="auto">
                <a:xfrm rot="20040000">
                  <a:off x="3573" y="537"/>
                  <a:ext cx="291" cy="18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09" name="Oval 89"/>
                <p:cNvSpPr>
                  <a:spLocks noChangeArrowheads="1"/>
                </p:cNvSpPr>
                <p:nvPr/>
              </p:nvSpPr>
              <p:spPr bwMode="auto">
                <a:xfrm>
                  <a:off x="3216" y="555"/>
                  <a:ext cx="471" cy="23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10" name="Oval 90"/>
                <p:cNvSpPr>
                  <a:spLocks noChangeArrowheads="1"/>
                </p:cNvSpPr>
                <p:nvPr/>
              </p:nvSpPr>
              <p:spPr bwMode="auto">
                <a:xfrm rot="1080000">
                  <a:off x="3023" y="555"/>
                  <a:ext cx="26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11" name="Oval 91"/>
                <p:cNvSpPr>
                  <a:spLocks noChangeArrowheads="1"/>
                </p:cNvSpPr>
                <p:nvPr/>
              </p:nvSpPr>
              <p:spPr bwMode="auto">
                <a:xfrm>
                  <a:off x="2949" y="432"/>
                  <a:ext cx="217"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12" name="Oval 92"/>
                <p:cNvSpPr>
                  <a:spLocks noChangeArrowheads="1"/>
                </p:cNvSpPr>
                <p:nvPr/>
              </p:nvSpPr>
              <p:spPr bwMode="auto">
                <a:xfrm rot="19740000">
                  <a:off x="2984" y="310"/>
                  <a:ext cx="29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13" name="Freeform 93"/>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14" name="Freeform 94"/>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15" name="Freeform 95"/>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grpSp>
          <p:sp>
            <p:nvSpPr>
              <p:cNvPr id="104" name="Text Box 96"/>
              <p:cNvSpPr txBox="1">
                <a:spLocks noChangeArrowheads="1"/>
              </p:cNvSpPr>
              <p:nvPr/>
            </p:nvSpPr>
            <p:spPr bwMode="auto">
              <a:xfrm>
                <a:off x="4965" y="1856"/>
                <a:ext cx="390" cy="24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chemeClr val="tx2">
                        <a:lumMod val="60000"/>
                        <a:lumOff val="40000"/>
                      </a:schemeClr>
                    </a:solidFill>
                    <a:latin typeface="微软雅黑" pitchFamily="34" charset="-122"/>
                    <a:ea typeface="微软雅黑" pitchFamily="34" charset="-122"/>
                  </a:rPr>
                  <a:t>网 </a:t>
                </a:r>
                <a:r>
                  <a:rPr kumimoji="1" lang="en-US" altLang="zh-CN" b="1" dirty="0">
                    <a:solidFill>
                      <a:schemeClr val="tx2">
                        <a:lumMod val="60000"/>
                        <a:lumOff val="40000"/>
                      </a:schemeClr>
                    </a:solidFill>
                    <a:latin typeface="微软雅黑" pitchFamily="34" charset="-122"/>
                    <a:ea typeface="微软雅黑" pitchFamily="34" charset="-122"/>
                  </a:rPr>
                  <a:t>2</a:t>
                </a:r>
              </a:p>
            </p:txBody>
          </p:sp>
        </p:grpSp>
        <p:grpSp>
          <p:nvGrpSpPr>
            <p:cNvPr id="116" name="Group 97"/>
            <p:cNvGrpSpPr>
              <a:grpSpLocks/>
            </p:cNvGrpSpPr>
            <p:nvPr/>
          </p:nvGrpSpPr>
          <p:grpSpPr bwMode="auto">
            <a:xfrm>
              <a:off x="2237588" y="2596863"/>
              <a:ext cx="1090590" cy="828061"/>
              <a:chOff x="434" y="1298"/>
              <a:chExt cx="755" cy="612"/>
            </a:xfrm>
          </p:grpSpPr>
          <p:sp>
            <p:nvSpPr>
              <p:cNvPr id="117" name="Line 98"/>
              <p:cNvSpPr>
                <a:spLocks noChangeShapeType="1"/>
              </p:cNvSpPr>
              <p:nvPr/>
            </p:nvSpPr>
            <p:spPr bwMode="auto">
              <a:xfrm>
                <a:off x="434" y="1298"/>
                <a:ext cx="755" cy="612"/>
              </a:xfrm>
              <a:prstGeom prst="line">
                <a:avLst/>
              </a:prstGeom>
              <a:noFill/>
              <a:ln w="57150">
                <a:solidFill>
                  <a:srgbClr val="CC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18" name="Line 99"/>
              <p:cNvSpPr>
                <a:spLocks noChangeShapeType="1"/>
              </p:cNvSpPr>
              <p:nvPr/>
            </p:nvSpPr>
            <p:spPr bwMode="auto">
              <a:xfrm flipH="1">
                <a:off x="434" y="1298"/>
                <a:ext cx="755" cy="612"/>
              </a:xfrm>
              <a:prstGeom prst="line">
                <a:avLst/>
              </a:prstGeom>
              <a:noFill/>
              <a:ln w="57150">
                <a:solidFill>
                  <a:srgbClr val="CC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grpSp>
        <p:sp>
          <p:nvSpPr>
            <p:cNvPr id="119" name="Text Box 100"/>
            <p:cNvSpPr txBox="1">
              <a:spLocks noChangeArrowheads="1"/>
            </p:cNvSpPr>
            <p:nvPr/>
          </p:nvSpPr>
          <p:spPr bwMode="auto">
            <a:xfrm>
              <a:off x="2011000" y="3579169"/>
              <a:ext cx="1619354" cy="3416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b="1" dirty="0">
                  <a:solidFill>
                    <a:srgbClr val="CC00CC"/>
                  </a:solidFill>
                  <a:latin typeface="微软雅黑" pitchFamily="34" charset="-122"/>
                  <a:ea typeface="微软雅黑" pitchFamily="34" charset="-122"/>
                </a:rPr>
                <a:t>网 </a:t>
              </a:r>
              <a:r>
                <a:rPr kumimoji="1" lang="en-US" altLang="zh-CN" b="1" dirty="0" smtClean="0">
                  <a:solidFill>
                    <a:srgbClr val="CC00CC"/>
                  </a:solidFill>
                  <a:latin typeface="微软雅黑" pitchFamily="34" charset="-122"/>
                  <a:ea typeface="微软雅黑" pitchFamily="34" charset="-122"/>
                </a:rPr>
                <a:t>1 </a:t>
              </a:r>
              <a:r>
                <a:rPr kumimoji="1" lang="zh-CN" altLang="en-US" b="1" dirty="0" smtClean="0">
                  <a:solidFill>
                    <a:srgbClr val="CC00CC"/>
                  </a:solidFill>
                  <a:latin typeface="微软雅黑" pitchFamily="34" charset="-122"/>
                  <a:ea typeface="微软雅黑" pitchFamily="34" charset="-122"/>
                </a:rPr>
                <a:t>出</a:t>
              </a:r>
              <a:r>
                <a:rPr kumimoji="1" lang="zh-CN" altLang="en-US" b="1" dirty="0">
                  <a:solidFill>
                    <a:srgbClr val="CC00CC"/>
                  </a:solidFill>
                  <a:latin typeface="微软雅黑" pitchFamily="34" charset="-122"/>
                  <a:ea typeface="微软雅黑" pitchFamily="34" charset="-122"/>
                </a:rPr>
                <a:t>了故障</a:t>
              </a:r>
            </a:p>
          </p:txBody>
        </p:sp>
      </p:grpSp>
      <p:grpSp>
        <p:nvGrpSpPr>
          <p:cNvPr id="120" name="Group 106"/>
          <p:cNvGrpSpPr>
            <a:grpSpLocks/>
          </p:cNvGrpSpPr>
          <p:nvPr/>
        </p:nvGrpSpPr>
        <p:grpSpPr bwMode="auto">
          <a:xfrm>
            <a:off x="3872751" y="3640049"/>
            <a:ext cx="1025588" cy="288198"/>
            <a:chOff x="1566" y="2024"/>
            <a:chExt cx="710" cy="213"/>
          </a:xfrm>
          <a:solidFill>
            <a:srgbClr val="FFFF00"/>
          </a:solidFill>
        </p:grpSpPr>
        <p:sp>
          <p:nvSpPr>
            <p:cNvPr id="124" name="Rectangle 109"/>
            <p:cNvSpPr>
              <a:spLocks noChangeArrowheads="1"/>
            </p:cNvSpPr>
            <p:nvPr/>
          </p:nvSpPr>
          <p:spPr bwMode="auto">
            <a:xfrm>
              <a:off x="1589" y="2024"/>
              <a:ext cx="687" cy="19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22" name="Text Box 110"/>
            <p:cNvSpPr txBox="1">
              <a:spLocks noChangeArrowheads="1"/>
            </p:cNvSpPr>
            <p:nvPr/>
          </p:nvSpPr>
          <p:spPr bwMode="auto">
            <a:xfrm>
              <a:off x="1566" y="2066"/>
              <a:ext cx="703" cy="171"/>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b="1" dirty="0">
                  <a:solidFill>
                    <a:srgbClr val="000000"/>
                  </a:solidFill>
                  <a:latin typeface="微软雅黑" pitchFamily="34" charset="-122"/>
                  <a:ea typeface="微软雅黑" pitchFamily="34" charset="-122"/>
                </a:rPr>
                <a:t>1  16  </a:t>
              </a:r>
              <a:r>
                <a:rPr kumimoji="1" lang="en-US" altLang="zh-CN" b="1" dirty="0">
                  <a:solidFill>
                    <a:srgbClr val="000000"/>
                  </a:solidFill>
                  <a:latin typeface="微软雅黑" pitchFamily="34" charset="-122"/>
                  <a:ea typeface="微软雅黑" pitchFamily="34" charset="-122"/>
                  <a:sym typeface="Symbol" pitchFamily="18" charset="2"/>
                </a:rPr>
                <a:t></a:t>
              </a:r>
              <a:endParaRPr kumimoji="1" lang="en-US" altLang="zh-CN" b="1" baseline="-25000" dirty="0">
                <a:solidFill>
                  <a:srgbClr val="000000"/>
                </a:solidFill>
                <a:latin typeface="微软雅黑" pitchFamily="34" charset="-122"/>
                <a:ea typeface="微软雅黑" pitchFamily="34" charset="-122"/>
                <a:sym typeface="Symbol" pitchFamily="18" charset="2"/>
              </a:endParaRPr>
            </a:p>
          </p:txBody>
        </p:sp>
      </p:grpSp>
      <p:sp>
        <p:nvSpPr>
          <p:cNvPr id="125" name="Text Box 120"/>
          <p:cNvSpPr txBox="1">
            <a:spLocks noChangeArrowheads="1"/>
          </p:cNvSpPr>
          <p:nvPr/>
        </p:nvSpPr>
        <p:spPr bwMode="auto">
          <a:xfrm>
            <a:off x="5416911" y="4664015"/>
            <a:ext cx="5863666" cy="348813"/>
          </a:xfrm>
          <a:prstGeom prst="rect">
            <a:avLst/>
          </a:prstGeom>
          <a:solidFill>
            <a:srgbClr val="00FFFF"/>
          </a:solidFill>
          <a:ln w="9525">
            <a:solidFill>
              <a:schemeClr val="tx2"/>
            </a:solidFill>
            <a:miter lim="800000"/>
            <a:headEnd/>
            <a:tailEnd/>
          </a:ln>
          <a:effectLst/>
          <a:extLst/>
        </p:spPr>
        <p:txBody>
          <a:bodyPr wrap="square">
            <a:spAutoFit/>
          </a:bodyPr>
          <a:lstStyle/>
          <a:p>
            <a:pPr>
              <a:lnSpc>
                <a:spcPts val="2000"/>
              </a:lnSpc>
            </a:pPr>
            <a:r>
              <a:rPr kumimoji="1" lang="zh-CN" altLang="en-US" sz="1400" b="1" dirty="0" smtClean="0">
                <a:solidFill>
                  <a:srgbClr val="000000"/>
                </a:solidFill>
                <a:latin typeface="微软雅黑" pitchFamily="34" charset="-122"/>
                <a:ea typeface="微软雅黑" pitchFamily="34" charset="-122"/>
              </a:rPr>
              <a:t>然后 </a:t>
            </a:r>
            <a:r>
              <a:rPr kumimoji="1" lang="en-US" altLang="zh-CN" sz="1400" b="1" dirty="0" smtClean="0">
                <a:solidFill>
                  <a:srgbClr val="000000"/>
                </a:solidFill>
                <a:latin typeface="微软雅黑" pitchFamily="34" charset="-122"/>
                <a:ea typeface="微软雅黑" pitchFamily="34" charset="-122"/>
              </a:rPr>
              <a:t>R</a:t>
            </a:r>
            <a:r>
              <a:rPr kumimoji="1" lang="en-US" altLang="zh-CN" sz="1400" b="1" baseline="-25000" dirty="0" smtClean="0">
                <a:solidFill>
                  <a:srgbClr val="000000"/>
                </a:solidFill>
                <a:latin typeface="微软雅黑" pitchFamily="34" charset="-122"/>
                <a:ea typeface="微软雅黑" pitchFamily="34" charset="-122"/>
              </a:rPr>
              <a:t>2</a:t>
            </a:r>
            <a:r>
              <a:rPr kumimoji="1" lang="en-US" altLang="zh-CN" sz="1400" b="1" dirty="0" smtClean="0">
                <a:solidFill>
                  <a:srgbClr val="000000"/>
                </a:solidFill>
                <a:latin typeface="微软雅黑" pitchFamily="34" charset="-122"/>
                <a:ea typeface="微软雅黑" pitchFamily="34" charset="-122"/>
              </a:rPr>
              <a:t> </a:t>
            </a:r>
            <a:r>
              <a:rPr kumimoji="1" lang="zh-CN" altLang="en-US" sz="1400" b="1" dirty="0" smtClean="0">
                <a:solidFill>
                  <a:srgbClr val="000000"/>
                </a:solidFill>
                <a:latin typeface="微软雅黑" pitchFamily="34" charset="-122"/>
                <a:ea typeface="微软雅黑" pitchFamily="34" charset="-122"/>
              </a:rPr>
              <a:t>又</a:t>
            </a:r>
            <a:r>
              <a:rPr kumimoji="1" lang="zh-CN" altLang="en-US" sz="1400" b="1" dirty="0">
                <a:solidFill>
                  <a:srgbClr val="000000"/>
                </a:solidFill>
                <a:latin typeface="微软雅黑" pitchFamily="34" charset="-122"/>
                <a:ea typeface="微软雅黑" pitchFamily="34" charset="-122"/>
              </a:rPr>
              <a:t>更新自己的</a:t>
            </a:r>
            <a:r>
              <a:rPr kumimoji="1" lang="zh-CN" altLang="en-US" sz="1400" b="1" dirty="0" smtClean="0">
                <a:solidFill>
                  <a:srgbClr val="000000"/>
                </a:solidFill>
                <a:latin typeface="微软雅黑" pitchFamily="34" charset="-122"/>
                <a:ea typeface="微软雅黑" pitchFamily="34" charset="-122"/>
              </a:rPr>
              <a:t>路由表项为</a:t>
            </a:r>
            <a:r>
              <a:rPr kumimoji="1" lang="zh-CN" altLang="en-US" sz="1400" b="1" dirty="0">
                <a:solidFill>
                  <a:srgbClr val="000000"/>
                </a:solidFill>
                <a:latin typeface="微软雅黑" pitchFamily="34" charset="-122"/>
                <a:ea typeface="微软雅黑" pitchFamily="34" charset="-122"/>
              </a:rPr>
              <a:t>“</a:t>
            </a:r>
            <a:r>
              <a:rPr kumimoji="1" lang="en-US" altLang="zh-CN" sz="1400" b="1" dirty="0" smtClean="0">
                <a:solidFill>
                  <a:srgbClr val="000000"/>
                </a:solidFill>
                <a:latin typeface="微软雅黑" pitchFamily="34" charset="-122"/>
                <a:ea typeface="微软雅黑" pitchFamily="34" charset="-122"/>
              </a:rPr>
              <a:t>1</a:t>
            </a:r>
            <a:r>
              <a:rPr kumimoji="1" lang="zh-CN" altLang="en-US" sz="1400" b="1" dirty="0" smtClean="0">
                <a:solidFill>
                  <a:srgbClr val="000000"/>
                </a:solidFill>
                <a:latin typeface="微软雅黑" pitchFamily="34" charset="-122"/>
                <a:ea typeface="微软雅黑" pitchFamily="34" charset="-122"/>
              </a:rPr>
              <a:t>，</a:t>
            </a:r>
            <a:r>
              <a:rPr kumimoji="1" lang="en-US" altLang="zh-CN" sz="1400" b="1" dirty="0" smtClean="0">
                <a:solidFill>
                  <a:srgbClr val="000000"/>
                </a:solidFill>
                <a:latin typeface="微软雅黑" pitchFamily="34" charset="-122"/>
                <a:ea typeface="微软雅黑" pitchFamily="34" charset="-122"/>
              </a:rPr>
              <a:t>4</a:t>
            </a:r>
            <a:r>
              <a:rPr kumimoji="1" lang="zh-CN" altLang="en-US" sz="1400" b="1" dirty="0" smtClean="0">
                <a:solidFill>
                  <a:srgbClr val="000000"/>
                </a:solidFill>
                <a:latin typeface="微软雅黑" pitchFamily="34" charset="-122"/>
                <a:ea typeface="微软雅黑" pitchFamily="34" charset="-122"/>
              </a:rPr>
              <a:t>，</a:t>
            </a:r>
            <a:r>
              <a:rPr kumimoji="1" lang="en-US" altLang="zh-CN" sz="1400" b="1" dirty="0" smtClean="0">
                <a:solidFill>
                  <a:srgbClr val="000000"/>
                </a:solidFill>
                <a:latin typeface="微软雅黑" pitchFamily="34" charset="-122"/>
                <a:ea typeface="微软雅黑" pitchFamily="34" charset="-122"/>
              </a:rPr>
              <a:t>R</a:t>
            </a:r>
            <a:r>
              <a:rPr kumimoji="1" lang="en-US" altLang="zh-CN" sz="1400" b="1" baseline="-25000" dirty="0" smtClean="0">
                <a:solidFill>
                  <a:srgbClr val="000000"/>
                </a:solidFill>
                <a:latin typeface="微软雅黑" pitchFamily="34" charset="-122"/>
                <a:ea typeface="微软雅黑" pitchFamily="34" charset="-122"/>
              </a:rPr>
              <a:t>1</a:t>
            </a:r>
            <a:r>
              <a:rPr kumimoji="1" lang="en-US" altLang="zh-CN" sz="1400" b="1" dirty="0">
                <a:solidFill>
                  <a:srgbClr val="000000"/>
                </a:solidFill>
                <a:latin typeface="微软雅黑" pitchFamily="34" charset="-122"/>
                <a:ea typeface="微软雅黑" pitchFamily="34" charset="-122"/>
              </a:rPr>
              <a:t>”</a:t>
            </a:r>
            <a:r>
              <a:rPr kumimoji="1" lang="zh-CN" altLang="en-US" sz="1400" b="1" dirty="0" smtClean="0">
                <a:solidFill>
                  <a:srgbClr val="000000"/>
                </a:solidFill>
                <a:latin typeface="微软雅黑" pitchFamily="34" charset="-122"/>
                <a:ea typeface="微软雅黑" pitchFamily="34" charset="-122"/>
              </a:rPr>
              <a:t>，并发送给路由器 </a:t>
            </a:r>
            <a:r>
              <a:rPr kumimoji="1" lang="en-US" altLang="zh-CN" sz="1400" b="1" dirty="0" smtClean="0">
                <a:solidFill>
                  <a:srgbClr val="000000"/>
                </a:solidFill>
                <a:latin typeface="微软雅黑" pitchFamily="34" charset="-122"/>
                <a:ea typeface="微软雅黑" pitchFamily="34" charset="-122"/>
              </a:rPr>
              <a:t>R</a:t>
            </a:r>
            <a:r>
              <a:rPr kumimoji="1" lang="en-US" altLang="zh-CN" sz="1400" b="1" baseline="-25000" dirty="0" smtClean="0">
                <a:solidFill>
                  <a:srgbClr val="000000"/>
                </a:solidFill>
                <a:latin typeface="微软雅黑" pitchFamily="34" charset="-122"/>
                <a:ea typeface="微软雅黑" pitchFamily="34" charset="-122"/>
              </a:rPr>
              <a:t>1</a:t>
            </a:r>
            <a:r>
              <a:rPr kumimoji="1" lang="zh-CN" altLang="en-US" sz="1400" b="1" dirty="0" smtClean="0">
                <a:solidFill>
                  <a:srgbClr val="000000"/>
                </a:solidFill>
                <a:latin typeface="微软雅黑" pitchFamily="34" charset="-122"/>
                <a:ea typeface="微软雅黑" pitchFamily="34" charset="-122"/>
              </a:rPr>
              <a:t>。 </a:t>
            </a:r>
            <a:endParaRPr kumimoji="1" lang="zh-CN" altLang="en-US" sz="1400" b="1" dirty="0">
              <a:solidFill>
                <a:srgbClr val="000000"/>
              </a:solidFill>
              <a:latin typeface="微软雅黑" pitchFamily="34" charset="-122"/>
              <a:ea typeface="微软雅黑" pitchFamily="34" charset="-122"/>
            </a:endParaRPr>
          </a:p>
        </p:txBody>
      </p:sp>
      <p:grpSp>
        <p:nvGrpSpPr>
          <p:cNvPr id="126" name="Group 115"/>
          <p:cNvGrpSpPr>
            <a:grpSpLocks/>
          </p:cNvGrpSpPr>
          <p:nvPr/>
        </p:nvGrpSpPr>
        <p:grpSpPr bwMode="auto">
          <a:xfrm>
            <a:off x="6688063" y="3595396"/>
            <a:ext cx="1357820" cy="290903"/>
            <a:chOff x="3515" y="1991"/>
            <a:chExt cx="940" cy="215"/>
          </a:xfrm>
          <a:solidFill>
            <a:srgbClr val="66FF66"/>
          </a:solidFill>
        </p:grpSpPr>
        <p:grpSp>
          <p:nvGrpSpPr>
            <p:cNvPr id="127" name="Group 116"/>
            <p:cNvGrpSpPr>
              <a:grpSpLocks/>
            </p:cNvGrpSpPr>
            <p:nvPr/>
          </p:nvGrpSpPr>
          <p:grpSpPr bwMode="auto">
            <a:xfrm flipH="1">
              <a:off x="3515" y="1991"/>
              <a:ext cx="927" cy="197"/>
              <a:chOff x="1491" y="212"/>
              <a:chExt cx="853" cy="240"/>
            </a:xfrm>
            <a:grpFill/>
          </p:grpSpPr>
          <p:sp>
            <p:nvSpPr>
              <p:cNvPr id="129" name="AutoShape 117"/>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30" name="Rectangle 118"/>
              <p:cNvSpPr>
                <a:spLocks noChangeArrowheads="1"/>
              </p:cNvSpPr>
              <p:nvPr/>
            </p:nvSpPr>
            <p:spPr bwMode="auto">
              <a:xfrm>
                <a:off x="1491" y="212"/>
                <a:ext cx="632" cy="240"/>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grpSp>
        <p:sp>
          <p:nvSpPr>
            <p:cNvPr id="128" name="Text Box 119"/>
            <p:cNvSpPr txBox="1">
              <a:spLocks noChangeArrowheads="1"/>
            </p:cNvSpPr>
            <p:nvPr/>
          </p:nvSpPr>
          <p:spPr bwMode="auto">
            <a:xfrm>
              <a:off x="3761" y="2035"/>
              <a:ext cx="694" cy="171"/>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b="1" dirty="0">
                  <a:solidFill>
                    <a:srgbClr val="000000"/>
                  </a:solidFill>
                  <a:latin typeface="微软雅黑" pitchFamily="34" charset="-122"/>
                  <a:ea typeface="微软雅黑" pitchFamily="34" charset="-122"/>
                </a:rPr>
                <a:t>1  2  </a:t>
              </a:r>
              <a:r>
                <a:rPr kumimoji="1" lang="en-US" altLang="zh-CN" b="1" dirty="0">
                  <a:solidFill>
                    <a:srgbClr val="000000"/>
                  </a:solidFill>
                  <a:latin typeface="微软雅黑" pitchFamily="34" charset="-122"/>
                  <a:ea typeface="微软雅黑" pitchFamily="34" charset="-122"/>
                  <a:sym typeface="Symbol" pitchFamily="18" charset="2"/>
                </a:rPr>
                <a:t>R</a:t>
              </a:r>
              <a:r>
                <a:rPr kumimoji="1" lang="en-US" altLang="zh-CN" b="1" baseline="-25000" dirty="0">
                  <a:solidFill>
                    <a:srgbClr val="000000"/>
                  </a:solidFill>
                  <a:latin typeface="微软雅黑" pitchFamily="34" charset="-122"/>
                  <a:ea typeface="微软雅黑" pitchFamily="34" charset="-122"/>
                  <a:sym typeface="Symbol" pitchFamily="18" charset="2"/>
                </a:rPr>
                <a:t>1</a:t>
              </a:r>
            </a:p>
          </p:txBody>
        </p:sp>
      </p:grpSp>
      <p:grpSp>
        <p:nvGrpSpPr>
          <p:cNvPr id="123" name="Group 121"/>
          <p:cNvGrpSpPr>
            <a:grpSpLocks/>
          </p:cNvGrpSpPr>
          <p:nvPr/>
        </p:nvGrpSpPr>
        <p:grpSpPr bwMode="auto">
          <a:xfrm>
            <a:off x="3871307" y="4068982"/>
            <a:ext cx="1373709" cy="296317"/>
            <a:chOff x="1565" y="2478"/>
            <a:chExt cx="951" cy="219"/>
          </a:xfrm>
          <a:solidFill>
            <a:srgbClr val="FFFF00"/>
          </a:solidFill>
        </p:grpSpPr>
        <p:grpSp>
          <p:nvGrpSpPr>
            <p:cNvPr id="131" name="Group 122"/>
            <p:cNvGrpSpPr>
              <a:grpSpLocks/>
            </p:cNvGrpSpPr>
            <p:nvPr/>
          </p:nvGrpSpPr>
          <p:grpSpPr bwMode="auto">
            <a:xfrm>
              <a:off x="1589" y="2478"/>
              <a:ext cx="927" cy="197"/>
              <a:chOff x="1491" y="212"/>
              <a:chExt cx="853" cy="240"/>
            </a:xfrm>
            <a:grpFill/>
          </p:grpSpPr>
          <p:sp>
            <p:nvSpPr>
              <p:cNvPr id="133" name="AutoShape 123"/>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34" name="Rectangle 124"/>
              <p:cNvSpPr>
                <a:spLocks noChangeArrowheads="1"/>
              </p:cNvSpPr>
              <p:nvPr/>
            </p:nvSpPr>
            <p:spPr bwMode="auto">
              <a:xfrm>
                <a:off x="1491" y="212"/>
                <a:ext cx="632" cy="240"/>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grpSp>
        <p:sp>
          <p:nvSpPr>
            <p:cNvPr id="132" name="Text Box 125"/>
            <p:cNvSpPr txBox="1">
              <a:spLocks noChangeArrowheads="1"/>
            </p:cNvSpPr>
            <p:nvPr/>
          </p:nvSpPr>
          <p:spPr bwMode="auto">
            <a:xfrm>
              <a:off x="1565" y="2526"/>
              <a:ext cx="694" cy="171"/>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b="1" dirty="0">
                  <a:solidFill>
                    <a:srgbClr val="000000"/>
                  </a:solidFill>
                  <a:latin typeface="微软雅黑" pitchFamily="34" charset="-122"/>
                  <a:ea typeface="微软雅黑" pitchFamily="34" charset="-122"/>
                </a:rPr>
                <a:t>1  3  </a:t>
              </a:r>
              <a:r>
                <a:rPr kumimoji="1" lang="en-US" altLang="zh-CN" b="1" dirty="0">
                  <a:solidFill>
                    <a:srgbClr val="000000"/>
                  </a:solidFill>
                  <a:latin typeface="微软雅黑" pitchFamily="34" charset="-122"/>
                  <a:ea typeface="微软雅黑" pitchFamily="34" charset="-122"/>
                  <a:sym typeface="Symbol" pitchFamily="18" charset="2"/>
                </a:rPr>
                <a:t>R</a:t>
              </a:r>
              <a:r>
                <a:rPr kumimoji="1" lang="en-US" altLang="zh-CN" b="1" baseline="-25000" dirty="0">
                  <a:solidFill>
                    <a:srgbClr val="000000"/>
                  </a:solidFill>
                  <a:latin typeface="微软雅黑" pitchFamily="34" charset="-122"/>
                  <a:ea typeface="微软雅黑" pitchFamily="34" charset="-122"/>
                  <a:sym typeface="Symbol" pitchFamily="18" charset="2"/>
                </a:rPr>
                <a:t>2</a:t>
              </a:r>
            </a:p>
          </p:txBody>
        </p:sp>
      </p:grpSp>
      <p:grpSp>
        <p:nvGrpSpPr>
          <p:cNvPr id="135" name="Group 115"/>
          <p:cNvGrpSpPr>
            <a:grpSpLocks/>
          </p:cNvGrpSpPr>
          <p:nvPr/>
        </p:nvGrpSpPr>
        <p:grpSpPr bwMode="auto">
          <a:xfrm>
            <a:off x="6688063" y="4154265"/>
            <a:ext cx="1357820" cy="290903"/>
            <a:chOff x="3515" y="1991"/>
            <a:chExt cx="940" cy="215"/>
          </a:xfrm>
          <a:solidFill>
            <a:srgbClr val="66FF66"/>
          </a:solidFill>
        </p:grpSpPr>
        <p:grpSp>
          <p:nvGrpSpPr>
            <p:cNvPr id="136" name="Group 116"/>
            <p:cNvGrpSpPr>
              <a:grpSpLocks/>
            </p:cNvGrpSpPr>
            <p:nvPr/>
          </p:nvGrpSpPr>
          <p:grpSpPr bwMode="auto">
            <a:xfrm flipH="1">
              <a:off x="3515" y="1991"/>
              <a:ext cx="927" cy="197"/>
              <a:chOff x="1491" y="212"/>
              <a:chExt cx="853" cy="240"/>
            </a:xfrm>
            <a:grpFill/>
          </p:grpSpPr>
          <p:sp>
            <p:nvSpPr>
              <p:cNvPr id="138" name="AutoShape 117"/>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39" name="Rectangle 118"/>
              <p:cNvSpPr>
                <a:spLocks noChangeArrowheads="1"/>
              </p:cNvSpPr>
              <p:nvPr/>
            </p:nvSpPr>
            <p:spPr bwMode="auto">
              <a:xfrm>
                <a:off x="1491" y="212"/>
                <a:ext cx="632" cy="240"/>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a:solidFill>
                    <a:srgbClr val="000000"/>
                  </a:solidFill>
                  <a:latin typeface="微软雅黑" pitchFamily="34" charset="-122"/>
                  <a:ea typeface="微软雅黑" pitchFamily="34" charset="-122"/>
                </a:endParaRPr>
              </a:p>
            </p:txBody>
          </p:sp>
        </p:grpSp>
        <p:sp>
          <p:nvSpPr>
            <p:cNvPr id="137" name="Text Box 119"/>
            <p:cNvSpPr txBox="1">
              <a:spLocks noChangeArrowheads="1"/>
            </p:cNvSpPr>
            <p:nvPr/>
          </p:nvSpPr>
          <p:spPr bwMode="auto">
            <a:xfrm>
              <a:off x="3761" y="2035"/>
              <a:ext cx="694" cy="171"/>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b="1" dirty="0">
                  <a:solidFill>
                    <a:srgbClr val="000000"/>
                  </a:solidFill>
                  <a:latin typeface="微软雅黑" pitchFamily="34" charset="-122"/>
                  <a:ea typeface="微软雅黑" pitchFamily="34" charset="-122"/>
                </a:rPr>
                <a:t>1  </a:t>
              </a:r>
              <a:r>
                <a:rPr kumimoji="1" lang="en-US" altLang="zh-CN" b="1" dirty="0" smtClean="0">
                  <a:solidFill>
                    <a:srgbClr val="000000"/>
                  </a:solidFill>
                  <a:latin typeface="微软雅黑" pitchFamily="34" charset="-122"/>
                  <a:ea typeface="微软雅黑" pitchFamily="34" charset="-122"/>
                </a:rPr>
                <a:t>4  </a:t>
              </a:r>
              <a:r>
                <a:rPr kumimoji="1" lang="en-US" altLang="zh-CN" b="1" dirty="0">
                  <a:solidFill>
                    <a:srgbClr val="000000"/>
                  </a:solidFill>
                  <a:latin typeface="微软雅黑" pitchFamily="34" charset="-122"/>
                  <a:ea typeface="微软雅黑" pitchFamily="34" charset="-122"/>
                  <a:sym typeface="Symbol" pitchFamily="18" charset="2"/>
                </a:rPr>
                <a:t>R</a:t>
              </a:r>
              <a:r>
                <a:rPr kumimoji="1" lang="en-US" altLang="zh-CN" b="1" baseline="-25000" dirty="0">
                  <a:solidFill>
                    <a:srgbClr val="000000"/>
                  </a:solidFill>
                  <a:latin typeface="微软雅黑" pitchFamily="34" charset="-122"/>
                  <a:ea typeface="微软雅黑" pitchFamily="34" charset="-122"/>
                  <a:sym typeface="Symbol" pitchFamily="18" charset="2"/>
                </a:rPr>
                <a:t>1</a:t>
              </a:r>
            </a:p>
          </p:txBody>
        </p:sp>
      </p:grpSp>
    </p:spTree>
    <p:extLst>
      <p:ext uri="{BB962C8B-B14F-4D97-AF65-F5344CB8AC3E}">
        <p14:creationId xmlns:p14="http://schemas.microsoft.com/office/powerpoint/2010/main" val="302863485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5"/>
                                        </p:tgtEl>
                                        <p:attrNameLst>
                                          <p:attrName>style.visibility</p:attrName>
                                        </p:attrNameLst>
                                      </p:cBhvr>
                                      <p:to>
                                        <p:strVal val="visible"/>
                                      </p:to>
                                    </p:set>
                                  </p:childTnLst>
                                </p:cTn>
                              </p:par>
                            </p:childTnLst>
                          </p:cTn>
                        </p:par>
                        <p:par>
                          <p:cTn id="9" fill="hold">
                            <p:stCondLst>
                              <p:cond delay="0"/>
                            </p:stCondLst>
                            <p:childTnLst>
                              <p:par>
                                <p:cTn id="10" presetID="35" presetClass="emph" presetSubtype="0" repeatCount="3000" fill="hold" nodeType="afterEffect">
                                  <p:stCondLst>
                                    <p:cond delay="500"/>
                                  </p:stCondLst>
                                  <p:childTnLst>
                                    <p:anim calcmode="discrete" valueType="str">
                                      <p:cBhvr>
                                        <p:cTn id="11" dur="1000" fill="hold"/>
                                        <p:tgtEl>
                                          <p:spTgt spid="13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animBg="1"/>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Rectangle 2"/>
          <p:cNvSpPr txBox="1">
            <a:spLocks noChangeArrowheads="1"/>
          </p:cNvSpPr>
          <p:nvPr/>
        </p:nvSpPr>
        <p:spPr>
          <a:xfrm>
            <a:off x="609600" y="274638"/>
            <a:ext cx="10972800" cy="817562"/>
          </a:xfrm>
          <a:prstGeom prst="rect">
            <a:avLst/>
          </a:prstGeom>
        </p:spPr>
        <p:txBody>
          <a:bodyPr anchor="ct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r>
              <a:rPr lang="en-US" altLang="zh-CN" dirty="0" smtClean="0"/>
              <a:t>RIP </a:t>
            </a:r>
            <a:r>
              <a:rPr lang="zh-CN" altLang="en-US" dirty="0" smtClean="0"/>
              <a:t>协议的缺点：坏消息传播得慢 </a:t>
            </a:r>
          </a:p>
        </p:txBody>
      </p:sp>
      <p:sp>
        <p:nvSpPr>
          <p:cNvPr id="63" name="圆角矩形 62"/>
          <p:cNvSpPr/>
          <p:nvPr/>
        </p:nvSpPr>
        <p:spPr>
          <a:xfrm>
            <a:off x="545144" y="1412776"/>
            <a:ext cx="11037256" cy="518457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4" name="Line 50"/>
          <p:cNvSpPr>
            <a:spLocks noChangeShapeType="1"/>
          </p:cNvSpPr>
          <p:nvPr/>
        </p:nvSpPr>
        <p:spPr bwMode="auto">
          <a:xfrm>
            <a:off x="3110060" y="3040660"/>
            <a:ext cx="588918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pic>
        <p:nvPicPr>
          <p:cNvPr id="65" name="Picture 5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73865" y="2909415"/>
            <a:ext cx="663021" cy="288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66" name="Text Box 52"/>
          <p:cNvSpPr txBox="1">
            <a:spLocks noChangeArrowheads="1"/>
          </p:cNvSpPr>
          <p:nvPr/>
        </p:nvSpPr>
        <p:spPr bwMode="auto">
          <a:xfrm>
            <a:off x="7443529" y="3120489"/>
            <a:ext cx="4411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dirty="0">
                <a:solidFill>
                  <a:schemeClr val="tx2">
                    <a:lumMod val="60000"/>
                    <a:lumOff val="40000"/>
                  </a:schemeClr>
                </a:solidFill>
                <a:latin typeface="微软雅黑" pitchFamily="34" charset="-122"/>
                <a:ea typeface="微软雅黑" pitchFamily="34" charset="-122"/>
              </a:rPr>
              <a:t>R</a:t>
            </a:r>
            <a:r>
              <a:rPr kumimoji="1" lang="en-US" altLang="zh-CN" b="1" baseline="-25000" dirty="0">
                <a:solidFill>
                  <a:schemeClr val="tx2">
                    <a:lumMod val="60000"/>
                    <a:lumOff val="40000"/>
                  </a:schemeClr>
                </a:solidFill>
                <a:latin typeface="微软雅黑" pitchFamily="34" charset="-122"/>
                <a:ea typeface="微软雅黑" pitchFamily="34" charset="-122"/>
              </a:rPr>
              <a:t>2</a:t>
            </a:r>
            <a:endParaRPr kumimoji="1" lang="en-US" altLang="zh-CN" b="1" dirty="0">
              <a:solidFill>
                <a:schemeClr val="tx2">
                  <a:lumMod val="60000"/>
                  <a:lumOff val="40000"/>
                </a:schemeClr>
              </a:solidFill>
              <a:latin typeface="微软雅黑" pitchFamily="34" charset="-122"/>
              <a:ea typeface="微软雅黑" pitchFamily="34" charset="-122"/>
            </a:endParaRPr>
          </a:p>
        </p:txBody>
      </p:sp>
      <p:sp>
        <p:nvSpPr>
          <p:cNvPr id="67" name="Text Box 53"/>
          <p:cNvSpPr txBox="1">
            <a:spLocks noChangeArrowheads="1"/>
          </p:cNvSpPr>
          <p:nvPr/>
        </p:nvSpPr>
        <p:spPr bwMode="auto">
          <a:xfrm>
            <a:off x="4170316" y="3120489"/>
            <a:ext cx="4411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dirty="0">
                <a:solidFill>
                  <a:schemeClr val="tx2">
                    <a:lumMod val="60000"/>
                    <a:lumOff val="40000"/>
                  </a:schemeClr>
                </a:solidFill>
                <a:latin typeface="微软雅黑" pitchFamily="34" charset="-122"/>
                <a:ea typeface="微软雅黑" pitchFamily="34" charset="-122"/>
              </a:rPr>
              <a:t>R</a:t>
            </a:r>
            <a:r>
              <a:rPr kumimoji="1" lang="en-US" altLang="zh-CN" b="1" baseline="-25000" dirty="0">
                <a:solidFill>
                  <a:schemeClr val="tx2">
                    <a:lumMod val="60000"/>
                    <a:lumOff val="40000"/>
                  </a:schemeClr>
                </a:solidFill>
                <a:latin typeface="微软雅黑" pitchFamily="34" charset="-122"/>
                <a:ea typeface="微软雅黑" pitchFamily="34" charset="-122"/>
              </a:rPr>
              <a:t>1</a:t>
            </a:r>
            <a:endParaRPr kumimoji="1" lang="en-US" altLang="zh-CN" b="1" dirty="0">
              <a:solidFill>
                <a:schemeClr val="tx2">
                  <a:lumMod val="60000"/>
                  <a:lumOff val="40000"/>
                </a:schemeClr>
              </a:solidFill>
              <a:latin typeface="微软雅黑" pitchFamily="34" charset="-122"/>
              <a:ea typeface="微软雅黑" pitchFamily="34" charset="-122"/>
            </a:endParaRPr>
          </a:p>
        </p:txBody>
      </p:sp>
      <p:pic>
        <p:nvPicPr>
          <p:cNvPr id="68" name="Picture 5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45634" y="2909415"/>
            <a:ext cx="664465" cy="288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69" name="Group 55"/>
          <p:cNvGrpSpPr>
            <a:grpSpLocks/>
          </p:cNvGrpSpPr>
          <p:nvPr/>
        </p:nvGrpSpPr>
        <p:grpSpPr bwMode="auto">
          <a:xfrm>
            <a:off x="2256366" y="2672633"/>
            <a:ext cx="1073256" cy="731995"/>
            <a:chOff x="4830" y="1752"/>
            <a:chExt cx="667" cy="477"/>
          </a:xfrm>
          <a:solidFill>
            <a:srgbClr val="00FFFF"/>
          </a:solidFill>
        </p:grpSpPr>
        <p:grpSp>
          <p:nvGrpSpPr>
            <p:cNvPr id="70" name="Group 56"/>
            <p:cNvGrpSpPr>
              <a:grpSpLocks/>
            </p:cNvGrpSpPr>
            <p:nvPr/>
          </p:nvGrpSpPr>
          <p:grpSpPr bwMode="auto">
            <a:xfrm>
              <a:off x="4830" y="1752"/>
              <a:ext cx="667" cy="477"/>
              <a:chOff x="2949" y="196"/>
              <a:chExt cx="941" cy="598"/>
            </a:xfrm>
            <a:grpFill/>
          </p:grpSpPr>
          <p:sp>
            <p:nvSpPr>
              <p:cNvPr id="72" name="Oval 57"/>
              <p:cNvSpPr>
                <a:spLocks noChangeArrowheads="1"/>
              </p:cNvSpPr>
              <p:nvPr/>
            </p:nvSpPr>
            <p:spPr bwMode="auto">
              <a:xfrm>
                <a:off x="3168" y="196"/>
                <a:ext cx="407" cy="162"/>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73" name="Oval 58"/>
              <p:cNvSpPr>
                <a:spLocks noChangeArrowheads="1"/>
              </p:cNvSpPr>
              <p:nvPr/>
            </p:nvSpPr>
            <p:spPr bwMode="auto">
              <a:xfrm rot="900000">
                <a:off x="3512" y="252"/>
                <a:ext cx="275" cy="131"/>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74" name="Oval 59"/>
              <p:cNvSpPr>
                <a:spLocks noChangeArrowheads="1"/>
              </p:cNvSpPr>
              <p:nvPr/>
            </p:nvSpPr>
            <p:spPr bwMode="auto">
              <a:xfrm rot="1500000">
                <a:off x="3650" y="385"/>
                <a:ext cx="240" cy="153"/>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75" name="Oval 60"/>
              <p:cNvSpPr>
                <a:spLocks noChangeArrowheads="1"/>
              </p:cNvSpPr>
              <p:nvPr/>
            </p:nvSpPr>
            <p:spPr bwMode="auto">
              <a:xfrm rot="20040000">
                <a:off x="3573" y="537"/>
                <a:ext cx="291" cy="18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76" name="Oval 61"/>
              <p:cNvSpPr>
                <a:spLocks noChangeArrowheads="1"/>
              </p:cNvSpPr>
              <p:nvPr/>
            </p:nvSpPr>
            <p:spPr bwMode="auto">
              <a:xfrm>
                <a:off x="3216" y="555"/>
                <a:ext cx="471" cy="23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77" name="Oval 62"/>
              <p:cNvSpPr>
                <a:spLocks noChangeArrowheads="1"/>
              </p:cNvSpPr>
              <p:nvPr/>
            </p:nvSpPr>
            <p:spPr bwMode="auto">
              <a:xfrm rot="1080000">
                <a:off x="3023" y="555"/>
                <a:ext cx="26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78" name="Oval 63"/>
              <p:cNvSpPr>
                <a:spLocks noChangeArrowheads="1"/>
              </p:cNvSpPr>
              <p:nvPr/>
            </p:nvSpPr>
            <p:spPr bwMode="auto">
              <a:xfrm>
                <a:off x="2949" y="432"/>
                <a:ext cx="217"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79" name="Oval 64"/>
              <p:cNvSpPr>
                <a:spLocks noChangeArrowheads="1"/>
              </p:cNvSpPr>
              <p:nvPr/>
            </p:nvSpPr>
            <p:spPr bwMode="auto">
              <a:xfrm rot="19740000">
                <a:off x="2984" y="310"/>
                <a:ext cx="29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80" name="Freeform 6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81" name="Freeform 6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82" name="Freeform 6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grpSp>
        <p:sp>
          <p:nvSpPr>
            <p:cNvPr id="71" name="Text Box 68"/>
            <p:cNvSpPr txBox="1">
              <a:spLocks noChangeArrowheads="1"/>
            </p:cNvSpPr>
            <p:nvPr/>
          </p:nvSpPr>
          <p:spPr bwMode="auto">
            <a:xfrm>
              <a:off x="4965" y="1856"/>
              <a:ext cx="390" cy="24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chemeClr val="tx2">
                      <a:lumMod val="60000"/>
                      <a:lumOff val="40000"/>
                    </a:schemeClr>
                  </a:solidFill>
                  <a:latin typeface="微软雅黑" pitchFamily="34" charset="-122"/>
                  <a:ea typeface="微软雅黑" pitchFamily="34" charset="-122"/>
                </a:rPr>
                <a:t>网 </a:t>
              </a:r>
              <a:r>
                <a:rPr kumimoji="1" lang="en-US" altLang="zh-CN" b="1" dirty="0">
                  <a:solidFill>
                    <a:schemeClr val="tx2">
                      <a:lumMod val="60000"/>
                      <a:lumOff val="40000"/>
                    </a:schemeClr>
                  </a:solidFill>
                  <a:latin typeface="微软雅黑" pitchFamily="34" charset="-122"/>
                  <a:ea typeface="微软雅黑" pitchFamily="34" charset="-122"/>
                </a:rPr>
                <a:t>1</a:t>
              </a:r>
            </a:p>
          </p:txBody>
        </p:sp>
      </p:grpSp>
      <p:grpSp>
        <p:nvGrpSpPr>
          <p:cNvPr id="83" name="Group 69"/>
          <p:cNvGrpSpPr>
            <a:grpSpLocks/>
          </p:cNvGrpSpPr>
          <p:nvPr/>
        </p:nvGrpSpPr>
        <p:grpSpPr bwMode="auto">
          <a:xfrm>
            <a:off x="8629456" y="2672633"/>
            <a:ext cx="1073256" cy="731995"/>
            <a:chOff x="4830" y="1752"/>
            <a:chExt cx="667" cy="477"/>
          </a:xfrm>
          <a:solidFill>
            <a:srgbClr val="00FFFF"/>
          </a:solidFill>
        </p:grpSpPr>
        <p:grpSp>
          <p:nvGrpSpPr>
            <p:cNvPr id="84" name="Group 70"/>
            <p:cNvGrpSpPr>
              <a:grpSpLocks/>
            </p:cNvGrpSpPr>
            <p:nvPr/>
          </p:nvGrpSpPr>
          <p:grpSpPr bwMode="auto">
            <a:xfrm>
              <a:off x="4830" y="1752"/>
              <a:ext cx="667" cy="477"/>
              <a:chOff x="2949" y="196"/>
              <a:chExt cx="941" cy="598"/>
            </a:xfrm>
            <a:grpFill/>
          </p:grpSpPr>
          <p:sp>
            <p:nvSpPr>
              <p:cNvPr id="86" name="Oval 71"/>
              <p:cNvSpPr>
                <a:spLocks noChangeArrowheads="1"/>
              </p:cNvSpPr>
              <p:nvPr/>
            </p:nvSpPr>
            <p:spPr bwMode="auto">
              <a:xfrm>
                <a:off x="3168" y="196"/>
                <a:ext cx="407" cy="162"/>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87" name="Oval 72"/>
              <p:cNvSpPr>
                <a:spLocks noChangeArrowheads="1"/>
              </p:cNvSpPr>
              <p:nvPr/>
            </p:nvSpPr>
            <p:spPr bwMode="auto">
              <a:xfrm rot="900000">
                <a:off x="3512" y="252"/>
                <a:ext cx="275" cy="131"/>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88" name="Oval 73"/>
              <p:cNvSpPr>
                <a:spLocks noChangeArrowheads="1"/>
              </p:cNvSpPr>
              <p:nvPr/>
            </p:nvSpPr>
            <p:spPr bwMode="auto">
              <a:xfrm rot="1500000">
                <a:off x="3650" y="385"/>
                <a:ext cx="240" cy="153"/>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89" name="Oval 74"/>
              <p:cNvSpPr>
                <a:spLocks noChangeArrowheads="1"/>
              </p:cNvSpPr>
              <p:nvPr/>
            </p:nvSpPr>
            <p:spPr bwMode="auto">
              <a:xfrm rot="20040000">
                <a:off x="3573" y="537"/>
                <a:ext cx="291" cy="18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90" name="Oval 75"/>
              <p:cNvSpPr>
                <a:spLocks noChangeArrowheads="1"/>
              </p:cNvSpPr>
              <p:nvPr/>
            </p:nvSpPr>
            <p:spPr bwMode="auto">
              <a:xfrm>
                <a:off x="3216" y="555"/>
                <a:ext cx="471" cy="23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91" name="Oval 76"/>
              <p:cNvSpPr>
                <a:spLocks noChangeArrowheads="1"/>
              </p:cNvSpPr>
              <p:nvPr/>
            </p:nvSpPr>
            <p:spPr bwMode="auto">
              <a:xfrm rot="1080000">
                <a:off x="3023" y="555"/>
                <a:ext cx="26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92" name="Oval 77"/>
              <p:cNvSpPr>
                <a:spLocks noChangeArrowheads="1"/>
              </p:cNvSpPr>
              <p:nvPr/>
            </p:nvSpPr>
            <p:spPr bwMode="auto">
              <a:xfrm>
                <a:off x="2949" y="432"/>
                <a:ext cx="217"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93" name="Oval 78"/>
              <p:cNvSpPr>
                <a:spLocks noChangeArrowheads="1"/>
              </p:cNvSpPr>
              <p:nvPr/>
            </p:nvSpPr>
            <p:spPr bwMode="auto">
              <a:xfrm rot="19740000">
                <a:off x="2984" y="310"/>
                <a:ext cx="29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94" name="Freeform 79"/>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95" name="Freeform 80"/>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96" name="Freeform 81"/>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grpSp>
        <p:sp>
          <p:nvSpPr>
            <p:cNvPr id="85" name="Text Box 82"/>
            <p:cNvSpPr txBox="1">
              <a:spLocks noChangeArrowheads="1"/>
            </p:cNvSpPr>
            <p:nvPr/>
          </p:nvSpPr>
          <p:spPr bwMode="auto">
            <a:xfrm>
              <a:off x="4965" y="1856"/>
              <a:ext cx="390" cy="24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chemeClr val="tx2">
                      <a:lumMod val="60000"/>
                      <a:lumOff val="40000"/>
                    </a:schemeClr>
                  </a:solidFill>
                  <a:latin typeface="微软雅黑" pitchFamily="34" charset="-122"/>
                  <a:ea typeface="微软雅黑" pitchFamily="34" charset="-122"/>
                </a:rPr>
                <a:t>网 </a:t>
              </a:r>
              <a:r>
                <a:rPr kumimoji="1" lang="en-US" altLang="zh-CN" b="1" dirty="0">
                  <a:solidFill>
                    <a:schemeClr val="tx2">
                      <a:lumMod val="60000"/>
                      <a:lumOff val="40000"/>
                    </a:schemeClr>
                  </a:solidFill>
                  <a:latin typeface="微软雅黑" pitchFamily="34" charset="-122"/>
                  <a:ea typeface="微软雅黑" pitchFamily="34" charset="-122"/>
                </a:rPr>
                <a:t>3</a:t>
              </a:r>
            </a:p>
          </p:txBody>
        </p:sp>
      </p:grpSp>
      <p:grpSp>
        <p:nvGrpSpPr>
          <p:cNvPr id="97" name="Group 83"/>
          <p:cNvGrpSpPr>
            <a:grpSpLocks/>
          </p:cNvGrpSpPr>
          <p:nvPr/>
        </p:nvGrpSpPr>
        <p:grpSpPr bwMode="auto">
          <a:xfrm>
            <a:off x="5416910" y="2672633"/>
            <a:ext cx="1073256" cy="731995"/>
            <a:chOff x="4830" y="1752"/>
            <a:chExt cx="667" cy="477"/>
          </a:xfrm>
          <a:solidFill>
            <a:srgbClr val="00FFFF"/>
          </a:solidFill>
        </p:grpSpPr>
        <p:grpSp>
          <p:nvGrpSpPr>
            <p:cNvPr id="98" name="Group 84"/>
            <p:cNvGrpSpPr>
              <a:grpSpLocks/>
            </p:cNvGrpSpPr>
            <p:nvPr/>
          </p:nvGrpSpPr>
          <p:grpSpPr bwMode="auto">
            <a:xfrm>
              <a:off x="4830" y="1752"/>
              <a:ext cx="667" cy="477"/>
              <a:chOff x="2949" y="196"/>
              <a:chExt cx="941" cy="598"/>
            </a:xfrm>
            <a:grpFill/>
          </p:grpSpPr>
          <p:sp>
            <p:nvSpPr>
              <p:cNvPr id="100" name="Oval 85"/>
              <p:cNvSpPr>
                <a:spLocks noChangeArrowheads="1"/>
              </p:cNvSpPr>
              <p:nvPr/>
            </p:nvSpPr>
            <p:spPr bwMode="auto">
              <a:xfrm>
                <a:off x="3168" y="196"/>
                <a:ext cx="407" cy="162"/>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01" name="Oval 86"/>
              <p:cNvSpPr>
                <a:spLocks noChangeArrowheads="1"/>
              </p:cNvSpPr>
              <p:nvPr/>
            </p:nvSpPr>
            <p:spPr bwMode="auto">
              <a:xfrm rot="900000">
                <a:off x="3512" y="252"/>
                <a:ext cx="275" cy="131"/>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02" name="Oval 87"/>
              <p:cNvSpPr>
                <a:spLocks noChangeArrowheads="1"/>
              </p:cNvSpPr>
              <p:nvPr/>
            </p:nvSpPr>
            <p:spPr bwMode="auto">
              <a:xfrm rot="1500000">
                <a:off x="3650" y="385"/>
                <a:ext cx="240" cy="153"/>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03" name="Oval 88"/>
              <p:cNvSpPr>
                <a:spLocks noChangeArrowheads="1"/>
              </p:cNvSpPr>
              <p:nvPr/>
            </p:nvSpPr>
            <p:spPr bwMode="auto">
              <a:xfrm rot="20040000">
                <a:off x="3573" y="537"/>
                <a:ext cx="291" cy="18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04" name="Oval 89"/>
              <p:cNvSpPr>
                <a:spLocks noChangeArrowheads="1"/>
              </p:cNvSpPr>
              <p:nvPr/>
            </p:nvSpPr>
            <p:spPr bwMode="auto">
              <a:xfrm>
                <a:off x="3216" y="555"/>
                <a:ext cx="471" cy="23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05" name="Oval 90"/>
              <p:cNvSpPr>
                <a:spLocks noChangeArrowheads="1"/>
              </p:cNvSpPr>
              <p:nvPr/>
            </p:nvSpPr>
            <p:spPr bwMode="auto">
              <a:xfrm rot="1080000">
                <a:off x="3023" y="555"/>
                <a:ext cx="26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06" name="Oval 91"/>
              <p:cNvSpPr>
                <a:spLocks noChangeArrowheads="1"/>
              </p:cNvSpPr>
              <p:nvPr/>
            </p:nvSpPr>
            <p:spPr bwMode="auto">
              <a:xfrm>
                <a:off x="2949" y="432"/>
                <a:ext cx="217"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07" name="Oval 92"/>
              <p:cNvSpPr>
                <a:spLocks noChangeArrowheads="1"/>
              </p:cNvSpPr>
              <p:nvPr/>
            </p:nvSpPr>
            <p:spPr bwMode="auto">
              <a:xfrm rot="19740000">
                <a:off x="2984" y="310"/>
                <a:ext cx="29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08" name="Freeform 93"/>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09" name="Freeform 94"/>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10" name="Freeform 95"/>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grpSp>
        <p:sp>
          <p:nvSpPr>
            <p:cNvPr id="99" name="Text Box 96"/>
            <p:cNvSpPr txBox="1">
              <a:spLocks noChangeArrowheads="1"/>
            </p:cNvSpPr>
            <p:nvPr/>
          </p:nvSpPr>
          <p:spPr bwMode="auto">
            <a:xfrm>
              <a:off x="4965" y="1856"/>
              <a:ext cx="390" cy="24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chemeClr val="tx2">
                      <a:lumMod val="60000"/>
                      <a:lumOff val="40000"/>
                    </a:schemeClr>
                  </a:solidFill>
                  <a:latin typeface="微软雅黑" pitchFamily="34" charset="-122"/>
                  <a:ea typeface="微软雅黑" pitchFamily="34" charset="-122"/>
                </a:rPr>
                <a:t>网 </a:t>
              </a:r>
              <a:r>
                <a:rPr kumimoji="1" lang="en-US" altLang="zh-CN" b="1" dirty="0">
                  <a:solidFill>
                    <a:schemeClr val="tx2">
                      <a:lumMod val="60000"/>
                      <a:lumOff val="40000"/>
                    </a:schemeClr>
                  </a:solidFill>
                  <a:latin typeface="微软雅黑" pitchFamily="34" charset="-122"/>
                  <a:ea typeface="微软雅黑" pitchFamily="34" charset="-122"/>
                </a:rPr>
                <a:t>2</a:t>
              </a:r>
            </a:p>
          </p:txBody>
        </p:sp>
      </p:grpSp>
      <p:grpSp>
        <p:nvGrpSpPr>
          <p:cNvPr id="111" name="Group 97"/>
          <p:cNvGrpSpPr>
            <a:grpSpLocks/>
          </p:cNvGrpSpPr>
          <p:nvPr/>
        </p:nvGrpSpPr>
        <p:grpSpPr bwMode="auto">
          <a:xfrm>
            <a:off x="2237588" y="2596863"/>
            <a:ext cx="1090590" cy="828061"/>
            <a:chOff x="434" y="1298"/>
            <a:chExt cx="755" cy="612"/>
          </a:xfrm>
        </p:grpSpPr>
        <p:sp>
          <p:nvSpPr>
            <p:cNvPr id="112" name="Line 98"/>
            <p:cNvSpPr>
              <a:spLocks noChangeShapeType="1"/>
            </p:cNvSpPr>
            <p:nvPr/>
          </p:nvSpPr>
          <p:spPr bwMode="auto">
            <a:xfrm>
              <a:off x="434" y="1298"/>
              <a:ext cx="755" cy="612"/>
            </a:xfrm>
            <a:prstGeom prst="line">
              <a:avLst/>
            </a:prstGeom>
            <a:noFill/>
            <a:ln w="57150">
              <a:solidFill>
                <a:srgbClr val="CC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13" name="Line 99"/>
            <p:cNvSpPr>
              <a:spLocks noChangeShapeType="1"/>
            </p:cNvSpPr>
            <p:nvPr/>
          </p:nvSpPr>
          <p:spPr bwMode="auto">
            <a:xfrm flipH="1">
              <a:off x="434" y="1298"/>
              <a:ext cx="755" cy="612"/>
            </a:xfrm>
            <a:prstGeom prst="line">
              <a:avLst/>
            </a:prstGeom>
            <a:noFill/>
            <a:ln w="57150">
              <a:solidFill>
                <a:srgbClr val="CC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grpSp>
      <p:sp>
        <p:nvSpPr>
          <p:cNvPr id="114" name="Text Box 100"/>
          <p:cNvSpPr txBox="1">
            <a:spLocks noChangeArrowheads="1"/>
          </p:cNvSpPr>
          <p:nvPr/>
        </p:nvSpPr>
        <p:spPr bwMode="auto">
          <a:xfrm>
            <a:off x="2011000" y="3579169"/>
            <a:ext cx="1619354" cy="3416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b="1" dirty="0">
                <a:solidFill>
                  <a:srgbClr val="CC00CC"/>
                </a:solidFill>
                <a:latin typeface="微软雅黑" pitchFamily="34" charset="-122"/>
                <a:ea typeface="微软雅黑" pitchFamily="34" charset="-122"/>
              </a:rPr>
              <a:t>网 </a:t>
            </a:r>
            <a:r>
              <a:rPr kumimoji="1" lang="en-US" altLang="zh-CN" b="1" dirty="0" smtClean="0">
                <a:solidFill>
                  <a:srgbClr val="CC00CC"/>
                </a:solidFill>
                <a:latin typeface="微软雅黑" pitchFamily="34" charset="-122"/>
                <a:ea typeface="微软雅黑" pitchFamily="34" charset="-122"/>
              </a:rPr>
              <a:t>1 </a:t>
            </a:r>
            <a:r>
              <a:rPr kumimoji="1" lang="zh-CN" altLang="en-US" b="1" dirty="0" smtClean="0">
                <a:solidFill>
                  <a:srgbClr val="CC00CC"/>
                </a:solidFill>
                <a:latin typeface="微软雅黑" pitchFamily="34" charset="-122"/>
                <a:ea typeface="微软雅黑" pitchFamily="34" charset="-122"/>
              </a:rPr>
              <a:t>出</a:t>
            </a:r>
            <a:r>
              <a:rPr kumimoji="1" lang="zh-CN" altLang="en-US" b="1" dirty="0">
                <a:solidFill>
                  <a:srgbClr val="CC00CC"/>
                </a:solidFill>
                <a:latin typeface="微软雅黑" pitchFamily="34" charset="-122"/>
                <a:ea typeface="微软雅黑" pitchFamily="34" charset="-122"/>
              </a:rPr>
              <a:t>了故障</a:t>
            </a:r>
          </a:p>
        </p:txBody>
      </p:sp>
      <p:grpSp>
        <p:nvGrpSpPr>
          <p:cNvPr id="115" name="Group 106"/>
          <p:cNvGrpSpPr>
            <a:grpSpLocks/>
          </p:cNvGrpSpPr>
          <p:nvPr/>
        </p:nvGrpSpPr>
        <p:grpSpPr bwMode="auto">
          <a:xfrm>
            <a:off x="3872751" y="3640049"/>
            <a:ext cx="1025588" cy="288198"/>
            <a:chOff x="1566" y="2024"/>
            <a:chExt cx="710" cy="213"/>
          </a:xfrm>
          <a:solidFill>
            <a:srgbClr val="FFFF00"/>
          </a:solidFill>
        </p:grpSpPr>
        <p:sp>
          <p:nvSpPr>
            <p:cNvPr id="119" name="Rectangle 109"/>
            <p:cNvSpPr>
              <a:spLocks noChangeArrowheads="1"/>
            </p:cNvSpPr>
            <p:nvPr/>
          </p:nvSpPr>
          <p:spPr bwMode="auto">
            <a:xfrm>
              <a:off x="1589" y="2024"/>
              <a:ext cx="687" cy="19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17" name="Text Box 110"/>
            <p:cNvSpPr txBox="1">
              <a:spLocks noChangeArrowheads="1"/>
            </p:cNvSpPr>
            <p:nvPr/>
          </p:nvSpPr>
          <p:spPr bwMode="auto">
            <a:xfrm>
              <a:off x="1566" y="2066"/>
              <a:ext cx="703" cy="171"/>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b="1" dirty="0">
                  <a:solidFill>
                    <a:srgbClr val="000000"/>
                  </a:solidFill>
                  <a:latin typeface="微软雅黑" pitchFamily="34" charset="-122"/>
                  <a:ea typeface="微软雅黑" pitchFamily="34" charset="-122"/>
                </a:rPr>
                <a:t>1  16  </a:t>
              </a:r>
              <a:r>
                <a:rPr kumimoji="1" lang="en-US" altLang="zh-CN" b="1" dirty="0">
                  <a:solidFill>
                    <a:srgbClr val="000000"/>
                  </a:solidFill>
                  <a:latin typeface="微软雅黑" pitchFamily="34" charset="-122"/>
                  <a:ea typeface="微软雅黑" pitchFamily="34" charset="-122"/>
                  <a:sym typeface="Symbol" pitchFamily="18" charset="2"/>
                </a:rPr>
                <a:t></a:t>
              </a:r>
              <a:endParaRPr kumimoji="1" lang="en-US" altLang="zh-CN" b="1" baseline="-25000" dirty="0">
                <a:solidFill>
                  <a:srgbClr val="000000"/>
                </a:solidFill>
                <a:latin typeface="微软雅黑" pitchFamily="34" charset="-122"/>
                <a:ea typeface="微软雅黑" pitchFamily="34" charset="-122"/>
                <a:sym typeface="Symbol" pitchFamily="18" charset="2"/>
              </a:endParaRPr>
            </a:p>
          </p:txBody>
        </p:sp>
      </p:grpSp>
      <p:grpSp>
        <p:nvGrpSpPr>
          <p:cNvPr id="120" name="Group 115"/>
          <p:cNvGrpSpPr>
            <a:grpSpLocks/>
          </p:cNvGrpSpPr>
          <p:nvPr/>
        </p:nvGrpSpPr>
        <p:grpSpPr bwMode="auto">
          <a:xfrm>
            <a:off x="6688063" y="3595396"/>
            <a:ext cx="1357820" cy="290903"/>
            <a:chOff x="3515" y="1991"/>
            <a:chExt cx="940" cy="215"/>
          </a:xfrm>
          <a:solidFill>
            <a:srgbClr val="66FF66"/>
          </a:solidFill>
        </p:grpSpPr>
        <p:grpSp>
          <p:nvGrpSpPr>
            <p:cNvPr id="121" name="Group 116"/>
            <p:cNvGrpSpPr>
              <a:grpSpLocks/>
            </p:cNvGrpSpPr>
            <p:nvPr/>
          </p:nvGrpSpPr>
          <p:grpSpPr bwMode="auto">
            <a:xfrm flipH="1">
              <a:off x="3515" y="1991"/>
              <a:ext cx="927" cy="197"/>
              <a:chOff x="1491" y="212"/>
              <a:chExt cx="853" cy="240"/>
            </a:xfrm>
            <a:grpFill/>
          </p:grpSpPr>
          <p:sp>
            <p:nvSpPr>
              <p:cNvPr id="123" name="AutoShape 117"/>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24" name="Rectangle 118"/>
              <p:cNvSpPr>
                <a:spLocks noChangeArrowheads="1"/>
              </p:cNvSpPr>
              <p:nvPr/>
            </p:nvSpPr>
            <p:spPr bwMode="auto">
              <a:xfrm>
                <a:off x="1491" y="212"/>
                <a:ext cx="632" cy="240"/>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grpSp>
        <p:sp>
          <p:nvSpPr>
            <p:cNvPr id="122" name="Text Box 119"/>
            <p:cNvSpPr txBox="1">
              <a:spLocks noChangeArrowheads="1"/>
            </p:cNvSpPr>
            <p:nvPr/>
          </p:nvSpPr>
          <p:spPr bwMode="auto">
            <a:xfrm>
              <a:off x="3761" y="2035"/>
              <a:ext cx="694" cy="171"/>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b="1" dirty="0">
                  <a:solidFill>
                    <a:srgbClr val="000000"/>
                  </a:solidFill>
                  <a:latin typeface="微软雅黑" pitchFamily="34" charset="-122"/>
                  <a:ea typeface="微软雅黑" pitchFamily="34" charset="-122"/>
                </a:rPr>
                <a:t>1  2  </a:t>
              </a:r>
              <a:r>
                <a:rPr kumimoji="1" lang="en-US" altLang="zh-CN" b="1" dirty="0">
                  <a:solidFill>
                    <a:srgbClr val="000000"/>
                  </a:solidFill>
                  <a:latin typeface="微软雅黑" pitchFamily="34" charset="-122"/>
                  <a:ea typeface="微软雅黑" pitchFamily="34" charset="-122"/>
                  <a:sym typeface="Symbol" pitchFamily="18" charset="2"/>
                </a:rPr>
                <a:t>R</a:t>
              </a:r>
              <a:r>
                <a:rPr kumimoji="1" lang="en-US" altLang="zh-CN" b="1" baseline="-25000" dirty="0">
                  <a:solidFill>
                    <a:srgbClr val="000000"/>
                  </a:solidFill>
                  <a:latin typeface="微软雅黑" pitchFamily="34" charset="-122"/>
                  <a:ea typeface="微软雅黑" pitchFamily="34" charset="-122"/>
                  <a:sym typeface="Symbol" pitchFamily="18" charset="2"/>
                </a:rPr>
                <a:t>1</a:t>
              </a:r>
            </a:p>
          </p:txBody>
        </p:sp>
      </p:grpSp>
      <p:grpSp>
        <p:nvGrpSpPr>
          <p:cNvPr id="125" name="Group 121"/>
          <p:cNvGrpSpPr>
            <a:grpSpLocks/>
          </p:cNvGrpSpPr>
          <p:nvPr/>
        </p:nvGrpSpPr>
        <p:grpSpPr bwMode="auto">
          <a:xfrm>
            <a:off x="3871307" y="4068982"/>
            <a:ext cx="1373709" cy="296317"/>
            <a:chOff x="1565" y="2478"/>
            <a:chExt cx="951" cy="219"/>
          </a:xfrm>
          <a:solidFill>
            <a:srgbClr val="FFFF00"/>
          </a:solidFill>
        </p:grpSpPr>
        <p:grpSp>
          <p:nvGrpSpPr>
            <p:cNvPr id="126" name="Group 122"/>
            <p:cNvGrpSpPr>
              <a:grpSpLocks/>
            </p:cNvGrpSpPr>
            <p:nvPr/>
          </p:nvGrpSpPr>
          <p:grpSpPr bwMode="auto">
            <a:xfrm>
              <a:off x="1589" y="2478"/>
              <a:ext cx="927" cy="197"/>
              <a:chOff x="1491" y="212"/>
              <a:chExt cx="853" cy="240"/>
            </a:xfrm>
            <a:grpFill/>
          </p:grpSpPr>
          <p:sp>
            <p:nvSpPr>
              <p:cNvPr id="128" name="AutoShape 123"/>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29" name="Rectangle 124"/>
              <p:cNvSpPr>
                <a:spLocks noChangeArrowheads="1"/>
              </p:cNvSpPr>
              <p:nvPr/>
            </p:nvSpPr>
            <p:spPr bwMode="auto">
              <a:xfrm>
                <a:off x="1491" y="212"/>
                <a:ext cx="632" cy="240"/>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grpSp>
        <p:sp>
          <p:nvSpPr>
            <p:cNvPr id="127" name="Text Box 125"/>
            <p:cNvSpPr txBox="1">
              <a:spLocks noChangeArrowheads="1"/>
            </p:cNvSpPr>
            <p:nvPr/>
          </p:nvSpPr>
          <p:spPr bwMode="auto">
            <a:xfrm>
              <a:off x="1565" y="2526"/>
              <a:ext cx="694" cy="171"/>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b="1" dirty="0">
                  <a:solidFill>
                    <a:srgbClr val="000000"/>
                  </a:solidFill>
                  <a:latin typeface="微软雅黑" pitchFamily="34" charset="-122"/>
                  <a:ea typeface="微软雅黑" pitchFamily="34" charset="-122"/>
                </a:rPr>
                <a:t>1  3  </a:t>
              </a:r>
              <a:r>
                <a:rPr kumimoji="1" lang="en-US" altLang="zh-CN" b="1" dirty="0">
                  <a:solidFill>
                    <a:srgbClr val="000000"/>
                  </a:solidFill>
                  <a:latin typeface="微软雅黑" pitchFamily="34" charset="-122"/>
                  <a:ea typeface="微软雅黑" pitchFamily="34" charset="-122"/>
                  <a:sym typeface="Symbol" pitchFamily="18" charset="2"/>
                </a:rPr>
                <a:t>R</a:t>
              </a:r>
              <a:r>
                <a:rPr kumimoji="1" lang="en-US" altLang="zh-CN" b="1" baseline="-25000" dirty="0">
                  <a:solidFill>
                    <a:srgbClr val="000000"/>
                  </a:solidFill>
                  <a:latin typeface="微软雅黑" pitchFamily="34" charset="-122"/>
                  <a:ea typeface="微软雅黑" pitchFamily="34" charset="-122"/>
                  <a:sym typeface="Symbol" pitchFamily="18" charset="2"/>
                </a:rPr>
                <a:t>2</a:t>
              </a:r>
            </a:p>
          </p:txBody>
        </p:sp>
      </p:grpSp>
      <p:sp>
        <p:nvSpPr>
          <p:cNvPr id="130" name="Text Box 120"/>
          <p:cNvSpPr txBox="1">
            <a:spLocks noChangeArrowheads="1"/>
          </p:cNvSpPr>
          <p:nvPr/>
        </p:nvSpPr>
        <p:spPr bwMode="auto">
          <a:xfrm>
            <a:off x="2319087" y="5708152"/>
            <a:ext cx="7024352" cy="605294"/>
          </a:xfrm>
          <a:prstGeom prst="rect">
            <a:avLst/>
          </a:prstGeom>
          <a:solidFill>
            <a:srgbClr val="00FF99"/>
          </a:solidFill>
          <a:ln w="9525">
            <a:solidFill>
              <a:schemeClr val="tx2"/>
            </a:solidFill>
            <a:miter lim="800000"/>
            <a:headEnd/>
            <a:tailEnd/>
          </a:ln>
          <a:effectLst/>
          <a:extLst/>
        </p:spPr>
        <p:txBody>
          <a:bodyPr wrap="square">
            <a:spAutoFit/>
          </a:bodyPr>
          <a:lstStyle/>
          <a:p>
            <a:pPr>
              <a:lnSpc>
                <a:spcPts val="2000"/>
              </a:lnSpc>
            </a:pPr>
            <a:r>
              <a:rPr kumimoji="1" lang="zh-CN" altLang="en-US" b="1" dirty="0">
                <a:solidFill>
                  <a:srgbClr val="000000"/>
                </a:solidFill>
                <a:latin typeface="微软雅黑" pitchFamily="34" charset="-122"/>
                <a:ea typeface="微软雅黑" pitchFamily="34" charset="-122"/>
              </a:rPr>
              <a:t>这样不断更新下去，直到 </a:t>
            </a:r>
            <a:r>
              <a:rPr kumimoji="1" lang="en-US" altLang="zh-CN" b="1" dirty="0">
                <a:solidFill>
                  <a:srgbClr val="000000"/>
                </a:solidFill>
                <a:latin typeface="微软雅黑" pitchFamily="34" charset="-122"/>
                <a:ea typeface="微软雅黑" pitchFamily="34" charset="-122"/>
              </a:rPr>
              <a:t>R</a:t>
            </a:r>
            <a:r>
              <a:rPr kumimoji="1" lang="en-US" altLang="zh-CN" b="1" baseline="-25000" dirty="0">
                <a:solidFill>
                  <a:srgbClr val="000000"/>
                </a:solidFill>
                <a:latin typeface="微软雅黑" pitchFamily="34" charset="-122"/>
                <a:ea typeface="微软雅黑" pitchFamily="34" charset="-122"/>
              </a:rPr>
              <a:t>1</a:t>
            </a:r>
            <a:r>
              <a:rPr kumimoji="1" lang="en-US" altLang="zh-CN" b="1" dirty="0">
                <a:solidFill>
                  <a:srgbClr val="000000"/>
                </a:solidFill>
                <a:latin typeface="微软雅黑" pitchFamily="34" charset="-122"/>
                <a:ea typeface="微软雅黑" pitchFamily="34" charset="-122"/>
              </a:rPr>
              <a:t> </a:t>
            </a:r>
            <a:r>
              <a:rPr kumimoji="1" lang="zh-CN" altLang="en-US" b="1" dirty="0">
                <a:solidFill>
                  <a:srgbClr val="000000"/>
                </a:solidFill>
                <a:latin typeface="微软雅黑" pitchFamily="34" charset="-122"/>
                <a:ea typeface="微软雅黑" pitchFamily="34" charset="-122"/>
              </a:rPr>
              <a:t>和 </a:t>
            </a:r>
            <a:r>
              <a:rPr kumimoji="1" lang="en-US" altLang="zh-CN" b="1" dirty="0">
                <a:solidFill>
                  <a:srgbClr val="000000"/>
                </a:solidFill>
                <a:latin typeface="微软雅黑" pitchFamily="34" charset="-122"/>
                <a:ea typeface="微软雅黑" pitchFamily="34" charset="-122"/>
              </a:rPr>
              <a:t>R</a:t>
            </a:r>
            <a:r>
              <a:rPr kumimoji="1" lang="en-US" altLang="zh-CN" b="1" baseline="-25000" dirty="0">
                <a:solidFill>
                  <a:srgbClr val="000000"/>
                </a:solidFill>
                <a:latin typeface="微软雅黑" pitchFamily="34" charset="-122"/>
                <a:ea typeface="微软雅黑" pitchFamily="34" charset="-122"/>
              </a:rPr>
              <a:t>2 </a:t>
            </a:r>
            <a:r>
              <a:rPr kumimoji="1" lang="zh-CN" altLang="en-US" b="1" dirty="0">
                <a:solidFill>
                  <a:srgbClr val="000000"/>
                </a:solidFill>
                <a:latin typeface="微软雅黑" pitchFamily="34" charset="-122"/>
                <a:ea typeface="微软雅黑" pitchFamily="34" charset="-122"/>
              </a:rPr>
              <a:t>到网 </a:t>
            </a:r>
            <a:r>
              <a:rPr kumimoji="1" lang="en-US" altLang="zh-CN" b="1" dirty="0">
                <a:solidFill>
                  <a:srgbClr val="000000"/>
                </a:solidFill>
                <a:latin typeface="微软雅黑" pitchFamily="34" charset="-122"/>
                <a:ea typeface="微软雅黑" pitchFamily="34" charset="-122"/>
              </a:rPr>
              <a:t>1 </a:t>
            </a:r>
            <a:r>
              <a:rPr kumimoji="1" lang="zh-CN" altLang="en-US" b="1" dirty="0">
                <a:solidFill>
                  <a:srgbClr val="000000"/>
                </a:solidFill>
                <a:latin typeface="微软雅黑" pitchFamily="34" charset="-122"/>
                <a:ea typeface="微软雅黑" pitchFamily="34" charset="-122"/>
              </a:rPr>
              <a:t>的距离都增大到 </a:t>
            </a:r>
            <a:r>
              <a:rPr kumimoji="1" lang="en-US" altLang="zh-CN" b="1" dirty="0">
                <a:solidFill>
                  <a:srgbClr val="000000"/>
                </a:solidFill>
                <a:latin typeface="微软雅黑" pitchFamily="34" charset="-122"/>
                <a:ea typeface="微软雅黑" pitchFamily="34" charset="-122"/>
              </a:rPr>
              <a:t>16 </a:t>
            </a:r>
            <a:r>
              <a:rPr kumimoji="1" lang="zh-CN" altLang="en-US" b="1" dirty="0">
                <a:solidFill>
                  <a:srgbClr val="000000"/>
                </a:solidFill>
                <a:latin typeface="微软雅黑" pitchFamily="34" charset="-122"/>
                <a:ea typeface="微软雅黑" pitchFamily="34" charset="-122"/>
              </a:rPr>
              <a:t>时</a:t>
            </a:r>
            <a:r>
              <a:rPr kumimoji="1" lang="zh-CN" altLang="en-US" b="1" dirty="0" smtClean="0">
                <a:solidFill>
                  <a:srgbClr val="000000"/>
                </a:solidFill>
                <a:latin typeface="微软雅黑" pitchFamily="34" charset="-122"/>
                <a:ea typeface="微软雅黑" pitchFamily="34" charset="-122"/>
              </a:rPr>
              <a:t>，</a:t>
            </a:r>
            <a:r>
              <a:rPr kumimoji="1" lang="en-US" altLang="zh-CN" b="1" dirty="0">
                <a:solidFill>
                  <a:srgbClr val="000000"/>
                </a:solidFill>
                <a:latin typeface="微软雅黑" pitchFamily="34" charset="-122"/>
                <a:ea typeface="微软雅黑" pitchFamily="34" charset="-122"/>
              </a:rPr>
              <a:t> R</a:t>
            </a:r>
            <a:r>
              <a:rPr kumimoji="1" lang="en-US" altLang="zh-CN" b="1" baseline="-25000" dirty="0">
                <a:solidFill>
                  <a:srgbClr val="000000"/>
                </a:solidFill>
                <a:latin typeface="微软雅黑" pitchFamily="34" charset="-122"/>
                <a:ea typeface="微软雅黑" pitchFamily="34" charset="-122"/>
              </a:rPr>
              <a:t>1</a:t>
            </a:r>
            <a:r>
              <a:rPr kumimoji="1" lang="en-US" altLang="zh-CN" b="1" dirty="0">
                <a:solidFill>
                  <a:srgbClr val="000000"/>
                </a:solidFill>
                <a:latin typeface="微软雅黑" pitchFamily="34" charset="-122"/>
                <a:ea typeface="微软雅黑" pitchFamily="34" charset="-122"/>
              </a:rPr>
              <a:t> </a:t>
            </a:r>
            <a:r>
              <a:rPr kumimoji="1" lang="zh-CN" altLang="en-US" b="1" dirty="0">
                <a:solidFill>
                  <a:srgbClr val="000000"/>
                </a:solidFill>
                <a:latin typeface="微软雅黑" pitchFamily="34" charset="-122"/>
                <a:ea typeface="微软雅黑" pitchFamily="34" charset="-122"/>
              </a:rPr>
              <a:t>和 </a:t>
            </a:r>
            <a:r>
              <a:rPr kumimoji="1" lang="en-US" altLang="zh-CN" b="1" dirty="0" smtClean="0">
                <a:solidFill>
                  <a:srgbClr val="000000"/>
                </a:solidFill>
                <a:latin typeface="微软雅黑" pitchFamily="34" charset="-122"/>
                <a:ea typeface="微软雅黑" pitchFamily="34" charset="-122"/>
              </a:rPr>
              <a:t>R</a:t>
            </a:r>
            <a:r>
              <a:rPr kumimoji="1" lang="en-US" altLang="zh-CN" b="1" baseline="-25000" dirty="0" smtClean="0">
                <a:solidFill>
                  <a:srgbClr val="000000"/>
                </a:solidFill>
                <a:latin typeface="微软雅黑" pitchFamily="34" charset="-122"/>
                <a:ea typeface="微软雅黑" pitchFamily="34" charset="-122"/>
              </a:rPr>
              <a:t>2 </a:t>
            </a:r>
            <a:r>
              <a:rPr kumimoji="1" lang="zh-CN" altLang="en-US" b="1" dirty="0" smtClean="0">
                <a:solidFill>
                  <a:srgbClr val="000000"/>
                </a:solidFill>
                <a:latin typeface="微软雅黑" pitchFamily="34" charset="-122"/>
                <a:ea typeface="微软雅黑" pitchFamily="34" charset="-122"/>
              </a:rPr>
              <a:t>才</a:t>
            </a:r>
            <a:r>
              <a:rPr kumimoji="1" lang="zh-CN" altLang="en-US" b="1" dirty="0">
                <a:solidFill>
                  <a:srgbClr val="000000"/>
                </a:solidFill>
                <a:latin typeface="微软雅黑" pitchFamily="34" charset="-122"/>
                <a:ea typeface="微软雅黑" pitchFamily="34" charset="-122"/>
              </a:rPr>
              <a:t>知道网 </a:t>
            </a:r>
            <a:r>
              <a:rPr kumimoji="1" lang="en-US" altLang="zh-CN" b="1" dirty="0">
                <a:solidFill>
                  <a:srgbClr val="000000"/>
                </a:solidFill>
                <a:latin typeface="微软雅黑" pitchFamily="34" charset="-122"/>
                <a:ea typeface="微软雅黑" pitchFamily="34" charset="-122"/>
              </a:rPr>
              <a:t>1 </a:t>
            </a:r>
            <a:r>
              <a:rPr kumimoji="1" lang="zh-CN" altLang="en-US" b="1" dirty="0">
                <a:solidFill>
                  <a:srgbClr val="000000"/>
                </a:solidFill>
                <a:latin typeface="微软雅黑" pitchFamily="34" charset="-122"/>
                <a:ea typeface="微软雅黑" pitchFamily="34" charset="-122"/>
              </a:rPr>
              <a:t>是不可达的。 </a:t>
            </a:r>
          </a:p>
        </p:txBody>
      </p:sp>
      <p:grpSp>
        <p:nvGrpSpPr>
          <p:cNvPr id="131" name="Group 115"/>
          <p:cNvGrpSpPr>
            <a:grpSpLocks/>
          </p:cNvGrpSpPr>
          <p:nvPr/>
        </p:nvGrpSpPr>
        <p:grpSpPr bwMode="auto">
          <a:xfrm>
            <a:off x="6688063" y="4154265"/>
            <a:ext cx="1357820" cy="290903"/>
            <a:chOff x="3515" y="1991"/>
            <a:chExt cx="940" cy="215"/>
          </a:xfrm>
          <a:solidFill>
            <a:srgbClr val="66FF66"/>
          </a:solidFill>
        </p:grpSpPr>
        <p:grpSp>
          <p:nvGrpSpPr>
            <p:cNvPr id="132" name="Group 116"/>
            <p:cNvGrpSpPr>
              <a:grpSpLocks/>
            </p:cNvGrpSpPr>
            <p:nvPr/>
          </p:nvGrpSpPr>
          <p:grpSpPr bwMode="auto">
            <a:xfrm flipH="1">
              <a:off x="3515" y="1991"/>
              <a:ext cx="927" cy="197"/>
              <a:chOff x="1491" y="212"/>
              <a:chExt cx="853" cy="240"/>
            </a:xfrm>
            <a:grpFill/>
          </p:grpSpPr>
          <p:sp>
            <p:nvSpPr>
              <p:cNvPr id="134" name="AutoShape 117"/>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35" name="Rectangle 118"/>
              <p:cNvSpPr>
                <a:spLocks noChangeArrowheads="1"/>
              </p:cNvSpPr>
              <p:nvPr/>
            </p:nvSpPr>
            <p:spPr bwMode="auto">
              <a:xfrm>
                <a:off x="1491" y="212"/>
                <a:ext cx="632" cy="240"/>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a:solidFill>
                    <a:srgbClr val="000000"/>
                  </a:solidFill>
                  <a:latin typeface="微软雅黑" pitchFamily="34" charset="-122"/>
                  <a:ea typeface="微软雅黑" pitchFamily="34" charset="-122"/>
                </a:endParaRPr>
              </a:p>
            </p:txBody>
          </p:sp>
        </p:grpSp>
        <p:sp>
          <p:nvSpPr>
            <p:cNvPr id="133" name="Text Box 119"/>
            <p:cNvSpPr txBox="1">
              <a:spLocks noChangeArrowheads="1"/>
            </p:cNvSpPr>
            <p:nvPr/>
          </p:nvSpPr>
          <p:spPr bwMode="auto">
            <a:xfrm>
              <a:off x="3761" y="2035"/>
              <a:ext cx="694" cy="171"/>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b="1" dirty="0">
                  <a:solidFill>
                    <a:srgbClr val="000000"/>
                  </a:solidFill>
                  <a:latin typeface="微软雅黑" pitchFamily="34" charset="-122"/>
                  <a:ea typeface="微软雅黑" pitchFamily="34" charset="-122"/>
                </a:rPr>
                <a:t>1  </a:t>
              </a:r>
              <a:r>
                <a:rPr kumimoji="1" lang="en-US" altLang="zh-CN" b="1" dirty="0" smtClean="0">
                  <a:solidFill>
                    <a:srgbClr val="000000"/>
                  </a:solidFill>
                  <a:latin typeface="微软雅黑" pitchFamily="34" charset="-122"/>
                  <a:ea typeface="微软雅黑" pitchFamily="34" charset="-122"/>
                </a:rPr>
                <a:t>4  </a:t>
              </a:r>
              <a:r>
                <a:rPr kumimoji="1" lang="en-US" altLang="zh-CN" b="1" dirty="0">
                  <a:solidFill>
                    <a:srgbClr val="000000"/>
                  </a:solidFill>
                  <a:latin typeface="微软雅黑" pitchFamily="34" charset="-122"/>
                  <a:ea typeface="微软雅黑" pitchFamily="34" charset="-122"/>
                  <a:sym typeface="Symbol" pitchFamily="18" charset="2"/>
                </a:rPr>
                <a:t>R</a:t>
              </a:r>
              <a:r>
                <a:rPr kumimoji="1" lang="en-US" altLang="zh-CN" b="1" baseline="-25000" dirty="0">
                  <a:solidFill>
                    <a:srgbClr val="000000"/>
                  </a:solidFill>
                  <a:latin typeface="微软雅黑" pitchFamily="34" charset="-122"/>
                  <a:ea typeface="微软雅黑" pitchFamily="34" charset="-122"/>
                  <a:sym typeface="Symbol" pitchFamily="18" charset="2"/>
                </a:rPr>
                <a:t>1</a:t>
              </a:r>
            </a:p>
          </p:txBody>
        </p:sp>
      </p:grpSp>
      <p:grpSp>
        <p:nvGrpSpPr>
          <p:cNvPr id="136" name="Group 121"/>
          <p:cNvGrpSpPr>
            <a:grpSpLocks/>
          </p:cNvGrpSpPr>
          <p:nvPr/>
        </p:nvGrpSpPr>
        <p:grpSpPr bwMode="auto">
          <a:xfrm>
            <a:off x="3871307" y="4505931"/>
            <a:ext cx="1373709" cy="296317"/>
            <a:chOff x="1565" y="2478"/>
            <a:chExt cx="951" cy="219"/>
          </a:xfrm>
          <a:solidFill>
            <a:srgbClr val="FFFF00"/>
          </a:solidFill>
        </p:grpSpPr>
        <p:grpSp>
          <p:nvGrpSpPr>
            <p:cNvPr id="137" name="Group 122"/>
            <p:cNvGrpSpPr>
              <a:grpSpLocks/>
            </p:cNvGrpSpPr>
            <p:nvPr/>
          </p:nvGrpSpPr>
          <p:grpSpPr bwMode="auto">
            <a:xfrm>
              <a:off x="1589" y="2478"/>
              <a:ext cx="927" cy="197"/>
              <a:chOff x="1491" y="212"/>
              <a:chExt cx="853" cy="240"/>
            </a:xfrm>
            <a:grpFill/>
          </p:grpSpPr>
          <p:sp>
            <p:nvSpPr>
              <p:cNvPr id="139" name="AutoShape 123"/>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40" name="Rectangle 124"/>
              <p:cNvSpPr>
                <a:spLocks noChangeArrowheads="1"/>
              </p:cNvSpPr>
              <p:nvPr/>
            </p:nvSpPr>
            <p:spPr bwMode="auto">
              <a:xfrm>
                <a:off x="1491" y="212"/>
                <a:ext cx="632" cy="240"/>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a:solidFill>
                    <a:srgbClr val="000000"/>
                  </a:solidFill>
                  <a:latin typeface="微软雅黑" pitchFamily="34" charset="-122"/>
                  <a:ea typeface="微软雅黑" pitchFamily="34" charset="-122"/>
                </a:endParaRPr>
              </a:p>
            </p:txBody>
          </p:sp>
        </p:grpSp>
        <p:sp>
          <p:nvSpPr>
            <p:cNvPr id="138" name="Text Box 125"/>
            <p:cNvSpPr txBox="1">
              <a:spLocks noChangeArrowheads="1"/>
            </p:cNvSpPr>
            <p:nvPr/>
          </p:nvSpPr>
          <p:spPr bwMode="auto">
            <a:xfrm>
              <a:off x="1565" y="2526"/>
              <a:ext cx="694" cy="171"/>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b="1" dirty="0">
                  <a:solidFill>
                    <a:srgbClr val="000000"/>
                  </a:solidFill>
                  <a:latin typeface="微软雅黑" pitchFamily="34" charset="-122"/>
                  <a:ea typeface="微软雅黑" pitchFamily="34" charset="-122"/>
                </a:rPr>
                <a:t>1  </a:t>
              </a:r>
              <a:r>
                <a:rPr kumimoji="1" lang="en-US" altLang="zh-CN" b="1" dirty="0" smtClean="0">
                  <a:solidFill>
                    <a:srgbClr val="000000"/>
                  </a:solidFill>
                  <a:latin typeface="微软雅黑" pitchFamily="34" charset="-122"/>
                  <a:ea typeface="微软雅黑" pitchFamily="34" charset="-122"/>
                </a:rPr>
                <a:t>5  </a:t>
              </a:r>
              <a:r>
                <a:rPr kumimoji="1" lang="en-US" altLang="zh-CN" b="1" dirty="0">
                  <a:solidFill>
                    <a:srgbClr val="000000"/>
                  </a:solidFill>
                  <a:latin typeface="微软雅黑" pitchFamily="34" charset="-122"/>
                  <a:ea typeface="微软雅黑" pitchFamily="34" charset="-122"/>
                  <a:sym typeface="Symbol" pitchFamily="18" charset="2"/>
                </a:rPr>
                <a:t>R</a:t>
              </a:r>
              <a:r>
                <a:rPr kumimoji="1" lang="en-US" altLang="zh-CN" b="1" baseline="-25000" dirty="0">
                  <a:solidFill>
                    <a:srgbClr val="000000"/>
                  </a:solidFill>
                  <a:latin typeface="微软雅黑" pitchFamily="34" charset="-122"/>
                  <a:ea typeface="微软雅黑" pitchFamily="34" charset="-122"/>
                  <a:sym typeface="Symbol" pitchFamily="18" charset="2"/>
                </a:rPr>
                <a:t>2</a:t>
              </a:r>
            </a:p>
          </p:txBody>
        </p:sp>
      </p:grpSp>
      <p:grpSp>
        <p:nvGrpSpPr>
          <p:cNvPr id="141" name="Group 121"/>
          <p:cNvGrpSpPr>
            <a:grpSpLocks/>
          </p:cNvGrpSpPr>
          <p:nvPr/>
        </p:nvGrpSpPr>
        <p:grpSpPr bwMode="auto">
          <a:xfrm>
            <a:off x="3813529" y="5270978"/>
            <a:ext cx="1431488" cy="294965"/>
            <a:chOff x="1525" y="2478"/>
            <a:chExt cx="991" cy="218"/>
          </a:xfrm>
          <a:solidFill>
            <a:srgbClr val="FFFF00"/>
          </a:solidFill>
        </p:grpSpPr>
        <p:grpSp>
          <p:nvGrpSpPr>
            <p:cNvPr id="142" name="Group 122"/>
            <p:cNvGrpSpPr>
              <a:grpSpLocks/>
            </p:cNvGrpSpPr>
            <p:nvPr/>
          </p:nvGrpSpPr>
          <p:grpSpPr bwMode="auto">
            <a:xfrm>
              <a:off x="1589" y="2478"/>
              <a:ext cx="927" cy="197"/>
              <a:chOff x="1491" y="212"/>
              <a:chExt cx="853" cy="240"/>
            </a:xfrm>
            <a:grpFill/>
          </p:grpSpPr>
          <p:sp>
            <p:nvSpPr>
              <p:cNvPr id="144" name="AutoShape 123"/>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45" name="Rectangle 124"/>
              <p:cNvSpPr>
                <a:spLocks noChangeArrowheads="1"/>
              </p:cNvSpPr>
              <p:nvPr/>
            </p:nvSpPr>
            <p:spPr bwMode="auto">
              <a:xfrm>
                <a:off x="1491" y="212"/>
                <a:ext cx="632" cy="240"/>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grpSp>
        <p:sp>
          <p:nvSpPr>
            <p:cNvPr id="143" name="Text Box 125"/>
            <p:cNvSpPr txBox="1">
              <a:spLocks noChangeArrowheads="1"/>
            </p:cNvSpPr>
            <p:nvPr/>
          </p:nvSpPr>
          <p:spPr bwMode="auto">
            <a:xfrm>
              <a:off x="1525" y="2525"/>
              <a:ext cx="793" cy="171"/>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b="1" dirty="0">
                  <a:solidFill>
                    <a:srgbClr val="000000"/>
                  </a:solidFill>
                  <a:latin typeface="微软雅黑" pitchFamily="34" charset="-122"/>
                  <a:ea typeface="微软雅黑" pitchFamily="34" charset="-122"/>
                </a:rPr>
                <a:t>1  </a:t>
              </a:r>
              <a:r>
                <a:rPr kumimoji="1" lang="en-US" altLang="zh-CN" b="1" dirty="0" smtClean="0">
                  <a:solidFill>
                    <a:srgbClr val="000000"/>
                  </a:solidFill>
                  <a:latin typeface="微软雅黑" pitchFamily="34" charset="-122"/>
                  <a:ea typeface="微软雅黑" pitchFamily="34" charset="-122"/>
                </a:rPr>
                <a:t>16  </a:t>
              </a:r>
              <a:r>
                <a:rPr kumimoji="1" lang="en-US" altLang="zh-CN" b="1" dirty="0">
                  <a:solidFill>
                    <a:srgbClr val="000000"/>
                  </a:solidFill>
                  <a:latin typeface="微软雅黑" pitchFamily="34" charset="-122"/>
                  <a:ea typeface="微软雅黑" pitchFamily="34" charset="-122"/>
                  <a:sym typeface="Symbol" pitchFamily="18" charset="2"/>
                </a:rPr>
                <a:t>R</a:t>
              </a:r>
              <a:r>
                <a:rPr kumimoji="1" lang="en-US" altLang="zh-CN" b="1" baseline="-25000" dirty="0">
                  <a:solidFill>
                    <a:srgbClr val="000000"/>
                  </a:solidFill>
                  <a:latin typeface="微软雅黑" pitchFamily="34" charset="-122"/>
                  <a:ea typeface="微软雅黑" pitchFamily="34" charset="-122"/>
                  <a:sym typeface="Symbol" pitchFamily="18" charset="2"/>
                </a:rPr>
                <a:t>2</a:t>
              </a:r>
            </a:p>
          </p:txBody>
        </p:sp>
      </p:grpSp>
      <p:grpSp>
        <p:nvGrpSpPr>
          <p:cNvPr id="146" name="Group 115"/>
          <p:cNvGrpSpPr>
            <a:grpSpLocks/>
          </p:cNvGrpSpPr>
          <p:nvPr/>
        </p:nvGrpSpPr>
        <p:grpSpPr bwMode="auto">
          <a:xfrm>
            <a:off x="6688074" y="5270978"/>
            <a:ext cx="1408379" cy="297671"/>
            <a:chOff x="3515" y="1991"/>
            <a:chExt cx="975" cy="220"/>
          </a:xfrm>
          <a:solidFill>
            <a:srgbClr val="66FF66"/>
          </a:solidFill>
        </p:grpSpPr>
        <p:grpSp>
          <p:nvGrpSpPr>
            <p:cNvPr id="147" name="Group 116"/>
            <p:cNvGrpSpPr>
              <a:grpSpLocks/>
            </p:cNvGrpSpPr>
            <p:nvPr/>
          </p:nvGrpSpPr>
          <p:grpSpPr bwMode="auto">
            <a:xfrm flipH="1">
              <a:off x="3515" y="1991"/>
              <a:ext cx="927" cy="197"/>
              <a:chOff x="1491" y="212"/>
              <a:chExt cx="853" cy="240"/>
            </a:xfrm>
            <a:grpFill/>
          </p:grpSpPr>
          <p:sp>
            <p:nvSpPr>
              <p:cNvPr id="149" name="AutoShape 117"/>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50" name="Rectangle 118"/>
              <p:cNvSpPr>
                <a:spLocks noChangeArrowheads="1"/>
              </p:cNvSpPr>
              <p:nvPr/>
            </p:nvSpPr>
            <p:spPr bwMode="auto">
              <a:xfrm>
                <a:off x="1491" y="212"/>
                <a:ext cx="632" cy="240"/>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a:solidFill>
                    <a:srgbClr val="000000"/>
                  </a:solidFill>
                  <a:latin typeface="微软雅黑" pitchFamily="34" charset="-122"/>
                  <a:ea typeface="微软雅黑" pitchFamily="34" charset="-122"/>
                </a:endParaRPr>
              </a:p>
            </p:txBody>
          </p:sp>
        </p:grpSp>
        <p:sp>
          <p:nvSpPr>
            <p:cNvPr id="148" name="Text Box 119"/>
            <p:cNvSpPr txBox="1">
              <a:spLocks noChangeArrowheads="1"/>
            </p:cNvSpPr>
            <p:nvPr/>
          </p:nvSpPr>
          <p:spPr bwMode="auto">
            <a:xfrm>
              <a:off x="3697" y="2040"/>
              <a:ext cx="793" cy="171"/>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b="1" dirty="0">
                  <a:solidFill>
                    <a:srgbClr val="000000"/>
                  </a:solidFill>
                  <a:latin typeface="微软雅黑" pitchFamily="34" charset="-122"/>
                  <a:ea typeface="微软雅黑" pitchFamily="34" charset="-122"/>
                </a:rPr>
                <a:t>1  </a:t>
              </a:r>
              <a:r>
                <a:rPr kumimoji="1" lang="en-US" altLang="zh-CN" b="1" dirty="0" smtClean="0">
                  <a:solidFill>
                    <a:srgbClr val="000000"/>
                  </a:solidFill>
                  <a:latin typeface="微软雅黑" pitchFamily="34" charset="-122"/>
                  <a:ea typeface="微软雅黑" pitchFamily="34" charset="-122"/>
                </a:rPr>
                <a:t>16  </a:t>
              </a:r>
              <a:r>
                <a:rPr kumimoji="1" lang="en-US" altLang="zh-CN" b="1" dirty="0">
                  <a:solidFill>
                    <a:srgbClr val="000000"/>
                  </a:solidFill>
                  <a:latin typeface="微软雅黑" pitchFamily="34" charset="-122"/>
                  <a:ea typeface="微软雅黑" pitchFamily="34" charset="-122"/>
                  <a:sym typeface="Symbol" pitchFamily="18" charset="2"/>
                </a:rPr>
                <a:t>R</a:t>
              </a:r>
              <a:r>
                <a:rPr kumimoji="1" lang="en-US" altLang="zh-CN" b="1" baseline="-25000" dirty="0">
                  <a:solidFill>
                    <a:srgbClr val="000000"/>
                  </a:solidFill>
                  <a:latin typeface="微软雅黑" pitchFamily="34" charset="-122"/>
                  <a:ea typeface="微软雅黑" pitchFamily="34" charset="-122"/>
                  <a:sym typeface="Symbol" pitchFamily="18" charset="2"/>
                </a:rPr>
                <a:t>1</a:t>
              </a:r>
            </a:p>
          </p:txBody>
        </p:sp>
      </p:grpSp>
      <p:sp>
        <p:nvSpPr>
          <p:cNvPr id="151" name="Text Box 105"/>
          <p:cNvSpPr txBox="1">
            <a:spLocks noChangeArrowheads="1"/>
          </p:cNvSpPr>
          <p:nvPr/>
        </p:nvSpPr>
        <p:spPr bwMode="auto">
          <a:xfrm rot="5400000">
            <a:off x="7427762" y="4877945"/>
            <a:ext cx="41710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dirty="0">
                <a:solidFill>
                  <a:srgbClr val="000000"/>
                </a:solidFill>
                <a:latin typeface="+mn-lt"/>
                <a:ea typeface="黑体" pitchFamily="2" charset="-122"/>
              </a:rPr>
              <a:t>…</a:t>
            </a:r>
          </a:p>
        </p:txBody>
      </p:sp>
      <p:sp>
        <p:nvSpPr>
          <p:cNvPr id="152" name="Text Box 142"/>
          <p:cNvSpPr txBox="1">
            <a:spLocks noChangeArrowheads="1"/>
          </p:cNvSpPr>
          <p:nvPr/>
        </p:nvSpPr>
        <p:spPr bwMode="auto">
          <a:xfrm rot="5400000">
            <a:off x="4355995" y="4877945"/>
            <a:ext cx="41710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rgbClr val="000000"/>
                </a:solidFill>
                <a:latin typeface="+mn-lt"/>
                <a:ea typeface="黑体" pitchFamily="2" charset="-122"/>
              </a:rPr>
              <a:t>…</a:t>
            </a:r>
          </a:p>
        </p:txBody>
      </p:sp>
      <p:grpSp>
        <p:nvGrpSpPr>
          <p:cNvPr id="153" name="组合 152"/>
          <p:cNvGrpSpPr/>
          <p:nvPr/>
        </p:nvGrpSpPr>
        <p:grpSpPr>
          <a:xfrm>
            <a:off x="1834576" y="1484785"/>
            <a:ext cx="7868136" cy="1200330"/>
            <a:chOff x="1486022" y="815444"/>
            <a:chExt cx="5741255" cy="863132"/>
          </a:xfrm>
        </p:grpSpPr>
        <p:sp>
          <p:nvSpPr>
            <p:cNvPr id="154" name="Line 2"/>
            <p:cNvSpPr>
              <a:spLocks noChangeShapeType="1"/>
            </p:cNvSpPr>
            <p:nvPr/>
          </p:nvSpPr>
          <p:spPr bwMode="auto">
            <a:xfrm>
              <a:off x="2416723" y="1233220"/>
              <a:ext cx="429724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pic>
          <p:nvPicPr>
            <p:cNvPr id="155" name="Picture 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7028" y="1137872"/>
              <a:ext cx="483796" cy="20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56" name="Text Box 4"/>
            <p:cNvSpPr txBox="1">
              <a:spLocks noChangeArrowheads="1"/>
            </p:cNvSpPr>
            <p:nvPr/>
          </p:nvSpPr>
          <p:spPr bwMode="auto">
            <a:xfrm>
              <a:off x="5578787" y="1290624"/>
              <a:ext cx="321897" cy="265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chemeClr val="tx2">
                      <a:lumMod val="60000"/>
                      <a:lumOff val="40000"/>
                    </a:schemeClr>
                  </a:solidFill>
                  <a:latin typeface="微软雅黑" pitchFamily="34" charset="-122"/>
                  <a:ea typeface="微软雅黑" pitchFamily="34" charset="-122"/>
                </a:rPr>
                <a:t>R</a:t>
              </a:r>
              <a:r>
                <a:rPr kumimoji="1" lang="en-US" altLang="zh-CN" b="1" baseline="-25000">
                  <a:solidFill>
                    <a:schemeClr val="tx2">
                      <a:lumMod val="60000"/>
                      <a:lumOff val="40000"/>
                    </a:schemeClr>
                  </a:solidFill>
                  <a:latin typeface="微软雅黑" pitchFamily="34" charset="-122"/>
                  <a:ea typeface="微软雅黑" pitchFamily="34" charset="-122"/>
                </a:rPr>
                <a:t>2</a:t>
              </a:r>
              <a:endParaRPr kumimoji="1" lang="en-US" altLang="zh-CN" b="1">
                <a:solidFill>
                  <a:schemeClr val="tx2">
                    <a:lumMod val="60000"/>
                    <a:lumOff val="40000"/>
                  </a:schemeClr>
                </a:solidFill>
                <a:latin typeface="微软雅黑" pitchFamily="34" charset="-122"/>
                <a:ea typeface="微软雅黑" pitchFamily="34" charset="-122"/>
              </a:endParaRPr>
            </a:p>
          </p:txBody>
        </p:sp>
        <p:sp>
          <p:nvSpPr>
            <p:cNvPr id="157" name="Text Box 5"/>
            <p:cNvSpPr txBox="1">
              <a:spLocks noChangeArrowheads="1"/>
            </p:cNvSpPr>
            <p:nvPr/>
          </p:nvSpPr>
          <p:spPr bwMode="auto">
            <a:xfrm>
              <a:off x="3190375" y="1290624"/>
              <a:ext cx="321897" cy="265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chemeClr val="tx2">
                      <a:lumMod val="60000"/>
                      <a:lumOff val="40000"/>
                    </a:schemeClr>
                  </a:solidFill>
                  <a:latin typeface="微软雅黑" pitchFamily="34" charset="-122"/>
                  <a:ea typeface="微软雅黑" pitchFamily="34" charset="-122"/>
                </a:rPr>
                <a:t>R</a:t>
              </a:r>
              <a:r>
                <a:rPr kumimoji="1" lang="en-US" altLang="zh-CN" b="1" baseline="-25000">
                  <a:solidFill>
                    <a:schemeClr val="tx2">
                      <a:lumMod val="60000"/>
                      <a:lumOff val="40000"/>
                    </a:schemeClr>
                  </a:solidFill>
                  <a:latin typeface="微软雅黑" pitchFamily="34" charset="-122"/>
                  <a:ea typeface="微软雅黑" pitchFamily="34" charset="-122"/>
                </a:rPr>
                <a:t>1</a:t>
              </a:r>
              <a:endParaRPr kumimoji="1" lang="en-US" altLang="zh-CN" b="1">
                <a:solidFill>
                  <a:schemeClr val="tx2">
                    <a:lumMod val="60000"/>
                    <a:lumOff val="40000"/>
                  </a:schemeClr>
                </a:solidFill>
                <a:latin typeface="微软雅黑" pitchFamily="34" charset="-122"/>
                <a:ea typeface="微软雅黑" pitchFamily="34" charset="-122"/>
              </a:endParaRPr>
            </a:p>
          </p:txBody>
        </p:sp>
        <p:pic>
          <p:nvPicPr>
            <p:cNvPr id="158"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34387" y="1137872"/>
              <a:ext cx="484850" cy="20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159" name="Group 7"/>
            <p:cNvGrpSpPr>
              <a:grpSpLocks/>
            </p:cNvGrpSpPr>
            <p:nvPr/>
          </p:nvGrpSpPr>
          <p:grpSpPr bwMode="auto">
            <a:xfrm>
              <a:off x="1793796" y="968580"/>
              <a:ext cx="783138" cy="526362"/>
              <a:chOff x="4830" y="1752"/>
              <a:chExt cx="667" cy="477"/>
            </a:xfrm>
            <a:solidFill>
              <a:srgbClr val="00FFFF"/>
            </a:solidFill>
          </p:grpSpPr>
          <p:grpSp>
            <p:nvGrpSpPr>
              <p:cNvPr id="197" name="Group 8"/>
              <p:cNvGrpSpPr>
                <a:grpSpLocks/>
              </p:cNvGrpSpPr>
              <p:nvPr/>
            </p:nvGrpSpPr>
            <p:grpSpPr bwMode="auto">
              <a:xfrm>
                <a:off x="4830" y="1752"/>
                <a:ext cx="667" cy="477"/>
                <a:chOff x="2949" y="196"/>
                <a:chExt cx="941" cy="598"/>
              </a:xfrm>
              <a:grpFill/>
            </p:grpSpPr>
            <p:sp>
              <p:nvSpPr>
                <p:cNvPr id="199" name="Oval 9"/>
                <p:cNvSpPr>
                  <a:spLocks noChangeArrowheads="1"/>
                </p:cNvSpPr>
                <p:nvPr/>
              </p:nvSpPr>
              <p:spPr bwMode="auto">
                <a:xfrm>
                  <a:off x="3168" y="196"/>
                  <a:ext cx="407" cy="162"/>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0" name="Oval 10"/>
                <p:cNvSpPr>
                  <a:spLocks noChangeArrowheads="1"/>
                </p:cNvSpPr>
                <p:nvPr/>
              </p:nvSpPr>
              <p:spPr bwMode="auto">
                <a:xfrm rot="900000">
                  <a:off x="3512" y="252"/>
                  <a:ext cx="275" cy="131"/>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1" name="Oval 11"/>
                <p:cNvSpPr>
                  <a:spLocks noChangeArrowheads="1"/>
                </p:cNvSpPr>
                <p:nvPr/>
              </p:nvSpPr>
              <p:spPr bwMode="auto">
                <a:xfrm rot="1500000">
                  <a:off x="3650" y="385"/>
                  <a:ext cx="240" cy="153"/>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2" name="Oval 12"/>
                <p:cNvSpPr>
                  <a:spLocks noChangeArrowheads="1"/>
                </p:cNvSpPr>
                <p:nvPr/>
              </p:nvSpPr>
              <p:spPr bwMode="auto">
                <a:xfrm rot="20040000">
                  <a:off x="3573" y="537"/>
                  <a:ext cx="291" cy="18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3" name="Oval 13"/>
                <p:cNvSpPr>
                  <a:spLocks noChangeArrowheads="1"/>
                </p:cNvSpPr>
                <p:nvPr/>
              </p:nvSpPr>
              <p:spPr bwMode="auto">
                <a:xfrm>
                  <a:off x="3216" y="555"/>
                  <a:ext cx="471" cy="23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4" name="Oval 14"/>
                <p:cNvSpPr>
                  <a:spLocks noChangeArrowheads="1"/>
                </p:cNvSpPr>
                <p:nvPr/>
              </p:nvSpPr>
              <p:spPr bwMode="auto">
                <a:xfrm rot="1080000">
                  <a:off x="3023" y="555"/>
                  <a:ext cx="26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5" name="Oval 15"/>
                <p:cNvSpPr>
                  <a:spLocks noChangeArrowheads="1"/>
                </p:cNvSpPr>
                <p:nvPr/>
              </p:nvSpPr>
              <p:spPr bwMode="auto">
                <a:xfrm>
                  <a:off x="2949" y="432"/>
                  <a:ext cx="217"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6" name="Oval 16"/>
                <p:cNvSpPr>
                  <a:spLocks noChangeArrowheads="1"/>
                </p:cNvSpPr>
                <p:nvPr/>
              </p:nvSpPr>
              <p:spPr bwMode="auto">
                <a:xfrm rot="19740000">
                  <a:off x="2984" y="310"/>
                  <a:ext cx="29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207" name="Freeform 1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208" name="Freeform 1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209" name="Freeform 1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grpSp>
          <p:sp>
            <p:nvSpPr>
              <p:cNvPr id="198" name="Text Box 20"/>
              <p:cNvSpPr txBox="1">
                <a:spLocks noChangeArrowheads="1"/>
              </p:cNvSpPr>
              <p:nvPr/>
            </p:nvSpPr>
            <p:spPr bwMode="auto">
              <a:xfrm>
                <a:off x="4967" y="1856"/>
                <a:ext cx="390" cy="24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chemeClr val="tx2">
                        <a:lumMod val="60000"/>
                        <a:lumOff val="40000"/>
                      </a:schemeClr>
                    </a:solidFill>
                    <a:latin typeface="微软雅黑" pitchFamily="34" charset="-122"/>
                    <a:ea typeface="微软雅黑" pitchFamily="34" charset="-122"/>
                  </a:rPr>
                  <a:t>网 </a:t>
                </a:r>
                <a:r>
                  <a:rPr kumimoji="1" lang="en-US" altLang="zh-CN" b="1" dirty="0">
                    <a:solidFill>
                      <a:schemeClr val="tx2">
                        <a:lumMod val="60000"/>
                        <a:lumOff val="40000"/>
                      </a:schemeClr>
                    </a:solidFill>
                    <a:latin typeface="微软雅黑" pitchFamily="34" charset="-122"/>
                    <a:ea typeface="微软雅黑" pitchFamily="34" charset="-122"/>
                  </a:rPr>
                  <a:t>1</a:t>
                </a:r>
              </a:p>
            </p:txBody>
          </p:sp>
        </p:grpSp>
        <p:grpSp>
          <p:nvGrpSpPr>
            <p:cNvPr id="160" name="Group 21"/>
            <p:cNvGrpSpPr>
              <a:grpSpLocks/>
            </p:cNvGrpSpPr>
            <p:nvPr/>
          </p:nvGrpSpPr>
          <p:grpSpPr bwMode="auto">
            <a:xfrm>
              <a:off x="6444139" y="968580"/>
              <a:ext cx="783138" cy="526362"/>
              <a:chOff x="4830" y="1752"/>
              <a:chExt cx="667" cy="477"/>
            </a:xfrm>
            <a:solidFill>
              <a:srgbClr val="00FFFF"/>
            </a:solidFill>
          </p:grpSpPr>
          <p:grpSp>
            <p:nvGrpSpPr>
              <p:cNvPr id="184" name="Group 22"/>
              <p:cNvGrpSpPr>
                <a:grpSpLocks/>
              </p:cNvGrpSpPr>
              <p:nvPr/>
            </p:nvGrpSpPr>
            <p:grpSpPr bwMode="auto">
              <a:xfrm>
                <a:off x="4830" y="1752"/>
                <a:ext cx="667" cy="477"/>
                <a:chOff x="2949" y="196"/>
                <a:chExt cx="941" cy="598"/>
              </a:xfrm>
              <a:grpFill/>
            </p:grpSpPr>
            <p:sp>
              <p:nvSpPr>
                <p:cNvPr id="186" name="Oval 23"/>
                <p:cNvSpPr>
                  <a:spLocks noChangeArrowheads="1"/>
                </p:cNvSpPr>
                <p:nvPr/>
              </p:nvSpPr>
              <p:spPr bwMode="auto">
                <a:xfrm>
                  <a:off x="3168" y="196"/>
                  <a:ext cx="407" cy="162"/>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87" name="Oval 24"/>
                <p:cNvSpPr>
                  <a:spLocks noChangeArrowheads="1"/>
                </p:cNvSpPr>
                <p:nvPr/>
              </p:nvSpPr>
              <p:spPr bwMode="auto">
                <a:xfrm rot="900000">
                  <a:off x="3512" y="252"/>
                  <a:ext cx="275" cy="131"/>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88" name="Oval 25"/>
                <p:cNvSpPr>
                  <a:spLocks noChangeArrowheads="1"/>
                </p:cNvSpPr>
                <p:nvPr/>
              </p:nvSpPr>
              <p:spPr bwMode="auto">
                <a:xfrm rot="1500000">
                  <a:off x="3650" y="385"/>
                  <a:ext cx="240" cy="153"/>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89" name="Oval 26"/>
                <p:cNvSpPr>
                  <a:spLocks noChangeArrowheads="1"/>
                </p:cNvSpPr>
                <p:nvPr/>
              </p:nvSpPr>
              <p:spPr bwMode="auto">
                <a:xfrm rot="20040000">
                  <a:off x="3573" y="537"/>
                  <a:ext cx="291" cy="18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90" name="Oval 27"/>
                <p:cNvSpPr>
                  <a:spLocks noChangeArrowheads="1"/>
                </p:cNvSpPr>
                <p:nvPr/>
              </p:nvSpPr>
              <p:spPr bwMode="auto">
                <a:xfrm>
                  <a:off x="3216" y="555"/>
                  <a:ext cx="471" cy="23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91" name="Oval 28"/>
                <p:cNvSpPr>
                  <a:spLocks noChangeArrowheads="1"/>
                </p:cNvSpPr>
                <p:nvPr/>
              </p:nvSpPr>
              <p:spPr bwMode="auto">
                <a:xfrm rot="1080000">
                  <a:off x="3023" y="555"/>
                  <a:ext cx="26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92" name="Oval 29"/>
                <p:cNvSpPr>
                  <a:spLocks noChangeArrowheads="1"/>
                </p:cNvSpPr>
                <p:nvPr/>
              </p:nvSpPr>
              <p:spPr bwMode="auto">
                <a:xfrm>
                  <a:off x="2949" y="432"/>
                  <a:ext cx="217"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93" name="Oval 30"/>
                <p:cNvSpPr>
                  <a:spLocks noChangeArrowheads="1"/>
                </p:cNvSpPr>
                <p:nvPr/>
              </p:nvSpPr>
              <p:spPr bwMode="auto">
                <a:xfrm rot="19740000">
                  <a:off x="2984" y="310"/>
                  <a:ext cx="29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94" name="Freeform 31"/>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95" name="Freeform 32"/>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96" name="Freeform 33"/>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grpSp>
          <p:sp>
            <p:nvSpPr>
              <p:cNvPr id="185" name="Text Box 34"/>
              <p:cNvSpPr txBox="1">
                <a:spLocks noChangeArrowheads="1"/>
              </p:cNvSpPr>
              <p:nvPr/>
            </p:nvSpPr>
            <p:spPr bwMode="auto">
              <a:xfrm>
                <a:off x="4967" y="1856"/>
                <a:ext cx="390" cy="24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chemeClr val="tx2">
                        <a:lumMod val="60000"/>
                        <a:lumOff val="40000"/>
                      </a:schemeClr>
                    </a:solidFill>
                    <a:latin typeface="微软雅黑" pitchFamily="34" charset="-122"/>
                    <a:ea typeface="微软雅黑" pitchFamily="34" charset="-122"/>
                  </a:rPr>
                  <a:t>网 </a:t>
                </a:r>
                <a:r>
                  <a:rPr kumimoji="1" lang="en-US" altLang="zh-CN" b="1" dirty="0">
                    <a:solidFill>
                      <a:schemeClr val="tx2">
                        <a:lumMod val="60000"/>
                        <a:lumOff val="40000"/>
                      </a:schemeClr>
                    </a:solidFill>
                    <a:latin typeface="微软雅黑" pitchFamily="34" charset="-122"/>
                    <a:ea typeface="微软雅黑" pitchFamily="34" charset="-122"/>
                  </a:rPr>
                  <a:t>3</a:t>
                </a:r>
              </a:p>
            </p:txBody>
          </p:sp>
        </p:grpSp>
        <p:grpSp>
          <p:nvGrpSpPr>
            <p:cNvPr id="161" name="Group 35"/>
            <p:cNvGrpSpPr>
              <a:grpSpLocks/>
            </p:cNvGrpSpPr>
            <p:nvPr/>
          </p:nvGrpSpPr>
          <p:grpSpPr bwMode="auto">
            <a:xfrm>
              <a:off x="4099995" y="968580"/>
              <a:ext cx="783138" cy="526362"/>
              <a:chOff x="4830" y="1752"/>
              <a:chExt cx="667" cy="477"/>
            </a:xfrm>
            <a:solidFill>
              <a:srgbClr val="00FFFF"/>
            </a:solidFill>
          </p:grpSpPr>
          <p:grpSp>
            <p:nvGrpSpPr>
              <p:cNvPr id="171" name="Group 36"/>
              <p:cNvGrpSpPr>
                <a:grpSpLocks/>
              </p:cNvGrpSpPr>
              <p:nvPr/>
            </p:nvGrpSpPr>
            <p:grpSpPr bwMode="auto">
              <a:xfrm>
                <a:off x="4830" y="1752"/>
                <a:ext cx="667" cy="477"/>
                <a:chOff x="2949" y="196"/>
                <a:chExt cx="941" cy="598"/>
              </a:xfrm>
              <a:grpFill/>
            </p:grpSpPr>
            <p:sp>
              <p:nvSpPr>
                <p:cNvPr id="173" name="Oval 37"/>
                <p:cNvSpPr>
                  <a:spLocks noChangeArrowheads="1"/>
                </p:cNvSpPr>
                <p:nvPr/>
              </p:nvSpPr>
              <p:spPr bwMode="auto">
                <a:xfrm>
                  <a:off x="3168" y="196"/>
                  <a:ext cx="407" cy="162"/>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4" name="Oval 38"/>
                <p:cNvSpPr>
                  <a:spLocks noChangeArrowheads="1"/>
                </p:cNvSpPr>
                <p:nvPr/>
              </p:nvSpPr>
              <p:spPr bwMode="auto">
                <a:xfrm rot="900000">
                  <a:off x="3512" y="252"/>
                  <a:ext cx="275" cy="131"/>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5" name="Oval 39"/>
                <p:cNvSpPr>
                  <a:spLocks noChangeArrowheads="1"/>
                </p:cNvSpPr>
                <p:nvPr/>
              </p:nvSpPr>
              <p:spPr bwMode="auto">
                <a:xfrm rot="1500000">
                  <a:off x="3650" y="385"/>
                  <a:ext cx="240" cy="153"/>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6" name="Oval 40"/>
                <p:cNvSpPr>
                  <a:spLocks noChangeArrowheads="1"/>
                </p:cNvSpPr>
                <p:nvPr/>
              </p:nvSpPr>
              <p:spPr bwMode="auto">
                <a:xfrm rot="20040000">
                  <a:off x="3573" y="537"/>
                  <a:ext cx="291" cy="18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7" name="Oval 41"/>
                <p:cNvSpPr>
                  <a:spLocks noChangeArrowheads="1"/>
                </p:cNvSpPr>
                <p:nvPr/>
              </p:nvSpPr>
              <p:spPr bwMode="auto">
                <a:xfrm>
                  <a:off x="3216" y="555"/>
                  <a:ext cx="471" cy="239"/>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8" name="Oval 42"/>
                <p:cNvSpPr>
                  <a:spLocks noChangeArrowheads="1"/>
                </p:cNvSpPr>
                <p:nvPr/>
              </p:nvSpPr>
              <p:spPr bwMode="auto">
                <a:xfrm rot="1080000">
                  <a:off x="3023" y="555"/>
                  <a:ext cx="26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9" name="Oval 43"/>
                <p:cNvSpPr>
                  <a:spLocks noChangeArrowheads="1"/>
                </p:cNvSpPr>
                <p:nvPr/>
              </p:nvSpPr>
              <p:spPr bwMode="auto">
                <a:xfrm>
                  <a:off x="2949" y="432"/>
                  <a:ext cx="217"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80" name="Oval 44"/>
                <p:cNvSpPr>
                  <a:spLocks noChangeArrowheads="1"/>
                </p:cNvSpPr>
                <p:nvPr/>
              </p:nvSpPr>
              <p:spPr bwMode="auto">
                <a:xfrm rot="19740000">
                  <a:off x="2984" y="310"/>
                  <a:ext cx="295" cy="156"/>
                </a:xfrm>
                <a:prstGeom prst="ellipse">
                  <a:avLst/>
                </a:prstGeom>
                <a:grp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81" name="Freeform 4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82" name="Freeform 4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sp>
              <p:nvSpPr>
                <p:cNvPr id="183" name="Freeform 4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latin typeface="微软雅黑" pitchFamily="34" charset="-122"/>
                    <a:ea typeface="微软雅黑" pitchFamily="34" charset="-122"/>
                  </a:endParaRPr>
                </a:p>
              </p:txBody>
            </p:sp>
          </p:grpSp>
          <p:sp>
            <p:nvSpPr>
              <p:cNvPr id="172" name="Text Box 48"/>
              <p:cNvSpPr txBox="1">
                <a:spLocks noChangeArrowheads="1"/>
              </p:cNvSpPr>
              <p:nvPr/>
            </p:nvSpPr>
            <p:spPr bwMode="auto">
              <a:xfrm>
                <a:off x="4967" y="1856"/>
                <a:ext cx="390" cy="24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chemeClr val="tx2">
                        <a:lumMod val="60000"/>
                        <a:lumOff val="40000"/>
                      </a:schemeClr>
                    </a:solidFill>
                    <a:latin typeface="微软雅黑" pitchFamily="34" charset="-122"/>
                    <a:ea typeface="微软雅黑" pitchFamily="34" charset="-122"/>
                  </a:rPr>
                  <a:t>网 </a:t>
                </a:r>
                <a:r>
                  <a:rPr kumimoji="1" lang="en-US" altLang="zh-CN" b="1" dirty="0">
                    <a:solidFill>
                      <a:schemeClr val="tx2">
                        <a:lumMod val="60000"/>
                        <a:lumOff val="40000"/>
                      </a:schemeClr>
                    </a:solidFill>
                    <a:latin typeface="微软雅黑" pitchFamily="34" charset="-122"/>
                    <a:ea typeface="微软雅黑" pitchFamily="34" charset="-122"/>
                  </a:rPr>
                  <a:t>2</a:t>
                </a:r>
              </a:p>
            </p:txBody>
          </p:sp>
        </p:grpSp>
        <p:sp>
          <p:nvSpPr>
            <p:cNvPr id="162" name="Text Box 101"/>
            <p:cNvSpPr txBox="1">
              <a:spLocks noChangeArrowheads="1"/>
            </p:cNvSpPr>
            <p:nvPr/>
          </p:nvSpPr>
          <p:spPr bwMode="auto">
            <a:xfrm>
              <a:off x="1486022" y="815444"/>
              <a:ext cx="303182" cy="863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rgbClr val="CC00CC"/>
                  </a:solidFill>
                  <a:latin typeface="微软雅黑" pitchFamily="34" charset="-122"/>
                  <a:ea typeface="微软雅黑" pitchFamily="34" charset="-122"/>
                </a:rPr>
                <a:t>正</a:t>
              </a:r>
            </a:p>
            <a:p>
              <a:r>
                <a:rPr kumimoji="1" lang="zh-CN" altLang="en-US" b="1" dirty="0">
                  <a:solidFill>
                    <a:srgbClr val="CC00CC"/>
                  </a:solidFill>
                  <a:latin typeface="微软雅黑" pitchFamily="34" charset="-122"/>
                  <a:ea typeface="微软雅黑" pitchFamily="34" charset="-122"/>
                </a:rPr>
                <a:t>常</a:t>
              </a:r>
            </a:p>
            <a:p>
              <a:r>
                <a:rPr kumimoji="1" lang="zh-CN" altLang="en-US" b="1" dirty="0">
                  <a:solidFill>
                    <a:srgbClr val="CC00CC"/>
                  </a:solidFill>
                  <a:latin typeface="微软雅黑" pitchFamily="34" charset="-122"/>
                  <a:ea typeface="微软雅黑" pitchFamily="34" charset="-122"/>
                </a:rPr>
                <a:t>情</a:t>
              </a:r>
            </a:p>
            <a:p>
              <a:r>
                <a:rPr kumimoji="1" lang="zh-CN" altLang="en-US" b="1" dirty="0">
                  <a:solidFill>
                    <a:srgbClr val="CC00CC"/>
                  </a:solidFill>
                  <a:latin typeface="微软雅黑" pitchFamily="34" charset="-122"/>
                  <a:ea typeface="微软雅黑" pitchFamily="34" charset="-122"/>
                </a:rPr>
                <a:t>况</a:t>
              </a:r>
            </a:p>
          </p:txBody>
        </p:sp>
        <p:grpSp>
          <p:nvGrpSpPr>
            <p:cNvPr id="163" name="Group 102"/>
            <p:cNvGrpSpPr>
              <a:grpSpLocks/>
            </p:cNvGrpSpPr>
            <p:nvPr/>
          </p:nvGrpSpPr>
          <p:grpSpPr bwMode="auto">
            <a:xfrm>
              <a:off x="2816198" y="886853"/>
              <a:ext cx="977077" cy="191669"/>
              <a:chOff x="1491" y="212"/>
              <a:chExt cx="853" cy="240"/>
            </a:xfrm>
            <a:solidFill>
              <a:srgbClr val="FFFF00"/>
            </a:solidFill>
          </p:grpSpPr>
          <p:sp>
            <p:nvSpPr>
              <p:cNvPr id="169" name="AutoShape 103"/>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70" name="Rectangle 104"/>
              <p:cNvSpPr>
                <a:spLocks noChangeArrowheads="1"/>
              </p:cNvSpPr>
              <p:nvPr/>
            </p:nvSpPr>
            <p:spPr bwMode="auto">
              <a:xfrm>
                <a:off x="1491" y="212"/>
                <a:ext cx="632" cy="240"/>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grpSp>
        <p:sp>
          <p:nvSpPr>
            <p:cNvPr id="164" name="Text Box 105"/>
            <p:cNvSpPr txBox="1">
              <a:spLocks noChangeArrowheads="1"/>
            </p:cNvSpPr>
            <p:nvPr/>
          </p:nvSpPr>
          <p:spPr bwMode="auto">
            <a:xfrm>
              <a:off x="2828846" y="932581"/>
              <a:ext cx="636544" cy="165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b="1">
                  <a:solidFill>
                    <a:srgbClr val="000000"/>
                  </a:solidFill>
                  <a:latin typeface="微软雅黑" pitchFamily="34" charset="-122"/>
                  <a:ea typeface="微软雅黑" pitchFamily="34" charset="-122"/>
                </a:rPr>
                <a:t>1  1  </a:t>
              </a:r>
              <a:r>
                <a:rPr kumimoji="1" lang="en-US" altLang="zh-CN" b="1">
                  <a:solidFill>
                    <a:srgbClr val="000000"/>
                  </a:solidFill>
                  <a:latin typeface="微软雅黑" pitchFamily="34" charset="-122"/>
                  <a:ea typeface="微软雅黑" pitchFamily="34" charset="-122"/>
                  <a:sym typeface="Symbol" pitchFamily="18" charset="2"/>
                </a:rPr>
                <a:t></a:t>
              </a:r>
              <a:endParaRPr kumimoji="1" lang="en-US" altLang="zh-CN" b="1" baseline="-25000">
                <a:solidFill>
                  <a:srgbClr val="000000"/>
                </a:solidFill>
                <a:latin typeface="微软雅黑" pitchFamily="34" charset="-122"/>
                <a:ea typeface="微软雅黑" pitchFamily="34" charset="-122"/>
                <a:sym typeface="Symbol" pitchFamily="18" charset="2"/>
              </a:endParaRPr>
            </a:p>
          </p:txBody>
        </p:sp>
        <p:grpSp>
          <p:nvGrpSpPr>
            <p:cNvPr id="165" name="Group 111"/>
            <p:cNvGrpSpPr>
              <a:grpSpLocks/>
            </p:cNvGrpSpPr>
            <p:nvPr/>
          </p:nvGrpSpPr>
          <p:grpSpPr bwMode="auto">
            <a:xfrm flipH="1">
              <a:off x="5027534" y="900474"/>
              <a:ext cx="977077" cy="191669"/>
              <a:chOff x="1491" y="212"/>
              <a:chExt cx="853" cy="240"/>
            </a:xfrm>
            <a:solidFill>
              <a:srgbClr val="66FF66"/>
            </a:solidFill>
          </p:grpSpPr>
          <p:sp>
            <p:nvSpPr>
              <p:cNvPr id="167" name="AutoShape 112"/>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sp>
            <p:nvSpPr>
              <p:cNvPr id="168" name="Rectangle 113"/>
              <p:cNvSpPr>
                <a:spLocks noChangeArrowheads="1"/>
              </p:cNvSpPr>
              <p:nvPr/>
            </p:nvSpPr>
            <p:spPr bwMode="auto">
              <a:xfrm>
                <a:off x="1491" y="212"/>
                <a:ext cx="632" cy="240"/>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1300" b="1">
                  <a:latin typeface="微软雅黑" pitchFamily="34" charset="-122"/>
                  <a:ea typeface="微软雅黑" pitchFamily="34" charset="-122"/>
                </a:endParaRPr>
              </a:p>
            </p:txBody>
          </p:sp>
        </p:grpSp>
        <p:sp>
          <p:nvSpPr>
            <p:cNvPr id="166" name="Text Box 114"/>
            <p:cNvSpPr txBox="1">
              <a:spLocks noChangeArrowheads="1"/>
            </p:cNvSpPr>
            <p:nvPr/>
          </p:nvSpPr>
          <p:spPr bwMode="auto">
            <a:xfrm>
              <a:off x="5286823" y="943559"/>
              <a:ext cx="731287" cy="165986"/>
            </a:xfrm>
            <a:prstGeom prst="rect">
              <a:avLst/>
            </a:prstGeom>
            <a:noFill/>
            <a:ln>
              <a:noFill/>
            </a:ln>
            <a:effectLst/>
          </p:spPr>
          <p:txBody>
            <a:bodyPr wrap="none">
              <a:spAutoFit/>
            </a:bodyPr>
            <a:lstStyle/>
            <a:p>
              <a:pPr>
                <a:lnSpc>
                  <a:spcPct val="50000"/>
                </a:lnSpc>
              </a:pPr>
              <a:r>
                <a:rPr kumimoji="1" lang="en-US" altLang="zh-CN" b="1" dirty="0">
                  <a:solidFill>
                    <a:srgbClr val="000000"/>
                  </a:solidFill>
                  <a:latin typeface="微软雅黑" pitchFamily="34" charset="-122"/>
                  <a:ea typeface="微软雅黑" pitchFamily="34" charset="-122"/>
                </a:rPr>
                <a:t>1  2  </a:t>
              </a:r>
              <a:r>
                <a:rPr kumimoji="1" lang="en-US" altLang="zh-CN" b="1" dirty="0">
                  <a:solidFill>
                    <a:srgbClr val="000000"/>
                  </a:solidFill>
                  <a:latin typeface="微软雅黑" pitchFamily="34" charset="-122"/>
                  <a:ea typeface="微软雅黑" pitchFamily="34" charset="-122"/>
                  <a:sym typeface="Symbol" pitchFamily="18" charset="2"/>
                </a:rPr>
                <a:t>R</a:t>
              </a:r>
              <a:r>
                <a:rPr kumimoji="1" lang="en-US" altLang="zh-CN" b="1" baseline="-25000" dirty="0">
                  <a:solidFill>
                    <a:srgbClr val="000000"/>
                  </a:solidFill>
                  <a:latin typeface="微软雅黑" pitchFamily="34" charset="-122"/>
                  <a:ea typeface="微软雅黑" pitchFamily="34" charset="-122"/>
                  <a:sym typeface="Symbol" pitchFamily="18" charset="2"/>
                </a:rPr>
                <a:t>1</a:t>
              </a:r>
            </a:p>
          </p:txBody>
        </p:sp>
      </p:grpSp>
    </p:spTree>
  </p:cSld>
  <p:clrMapOvr>
    <a:masterClrMapping/>
  </p:clrMapOvr>
  <p:transition spd="slow"/>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2"/>
          <p:cNvSpPr>
            <a:spLocks noGrp="1" noChangeArrowheads="1"/>
          </p:cNvSpPr>
          <p:nvPr>
            <p:ph type="title"/>
          </p:nvPr>
        </p:nvSpPr>
        <p:spPr/>
        <p:txBody>
          <a:bodyPr/>
          <a:lstStyle/>
          <a:p>
            <a:r>
              <a:rPr lang="en-US" altLang="zh-CN" dirty="0" smtClean="0"/>
              <a:t>RIP </a:t>
            </a:r>
            <a:r>
              <a:rPr lang="zh-CN" altLang="en-US" dirty="0" smtClean="0"/>
              <a:t>协议优缺点总结 </a:t>
            </a:r>
          </a:p>
        </p:txBody>
      </p:sp>
      <p:sp>
        <p:nvSpPr>
          <p:cNvPr id="258051" name="Rectangle 3"/>
          <p:cNvSpPr>
            <a:spLocks noGrp="1" noChangeArrowheads="1"/>
          </p:cNvSpPr>
          <p:nvPr>
            <p:ph idx="1"/>
          </p:nvPr>
        </p:nvSpPr>
        <p:spPr/>
        <p:txBody>
          <a:bodyPr/>
          <a:lstStyle/>
          <a:p>
            <a:pPr marL="342000" indent="14400" algn="just"/>
            <a:r>
              <a:rPr lang="en-US" altLang="zh-CN" b="1" dirty="0" smtClean="0"/>
              <a:t>RIP </a:t>
            </a:r>
            <a:r>
              <a:rPr lang="zh-CN" altLang="en-US" b="1" dirty="0" smtClean="0"/>
              <a:t>协议最大的优点就是实现简单，开销较小。</a:t>
            </a:r>
          </a:p>
          <a:p>
            <a:pPr marL="342000" indent="14400" algn="just"/>
            <a:r>
              <a:rPr lang="en-US" altLang="zh-CN" b="1" dirty="0" smtClean="0"/>
              <a:t>RIP </a:t>
            </a:r>
            <a:r>
              <a:rPr lang="zh-CN" altLang="en-US" b="1" dirty="0" smtClean="0"/>
              <a:t>限制了网络的规模，它能使用的最大距离为 </a:t>
            </a:r>
            <a:r>
              <a:rPr lang="en-US" altLang="zh-CN" b="1" dirty="0" smtClean="0"/>
              <a:t>15</a:t>
            </a:r>
            <a:r>
              <a:rPr lang="zh-CN" altLang="en-US" b="1" dirty="0" smtClean="0"/>
              <a:t>（</a:t>
            </a:r>
            <a:r>
              <a:rPr lang="en-US" altLang="zh-CN" b="1" dirty="0" smtClean="0"/>
              <a:t>16 </a:t>
            </a:r>
            <a:r>
              <a:rPr lang="zh-CN" altLang="en-US" b="1" dirty="0" smtClean="0"/>
              <a:t>表示不可达）。</a:t>
            </a:r>
          </a:p>
          <a:p>
            <a:pPr marL="342000" indent="14400" algn="just"/>
            <a:r>
              <a:rPr lang="zh-CN" altLang="en-US" b="1" dirty="0" smtClean="0"/>
              <a:t>路由器之间交换的路由信息是路由器中的完整路由表，因而随着网络规模的扩大，开销也就增加。   </a:t>
            </a:r>
            <a:endParaRPr lang="en-US" altLang="zh-CN" b="1" dirty="0" smtClean="0"/>
          </a:p>
          <a:p>
            <a:pPr marL="342000" indent="14400" algn="just"/>
            <a:r>
              <a:rPr lang="zh-CN" altLang="en-US" b="1" dirty="0"/>
              <a:t>坏</a:t>
            </a:r>
            <a:r>
              <a:rPr lang="zh-CN" altLang="en-US" b="1" dirty="0" smtClean="0"/>
              <a:t>消息传播得慢，使更新过程的时间过长。</a:t>
            </a:r>
          </a:p>
        </p:txBody>
      </p:sp>
    </p:spTree>
  </p:cSld>
  <p:clrMapOvr>
    <a:masterClrMapping/>
  </p:clrMapOvr>
  <p:transition spd="slow"/>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标题 1"/>
          <p:cNvSpPr>
            <a:spLocks noGrp="1" noChangeArrowheads="1"/>
          </p:cNvSpPr>
          <p:nvPr>
            <p:ph type="title"/>
          </p:nvPr>
        </p:nvSpPr>
        <p:spPr/>
        <p:txBody>
          <a:bodyPr/>
          <a:lstStyle/>
          <a:p>
            <a:r>
              <a:rPr lang="zh-CN" altLang="en-US" smtClean="0"/>
              <a:t>动手实验</a:t>
            </a:r>
          </a:p>
        </p:txBody>
      </p:sp>
      <p:sp>
        <p:nvSpPr>
          <p:cNvPr id="272387" name="内容占位符 2"/>
          <p:cNvSpPr>
            <a:spLocks noGrp="1" noChangeArrowheads="1"/>
          </p:cNvSpPr>
          <p:nvPr>
            <p:ph idx="1"/>
          </p:nvPr>
        </p:nvSpPr>
        <p:spPr>
          <a:xfrm>
            <a:off x="442913" y="1268760"/>
            <a:ext cx="11304587" cy="4895850"/>
          </a:xfrm>
        </p:spPr>
        <p:txBody>
          <a:bodyPr/>
          <a:lstStyle/>
          <a:p>
            <a:r>
              <a:rPr lang="zh-CN" altLang="en-US" b="1" dirty="0" smtClean="0"/>
              <a:t>实验</a:t>
            </a:r>
            <a:r>
              <a:rPr lang="en-US" altLang="zh-CN" b="1" dirty="0" smtClean="0"/>
              <a:t>4-7</a:t>
            </a:r>
            <a:r>
              <a:rPr lang="zh-CN" altLang="en-US" b="1" dirty="0" smtClean="0"/>
              <a:t>：配置 </a:t>
            </a:r>
            <a:r>
              <a:rPr lang="en-US" altLang="zh-CN" b="1" dirty="0" smtClean="0"/>
              <a:t>RIP </a:t>
            </a:r>
            <a:r>
              <a:rPr lang="zh-CN" altLang="en-US" b="1" dirty="0" smtClean="0"/>
              <a:t>动态路由</a:t>
            </a:r>
            <a:endParaRPr lang="en-US" altLang="zh-CN" b="1" dirty="0" smtClean="0"/>
          </a:p>
        </p:txBody>
      </p:sp>
    </p:spTree>
  </p:cSld>
  <p:clrMapOvr>
    <a:masterClrMapping/>
  </p:clrMapOvr>
  <p:transition spd="slow"/>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4.6.3 OSPF</a:t>
            </a:r>
            <a:endParaRPr lang="zh-CN" altLang="en-US" dirty="0"/>
          </a:p>
        </p:txBody>
      </p:sp>
      <p:sp>
        <p:nvSpPr>
          <p:cNvPr id="3" name="内容占位符 2"/>
          <p:cNvSpPr>
            <a:spLocks noGrp="1"/>
          </p:cNvSpPr>
          <p:nvPr>
            <p:ph idx="1"/>
          </p:nvPr>
        </p:nvSpPr>
        <p:spPr/>
        <p:txBody>
          <a:bodyPr/>
          <a:lstStyle/>
          <a:p>
            <a:r>
              <a:rPr lang="zh-CN" altLang="en-US" b="1" dirty="0" smtClean="0">
                <a:solidFill>
                  <a:srgbClr val="FF0000"/>
                </a:solidFill>
              </a:rPr>
              <a:t>开放最短路径优先 </a:t>
            </a:r>
            <a:r>
              <a:rPr lang="en-US" altLang="zh-CN" b="1" dirty="0" smtClean="0"/>
              <a:t>OSPF</a:t>
            </a:r>
            <a:r>
              <a:rPr lang="zh-CN" altLang="en-US" b="1" dirty="0" smtClean="0"/>
              <a:t>（</a:t>
            </a:r>
            <a:r>
              <a:rPr lang="en-US" altLang="zh-CN" b="1" dirty="0" smtClean="0"/>
              <a:t>Open Shortest Path First</a:t>
            </a:r>
            <a:r>
              <a:rPr lang="zh-CN" altLang="en-US" b="1" dirty="0" smtClean="0"/>
              <a:t>）是为了</a:t>
            </a:r>
            <a:r>
              <a:rPr lang="zh-CN" altLang="en-US" b="1" dirty="0"/>
              <a:t>克服 </a:t>
            </a:r>
            <a:r>
              <a:rPr lang="en-US" altLang="zh-CN" b="1" dirty="0"/>
              <a:t>RIP </a:t>
            </a:r>
            <a:r>
              <a:rPr lang="zh-CN" altLang="en-US" b="1" dirty="0"/>
              <a:t>的</a:t>
            </a:r>
            <a:r>
              <a:rPr lang="zh-CN" altLang="en-US" b="1" dirty="0" smtClean="0"/>
              <a:t>缺点而开发出来的。</a:t>
            </a:r>
            <a:endParaRPr lang="en-US" altLang="zh-CN" b="1" dirty="0" smtClean="0"/>
          </a:p>
          <a:p>
            <a:r>
              <a:rPr lang="zh-CN" altLang="en-US" b="1" dirty="0" smtClean="0"/>
              <a:t>“开放”表明 </a:t>
            </a:r>
            <a:r>
              <a:rPr lang="en-US" altLang="zh-CN" b="1" dirty="0" smtClean="0"/>
              <a:t>OSPF </a:t>
            </a:r>
            <a:r>
              <a:rPr lang="zh-CN" altLang="en-US" b="1" dirty="0" smtClean="0"/>
              <a:t>是一个公开发表的协议。</a:t>
            </a:r>
            <a:endParaRPr lang="en-US" altLang="zh-CN" b="1" dirty="0" smtClean="0"/>
          </a:p>
          <a:p>
            <a:r>
              <a:rPr lang="zh-CN" altLang="en-US" b="1" dirty="0" smtClean="0"/>
              <a:t>“最短路径优先”是因为使用了 </a:t>
            </a:r>
            <a:r>
              <a:rPr lang="en-US" altLang="zh-CN" b="1" dirty="0" err="1" smtClean="0"/>
              <a:t>Dijkstra</a:t>
            </a:r>
            <a:r>
              <a:rPr lang="en-US" altLang="zh-CN" b="1" dirty="0" smtClean="0"/>
              <a:t> </a:t>
            </a:r>
            <a:r>
              <a:rPr lang="zh-CN" altLang="en-US" b="1" dirty="0" smtClean="0"/>
              <a:t>提出的</a:t>
            </a:r>
            <a:r>
              <a:rPr lang="zh-CN" altLang="en-US" b="1" dirty="0" smtClean="0">
                <a:solidFill>
                  <a:srgbClr val="FF0000"/>
                </a:solidFill>
              </a:rPr>
              <a:t>最短路径优先</a:t>
            </a:r>
            <a:r>
              <a:rPr lang="zh-CN" altLang="en-US" b="1" dirty="0" smtClean="0"/>
              <a:t> </a:t>
            </a:r>
            <a:r>
              <a:rPr lang="en-US" altLang="zh-CN" b="1" dirty="0" smtClean="0"/>
              <a:t>SPF </a:t>
            </a:r>
            <a:r>
              <a:rPr lang="zh-CN" altLang="en-US" b="1" dirty="0" smtClean="0"/>
              <a:t>算法。</a:t>
            </a:r>
            <a:endParaRPr lang="zh-CN" altLang="en-US" b="1" dirty="0"/>
          </a:p>
        </p:txBody>
      </p:sp>
    </p:spTree>
    <p:extLst>
      <p:ext uri="{BB962C8B-B14F-4D97-AF65-F5344CB8AC3E}">
        <p14:creationId xmlns:p14="http://schemas.microsoft.com/office/powerpoint/2010/main" val="2467065647"/>
      </p:ext>
    </p:extLst>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2"/>
          <p:cNvSpPr>
            <a:spLocks noGrp="1" noChangeArrowheads="1"/>
          </p:cNvSpPr>
          <p:nvPr>
            <p:ph type="title"/>
          </p:nvPr>
        </p:nvSpPr>
        <p:spPr/>
        <p:txBody>
          <a:bodyPr/>
          <a:lstStyle/>
          <a:p>
            <a:r>
              <a:rPr lang="en-US" altLang="zh-CN" dirty="0" smtClean="0"/>
              <a:t>OSPF </a:t>
            </a:r>
            <a:r>
              <a:rPr lang="zh-CN" altLang="en-US" dirty="0"/>
              <a:t>协议</a:t>
            </a:r>
            <a:r>
              <a:rPr lang="zh-CN" altLang="en-US" dirty="0" smtClean="0"/>
              <a:t>的特点</a:t>
            </a:r>
            <a:endParaRPr lang="en-US" altLang="zh-CN" dirty="0" smtClean="0"/>
          </a:p>
        </p:txBody>
      </p:sp>
      <p:sp>
        <p:nvSpPr>
          <p:cNvPr id="273411" name="Rectangle 3"/>
          <p:cNvSpPr>
            <a:spLocks noGrp="1" noChangeArrowheads="1"/>
          </p:cNvSpPr>
          <p:nvPr>
            <p:ph idx="1"/>
          </p:nvPr>
        </p:nvSpPr>
        <p:spPr>
          <a:xfrm>
            <a:off x="442913" y="1266825"/>
            <a:ext cx="10801350" cy="4895850"/>
          </a:xfrm>
        </p:spPr>
        <p:txBody>
          <a:bodyPr/>
          <a:lstStyle/>
          <a:p>
            <a:r>
              <a:rPr lang="zh-CN" altLang="en-US" b="1" dirty="0"/>
              <a:t>用</a:t>
            </a:r>
            <a:r>
              <a:rPr lang="zh-CN" altLang="en-US" b="1" dirty="0" smtClean="0">
                <a:solidFill>
                  <a:srgbClr val="FF0000"/>
                </a:solidFill>
              </a:rPr>
              <a:t>洪</a:t>
            </a:r>
            <a:r>
              <a:rPr lang="zh-CN" altLang="en-US" b="1" dirty="0">
                <a:solidFill>
                  <a:srgbClr val="FF0000"/>
                </a:solidFill>
              </a:rPr>
              <a:t>泛法</a:t>
            </a:r>
            <a:r>
              <a:rPr lang="zh-CN" altLang="en-US" b="1" dirty="0" smtClean="0"/>
              <a:t>向本自治系统中</a:t>
            </a:r>
            <a:r>
              <a:rPr lang="zh-CN" altLang="en-US" b="1" dirty="0" smtClean="0">
                <a:solidFill>
                  <a:srgbClr val="FF0000"/>
                </a:solidFill>
              </a:rPr>
              <a:t>所有的路由器</a:t>
            </a:r>
            <a:r>
              <a:rPr lang="zh-CN" altLang="en-US" b="1" dirty="0" smtClean="0"/>
              <a:t>发送信息。</a:t>
            </a:r>
          </a:p>
          <a:p>
            <a:r>
              <a:rPr lang="zh-CN" altLang="en-US" b="1" dirty="0" smtClean="0"/>
              <a:t>发送的信息是与本路由器</a:t>
            </a:r>
            <a:r>
              <a:rPr lang="zh-CN" altLang="en-US" b="1" dirty="0" smtClean="0">
                <a:solidFill>
                  <a:srgbClr val="FF0000"/>
                </a:solidFill>
              </a:rPr>
              <a:t>相邻</a:t>
            </a:r>
            <a:r>
              <a:rPr lang="zh-CN" altLang="en-US" b="1" dirty="0" smtClean="0"/>
              <a:t>的所有路由器的</a:t>
            </a:r>
            <a:r>
              <a:rPr lang="zh-CN" altLang="en-US" b="1" dirty="0" smtClean="0">
                <a:solidFill>
                  <a:srgbClr val="FF0000"/>
                </a:solidFill>
              </a:rPr>
              <a:t>链路状态</a:t>
            </a:r>
            <a:r>
              <a:rPr lang="zh-CN" altLang="en-US" b="1" dirty="0" smtClean="0"/>
              <a:t>，而这只是路由器所知道的</a:t>
            </a:r>
            <a:r>
              <a:rPr lang="zh-CN" altLang="en-US" b="1" dirty="0" smtClean="0">
                <a:solidFill>
                  <a:srgbClr val="FF0000"/>
                </a:solidFill>
              </a:rPr>
              <a:t>部分信息</a:t>
            </a:r>
            <a:r>
              <a:rPr lang="zh-CN" altLang="en-US" b="1" dirty="0" smtClean="0"/>
              <a:t>。</a:t>
            </a:r>
            <a:endParaRPr lang="en-US" altLang="zh-CN" b="1" dirty="0" smtClean="0"/>
          </a:p>
          <a:p>
            <a:pPr lvl="1"/>
            <a:r>
              <a:rPr lang="zh-CN" altLang="en-US" b="1" dirty="0">
                <a:solidFill>
                  <a:schemeClr val="tx2">
                    <a:lumMod val="60000"/>
                    <a:lumOff val="40000"/>
                  </a:schemeClr>
                </a:solidFill>
              </a:rPr>
              <a:t>链路</a:t>
            </a:r>
            <a:r>
              <a:rPr lang="zh-CN" altLang="en-US" b="1" dirty="0" smtClean="0">
                <a:solidFill>
                  <a:schemeClr val="tx2">
                    <a:lumMod val="60000"/>
                    <a:lumOff val="40000"/>
                  </a:schemeClr>
                </a:solidFill>
              </a:rPr>
              <a:t>状态</a:t>
            </a:r>
            <a:r>
              <a:rPr lang="zh-CN" altLang="en-US" b="1" dirty="0" smtClean="0"/>
              <a:t>指明本</a:t>
            </a:r>
            <a:r>
              <a:rPr lang="zh-CN" altLang="en-US" b="1" dirty="0"/>
              <a:t>路由器都和哪些路由器相邻，以及该链路的度量 </a:t>
            </a:r>
            <a:r>
              <a:rPr lang="en-US" altLang="zh-CN" b="1" dirty="0"/>
              <a:t>(metric)</a:t>
            </a:r>
            <a:r>
              <a:rPr lang="zh-CN" altLang="en-US" b="1" dirty="0"/>
              <a:t>。 </a:t>
            </a:r>
          </a:p>
          <a:p>
            <a:r>
              <a:rPr lang="zh-CN" altLang="en-US" b="1" dirty="0" smtClean="0"/>
              <a:t>当链路状态</a:t>
            </a:r>
            <a:r>
              <a:rPr lang="zh-CN" altLang="en-US" b="1" dirty="0" smtClean="0">
                <a:solidFill>
                  <a:srgbClr val="FF0000"/>
                </a:solidFill>
              </a:rPr>
              <a:t>发生变化</a:t>
            </a:r>
            <a:r>
              <a:rPr lang="zh-CN" altLang="en-US" b="1" dirty="0" smtClean="0"/>
              <a:t>或每隔一段时间，路由器才用洪泛法向所有路由器发送链路状态信息。</a:t>
            </a:r>
          </a:p>
          <a:p>
            <a:pPr>
              <a:lnSpc>
                <a:spcPct val="90000"/>
              </a:lnSpc>
              <a:buFont typeface="Wingdings" pitchFamily="2" charset="2"/>
              <a:buNone/>
            </a:pPr>
            <a:endParaRPr lang="zh-CN" altLang="en-US" sz="1800" b="1" dirty="0" smtClean="0"/>
          </a:p>
        </p:txBody>
      </p:sp>
    </p:spTree>
  </p:cSld>
  <p:clrMapOvr>
    <a:masterClrMapping/>
  </p:clrMapOvr>
  <p:transition spd="slow"/>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2"/>
          <p:cNvSpPr>
            <a:spLocks noGrp="1" noChangeArrowheads="1"/>
          </p:cNvSpPr>
          <p:nvPr>
            <p:ph type="title"/>
          </p:nvPr>
        </p:nvSpPr>
        <p:spPr/>
        <p:txBody>
          <a:bodyPr/>
          <a:lstStyle/>
          <a:p>
            <a:r>
              <a:rPr lang="zh-CN" altLang="en-US" dirty="0" smtClean="0"/>
              <a:t>洪泛法</a:t>
            </a:r>
            <a:endParaRPr lang="en-US" altLang="zh-CN" dirty="0" smtClean="0"/>
          </a:p>
        </p:txBody>
      </p:sp>
      <p:sp>
        <p:nvSpPr>
          <p:cNvPr id="77" name="Rectangle 3"/>
          <p:cNvSpPr>
            <a:spLocks noChangeArrowheads="1"/>
          </p:cNvSpPr>
          <p:nvPr/>
        </p:nvSpPr>
        <p:spPr bwMode="auto">
          <a:xfrm>
            <a:off x="3179866" y="4024246"/>
            <a:ext cx="5508423" cy="1319646"/>
          </a:xfrm>
          <a:prstGeom prst="rect">
            <a:avLst/>
          </a:prstGeom>
          <a:solidFill>
            <a:srgbClr val="99FFCC"/>
          </a:solidFill>
          <a:ln>
            <a:solidFill>
              <a:schemeClr val="tx1"/>
            </a:solidFill>
          </a:ln>
          <a:effec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78" name="Rectangle 4"/>
          <p:cNvSpPr>
            <a:spLocks noChangeArrowheads="1"/>
          </p:cNvSpPr>
          <p:nvPr/>
        </p:nvSpPr>
        <p:spPr bwMode="auto">
          <a:xfrm>
            <a:off x="3179866" y="1404096"/>
            <a:ext cx="5508423" cy="1319646"/>
          </a:xfrm>
          <a:prstGeom prst="rect">
            <a:avLst/>
          </a:prstGeom>
          <a:solidFill>
            <a:srgbClr val="99FFCC"/>
          </a:solidFill>
          <a:ln>
            <a:solidFill>
              <a:schemeClr val="tx1"/>
            </a:solidFill>
          </a:ln>
          <a:effec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79" name="Text Box 39"/>
          <p:cNvSpPr txBox="1">
            <a:spLocks noChangeArrowheads="1"/>
          </p:cNvSpPr>
          <p:nvPr/>
        </p:nvSpPr>
        <p:spPr bwMode="auto">
          <a:xfrm>
            <a:off x="5372007" y="1905971"/>
            <a:ext cx="121058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00"/>
                </a:solidFill>
                <a:latin typeface="微软雅黑" pitchFamily="34" charset="-122"/>
                <a:ea typeface="微软雅黑" pitchFamily="34" charset="-122"/>
              </a:rPr>
              <a:t>更新报文</a:t>
            </a:r>
          </a:p>
        </p:txBody>
      </p:sp>
      <p:sp>
        <p:nvSpPr>
          <p:cNvPr id="80" name="Line 5"/>
          <p:cNvSpPr>
            <a:spLocks noChangeShapeType="1"/>
          </p:cNvSpPr>
          <p:nvPr/>
        </p:nvSpPr>
        <p:spPr bwMode="auto">
          <a:xfrm>
            <a:off x="3888818" y="1635204"/>
            <a:ext cx="4251109"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81" name="Freeform 6"/>
          <p:cNvSpPr>
            <a:spLocks/>
          </p:cNvSpPr>
          <p:nvPr/>
        </p:nvSpPr>
        <p:spPr bwMode="auto">
          <a:xfrm>
            <a:off x="3888818" y="1635204"/>
            <a:ext cx="4251109" cy="850592"/>
          </a:xfrm>
          <a:custGeom>
            <a:avLst/>
            <a:gdLst>
              <a:gd name="T0" fmla="*/ 0 w 2550"/>
              <a:gd name="T1" fmla="*/ 6 h 528"/>
              <a:gd name="T2" fmla="*/ 829 w 2550"/>
              <a:gd name="T3" fmla="*/ 528 h 528"/>
              <a:gd name="T4" fmla="*/ 1764 w 2550"/>
              <a:gd name="T5" fmla="*/ 528 h 528"/>
              <a:gd name="T6" fmla="*/ 2550 w 2550"/>
              <a:gd name="T7" fmla="*/ 0 h 528"/>
            </a:gdLst>
            <a:ahLst/>
            <a:cxnLst>
              <a:cxn ang="0">
                <a:pos x="T0" y="T1"/>
              </a:cxn>
              <a:cxn ang="0">
                <a:pos x="T2" y="T3"/>
              </a:cxn>
              <a:cxn ang="0">
                <a:pos x="T4" y="T5"/>
              </a:cxn>
              <a:cxn ang="0">
                <a:pos x="T6" y="T7"/>
              </a:cxn>
            </a:cxnLst>
            <a:rect l="0" t="0" r="r" b="b"/>
            <a:pathLst>
              <a:path w="2550" h="528">
                <a:moveTo>
                  <a:pt x="0" y="6"/>
                </a:moveTo>
                <a:lnTo>
                  <a:pt x="829" y="528"/>
                </a:lnTo>
                <a:lnTo>
                  <a:pt x="1764" y="528"/>
                </a:lnTo>
                <a:lnTo>
                  <a:pt x="2550" y="0"/>
                </a:lnTo>
              </a:path>
            </a:pathLst>
          </a:custGeom>
          <a:noFill/>
          <a:ln w="28575" cmpd="sng">
            <a:solidFill>
              <a:srgbClr val="0000FF"/>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82" name="Line 7"/>
          <p:cNvSpPr>
            <a:spLocks noChangeShapeType="1"/>
          </p:cNvSpPr>
          <p:nvPr/>
        </p:nvSpPr>
        <p:spPr bwMode="auto">
          <a:xfrm>
            <a:off x="5227082" y="1635204"/>
            <a:ext cx="0" cy="850592"/>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83" name="Line 8"/>
          <p:cNvSpPr>
            <a:spLocks noChangeShapeType="1"/>
          </p:cNvSpPr>
          <p:nvPr/>
        </p:nvSpPr>
        <p:spPr bwMode="auto">
          <a:xfrm>
            <a:off x="6801663" y="1635204"/>
            <a:ext cx="0" cy="850592"/>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84" name="Line 9"/>
          <p:cNvSpPr>
            <a:spLocks noChangeShapeType="1"/>
          </p:cNvSpPr>
          <p:nvPr/>
        </p:nvSpPr>
        <p:spPr bwMode="auto">
          <a:xfrm>
            <a:off x="5489513" y="2395540"/>
            <a:ext cx="394298" cy="0"/>
          </a:xfrm>
          <a:prstGeom prst="line">
            <a:avLst/>
          </a:prstGeom>
          <a:noFill/>
          <a:ln w="38100">
            <a:solidFill>
              <a:srgbClr val="CC00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85" name="Line 10"/>
          <p:cNvSpPr>
            <a:spLocks noChangeShapeType="1"/>
          </p:cNvSpPr>
          <p:nvPr/>
        </p:nvSpPr>
        <p:spPr bwMode="auto">
          <a:xfrm rot="12726376">
            <a:off x="4627802" y="2087851"/>
            <a:ext cx="394298" cy="1367"/>
          </a:xfrm>
          <a:prstGeom prst="line">
            <a:avLst/>
          </a:prstGeom>
          <a:noFill/>
          <a:ln w="38100">
            <a:solidFill>
              <a:srgbClr val="CC00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86" name="Line 11"/>
          <p:cNvSpPr>
            <a:spLocks noChangeShapeType="1"/>
          </p:cNvSpPr>
          <p:nvPr/>
        </p:nvSpPr>
        <p:spPr bwMode="auto">
          <a:xfrm rot="16200000">
            <a:off x="5142630" y="2031783"/>
            <a:ext cx="385637" cy="0"/>
          </a:xfrm>
          <a:prstGeom prst="line">
            <a:avLst/>
          </a:prstGeom>
          <a:noFill/>
          <a:ln w="38100">
            <a:solidFill>
              <a:srgbClr val="CC00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87" name="Line 12"/>
          <p:cNvSpPr>
            <a:spLocks noChangeShapeType="1"/>
          </p:cNvSpPr>
          <p:nvPr/>
        </p:nvSpPr>
        <p:spPr bwMode="auto">
          <a:xfrm>
            <a:off x="3888818" y="2958954"/>
            <a:ext cx="4251109"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88" name="Freeform 13"/>
          <p:cNvSpPr>
            <a:spLocks/>
          </p:cNvSpPr>
          <p:nvPr/>
        </p:nvSpPr>
        <p:spPr bwMode="auto">
          <a:xfrm>
            <a:off x="3888818" y="2958954"/>
            <a:ext cx="4251109" cy="849225"/>
          </a:xfrm>
          <a:custGeom>
            <a:avLst/>
            <a:gdLst>
              <a:gd name="T0" fmla="*/ 0 w 2550"/>
              <a:gd name="T1" fmla="*/ 6 h 528"/>
              <a:gd name="T2" fmla="*/ 829 w 2550"/>
              <a:gd name="T3" fmla="*/ 528 h 528"/>
              <a:gd name="T4" fmla="*/ 1764 w 2550"/>
              <a:gd name="T5" fmla="*/ 528 h 528"/>
              <a:gd name="T6" fmla="*/ 2550 w 2550"/>
              <a:gd name="T7" fmla="*/ 0 h 528"/>
            </a:gdLst>
            <a:ahLst/>
            <a:cxnLst>
              <a:cxn ang="0">
                <a:pos x="T0" y="T1"/>
              </a:cxn>
              <a:cxn ang="0">
                <a:pos x="T2" y="T3"/>
              </a:cxn>
              <a:cxn ang="0">
                <a:pos x="T4" y="T5"/>
              </a:cxn>
              <a:cxn ang="0">
                <a:pos x="T6" y="T7"/>
              </a:cxn>
            </a:cxnLst>
            <a:rect l="0" t="0" r="r" b="b"/>
            <a:pathLst>
              <a:path w="2550" h="528">
                <a:moveTo>
                  <a:pt x="0" y="6"/>
                </a:moveTo>
                <a:lnTo>
                  <a:pt x="829" y="528"/>
                </a:lnTo>
                <a:lnTo>
                  <a:pt x="1764" y="528"/>
                </a:lnTo>
                <a:lnTo>
                  <a:pt x="2550" y="0"/>
                </a:lnTo>
              </a:path>
            </a:pathLst>
          </a:custGeom>
          <a:noFill/>
          <a:ln w="28575" cmpd="sng">
            <a:solidFill>
              <a:srgbClr val="0000FF"/>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89" name="Line 14"/>
          <p:cNvSpPr>
            <a:spLocks noChangeShapeType="1"/>
          </p:cNvSpPr>
          <p:nvPr/>
        </p:nvSpPr>
        <p:spPr bwMode="auto">
          <a:xfrm>
            <a:off x="5227082" y="2958954"/>
            <a:ext cx="0" cy="849225"/>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90" name="Line 15"/>
          <p:cNvSpPr>
            <a:spLocks noChangeShapeType="1"/>
          </p:cNvSpPr>
          <p:nvPr/>
        </p:nvSpPr>
        <p:spPr bwMode="auto">
          <a:xfrm>
            <a:off x="6801663" y="2958954"/>
            <a:ext cx="0" cy="849225"/>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grpSp>
        <p:nvGrpSpPr>
          <p:cNvPr id="91" name="Group 71"/>
          <p:cNvGrpSpPr>
            <a:grpSpLocks/>
          </p:cNvGrpSpPr>
          <p:nvPr/>
        </p:nvGrpSpPr>
        <p:grpSpPr bwMode="auto">
          <a:xfrm>
            <a:off x="6907419" y="3142201"/>
            <a:ext cx="879991" cy="387006"/>
            <a:chOff x="3648" y="1798"/>
            <a:chExt cx="674" cy="283"/>
          </a:xfrm>
        </p:grpSpPr>
        <p:sp>
          <p:nvSpPr>
            <p:cNvPr id="92" name="Line 17"/>
            <p:cNvSpPr>
              <a:spLocks noChangeShapeType="1"/>
            </p:cNvSpPr>
            <p:nvPr/>
          </p:nvSpPr>
          <p:spPr bwMode="auto">
            <a:xfrm rot="-2260875">
              <a:off x="4021" y="2023"/>
              <a:ext cx="301" cy="1"/>
            </a:xfrm>
            <a:prstGeom prst="line">
              <a:avLst/>
            </a:prstGeom>
            <a:noFill/>
            <a:ln w="38100">
              <a:solidFill>
                <a:srgbClr val="CC00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93" name="Line 18"/>
            <p:cNvSpPr>
              <a:spLocks noChangeShapeType="1"/>
            </p:cNvSpPr>
            <p:nvPr/>
          </p:nvSpPr>
          <p:spPr bwMode="auto">
            <a:xfrm rot="-5400000">
              <a:off x="3506" y="1940"/>
              <a:ext cx="283" cy="0"/>
            </a:xfrm>
            <a:prstGeom prst="line">
              <a:avLst/>
            </a:prstGeom>
            <a:noFill/>
            <a:ln w="38100">
              <a:solidFill>
                <a:srgbClr val="CC00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grpSp>
      <p:sp>
        <p:nvSpPr>
          <p:cNvPr id="94" name="Line 19"/>
          <p:cNvSpPr>
            <a:spLocks noChangeShapeType="1"/>
          </p:cNvSpPr>
          <p:nvPr/>
        </p:nvSpPr>
        <p:spPr bwMode="auto">
          <a:xfrm>
            <a:off x="3888819" y="4281338"/>
            <a:ext cx="4238053" cy="13675"/>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95" name="Freeform 20"/>
          <p:cNvSpPr>
            <a:spLocks/>
          </p:cNvSpPr>
          <p:nvPr/>
        </p:nvSpPr>
        <p:spPr bwMode="auto">
          <a:xfrm>
            <a:off x="3888818" y="4281338"/>
            <a:ext cx="4251109" cy="850592"/>
          </a:xfrm>
          <a:custGeom>
            <a:avLst/>
            <a:gdLst>
              <a:gd name="T0" fmla="*/ 0 w 2550"/>
              <a:gd name="T1" fmla="*/ 6 h 528"/>
              <a:gd name="T2" fmla="*/ 829 w 2550"/>
              <a:gd name="T3" fmla="*/ 528 h 528"/>
              <a:gd name="T4" fmla="*/ 1764 w 2550"/>
              <a:gd name="T5" fmla="*/ 528 h 528"/>
              <a:gd name="T6" fmla="*/ 2550 w 2550"/>
              <a:gd name="T7" fmla="*/ 0 h 528"/>
            </a:gdLst>
            <a:ahLst/>
            <a:cxnLst>
              <a:cxn ang="0">
                <a:pos x="T0" y="T1"/>
              </a:cxn>
              <a:cxn ang="0">
                <a:pos x="T2" y="T3"/>
              </a:cxn>
              <a:cxn ang="0">
                <a:pos x="T4" y="T5"/>
              </a:cxn>
              <a:cxn ang="0">
                <a:pos x="T6" y="T7"/>
              </a:cxn>
            </a:cxnLst>
            <a:rect l="0" t="0" r="r" b="b"/>
            <a:pathLst>
              <a:path w="2550" h="528">
                <a:moveTo>
                  <a:pt x="0" y="6"/>
                </a:moveTo>
                <a:lnTo>
                  <a:pt x="829" y="528"/>
                </a:lnTo>
                <a:lnTo>
                  <a:pt x="1764" y="528"/>
                </a:lnTo>
                <a:lnTo>
                  <a:pt x="2550" y="0"/>
                </a:lnTo>
              </a:path>
            </a:pathLst>
          </a:custGeom>
          <a:noFill/>
          <a:ln w="28575" cmpd="sng">
            <a:solidFill>
              <a:srgbClr val="0000FF"/>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96" name="Line 21"/>
          <p:cNvSpPr>
            <a:spLocks noChangeShapeType="1"/>
          </p:cNvSpPr>
          <p:nvPr/>
        </p:nvSpPr>
        <p:spPr bwMode="auto">
          <a:xfrm>
            <a:off x="5227082" y="4281338"/>
            <a:ext cx="0" cy="850592"/>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97" name="Line 22"/>
          <p:cNvSpPr>
            <a:spLocks noChangeShapeType="1"/>
          </p:cNvSpPr>
          <p:nvPr/>
        </p:nvSpPr>
        <p:spPr bwMode="auto">
          <a:xfrm>
            <a:off x="6801663" y="4281338"/>
            <a:ext cx="0" cy="850592"/>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98" name="Line 24"/>
          <p:cNvSpPr>
            <a:spLocks noChangeShapeType="1"/>
          </p:cNvSpPr>
          <p:nvPr/>
        </p:nvSpPr>
        <p:spPr bwMode="auto">
          <a:xfrm>
            <a:off x="3888818" y="5605085"/>
            <a:ext cx="4251109"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99" name="Freeform 25"/>
          <p:cNvSpPr>
            <a:spLocks/>
          </p:cNvSpPr>
          <p:nvPr/>
        </p:nvSpPr>
        <p:spPr bwMode="auto">
          <a:xfrm>
            <a:off x="3878374" y="5605087"/>
            <a:ext cx="4252414" cy="849223"/>
          </a:xfrm>
          <a:custGeom>
            <a:avLst/>
            <a:gdLst>
              <a:gd name="T0" fmla="*/ 0 w 2550"/>
              <a:gd name="T1" fmla="*/ 6 h 528"/>
              <a:gd name="T2" fmla="*/ 829 w 2550"/>
              <a:gd name="T3" fmla="*/ 528 h 528"/>
              <a:gd name="T4" fmla="*/ 1764 w 2550"/>
              <a:gd name="T5" fmla="*/ 528 h 528"/>
              <a:gd name="T6" fmla="*/ 2550 w 2550"/>
              <a:gd name="T7" fmla="*/ 0 h 528"/>
            </a:gdLst>
            <a:ahLst/>
            <a:cxnLst>
              <a:cxn ang="0">
                <a:pos x="T0" y="T1"/>
              </a:cxn>
              <a:cxn ang="0">
                <a:pos x="T2" y="T3"/>
              </a:cxn>
              <a:cxn ang="0">
                <a:pos x="T4" y="T5"/>
              </a:cxn>
              <a:cxn ang="0">
                <a:pos x="T6" y="T7"/>
              </a:cxn>
            </a:cxnLst>
            <a:rect l="0" t="0" r="r" b="b"/>
            <a:pathLst>
              <a:path w="2550" h="528">
                <a:moveTo>
                  <a:pt x="0" y="6"/>
                </a:moveTo>
                <a:lnTo>
                  <a:pt x="829" y="528"/>
                </a:lnTo>
                <a:lnTo>
                  <a:pt x="1764" y="528"/>
                </a:lnTo>
                <a:lnTo>
                  <a:pt x="2550" y="0"/>
                </a:lnTo>
              </a:path>
            </a:pathLst>
          </a:custGeom>
          <a:noFill/>
          <a:ln w="28575" cmpd="sng">
            <a:solidFill>
              <a:srgbClr val="0000FF"/>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100" name="Line 26"/>
          <p:cNvSpPr>
            <a:spLocks noChangeShapeType="1"/>
          </p:cNvSpPr>
          <p:nvPr/>
        </p:nvSpPr>
        <p:spPr bwMode="auto">
          <a:xfrm>
            <a:off x="5227082" y="5605087"/>
            <a:ext cx="0" cy="849223"/>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101" name="Line 27"/>
          <p:cNvSpPr>
            <a:spLocks noChangeShapeType="1"/>
          </p:cNvSpPr>
          <p:nvPr/>
        </p:nvSpPr>
        <p:spPr bwMode="auto">
          <a:xfrm>
            <a:off x="6801663" y="5605087"/>
            <a:ext cx="0" cy="849223"/>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grpSp>
        <p:nvGrpSpPr>
          <p:cNvPr id="102" name="Group 70"/>
          <p:cNvGrpSpPr>
            <a:grpSpLocks/>
          </p:cNvGrpSpPr>
          <p:nvPr/>
        </p:nvGrpSpPr>
        <p:grpSpPr bwMode="auto">
          <a:xfrm>
            <a:off x="4347093" y="2859126"/>
            <a:ext cx="1799149" cy="206494"/>
            <a:chOff x="1687" y="1591"/>
            <a:chExt cx="1378" cy="151"/>
          </a:xfrm>
        </p:grpSpPr>
        <p:sp>
          <p:nvSpPr>
            <p:cNvPr id="103" name="Line 16"/>
            <p:cNvSpPr>
              <a:spLocks noChangeShapeType="1"/>
            </p:cNvSpPr>
            <p:nvPr/>
          </p:nvSpPr>
          <p:spPr bwMode="auto">
            <a:xfrm flipH="1">
              <a:off x="1687" y="1591"/>
              <a:ext cx="302" cy="0"/>
            </a:xfrm>
            <a:prstGeom prst="line">
              <a:avLst/>
            </a:prstGeom>
            <a:noFill/>
            <a:ln w="38100">
              <a:solidFill>
                <a:srgbClr val="CC00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104" name="Line 28"/>
            <p:cNvSpPr>
              <a:spLocks noChangeShapeType="1"/>
            </p:cNvSpPr>
            <p:nvPr/>
          </p:nvSpPr>
          <p:spPr bwMode="auto">
            <a:xfrm>
              <a:off x="2763" y="1742"/>
              <a:ext cx="302" cy="0"/>
            </a:xfrm>
            <a:prstGeom prst="line">
              <a:avLst/>
            </a:prstGeom>
            <a:noFill/>
            <a:ln w="38100">
              <a:solidFill>
                <a:srgbClr val="CC00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grpSp>
      <p:sp>
        <p:nvSpPr>
          <p:cNvPr id="105" name="Line 29"/>
          <p:cNvSpPr>
            <a:spLocks noChangeShapeType="1"/>
          </p:cNvSpPr>
          <p:nvPr/>
        </p:nvSpPr>
        <p:spPr bwMode="auto">
          <a:xfrm>
            <a:off x="4387566" y="3065620"/>
            <a:ext cx="392993" cy="0"/>
          </a:xfrm>
          <a:prstGeom prst="line">
            <a:avLst/>
          </a:prstGeom>
          <a:noFill/>
          <a:ln w="38100">
            <a:solidFill>
              <a:srgbClr val="CC00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grpSp>
        <p:nvGrpSpPr>
          <p:cNvPr id="106" name="Group 72"/>
          <p:cNvGrpSpPr>
            <a:grpSpLocks/>
          </p:cNvGrpSpPr>
          <p:nvPr/>
        </p:nvGrpSpPr>
        <p:grpSpPr bwMode="auto">
          <a:xfrm>
            <a:off x="5778055" y="4185611"/>
            <a:ext cx="1771730" cy="0"/>
            <a:chOff x="2783" y="2561"/>
            <a:chExt cx="1357" cy="0"/>
          </a:xfrm>
        </p:grpSpPr>
        <p:sp>
          <p:nvSpPr>
            <p:cNvPr id="107" name="Line 23"/>
            <p:cNvSpPr>
              <a:spLocks noChangeShapeType="1"/>
            </p:cNvSpPr>
            <p:nvPr/>
          </p:nvSpPr>
          <p:spPr bwMode="auto">
            <a:xfrm flipH="1">
              <a:off x="2783" y="2561"/>
              <a:ext cx="302" cy="0"/>
            </a:xfrm>
            <a:prstGeom prst="line">
              <a:avLst/>
            </a:prstGeom>
            <a:noFill/>
            <a:ln w="38100">
              <a:solidFill>
                <a:srgbClr val="CC00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108" name="Line 30"/>
            <p:cNvSpPr>
              <a:spLocks noChangeShapeType="1"/>
            </p:cNvSpPr>
            <p:nvPr/>
          </p:nvSpPr>
          <p:spPr bwMode="auto">
            <a:xfrm>
              <a:off x="3838" y="2561"/>
              <a:ext cx="302" cy="0"/>
            </a:xfrm>
            <a:prstGeom prst="line">
              <a:avLst/>
            </a:prstGeom>
            <a:noFill/>
            <a:ln w="38100">
              <a:solidFill>
                <a:srgbClr val="CC00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grpSp>
      <p:sp>
        <p:nvSpPr>
          <p:cNvPr id="109" name="Line 31"/>
          <p:cNvSpPr>
            <a:spLocks noChangeShapeType="1"/>
          </p:cNvSpPr>
          <p:nvPr/>
        </p:nvSpPr>
        <p:spPr bwMode="auto">
          <a:xfrm flipH="1">
            <a:off x="7195963" y="4390738"/>
            <a:ext cx="392993" cy="0"/>
          </a:xfrm>
          <a:prstGeom prst="line">
            <a:avLst/>
          </a:prstGeom>
          <a:noFill/>
          <a:ln w="38100">
            <a:solidFill>
              <a:srgbClr val="CC00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grpSp>
        <p:nvGrpSpPr>
          <p:cNvPr id="110" name="Group 73"/>
          <p:cNvGrpSpPr>
            <a:grpSpLocks/>
          </p:cNvGrpSpPr>
          <p:nvPr/>
        </p:nvGrpSpPr>
        <p:grpSpPr bwMode="auto">
          <a:xfrm>
            <a:off x="4498545" y="5769188"/>
            <a:ext cx="3096938" cy="615380"/>
            <a:chOff x="1803" y="3719"/>
            <a:chExt cx="2372" cy="450"/>
          </a:xfrm>
        </p:grpSpPr>
        <p:sp>
          <p:nvSpPr>
            <p:cNvPr id="111" name="AutoShape 32"/>
            <p:cNvSpPr>
              <a:spLocks noChangeArrowheads="1"/>
            </p:cNvSpPr>
            <p:nvPr/>
          </p:nvSpPr>
          <p:spPr bwMode="auto">
            <a:xfrm>
              <a:off x="2399" y="3726"/>
              <a:ext cx="120" cy="292"/>
            </a:xfrm>
            <a:prstGeom prst="downArrow">
              <a:avLst>
                <a:gd name="adj1" fmla="val 50000"/>
                <a:gd name="adj2" fmla="val 80458"/>
              </a:avLst>
            </a:prstGeom>
            <a:solidFill>
              <a:srgbClr val="00FF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1400" b="1">
                <a:solidFill>
                  <a:srgbClr val="0000CC"/>
                </a:solidFill>
                <a:latin typeface="微软雅黑" pitchFamily="34" charset="-122"/>
                <a:ea typeface="微软雅黑" pitchFamily="34" charset="-122"/>
              </a:endParaRPr>
            </a:p>
          </p:txBody>
        </p:sp>
        <p:sp>
          <p:nvSpPr>
            <p:cNvPr id="112" name="AutoShape 33"/>
            <p:cNvSpPr>
              <a:spLocks noChangeArrowheads="1"/>
            </p:cNvSpPr>
            <p:nvPr/>
          </p:nvSpPr>
          <p:spPr bwMode="auto">
            <a:xfrm>
              <a:off x="3627" y="3719"/>
              <a:ext cx="121" cy="292"/>
            </a:xfrm>
            <a:prstGeom prst="downArrow">
              <a:avLst>
                <a:gd name="adj1" fmla="val 50000"/>
                <a:gd name="adj2" fmla="val 79793"/>
              </a:avLst>
            </a:prstGeom>
            <a:solidFill>
              <a:srgbClr val="00FF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1400" b="1">
                <a:solidFill>
                  <a:srgbClr val="0000CC"/>
                </a:solidFill>
                <a:latin typeface="微软雅黑" pitchFamily="34" charset="-122"/>
                <a:ea typeface="微软雅黑" pitchFamily="34" charset="-122"/>
              </a:endParaRPr>
            </a:p>
          </p:txBody>
        </p:sp>
        <p:sp>
          <p:nvSpPr>
            <p:cNvPr id="113" name="AutoShape 34"/>
            <p:cNvSpPr>
              <a:spLocks noChangeArrowheads="1"/>
            </p:cNvSpPr>
            <p:nvPr/>
          </p:nvSpPr>
          <p:spPr bwMode="auto">
            <a:xfrm rot="5400000">
              <a:off x="2862" y="3957"/>
              <a:ext cx="113" cy="312"/>
            </a:xfrm>
            <a:prstGeom prst="downArrow">
              <a:avLst>
                <a:gd name="adj1" fmla="val 50000"/>
                <a:gd name="adj2" fmla="val 91294"/>
              </a:avLst>
            </a:prstGeom>
            <a:solidFill>
              <a:srgbClr val="00FF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1400" b="1">
                <a:solidFill>
                  <a:srgbClr val="0000CC"/>
                </a:solidFill>
                <a:latin typeface="微软雅黑" pitchFamily="34" charset="-122"/>
                <a:ea typeface="微软雅黑" pitchFamily="34" charset="-122"/>
              </a:endParaRPr>
            </a:p>
          </p:txBody>
        </p:sp>
        <p:sp>
          <p:nvSpPr>
            <p:cNvPr id="114" name="AutoShape 35"/>
            <p:cNvSpPr>
              <a:spLocks noChangeArrowheads="1"/>
            </p:cNvSpPr>
            <p:nvPr/>
          </p:nvSpPr>
          <p:spPr bwMode="auto">
            <a:xfrm rot="3308442">
              <a:off x="3963" y="3674"/>
              <a:ext cx="113" cy="311"/>
            </a:xfrm>
            <a:prstGeom prst="downArrow">
              <a:avLst>
                <a:gd name="adj1" fmla="val 50000"/>
                <a:gd name="adj2" fmla="val 91001"/>
              </a:avLst>
            </a:prstGeom>
            <a:solidFill>
              <a:srgbClr val="00FF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1400" b="1">
                <a:solidFill>
                  <a:srgbClr val="0000CC"/>
                </a:solidFill>
                <a:latin typeface="微软雅黑" pitchFamily="34" charset="-122"/>
                <a:ea typeface="微软雅黑" pitchFamily="34" charset="-122"/>
              </a:endParaRPr>
            </a:p>
          </p:txBody>
        </p:sp>
        <p:sp>
          <p:nvSpPr>
            <p:cNvPr id="115" name="AutoShape 36"/>
            <p:cNvSpPr>
              <a:spLocks noChangeArrowheads="1"/>
            </p:cNvSpPr>
            <p:nvPr/>
          </p:nvSpPr>
          <p:spPr bwMode="auto">
            <a:xfrm rot="-3458995">
              <a:off x="1902" y="3702"/>
              <a:ext cx="113" cy="312"/>
            </a:xfrm>
            <a:prstGeom prst="downArrow">
              <a:avLst>
                <a:gd name="adj1" fmla="val 50000"/>
                <a:gd name="adj2" fmla="val 91294"/>
              </a:avLst>
            </a:prstGeom>
            <a:solidFill>
              <a:srgbClr val="00FF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1400" b="1">
                <a:solidFill>
                  <a:srgbClr val="0000CC"/>
                </a:solidFill>
                <a:latin typeface="微软雅黑" pitchFamily="34" charset="-122"/>
                <a:ea typeface="微软雅黑" pitchFamily="34" charset="-122"/>
              </a:endParaRPr>
            </a:p>
          </p:txBody>
        </p:sp>
      </p:grpSp>
      <p:sp>
        <p:nvSpPr>
          <p:cNvPr id="116" name="Line 37"/>
          <p:cNvSpPr>
            <a:spLocks noChangeShapeType="1"/>
          </p:cNvSpPr>
          <p:nvPr/>
        </p:nvSpPr>
        <p:spPr bwMode="auto">
          <a:xfrm>
            <a:off x="2937462" y="1558624"/>
            <a:ext cx="0" cy="4722013"/>
          </a:xfrm>
          <a:prstGeom prst="line">
            <a:avLst/>
          </a:prstGeom>
          <a:noFill/>
          <a:ln w="19050">
            <a:solidFill>
              <a:srgbClr val="00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117" name="Text Box 38"/>
          <p:cNvSpPr txBox="1">
            <a:spLocks noChangeArrowheads="1"/>
          </p:cNvSpPr>
          <p:nvPr/>
        </p:nvSpPr>
        <p:spPr bwMode="auto">
          <a:xfrm>
            <a:off x="2815663" y="6207957"/>
            <a:ext cx="2904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000000"/>
                </a:solidFill>
                <a:latin typeface="微软雅黑" pitchFamily="34" charset="-122"/>
                <a:ea typeface="微软雅黑" pitchFamily="34" charset="-122"/>
              </a:rPr>
              <a:t>t</a:t>
            </a:r>
          </a:p>
        </p:txBody>
      </p:sp>
      <p:sp>
        <p:nvSpPr>
          <p:cNvPr id="118" name="Text Box 40"/>
          <p:cNvSpPr txBox="1">
            <a:spLocks noChangeArrowheads="1"/>
          </p:cNvSpPr>
          <p:nvPr/>
        </p:nvSpPr>
        <p:spPr bwMode="auto">
          <a:xfrm>
            <a:off x="5452955" y="5800639"/>
            <a:ext cx="123694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000000"/>
                </a:solidFill>
                <a:latin typeface="微软雅黑" pitchFamily="34" charset="-122"/>
                <a:ea typeface="微软雅黑" pitchFamily="34" charset="-122"/>
              </a:rPr>
              <a:t>ACK</a:t>
            </a:r>
            <a:r>
              <a:rPr kumimoji="1" lang="zh-CN" altLang="en-US" sz="2000" b="1" dirty="0">
                <a:solidFill>
                  <a:srgbClr val="000000"/>
                </a:solidFill>
                <a:latin typeface="微软雅黑" pitchFamily="34" charset="-122"/>
                <a:ea typeface="微软雅黑" pitchFamily="34" charset="-122"/>
              </a:rPr>
              <a:t>报文</a:t>
            </a:r>
          </a:p>
        </p:txBody>
      </p:sp>
      <p:pic>
        <p:nvPicPr>
          <p:cNvPr id="119" name="Picture 4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5347" y="6271063"/>
            <a:ext cx="442607" cy="31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20"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0764" y="4107661"/>
            <a:ext cx="442607" cy="31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21"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30837" y="4107661"/>
            <a:ext cx="442605" cy="31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22" name="Picture 4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5347" y="3644077"/>
            <a:ext cx="442607" cy="310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23" name="Picture 4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0764" y="3644077"/>
            <a:ext cx="442607" cy="310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24" name="Picture 4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55301" y="2794853"/>
            <a:ext cx="442607" cy="31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25" name="Picture 4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5347" y="2794853"/>
            <a:ext cx="442607" cy="31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26" name="Picture 4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0764" y="2794853"/>
            <a:ext cx="442607" cy="31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27" name="Picture 4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60868" y="2794853"/>
            <a:ext cx="442607" cy="31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28" name="Picture 5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0764" y="2331267"/>
            <a:ext cx="442607" cy="310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29" name="Picture 5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5347" y="2331267"/>
            <a:ext cx="442607" cy="310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30" name="Picture 5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03610" y="1480675"/>
            <a:ext cx="443912" cy="311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31" name="Picture 5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5347" y="1480675"/>
            <a:ext cx="442607" cy="311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32" name="Picture 5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0764" y="1480675"/>
            <a:ext cx="442607" cy="311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33" name="Picture 5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60868" y="1480675"/>
            <a:ext cx="442607" cy="311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34" name="Picture 5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03610" y="5421840"/>
            <a:ext cx="443912" cy="310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35" name="Picture 5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5347" y="5421840"/>
            <a:ext cx="442607" cy="310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36" name="Picture 5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0764" y="5421840"/>
            <a:ext cx="442607" cy="310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37" name="Picture 5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81225" y="5421840"/>
            <a:ext cx="443912" cy="310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38" name="Picture 6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0764" y="4958255"/>
            <a:ext cx="442607" cy="31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39" name="Picture 6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5347" y="4958255"/>
            <a:ext cx="442607" cy="31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40" name="Picture 6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03610" y="4107661"/>
            <a:ext cx="443912" cy="31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41" name="Picture 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5347" y="4107661"/>
            <a:ext cx="442607" cy="31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42" name="Picture 6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0764" y="6271063"/>
            <a:ext cx="442607" cy="31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43" name="Text Box 65"/>
          <p:cNvSpPr txBox="1">
            <a:spLocks noChangeArrowheads="1"/>
          </p:cNvSpPr>
          <p:nvPr/>
        </p:nvSpPr>
        <p:spPr bwMode="auto">
          <a:xfrm>
            <a:off x="4644008" y="2250583"/>
            <a:ext cx="3642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000000"/>
                </a:solidFill>
                <a:latin typeface="微软雅黑" pitchFamily="34" charset="-122"/>
                <a:ea typeface="微软雅黑" pitchFamily="34" charset="-122"/>
              </a:rPr>
              <a:t>R</a:t>
            </a:r>
          </a:p>
        </p:txBody>
      </p:sp>
      <p:sp>
        <p:nvSpPr>
          <p:cNvPr id="144" name="Text Box 66"/>
          <p:cNvSpPr txBox="1">
            <a:spLocks noChangeArrowheads="1"/>
          </p:cNvSpPr>
          <p:nvPr/>
        </p:nvSpPr>
        <p:spPr bwMode="auto">
          <a:xfrm>
            <a:off x="4644008" y="6202689"/>
            <a:ext cx="3642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000000"/>
                </a:solidFill>
                <a:latin typeface="微软雅黑" pitchFamily="34" charset="-122"/>
                <a:ea typeface="微软雅黑" pitchFamily="34" charset="-122"/>
              </a:rPr>
              <a:t>R</a:t>
            </a:r>
          </a:p>
        </p:txBody>
      </p:sp>
      <p:sp>
        <p:nvSpPr>
          <p:cNvPr id="145" name="Text Box 67"/>
          <p:cNvSpPr txBox="1">
            <a:spLocks noChangeArrowheads="1"/>
          </p:cNvSpPr>
          <p:nvPr/>
        </p:nvSpPr>
        <p:spPr bwMode="auto">
          <a:xfrm>
            <a:off x="4629645" y="4859792"/>
            <a:ext cx="3642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00"/>
                </a:solidFill>
                <a:latin typeface="微软雅黑" pitchFamily="34" charset="-122"/>
                <a:ea typeface="微软雅黑" pitchFamily="34" charset="-122"/>
              </a:rPr>
              <a:t>R</a:t>
            </a:r>
          </a:p>
        </p:txBody>
      </p:sp>
      <p:sp>
        <p:nvSpPr>
          <p:cNvPr id="146" name="Text Box 68"/>
          <p:cNvSpPr txBox="1">
            <a:spLocks noChangeArrowheads="1"/>
          </p:cNvSpPr>
          <p:nvPr/>
        </p:nvSpPr>
        <p:spPr bwMode="auto">
          <a:xfrm>
            <a:off x="4644008" y="3560659"/>
            <a:ext cx="3642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00"/>
                </a:solidFill>
                <a:latin typeface="微软雅黑" pitchFamily="34" charset="-122"/>
                <a:ea typeface="微软雅黑" pitchFamily="34" charset="-122"/>
              </a:rPr>
              <a:t>R</a:t>
            </a:r>
          </a:p>
        </p:txBody>
      </p:sp>
      <p:sp>
        <p:nvSpPr>
          <p:cNvPr id="147" name="Text Box 69"/>
          <p:cNvSpPr txBox="1">
            <a:spLocks noChangeArrowheads="1"/>
          </p:cNvSpPr>
          <p:nvPr/>
        </p:nvSpPr>
        <p:spPr bwMode="auto">
          <a:xfrm>
            <a:off x="3337846" y="1780161"/>
            <a:ext cx="396262" cy="42934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05000"/>
              </a:lnSpc>
            </a:pPr>
            <a:r>
              <a:rPr kumimoji="1" lang="en-US" altLang="zh-CN" sz="2000" b="1" dirty="0">
                <a:solidFill>
                  <a:srgbClr val="000000"/>
                </a:solidFill>
                <a:latin typeface="微软雅黑" pitchFamily="34" charset="-122"/>
                <a:ea typeface="微软雅黑" pitchFamily="34" charset="-122"/>
              </a:rPr>
              <a:t>t</a:t>
            </a:r>
            <a:r>
              <a:rPr kumimoji="1" lang="en-US" altLang="zh-CN" sz="2000" b="1" baseline="-25000" dirty="0">
                <a:solidFill>
                  <a:srgbClr val="000000"/>
                </a:solidFill>
                <a:latin typeface="微软雅黑" pitchFamily="34" charset="-122"/>
                <a:ea typeface="微软雅黑" pitchFamily="34" charset="-122"/>
              </a:rPr>
              <a:t>1</a:t>
            </a:r>
            <a:endParaRPr kumimoji="1" lang="en-US" altLang="zh-CN" sz="2000" b="1" dirty="0">
              <a:solidFill>
                <a:srgbClr val="000000"/>
              </a:solidFill>
              <a:latin typeface="微软雅黑" pitchFamily="34" charset="-122"/>
              <a:ea typeface="微软雅黑" pitchFamily="34" charset="-122"/>
            </a:endParaRPr>
          </a:p>
          <a:p>
            <a:pPr>
              <a:lnSpc>
                <a:spcPct val="105000"/>
              </a:lnSpc>
            </a:pPr>
            <a:endParaRPr kumimoji="1" lang="en-US" altLang="zh-CN" sz="2000" b="1" dirty="0">
              <a:solidFill>
                <a:srgbClr val="000000"/>
              </a:solidFill>
              <a:latin typeface="微软雅黑" pitchFamily="34" charset="-122"/>
              <a:ea typeface="微软雅黑" pitchFamily="34" charset="-122"/>
            </a:endParaRPr>
          </a:p>
          <a:p>
            <a:pPr>
              <a:lnSpc>
                <a:spcPct val="105000"/>
              </a:lnSpc>
            </a:pPr>
            <a:endParaRPr kumimoji="1" lang="en-US" altLang="zh-CN" sz="2000" b="1" dirty="0">
              <a:solidFill>
                <a:srgbClr val="000000"/>
              </a:solidFill>
              <a:latin typeface="微软雅黑" pitchFamily="34" charset="-122"/>
              <a:ea typeface="微软雅黑" pitchFamily="34" charset="-122"/>
            </a:endParaRPr>
          </a:p>
          <a:p>
            <a:pPr>
              <a:lnSpc>
                <a:spcPct val="105000"/>
              </a:lnSpc>
            </a:pPr>
            <a:endParaRPr kumimoji="1" lang="en-US" altLang="zh-CN" sz="2000" b="1" dirty="0">
              <a:solidFill>
                <a:srgbClr val="000000"/>
              </a:solidFill>
              <a:latin typeface="微软雅黑" pitchFamily="34" charset="-122"/>
              <a:ea typeface="微软雅黑" pitchFamily="34" charset="-122"/>
            </a:endParaRPr>
          </a:p>
          <a:p>
            <a:pPr>
              <a:lnSpc>
                <a:spcPct val="105000"/>
              </a:lnSpc>
            </a:pPr>
            <a:r>
              <a:rPr kumimoji="1" lang="en-US" altLang="zh-CN" sz="2000" b="1" dirty="0">
                <a:solidFill>
                  <a:srgbClr val="000000"/>
                </a:solidFill>
                <a:latin typeface="微软雅黑" pitchFamily="34" charset="-122"/>
                <a:ea typeface="微软雅黑" pitchFamily="34" charset="-122"/>
              </a:rPr>
              <a:t>t</a:t>
            </a:r>
            <a:r>
              <a:rPr kumimoji="1" lang="en-US" altLang="zh-CN" sz="2000" b="1" baseline="-25000" dirty="0">
                <a:solidFill>
                  <a:srgbClr val="000000"/>
                </a:solidFill>
                <a:latin typeface="微软雅黑" pitchFamily="34" charset="-122"/>
                <a:ea typeface="微软雅黑" pitchFamily="34" charset="-122"/>
              </a:rPr>
              <a:t>2</a:t>
            </a:r>
            <a:endParaRPr kumimoji="1" lang="en-US" altLang="zh-CN" sz="2000" b="1" dirty="0">
              <a:solidFill>
                <a:srgbClr val="000000"/>
              </a:solidFill>
              <a:latin typeface="微软雅黑" pitchFamily="34" charset="-122"/>
              <a:ea typeface="微软雅黑" pitchFamily="34" charset="-122"/>
            </a:endParaRPr>
          </a:p>
          <a:p>
            <a:pPr>
              <a:lnSpc>
                <a:spcPct val="105000"/>
              </a:lnSpc>
            </a:pPr>
            <a:endParaRPr kumimoji="1" lang="en-US" altLang="zh-CN" sz="2000" b="1" dirty="0">
              <a:solidFill>
                <a:srgbClr val="000000"/>
              </a:solidFill>
              <a:latin typeface="微软雅黑" pitchFamily="34" charset="-122"/>
              <a:ea typeface="微软雅黑" pitchFamily="34" charset="-122"/>
            </a:endParaRPr>
          </a:p>
          <a:p>
            <a:pPr>
              <a:lnSpc>
                <a:spcPct val="105000"/>
              </a:lnSpc>
            </a:pPr>
            <a:endParaRPr kumimoji="1" lang="en-US" altLang="zh-CN" sz="2000" b="1" dirty="0">
              <a:solidFill>
                <a:srgbClr val="000000"/>
              </a:solidFill>
              <a:latin typeface="微软雅黑" pitchFamily="34" charset="-122"/>
              <a:ea typeface="微软雅黑" pitchFamily="34" charset="-122"/>
            </a:endParaRPr>
          </a:p>
          <a:p>
            <a:pPr>
              <a:lnSpc>
                <a:spcPct val="105000"/>
              </a:lnSpc>
            </a:pPr>
            <a:endParaRPr kumimoji="1" lang="en-US" altLang="zh-CN" sz="2000" b="1" dirty="0">
              <a:solidFill>
                <a:srgbClr val="000000"/>
              </a:solidFill>
              <a:latin typeface="微软雅黑" pitchFamily="34" charset="-122"/>
              <a:ea typeface="微软雅黑" pitchFamily="34" charset="-122"/>
            </a:endParaRPr>
          </a:p>
          <a:p>
            <a:pPr>
              <a:lnSpc>
                <a:spcPct val="105000"/>
              </a:lnSpc>
            </a:pPr>
            <a:r>
              <a:rPr kumimoji="1" lang="en-US" altLang="zh-CN" sz="2000" b="1" dirty="0">
                <a:solidFill>
                  <a:srgbClr val="000000"/>
                </a:solidFill>
                <a:latin typeface="微软雅黑" pitchFamily="34" charset="-122"/>
                <a:ea typeface="微软雅黑" pitchFamily="34" charset="-122"/>
              </a:rPr>
              <a:t>t</a:t>
            </a:r>
            <a:r>
              <a:rPr kumimoji="1" lang="en-US" altLang="zh-CN" sz="2000" b="1" baseline="-25000" dirty="0">
                <a:solidFill>
                  <a:srgbClr val="000000"/>
                </a:solidFill>
                <a:latin typeface="微软雅黑" pitchFamily="34" charset="-122"/>
                <a:ea typeface="微软雅黑" pitchFamily="34" charset="-122"/>
              </a:rPr>
              <a:t>3</a:t>
            </a:r>
            <a:endParaRPr kumimoji="1" lang="en-US" altLang="zh-CN" sz="2000" b="1" dirty="0">
              <a:solidFill>
                <a:srgbClr val="000000"/>
              </a:solidFill>
              <a:latin typeface="微软雅黑" pitchFamily="34" charset="-122"/>
              <a:ea typeface="微软雅黑" pitchFamily="34" charset="-122"/>
            </a:endParaRPr>
          </a:p>
          <a:p>
            <a:pPr>
              <a:lnSpc>
                <a:spcPct val="105000"/>
              </a:lnSpc>
            </a:pPr>
            <a:endParaRPr kumimoji="1" lang="en-US" altLang="zh-CN" sz="2000" b="1" dirty="0">
              <a:solidFill>
                <a:srgbClr val="000000"/>
              </a:solidFill>
              <a:latin typeface="微软雅黑" pitchFamily="34" charset="-122"/>
              <a:ea typeface="微软雅黑" pitchFamily="34" charset="-122"/>
            </a:endParaRPr>
          </a:p>
          <a:p>
            <a:pPr>
              <a:lnSpc>
                <a:spcPct val="105000"/>
              </a:lnSpc>
            </a:pPr>
            <a:endParaRPr kumimoji="1" lang="en-US" altLang="zh-CN" sz="2000" b="1" dirty="0">
              <a:solidFill>
                <a:srgbClr val="000000"/>
              </a:solidFill>
              <a:latin typeface="微软雅黑" pitchFamily="34" charset="-122"/>
              <a:ea typeface="微软雅黑" pitchFamily="34" charset="-122"/>
            </a:endParaRPr>
          </a:p>
          <a:p>
            <a:pPr>
              <a:lnSpc>
                <a:spcPct val="105000"/>
              </a:lnSpc>
            </a:pPr>
            <a:endParaRPr kumimoji="1" lang="en-US" altLang="zh-CN" sz="2000" b="1" dirty="0">
              <a:solidFill>
                <a:srgbClr val="000000"/>
              </a:solidFill>
              <a:latin typeface="微软雅黑" pitchFamily="34" charset="-122"/>
              <a:ea typeface="微软雅黑" pitchFamily="34" charset="-122"/>
            </a:endParaRPr>
          </a:p>
          <a:p>
            <a:pPr>
              <a:lnSpc>
                <a:spcPct val="105000"/>
              </a:lnSpc>
            </a:pPr>
            <a:r>
              <a:rPr kumimoji="1" lang="en-US" altLang="zh-CN" sz="2000" b="1" dirty="0">
                <a:solidFill>
                  <a:srgbClr val="000000"/>
                </a:solidFill>
                <a:latin typeface="微软雅黑" pitchFamily="34" charset="-122"/>
                <a:ea typeface="微软雅黑" pitchFamily="34" charset="-122"/>
              </a:rPr>
              <a:t>t</a:t>
            </a:r>
            <a:r>
              <a:rPr kumimoji="1" lang="en-US" altLang="zh-CN" sz="2000" b="1" baseline="-25000" dirty="0">
                <a:solidFill>
                  <a:srgbClr val="000000"/>
                </a:solidFill>
                <a:latin typeface="微软雅黑" pitchFamily="34" charset="-122"/>
                <a:ea typeface="微软雅黑" pitchFamily="34" charset="-122"/>
              </a:rPr>
              <a:t>4</a:t>
            </a:r>
            <a:endParaRPr kumimoji="1" lang="en-US" altLang="zh-CN" sz="2000" b="1" dirty="0">
              <a:solidFill>
                <a:srgbClr val="000000"/>
              </a:solidFill>
              <a:latin typeface="微软雅黑" pitchFamily="34" charset="-122"/>
              <a:ea typeface="微软雅黑" pitchFamily="34" charset="-122"/>
            </a:endParaRPr>
          </a:p>
        </p:txBody>
      </p:sp>
    </p:spTree>
    <p:extLst>
      <p:ext uri="{BB962C8B-B14F-4D97-AF65-F5344CB8AC3E}">
        <p14:creationId xmlns:p14="http://schemas.microsoft.com/office/powerpoint/2010/main" val="71633835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85" grpId="0" animBg="1"/>
      <p:bldP spid="86" grpId="0" animBg="1"/>
      <p:bldP spid="105" grpId="0" animBg="1"/>
      <p:bldP spid="109" grpId="0" animBg="1"/>
    </p:bld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4.6.3 OSPF</a:t>
            </a:r>
            <a:endParaRPr lang="zh-CN" altLang="en-US" dirty="0"/>
          </a:p>
        </p:txBody>
      </p:sp>
      <p:sp>
        <p:nvSpPr>
          <p:cNvPr id="3" name="内容占位符 2"/>
          <p:cNvSpPr>
            <a:spLocks noGrp="1"/>
          </p:cNvSpPr>
          <p:nvPr>
            <p:ph idx="1"/>
          </p:nvPr>
        </p:nvSpPr>
        <p:spPr/>
        <p:txBody>
          <a:bodyPr/>
          <a:lstStyle/>
          <a:p>
            <a:r>
              <a:rPr lang="zh-CN" altLang="en-US" b="1" dirty="0"/>
              <a:t>所有的</a:t>
            </a:r>
            <a:r>
              <a:rPr lang="zh-CN" altLang="en-US" b="1" dirty="0" smtClean="0"/>
              <a:t>路由器都维持一</a:t>
            </a:r>
            <a:r>
              <a:rPr lang="zh-CN" altLang="en-US" b="1" dirty="0"/>
              <a:t>个</a:t>
            </a:r>
            <a:r>
              <a:rPr lang="zh-CN" altLang="en-US" b="1" dirty="0">
                <a:solidFill>
                  <a:srgbClr val="FF0000"/>
                </a:solidFill>
              </a:rPr>
              <a:t>链路状态数据库</a:t>
            </a:r>
            <a:r>
              <a:rPr lang="zh-CN" altLang="en-US" b="1" dirty="0"/>
              <a:t> </a:t>
            </a:r>
            <a:r>
              <a:rPr lang="en-US" altLang="zh-CN" b="1" dirty="0"/>
              <a:t>(link-state database</a:t>
            </a:r>
            <a:r>
              <a:rPr lang="en-US" altLang="zh-CN" b="1" dirty="0" smtClean="0"/>
              <a:t>)</a:t>
            </a:r>
            <a:r>
              <a:rPr lang="zh-CN" altLang="en-US" b="1" dirty="0" smtClean="0"/>
              <a:t>，这个数据库实际上就是</a:t>
            </a:r>
            <a:r>
              <a:rPr lang="zh-CN" altLang="en-US" b="1" dirty="0" smtClean="0">
                <a:solidFill>
                  <a:srgbClr val="FF0000"/>
                </a:solidFill>
              </a:rPr>
              <a:t>全网</a:t>
            </a:r>
            <a:r>
              <a:rPr lang="zh-CN" altLang="en-US" b="1" dirty="0" smtClean="0"/>
              <a:t>的拓扑结构</a:t>
            </a:r>
            <a:r>
              <a:rPr lang="zh-CN" altLang="en-US" b="1" dirty="0"/>
              <a:t>图。这个拓扑结构图在全网范围内是</a:t>
            </a:r>
            <a:r>
              <a:rPr lang="zh-CN" altLang="en-US" b="1" dirty="0">
                <a:solidFill>
                  <a:srgbClr val="FF0000"/>
                </a:solidFill>
              </a:rPr>
              <a:t>一致</a:t>
            </a:r>
            <a:r>
              <a:rPr lang="zh-CN" altLang="en-US" b="1" dirty="0" smtClean="0"/>
              <a:t>的，每个路由器都知道整个网络的拓扑结构。</a:t>
            </a:r>
            <a:endParaRPr lang="en-US" altLang="zh-CN" b="1" dirty="0" smtClean="0"/>
          </a:p>
          <a:p>
            <a:r>
              <a:rPr lang="zh-CN" altLang="en-US" b="1" dirty="0"/>
              <a:t>每个</a:t>
            </a:r>
            <a:r>
              <a:rPr lang="zh-CN" altLang="en-US" b="1" dirty="0" smtClean="0"/>
              <a:t>路由器根据链路</a:t>
            </a:r>
            <a:r>
              <a:rPr lang="zh-CN" altLang="en-US" b="1" dirty="0"/>
              <a:t>状态数据库中的</a:t>
            </a:r>
            <a:r>
              <a:rPr lang="zh-CN" altLang="en-US" b="1" dirty="0" smtClean="0"/>
              <a:t>数据，使用 </a:t>
            </a:r>
            <a:r>
              <a:rPr lang="en-US" altLang="zh-CN" b="1" dirty="0" smtClean="0"/>
              <a:t>SPF </a:t>
            </a:r>
            <a:r>
              <a:rPr lang="zh-CN" altLang="en-US" b="1" dirty="0" smtClean="0"/>
              <a:t>算法构造出自己</a:t>
            </a:r>
            <a:r>
              <a:rPr lang="zh-CN" altLang="en-US" b="1" dirty="0"/>
              <a:t>的路由</a:t>
            </a:r>
            <a:r>
              <a:rPr lang="zh-CN" altLang="en-US" b="1" dirty="0" smtClean="0"/>
              <a:t>表。</a:t>
            </a:r>
            <a:endParaRPr lang="zh-CN" altLang="en-US" b="1" dirty="0"/>
          </a:p>
        </p:txBody>
      </p:sp>
    </p:spTree>
    <p:extLst>
      <p:ext uri="{BB962C8B-B14F-4D97-AF65-F5344CB8AC3E}">
        <p14:creationId xmlns:p14="http://schemas.microsoft.com/office/powerpoint/2010/main" val="3500287876"/>
      </p:ext>
    </p:extLst>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5"/>
          <p:cNvSpPr>
            <a:spLocks noGrp="1" noChangeArrowheads="1"/>
          </p:cNvSpPr>
          <p:nvPr>
            <p:ph type="title"/>
          </p:nvPr>
        </p:nvSpPr>
        <p:spPr/>
        <p:txBody>
          <a:bodyPr/>
          <a:lstStyle/>
          <a:p>
            <a:r>
              <a:rPr lang="en-US" altLang="zh-CN" dirty="0"/>
              <a:t>4.6.3 OSPF</a:t>
            </a:r>
            <a:endParaRPr lang="zh-CN" altLang="en-US" dirty="0" smtClean="0"/>
          </a:p>
        </p:txBody>
      </p:sp>
      <p:grpSp>
        <p:nvGrpSpPr>
          <p:cNvPr id="277507" name="Group 2"/>
          <p:cNvGrpSpPr>
            <a:grpSpLocks/>
          </p:cNvGrpSpPr>
          <p:nvPr/>
        </p:nvGrpSpPr>
        <p:grpSpPr bwMode="auto">
          <a:xfrm>
            <a:off x="1660525" y="2611710"/>
            <a:ext cx="8861425" cy="3760788"/>
            <a:chOff x="79" y="1560"/>
            <a:chExt cx="5582" cy="2369"/>
          </a:xfrm>
        </p:grpSpPr>
        <p:sp>
          <p:nvSpPr>
            <p:cNvPr id="277657" name="AutoShape 3"/>
            <p:cNvSpPr>
              <a:spLocks noChangeArrowheads="1"/>
            </p:cNvSpPr>
            <p:nvPr/>
          </p:nvSpPr>
          <p:spPr bwMode="auto">
            <a:xfrm>
              <a:off x="79" y="1570"/>
              <a:ext cx="5582" cy="2359"/>
            </a:xfrm>
            <a:prstGeom prst="roundRect">
              <a:avLst>
                <a:gd name="adj" fmla="val 16667"/>
              </a:avLst>
            </a:prstGeom>
            <a:solidFill>
              <a:srgbClr val="CCECFF"/>
            </a:solidFill>
            <a:ln w="19050">
              <a:solidFill>
                <a:schemeClr val="tx1"/>
              </a:solidFill>
              <a:round/>
              <a:headEnd/>
              <a:tailEnd/>
            </a:ln>
            <a:effectLst>
              <a:outerShdw dist="35921" dir="2700000" algn="ctr" rotWithShape="0">
                <a:schemeClr val="bg2"/>
              </a:outerShdw>
            </a:effectLst>
          </p:spPr>
          <p:txBody>
            <a:bodyPr wrap="none" anchor="ctr"/>
            <a:lstStyle/>
            <a:p>
              <a:pPr eaLnBrk="1" hangingPunct="1"/>
              <a:endParaRPr lang="en-US" altLang="zh-CN" b="1"/>
            </a:p>
          </p:txBody>
        </p:sp>
        <p:sp>
          <p:nvSpPr>
            <p:cNvPr id="277658" name="Text Box 4"/>
            <p:cNvSpPr txBox="1">
              <a:spLocks noChangeArrowheads="1"/>
            </p:cNvSpPr>
            <p:nvPr/>
          </p:nvSpPr>
          <p:spPr bwMode="auto">
            <a:xfrm>
              <a:off x="247" y="1560"/>
              <a:ext cx="121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400" b="1" dirty="0">
                  <a:solidFill>
                    <a:srgbClr val="333399"/>
                  </a:solidFill>
                  <a:latin typeface="Arial" charset="0"/>
                  <a:ea typeface="宋体" pitchFamily="2" charset="-122"/>
                </a:rPr>
                <a:t>自治系统 </a:t>
              </a:r>
              <a:r>
                <a:rPr kumimoji="1" lang="en-US" altLang="zh-CN" sz="2400" b="1" dirty="0">
                  <a:solidFill>
                    <a:srgbClr val="333399"/>
                  </a:solidFill>
                  <a:latin typeface="Arial" charset="0"/>
                  <a:ea typeface="宋体" pitchFamily="2" charset="-122"/>
                </a:rPr>
                <a:t>AS</a:t>
              </a:r>
            </a:p>
          </p:txBody>
        </p:sp>
      </p:grpSp>
      <p:sp>
        <p:nvSpPr>
          <p:cNvPr id="277508" name="Oval 6"/>
          <p:cNvSpPr>
            <a:spLocks noChangeArrowheads="1"/>
          </p:cNvSpPr>
          <p:nvPr/>
        </p:nvSpPr>
        <p:spPr bwMode="auto">
          <a:xfrm>
            <a:off x="5038725" y="3199085"/>
            <a:ext cx="2894013" cy="1511300"/>
          </a:xfrm>
          <a:prstGeom prst="ellipse">
            <a:avLst/>
          </a:prstGeom>
          <a:solidFill>
            <a:srgbClr val="FFCCFF"/>
          </a:solidFill>
          <a:ln w="9525">
            <a:solidFill>
              <a:schemeClr val="tx1"/>
            </a:solidFill>
            <a:round/>
            <a:headEnd/>
            <a:tailEnd/>
          </a:ln>
          <a:effectLst>
            <a:outerShdw dist="35921" dir="2700000" algn="ctr" rotWithShape="0">
              <a:schemeClr val="bg2"/>
            </a:outerShdw>
          </a:effectLst>
        </p:spPr>
        <p:txBody>
          <a:bodyPr wrap="none" anchor="ctr"/>
          <a:lstStyle/>
          <a:p>
            <a:pPr eaLnBrk="1" hangingPunct="1"/>
            <a:endParaRPr lang="en-US" altLang="zh-CN" b="1"/>
          </a:p>
        </p:txBody>
      </p:sp>
      <p:sp>
        <p:nvSpPr>
          <p:cNvPr id="277509" name="Oval 7"/>
          <p:cNvSpPr>
            <a:spLocks noChangeArrowheads="1"/>
          </p:cNvSpPr>
          <p:nvPr/>
        </p:nvSpPr>
        <p:spPr bwMode="auto">
          <a:xfrm>
            <a:off x="1763713" y="3129235"/>
            <a:ext cx="3167062" cy="2406650"/>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p>
            <a:pPr eaLnBrk="1" hangingPunct="1"/>
            <a:endParaRPr lang="en-US" altLang="zh-CN" b="1"/>
          </a:p>
        </p:txBody>
      </p:sp>
      <p:sp>
        <p:nvSpPr>
          <p:cNvPr id="277510" name="Oval 8"/>
          <p:cNvSpPr>
            <a:spLocks noChangeArrowheads="1"/>
          </p:cNvSpPr>
          <p:nvPr/>
        </p:nvSpPr>
        <p:spPr bwMode="auto">
          <a:xfrm>
            <a:off x="8008938" y="3129235"/>
            <a:ext cx="2405062" cy="2406650"/>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p>
            <a:pPr eaLnBrk="1" hangingPunct="1"/>
            <a:endParaRPr lang="en-US" altLang="zh-CN" b="1"/>
          </a:p>
        </p:txBody>
      </p:sp>
      <p:sp>
        <p:nvSpPr>
          <p:cNvPr id="277511" name="Text Box 9"/>
          <p:cNvSpPr txBox="1">
            <a:spLocks noChangeArrowheads="1"/>
          </p:cNvSpPr>
          <p:nvPr/>
        </p:nvSpPr>
        <p:spPr bwMode="auto">
          <a:xfrm>
            <a:off x="2435225" y="5508898"/>
            <a:ext cx="18293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400" b="1" dirty="0">
                <a:solidFill>
                  <a:srgbClr val="333399"/>
                </a:solidFill>
                <a:latin typeface="Arial" charset="0"/>
                <a:ea typeface="宋体" pitchFamily="2" charset="-122"/>
              </a:rPr>
              <a:t>区域 </a:t>
            </a:r>
            <a:r>
              <a:rPr kumimoji="1" lang="en-US" altLang="zh-CN" sz="2400" b="1" dirty="0">
                <a:solidFill>
                  <a:srgbClr val="333399"/>
                </a:solidFill>
                <a:latin typeface="Arial" charset="0"/>
                <a:ea typeface="宋体" pitchFamily="2" charset="-122"/>
              </a:rPr>
              <a:t>0.0.0.1</a:t>
            </a:r>
          </a:p>
        </p:txBody>
      </p:sp>
      <p:sp>
        <p:nvSpPr>
          <p:cNvPr id="277512" name="Text Box 10"/>
          <p:cNvSpPr txBox="1">
            <a:spLocks noChangeArrowheads="1"/>
          </p:cNvSpPr>
          <p:nvPr/>
        </p:nvSpPr>
        <p:spPr bwMode="auto">
          <a:xfrm>
            <a:off x="8483600" y="5580335"/>
            <a:ext cx="18293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400" b="1">
                <a:solidFill>
                  <a:srgbClr val="333399"/>
                </a:solidFill>
                <a:latin typeface="Arial" charset="0"/>
                <a:ea typeface="宋体" pitchFamily="2" charset="-122"/>
              </a:rPr>
              <a:t>区域 </a:t>
            </a:r>
            <a:r>
              <a:rPr kumimoji="1" lang="en-US" altLang="zh-CN" sz="2400" b="1">
                <a:solidFill>
                  <a:srgbClr val="333399"/>
                </a:solidFill>
                <a:latin typeface="Arial" charset="0"/>
                <a:ea typeface="宋体" pitchFamily="2" charset="-122"/>
              </a:rPr>
              <a:t>0.0.0.3</a:t>
            </a:r>
          </a:p>
        </p:txBody>
      </p:sp>
      <p:sp>
        <p:nvSpPr>
          <p:cNvPr id="277513" name="Text Box 11"/>
          <p:cNvSpPr txBox="1">
            <a:spLocks noChangeArrowheads="1"/>
          </p:cNvSpPr>
          <p:nvPr/>
        </p:nvSpPr>
        <p:spPr bwMode="auto">
          <a:xfrm>
            <a:off x="4583832" y="2695848"/>
            <a:ext cx="24481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400" b="1" dirty="0">
                <a:solidFill>
                  <a:srgbClr val="333399"/>
                </a:solidFill>
                <a:latin typeface="Arial" charset="0"/>
                <a:ea typeface="宋体" pitchFamily="2" charset="-122"/>
              </a:rPr>
              <a:t>主干区域 </a:t>
            </a:r>
            <a:r>
              <a:rPr kumimoji="1" lang="en-US" altLang="zh-CN" sz="2400" b="1" dirty="0">
                <a:solidFill>
                  <a:srgbClr val="333399"/>
                </a:solidFill>
                <a:latin typeface="Arial" charset="0"/>
                <a:ea typeface="宋体" pitchFamily="2" charset="-122"/>
              </a:rPr>
              <a:t>0.0.0.0</a:t>
            </a:r>
          </a:p>
        </p:txBody>
      </p:sp>
      <p:sp>
        <p:nvSpPr>
          <p:cNvPr id="277514" name="Line 12"/>
          <p:cNvSpPr>
            <a:spLocks noChangeShapeType="1"/>
          </p:cNvSpPr>
          <p:nvPr/>
        </p:nvSpPr>
        <p:spPr bwMode="auto">
          <a:xfrm flipV="1">
            <a:off x="6486525" y="2511698"/>
            <a:ext cx="1065213" cy="962025"/>
          </a:xfrm>
          <a:prstGeom prst="line">
            <a:avLst/>
          </a:prstGeom>
          <a:noFill/>
          <a:ln w="38100">
            <a:solidFill>
              <a:srgbClr val="333399"/>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277515" name="Text Box 13"/>
          <p:cNvSpPr txBox="1">
            <a:spLocks noChangeArrowheads="1"/>
          </p:cNvSpPr>
          <p:nvPr/>
        </p:nvSpPr>
        <p:spPr bwMode="auto">
          <a:xfrm>
            <a:off x="6816725" y="2060848"/>
            <a:ext cx="23503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400" b="1">
                <a:solidFill>
                  <a:srgbClr val="333399"/>
                </a:solidFill>
                <a:latin typeface="Arial" charset="0"/>
                <a:ea typeface="宋体" pitchFamily="2" charset="-122"/>
              </a:rPr>
              <a:t>至其他自治系统</a:t>
            </a:r>
          </a:p>
        </p:txBody>
      </p:sp>
      <p:sp>
        <p:nvSpPr>
          <p:cNvPr id="277516" name="Line 14"/>
          <p:cNvSpPr>
            <a:spLocks noChangeShapeType="1"/>
          </p:cNvSpPr>
          <p:nvPr/>
        </p:nvSpPr>
        <p:spPr bwMode="auto">
          <a:xfrm>
            <a:off x="8008938" y="4022998"/>
            <a:ext cx="838200" cy="27305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77517" name="Line 15"/>
          <p:cNvSpPr>
            <a:spLocks noChangeShapeType="1"/>
          </p:cNvSpPr>
          <p:nvPr/>
        </p:nvSpPr>
        <p:spPr bwMode="auto">
          <a:xfrm flipV="1">
            <a:off x="8999538" y="4229373"/>
            <a:ext cx="760412" cy="136525"/>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77518" name="Line 16"/>
          <p:cNvSpPr>
            <a:spLocks noChangeShapeType="1"/>
          </p:cNvSpPr>
          <p:nvPr/>
        </p:nvSpPr>
        <p:spPr bwMode="auto">
          <a:xfrm>
            <a:off x="9380538" y="3541985"/>
            <a:ext cx="379412" cy="687388"/>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77519" name="Line 17"/>
          <p:cNvSpPr>
            <a:spLocks noChangeShapeType="1"/>
          </p:cNvSpPr>
          <p:nvPr/>
        </p:nvSpPr>
        <p:spPr bwMode="auto">
          <a:xfrm flipH="1">
            <a:off x="9302750" y="4296048"/>
            <a:ext cx="457200" cy="757237"/>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77520" name="Line 18"/>
          <p:cNvSpPr>
            <a:spLocks noChangeShapeType="1"/>
          </p:cNvSpPr>
          <p:nvPr/>
        </p:nvSpPr>
        <p:spPr bwMode="auto">
          <a:xfrm flipV="1">
            <a:off x="6865938" y="4022998"/>
            <a:ext cx="989012" cy="1381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77521" name="Line 19"/>
          <p:cNvSpPr>
            <a:spLocks noChangeShapeType="1"/>
          </p:cNvSpPr>
          <p:nvPr/>
        </p:nvSpPr>
        <p:spPr bwMode="auto">
          <a:xfrm>
            <a:off x="6562725" y="3473723"/>
            <a:ext cx="150813" cy="61753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77522" name="Line 20"/>
          <p:cNvSpPr>
            <a:spLocks noChangeShapeType="1"/>
          </p:cNvSpPr>
          <p:nvPr/>
        </p:nvSpPr>
        <p:spPr bwMode="auto">
          <a:xfrm flipH="1">
            <a:off x="6486525" y="4229373"/>
            <a:ext cx="227013" cy="4810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77523" name="Line 21"/>
          <p:cNvSpPr>
            <a:spLocks noChangeShapeType="1"/>
          </p:cNvSpPr>
          <p:nvPr/>
        </p:nvSpPr>
        <p:spPr bwMode="auto">
          <a:xfrm>
            <a:off x="4886325" y="3886473"/>
            <a:ext cx="1600200" cy="2746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77524" name="Line 22"/>
          <p:cNvSpPr>
            <a:spLocks noChangeShapeType="1"/>
          </p:cNvSpPr>
          <p:nvPr/>
        </p:nvSpPr>
        <p:spPr bwMode="auto">
          <a:xfrm flipV="1">
            <a:off x="4962525" y="3541985"/>
            <a:ext cx="1447800" cy="3444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77525" name="Line 23"/>
          <p:cNvSpPr>
            <a:spLocks noChangeShapeType="1"/>
          </p:cNvSpPr>
          <p:nvPr/>
        </p:nvSpPr>
        <p:spPr bwMode="auto">
          <a:xfrm flipH="1">
            <a:off x="2525713" y="3541985"/>
            <a:ext cx="1141412" cy="344488"/>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77526" name="Line 24"/>
          <p:cNvSpPr>
            <a:spLocks noChangeShapeType="1"/>
          </p:cNvSpPr>
          <p:nvPr/>
        </p:nvSpPr>
        <p:spPr bwMode="auto">
          <a:xfrm>
            <a:off x="3667125" y="3608660"/>
            <a:ext cx="458788" cy="757238"/>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77527" name="Line 25"/>
          <p:cNvSpPr>
            <a:spLocks noChangeShapeType="1"/>
          </p:cNvSpPr>
          <p:nvPr/>
        </p:nvSpPr>
        <p:spPr bwMode="auto">
          <a:xfrm flipV="1">
            <a:off x="4200525" y="3953148"/>
            <a:ext cx="685800" cy="41275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77528" name="Line 26"/>
          <p:cNvSpPr>
            <a:spLocks noChangeShapeType="1"/>
          </p:cNvSpPr>
          <p:nvPr/>
        </p:nvSpPr>
        <p:spPr bwMode="auto">
          <a:xfrm flipH="1">
            <a:off x="3057525" y="4435748"/>
            <a:ext cx="992188" cy="138112"/>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77529" name="Line 27"/>
          <p:cNvSpPr>
            <a:spLocks noChangeShapeType="1"/>
          </p:cNvSpPr>
          <p:nvPr/>
        </p:nvSpPr>
        <p:spPr bwMode="auto">
          <a:xfrm>
            <a:off x="3057525" y="4640535"/>
            <a:ext cx="382588" cy="41275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277530" name="Group 28"/>
          <p:cNvGrpSpPr>
            <a:grpSpLocks/>
          </p:cNvGrpSpPr>
          <p:nvPr/>
        </p:nvGrpSpPr>
        <p:grpSpPr bwMode="auto">
          <a:xfrm>
            <a:off x="3819525" y="4161110"/>
            <a:ext cx="685800" cy="479425"/>
            <a:chOff x="2949" y="196"/>
            <a:chExt cx="941" cy="598"/>
          </a:xfrm>
        </p:grpSpPr>
        <p:sp>
          <p:nvSpPr>
            <p:cNvPr id="277646" name="Oval 29"/>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647" name="Oval 30"/>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648" name="Oval 31"/>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649" name="Oval 32"/>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650" name="Oval 33"/>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651" name="Oval 34"/>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652" name="Oval 35"/>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653" name="Oval 36"/>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654" name="Freeform 3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b="1"/>
            </a:p>
          </p:txBody>
        </p:sp>
        <p:sp>
          <p:nvSpPr>
            <p:cNvPr id="277655" name="Freeform 3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b="1"/>
            </a:p>
          </p:txBody>
        </p:sp>
        <p:sp>
          <p:nvSpPr>
            <p:cNvPr id="277656" name="Freeform 3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b="1"/>
            </a:p>
          </p:txBody>
        </p:sp>
      </p:grpSp>
      <p:pic>
        <p:nvPicPr>
          <p:cNvPr id="277531" name="Picture 4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78113" y="4435748"/>
            <a:ext cx="52070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277532" name="Picture 4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63913" y="3403873"/>
            <a:ext cx="520700"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277533"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57725" y="3748360"/>
            <a:ext cx="519113"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277534"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56338" y="3335610"/>
            <a:ext cx="52070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277535" name="Picture 4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86525" y="4022998"/>
            <a:ext cx="519113"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277536" name="Picture 4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532938" y="4091260"/>
            <a:ext cx="519112"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277537" name="Picture 4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4138" y="3886473"/>
            <a:ext cx="519112"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nvGrpSpPr>
          <p:cNvPr id="277538" name="Group 47"/>
          <p:cNvGrpSpPr>
            <a:grpSpLocks/>
          </p:cNvGrpSpPr>
          <p:nvPr/>
        </p:nvGrpSpPr>
        <p:grpSpPr bwMode="auto">
          <a:xfrm>
            <a:off x="3133725" y="4848498"/>
            <a:ext cx="685800" cy="479425"/>
            <a:chOff x="2949" y="196"/>
            <a:chExt cx="941" cy="598"/>
          </a:xfrm>
        </p:grpSpPr>
        <p:sp>
          <p:nvSpPr>
            <p:cNvPr id="277635" name="Oval 48"/>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636" name="Oval 49"/>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637" name="Oval 50"/>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638" name="Oval 51"/>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639" name="Oval 52"/>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640" name="Oval 53"/>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641" name="Oval 54"/>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642" name="Oval 55"/>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643" name="Freeform 56"/>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b="1"/>
            </a:p>
          </p:txBody>
        </p:sp>
        <p:sp>
          <p:nvSpPr>
            <p:cNvPr id="277644" name="Freeform 57"/>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b="1"/>
            </a:p>
          </p:txBody>
        </p:sp>
        <p:sp>
          <p:nvSpPr>
            <p:cNvPr id="277645" name="Freeform 58"/>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b="1"/>
            </a:p>
          </p:txBody>
        </p:sp>
      </p:grpSp>
      <p:grpSp>
        <p:nvGrpSpPr>
          <p:cNvPr id="277539" name="Group 59"/>
          <p:cNvGrpSpPr>
            <a:grpSpLocks/>
          </p:cNvGrpSpPr>
          <p:nvPr/>
        </p:nvGrpSpPr>
        <p:grpSpPr bwMode="auto">
          <a:xfrm>
            <a:off x="2220913" y="3678510"/>
            <a:ext cx="685800" cy="482600"/>
            <a:chOff x="2949" y="196"/>
            <a:chExt cx="941" cy="598"/>
          </a:xfrm>
        </p:grpSpPr>
        <p:sp>
          <p:nvSpPr>
            <p:cNvPr id="277624" name="Oval 60"/>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625" name="Oval 61"/>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626" name="Oval 62"/>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627" name="Oval 63"/>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628" name="Oval 64"/>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629" name="Oval 65"/>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630" name="Oval 66"/>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631" name="Oval 67"/>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632" name="Freeform 68"/>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b="1"/>
            </a:p>
          </p:txBody>
        </p:sp>
        <p:sp>
          <p:nvSpPr>
            <p:cNvPr id="277633" name="Freeform 69"/>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b="1"/>
            </a:p>
          </p:txBody>
        </p:sp>
        <p:sp>
          <p:nvSpPr>
            <p:cNvPr id="277634" name="Freeform 70"/>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b="1"/>
            </a:p>
          </p:txBody>
        </p:sp>
      </p:grpSp>
      <p:grpSp>
        <p:nvGrpSpPr>
          <p:cNvPr id="277540" name="Group 71"/>
          <p:cNvGrpSpPr>
            <a:grpSpLocks/>
          </p:cNvGrpSpPr>
          <p:nvPr/>
        </p:nvGrpSpPr>
        <p:grpSpPr bwMode="auto">
          <a:xfrm>
            <a:off x="8999538" y="3267348"/>
            <a:ext cx="684212" cy="481012"/>
            <a:chOff x="2949" y="196"/>
            <a:chExt cx="941" cy="598"/>
          </a:xfrm>
        </p:grpSpPr>
        <p:sp>
          <p:nvSpPr>
            <p:cNvPr id="277613" name="Oval 72"/>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614" name="Oval 73"/>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615" name="Oval 74"/>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616" name="Oval 75"/>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617" name="Oval 76"/>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618" name="Oval 77"/>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619" name="Oval 78"/>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620" name="Oval 79"/>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621" name="Freeform 80"/>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b="1"/>
            </a:p>
          </p:txBody>
        </p:sp>
        <p:sp>
          <p:nvSpPr>
            <p:cNvPr id="277622" name="Freeform 81"/>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b="1"/>
            </a:p>
          </p:txBody>
        </p:sp>
        <p:sp>
          <p:nvSpPr>
            <p:cNvPr id="277623" name="Freeform 82"/>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b="1"/>
            </a:p>
          </p:txBody>
        </p:sp>
      </p:grpSp>
      <p:grpSp>
        <p:nvGrpSpPr>
          <p:cNvPr id="277541" name="Group 83"/>
          <p:cNvGrpSpPr>
            <a:grpSpLocks/>
          </p:cNvGrpSpPr>
          <p:nvPr/>
        </p:nvGrpSpPr>
        <p:grpSpPr bwMode="auto">
          <a:xfrm>
            <a:off x="8923338" y="4848498"/>
            <a:ext cx="685800" cy="479425"/>
            <a:chOff x="2949" y="196"/>
            <a:chExt cx="941" cy="598"/>
          </a:xfrm>
        </p:grpSpPr>
        <p:sp>
          <p:nvSpPr>
            <p:cNvPr id="277602" name="Oval 84"/>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603" name="Oval 85"/>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604" name="Oval 86"/>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605" name="Oval 87"/>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606" name="Oval 88"/>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607" name="Oval 89"/>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608" name="Oval 90"/>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609" name="Oval 91"/>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610" name="Freeform 92"/>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b="1"/>
            </a:p>
          </p:txBody>
        </p:sp>
        <p:sp>
          <p:nvSpPr>
            <p:cNvPr id="277611" name="Freeform 93"/>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b="1"/>
            </a:p>
          </p:txBody>
        </p:sp>
        <p:sp>
          <p:nvSpPr>
            <p:cNvPr id="277612" name="Freeform 94"/>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b="1"/>
            </a:p>
          </p:txBody>
        </p:sp>
      </p:grpSp>
      <p:grpSp>
        <p:nvGrpSpPr>
          <p:cNvPr id="277542" name="Group 95"/>
          <p:cNvGrpSpPr>
            <a:grpSpLocks/>
          </p:cNvGrpSpPr>
          <p:nvPr/>
        </p:nvGrpSpPr>
        <p:grpSpPr bwMode="auto">
          <a:xfrm>
            <a:off x="8540750" y="4091260"/>
            <a:ext cx="685800" cy="482600"/>
            <a:chOff x="2949" y="196"/>
            <a:chExt cx="941" cy="598"/>
          </a:xfrm>
        </p:grpSpPr>
        <p:sp>
          <p:nvSpPr>
            <p:cNvPr id="277591" name="Oval 96"/>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592" name="Oval 97"/>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593" name="Oval 98"/>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594" name="Oval 99"/>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595" name="Oval 100"/>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596" name="Oval 101"/>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597" name="Oval 102"/>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598" name="Oval 103"/>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599" name="Freeform 104"/>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b="1"/>
            </a:p>
          </p:txBody>
        </p:sp>
        <p:sp>
          <p:nvSpPr>
            <p:cNvPr id="277600" name="Freeform 105"/>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b="1"/>
            </a:p>
          </p:txBody>
        </p:sp>
        <p:sp>
          <p:nvSpPr>
            <p:cNvPr id="277601" name="Freeform 106"/>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b="1"/>
            </a:p>
          </p:txBody>
        </p:sp>
      </p:grpSp>
      <p:sp>
        <p:nvSpPr>
          <p:cNvPr id="277543" name="Text Box 107"/>
          <p:cNvSpPr txBox="1">
            <a:spLocks noChangeArrowheads="1"/>
          </p:cNvSpPr>
          <p:nvPr/>
        </p:nvSpPr>
        <p:spPr bwMode="auto">
          <a:xfrm>
            <a:off x="9799638" y="3724548"/>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dirty="0">
                <a:solidFill>
                  <a:srgbClr val="333399"/>
                </a:solidFill>
                <a:latin typeface="Arial" charset="0"/>
                <a:ea typeface="宋体" pitchFamily="2" charset="-122"/>
              </a:rPr>
              <a:t>R</a:t>
            </a:r>
            <a:r>
              <a:rPr kumimoji="1" lang="en-US" altLang="zh-CN" sz="2000" b="1" baseline="-25000" dirty="0">
                <a:solidFill>
                  <a:srgbClr val="333399"/>
                </a:solidFill>
                <a:latin typeface="Arial" charset="0"/>
                <a:ea typeface="宋体" pitchFamily="2" charset="-122"/>
              </a:rPr>
              <a:t>9</a:t>
            </a:r>
          </a:p>
        </p:txBody>
      </p:sp>
      <p:sp>
        <p:nvSpPr>
          <p:cNvPr id="277544" name="Text Box 108"/>
          <p:cNvSpPr txBox="1">
            <a:spLocks noChangeArrowheads="1"/>
          </p:cNvSpPr>
          <p:nvPr/>
        </p:nvSpPr>
        <p:spPr bwMode="auto">
          <a:xfrm>
            <a:off x="7396163" y="3541985"/>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宋体" pitchFamily="2" charset="-122"/>
              </a:rPr>
              <a:t>R</a:t>
            </a:r>
            <a:r>
              <a:rPr kumimoji="1" lang="en-US" altLang="zh-CN" sz="2000" b="1" baseline="-25000">
                <a:solidFill>
                  <a:srgbClr val="333399"/>
                </a:solidFill>
                <a:latin typeface="Arial" charset="0"/>
                <a:ea typeface="宋体" pitchFamily="2" charset="-122"/>
              </a:rPr>
              <a:t>7</a:t>
            </a:r>
          </a:p>
        </p:txBody>
      </p:sp>
      <p:sp>
        <p:nvSpPr>
          <p:cNvPr id="277545" name="Text Box 109"/>
          <p:cNvSpPr txBox="1">
            <a:spLocks noChangeArrowheads="1"/>
          </p:cNvSpPr>
          <p:nvPr/>
        </p:nvSpPr>
        <p:spPr bwMode="auto">
          <a:xfrm>
            <a:off x="6764338" y="3211785"/>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宋体" pitchFamily="2" charset="-122"/>
              </a:rPr>
              <a:t>R</a:t>
            </a:r>
            <a:r>
              <a:rPr kumimoji="1" lang="en-US" altLang="zh-CN" sz="2000" b="1" baseline="-25000">
                <a:solidFill>
                  <a:srgbClr val="333399"/>
                </a:solidFill>
                <a:latin typeface="Arial" charset="0"/>
                <a:ea typeface="宋体" pitchFamily="2" charset="-122"/>
              </a:rPr>
              <a:t>6</a:t>
            </a:r>
          </a:p>
        </p:txBody>
      </p:sp>
      <p:sp>
        <p:nvSpPr>
          <p:cNvPr id="277546" name="Text Box 110"/>
          <p:cNvSpPr txBox="1">
            <a:spLocks noChangeArrowheads="1"/>
          </p:cNvSpPr>
          <p:nvPr/>
        </p:nvSpPr>
        <p:spPr bwMode="auto">
          <a:xfrm>
            <a:off x="6192838" y="3664223"/>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宋体" pitchFamily="2" charset="-122"/>
              </a:rPr>
              <a:t>R</a:t>
            </a:r>
            <a:r>
              <a:rPr kumimoji="1" lang="en-US" altLang="zh-CN" sz="2000" b="1" baseline="-25000">
                <a:solidFill>
                  <a:srgbClr val="333399"/>
                </a:solidFill>
                <a:latin typeface="Arial" charset="0"/>
                <a:ea typeface="宋体" pitchFamily="2" charset="-122"/>
              </a:rPr>
              <a:t>5</a:t>
            </a:r>
          </a:p>
        </p:txBody>
      </p:sp>
      <p:sp>
        <p:nvSpPr>
          <p:cNvPr id="277547" name="Text Box 111"/>
          <p:cNvSpPr txBox="1">
            <a:spLocks noChangeArrowheads="1"/>
          </p:cNvSpPr>
          <p:nvPr/>
        </p:nvSpPr>
        <p:spPr bwMode="auto">
          <a:xfrm>
            <a:off x="5929313" y="4221435"/>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宋体" pitchFamily="2" charset="-122"/>
              </a:rPr>
              <a:t>R</a:t>
            </a:r>
            <a:r>
              <a:rPr kumimoji="1" lang="en-US" altLang="zh-CN" sz="2000" b="1" baseline="-25000">
                <a:solidFill>
                  <a:srgbClr val="333399"/>
                </a:solidFill>
                <a:latin typeface="Arial" charset="0"/>
                <a:ea typeface="宋体" pitchFamily="2" charset="-122"/>
              </a:rPr>
              <a:t>4</a:t>
            </a:r>
          </a:p>
        </p:txBody>
      </p:sp>
      <p:sp>
        <p:nvSpPr>
          <p:cNvPr id="277548" name="Text Box 112"/>
          <p:cNvSpPr txBox="1">
            <a:spLocks noChangeArrowheads="1"/>
          </p:cNvSpPr>
          <p:nvPr/>
        </p:nvSpPr>
        <p:spPr bwMode="auto">
          <a:xfrm>
            <a:off x="4665663" y="3346723"/>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宋体" pitchFamily="2" charset="-122"/>
              </a:rPr>
              <a:t>R</a:t>
            </a:r>
            <a:r>
              <a:rPr kumimoji="1" lang="en-US" altLang="zh-CN" sz="2000" b="1" baseline="-25000">
                <a:solidFill>
                  <a:srgbClr val="333399"/>
                </a:solidFill>
                <a:latin typeface="Arial" charset="0"/>
                <a:ea typeface="宋体" pitchFamily="2" charset="-122"/>
              </a:rPr>
              <a:t>3</a:t>
            </a:r>
          </a:p>
        </p:txBody>
      </p:sp>
      <p:sp>
        <p:nvSpPr>
          <p:cNvPr id="277549" name="Text Box 113"/>
          <p:cNvSpPr txBox="1">
            <a:spLocks noChangeArrowheads="1"/>
          </p:cNvSpPr>
          <p:nvPr/>
        </p:nvSpPr>
        <p:spPr bwMode="auto">
          <a:xfrm>
            <a:off x="2293938" y="4315098"/>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宋体" pitchFamily="2" charset="-122"/>
              </a:rPr>
              <a:t>R</a:t>
            </a:r>
            <a:r>
              <a:rPr kumimoji="1" lang="en-US" altLang="zh-CN" sz="2000" b="1" baseline="-25000">
                <a:solidFill>
                  <a:srgbClr val="333399"/>
                </a:solidFill>
                <a:latin typeface="Arial" charset="0"/>
                <a:ea typeface="宋体" pitchFamily="2" charset="-122"/>
              </a:rPr>
              <a:t>2</a:t>
            </a:r>
          </a:p>
        </p:txBody>
      </p:sp>
      <p:sp>
        <p:nvSpPr>
          <p:cNvPr id="277550" name="Text Box 114"/>
          <p:cNvSpPr txBox="1">
            <a:spLocks noChangeArrowheads="1"/>
          </p:cNvSpPr>
          <p:nvPr/>
        </p:nvSpPr>
        <p:spPr bwMode="auto">
          <a:xfrm>
            <a:off x="3022600" y="3116535"/>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宋体" pitchFamily="2" charset="-122"/>
              </a:rPr>
              <a:t>R</a:t>
            </a:r>
            <a:r>
              <a:rPr kumimoji="1" lang="en-US" altLang="zh-CN" sz="2000" b="1" baseline="-25000">
                <a:solidFill>
                  <a:srgbClr val="333399"/>
                </a:solidFill>
                <a:latin typeface="Arial" charset="0"/>
                <a:ea typeface="宋体" pitchFamily="2" charset="-122"/>
              </a:rPr>
              <a:t>1</a:t>
            </a:r>
          </a:p>
        </p:txBody>
      </p:sp>
      <p:sp>
        <p:nvSpPr>
          <p:cNvPr id="277551" name="Text Box 115"/>
          <p:cNvSpPr txBox="1">
            <a:spLocks noChangeArrowheads="1"/>
          </p:cNvSpPr>
          <p:nvPr/>
        </p:nvSpPr>
        <p:spPr bwMode="auto">
          <a:xfrm>
            <a:off x="8974138" y="4859610"/>
            <a:ext cx="61106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宋体" pitchFamily="2" charset="-122"/>
              </a:rPr>
              <a:t>网</a:t>
            </a:r>
            <a:r>
              <a:rPr kumimoji="1" lang="zh-CN" altLang="en-US" sz="700" b="1">
                <a:solidFill>
                  <a:srgbClr val="333399"/>
                </a:solidFill>
                <a:latin typeface="Arial" charset="0"/>
                <a:ea typeface="宋体" pitchFamily="2" charset="-122"/>
              </a:rPr>
              <a:t> </a:t>
            </a:r>
            <a:r>
              <a:rPr kumimoji="1" lang="en-US" altLang="zh-CN" sz="2000" b="1">
                <a:solidFill>
                  <a:srgbClr val="333399"/>
                </a:solidFill>
                <a:latin typeface="Arial" charset="0"/>
                <a:ea typeface="宋体" pitchFamily="2" charset="-122"/>
              </a:rPr>
              <a:t>8</a:t>
            </a:r>
          </a:p>
        </p:txBody>
      </p:sp>
      <p:sp>
        <p:nvSpPr>
          <p:cNvPr id="277552" name="Text Box 116"/>
          <p:cNvSpPr txBox="1">
            <a:spLocks noChangeArrowheads="1"/>
          </p:cNvSpPr>
          <p:nvPr/>
        </p:nvSpPr>
        <p:spPr bwMode="auto">
          <a:xfrm>
            <a:off x="9051925" y="3283223"/>
            <a:ext cx="61106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宋体" pitchFamily="2" charset="-122"/>
              </a:rPr>
              <a:t>网</a:t>
            </a:r>
            <a:r>
              <a:rPr kumimoji="1" lang="zh-CN" altLang="en-US" sz="700" b="1">
                <a:solidFill>
                  <a:srgbClr val="333399"/>
                </a:solidFill>
                <a:latin typeface="Arial" charset="0"/>
                <a:ea typeface="宋体" pitchFamily="2" charset="-122"/>
              </a:rPr>
              <a:t> </a:t>
            </a:r>
            <a:r>
              <a:rPr kumimoji="1" lang="en-US" altLang="zh-CN" sz="2000" b="1">
                <a:solidFill>
                  <a:srgbClr val="333399"/>
                </a:solidFill>
                <a:latin typeface="Arial" charset="0"/>
                <a:ea typeface="宋体" pitchFamily="2" charset="-122"/>
              </a:rPr>
              <a:t>6</a:t>
            </a:r>
          </a:p>
        </p:txBody>
      </p:sp>
      <p:sp>
        <p:nvSpPr>
          <p:cNvPr id="277553" name="Text Box 117"/>
          <p:cNvSpPr txBox="1">
            <a:spLocks noChangeArrowheads="1"/>
          </p:cNvSpPr>
          <p:nvPr/>
        </p:nvSpPr>
        <p:spPr bwMode="auto">
          <a:xfrm>
            <a:off x="3170238" y="4896123"/>
            <a:ext cx="61427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宋体" pitchFamily="2" charset="-122"/>
              </a:rPr>
              <a:t>网</a:t>
            </a:r>
            <a:r>
              <a:rPr kumimoji="1" lang="zh-CN" altLang="en-US" sz="800" b="1">
                <a:solidFill>
                  <a:srgbClr val="333399"/>
                </a:solidFill>
                <a:latin typeface="Arial" charset="0"/>
                <a:ea typeface="宋体" pitchFamily="2" charset="-122"/>
              </a:rPr>
              <a:t> </a:t>
            </a:r>
            <a:r>
              <a:rPr kumimoji="1" lang="en-US" altLang="zh-CN" sz="2000" b="1">
                <a:solidFill>
                  <a:srgbClr val="333399"/>
                </a:solidFill>
                <a:latin typeface="Arial" charset="0"/>
                <a:ea typeface="宋体" pitchFamily="2" charset="-122"/>
              </a:rPr>
              <a:t>3</a:t>
            </a:r>
          </a:p>
        </p:txBody>
      </p:sp>
      <p:sp>
        <p:nvSpPr>
          <p:cNvPr id="277554" name="Text Box 118"/>
          <p:cNvSpPr txBox="1">
            <a:spLocks noChangeArrowheads="1"/>
          </p:cNvSpPr>
          <p:nvPr/>
        </p:nvSpPr>
        <p:spPr bwMode="auto">
          <a:xfrm>
            <a:off x="3881438" y="4211910"/>
            <a:ext cx="61427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宋体" pitchFamily="2" charset="-122"/>
              </a:rPr>
              <a:t>网</a:t>
            </a:r>
            <a:r>
              <a:rPr kumimoji="1" lang="zh-CN" altLang="en-US" sz="800" b="1">
                <a:solidFill>
                  <a:srgbClr val="333399"/>
                </a:solidFill>
                <a:latin typeface="Arial" charset="0"/>
                <a:ea typeface="宋体" pitchFamily="2" charset="-122"/>
              </a:rPr>
              <a:t> </a:t>
            </a:r>
            <a:r>
              <a:rPr kumimoji="1" lang="en-US" altLang="zh-CN" sz="2000" b="1">
                <a:solidFill>
                  <a:srgbClr val="333399"/>
                </a:solidFill>
                <a:latin typeface="Arial" charset="0"/>
                <a:ea typeface="宋体" pitchFamily="2" charset="-122"/>
              </a:rPr>
              <a:t>2</a:t>
            </a:r>
          </a:p>
        </p:txBody>
      </p:sp>
      <p:sp>
        <p:nvSpPr>
          <p:cNvPr id="277555" name="Text Box 119"/>
          <p:cNvSpPr txBox="1">
            <a:spLocks noChangeArrowheads="1"/>
          </p:cNvSpPr>
          <p:nvPr/>
        </p:nvSpPr>
        <p:spPr bwMode="auto">
          <a:xfrm>
            <a:off x="2287588" y="3708673"/>
            <a:ext cx="61747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宋体" pitchFamily="2" charset="-122"/>
              </a:rPr>
              <a:t>网</a:t>
            </a:r>
            <a:r>
              <a:rPr kumimoji="1" lang="zh-CN" altLang="en-US" sz="900" b="1">
                <a:solidFill>
                  <a:srgbClr val="333399"/>
                </a:solidFill>
                <a:latin typeface="Arial" charset="0"/>
                <a:ea typeface="宋体" pitchFamily="2" charset="-122"/>
              </a:rPr>
              <a:t> </a:t>
            </a:r>
            <a:r>
              <a:rPr kumimoji="1" lang="en-US" altLang="zh-CN" sz="2000" b="1">
                <a:solidFill>
                  <a:srgbClr val="333399"/>
                </a:solidFill>
                <a:latin typeface="Arial" charset="0"/>
                <a:ea typeface="宋体" pitchFamily="2" charset="-122"/>
              </a:rPr>
              <a:t>1</a:t>
            </a:r>
          </a:p>
        </p:txBody>
      </p:sp>
      <p:sp>
        <p:nvSpPr>
          <p:cNvPr id="277556" name="Text Box 120"/>
          <p:cNvSpPr txBox="1">
            <a:spLocks noChangeArrowheads="1"/>
          </p:cNvSpPr>
          <p:nvPr/>
        </p:nvSpPr>
        <p:spPr bwMode="auto">
          <a:xfrm>
            <a:off x="8540750" y="4119835"/>
            <a:ext cx="60625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宋体" pitchFamily="2" charset="-122"/>
              </a:rPr>
              <a:t>网</a:t>
            </a:r>
            <a:r>
              <a:rPr kumimoji="1" lang="zh-CN" altLang="en-US" sz="600" b="1">
                <a:solidFill>
                  <a:srgbClr val="333399"/>
                </a:solidFill>
                <a:latin typeface="Arial" charset="0"/>
                <a:ea typeface="宋体" pitchFamily="2" charset="-122"/>
              </a:rPr>
              <a:t> </a:t>
            </a:r>
            <a:r>
              <a:rPr kumimoji="1" lang="en-US" altLang="zh-CN" sz="2000" b="1">
                <a:solidFill>
                  <a:srgbClr val="333399"/>
                </a:solidFill>
                <a:latin typeface="Arial" charset="0"/>
                <a:ea typeface="宋体" pitchFamily="2" charset="-122"/>
              </a:rPr>
              <a:t>7</a:t>
            </a:r>
          </a:p>
        </p:txBody>
      </p:sp>
      <p:sp>
        <p:nvSpPr>
          <p:cNvPr id="277557" name="Oval 121"/>
          <p:cNvSpPr>
            <a:spLocks noChangeArrowheads="1"/>
          </p:cNvSpPr>
          <p:nvPr/>
        </p:nvSpPr>
        <p:spPr bwMode="auto">
          <a:xfrm>
            <a:off x="4886325" y="4796110"/>
            <a:ext cx="3122613" cy="1039813"/>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p>
            <a:pPr eaLnBrk="1" hangingPunct="1"/>
            <a:endParaRPr lang="en-US" altLang="zh-CN" b="1"/>
          </a:p>
        </p:txBody>
      </p:sp>
      <p:sp>
        <p:nvSpPr>
          <p:cNvPr id="277558" name="Text Box 122"/>
          <p:cNvSpPr txBox="1">
            <a:spLocks noChangeArrowheads="1"/>
          </p:cNvSpPr>
          <p:nvPr/>
        </p:nvSpPr>
        <p:spPr bwMode="auto">
          <a:xfrm>
            <a:off x="5675313" y="5796235"/>
            <a:ext cx="18293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400" b="1">
                <a:solidFill>
                  <a:srgbClr val="333399"/>
                </a:solidFill>
                <a:latin typeface="Arial" charset="0"/>
                <a:ea typeface="宋体" pitchFamily="2" charset="-122"/>
              </a:rPr>
              <a:t>区域 </a:t>
            </a:r>
            <a:r>
              <a:rPr kumimoji="1" lang="en-US" altLang="zh-CN" sz="2400" b="1">
                <a:solidFill>
                  <a:srgbClr val="333399"/>
                </a:solidFill>
                <a:latin typeface="Arial" charset="0"/>
                <a:ea typeface="宋体" pitchFamily="2" charset="-122"/>
              </a:rPr>
              <a:t>0.0.0.2</a:t>
            </a:r>
          </a:p>
        </p:txBody>
      </p:sp>
      <p:sp>
        <p:nvSpPr>
          <p:cNvPr id="277559" name="Line 123"/>
          <p:cNvSpPr>
            <a:spLocks noChangeShapeType="1"/>
          </p:cNvSpPr>
          <p:nvPr/>
        </p:nvSpPr>
        <p:spPr bwMode="auto">
          <a:xfrm>
            <a:off x="6410325" y="4710385"/>
            <a:ext cx="912813" cy="52070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77560" name="Line 124"/>
          <p:cNvSpPr>
            <a:spLocks noChangeShapeType="1"/>
          </p:cNvSpPr>
          <p:nvPr/>
        </p:nvSpPr>
        <p:spPr bwMode="auto">
          <a:xfrm flipV="1">
            <a:off x="6562725" y="5316810"/>
            <a:ext cx="836613" cy="26035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277561" name="Group 125"/>
          <p:cNvGrpSpPr>
            <a:grpSpLocks/>
          </p:cNvGrpSpPr>
          <p:nvPr/>
        </p:nvGrpSpPr>
        <p:grpSpPr bwMode="auto">
          <a:xfrm>
            <a:off x="7096125" y="4969148"/>
            <a:ext cx="684213" cy="608012"/>
            <a:chOff x="2949" y="196"/>
            <a:chExt cx="941" cy="598"/>
          </a:xfrm>
        </p:grpSpPr>
        <p:sp>
          <p:nvSpPr>
            <p:cNvPr id="277580" name="Oval 126"/>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581" name="Oval 127"/>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582" name="Oval 128"/>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583" name="Oval 129"/>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584" name="Oval 130"/>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585" name="Oval 131"/>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586" name="Oval 132"/>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587" name="Oval 133"/>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588" name="Freeform 134"/>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b="1"/>
            </a:p>
          </p:txBody>
        </p:sp>
        <p:sp>
          <p:nvSpPr>
            <p:cNvPr id="277589" name="Freeform 135"/>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b="1"/>
            </a:p>
          </p:txBody>
        </p:sp>
        <p:sp>
          <p:nvSpPr>
            <p:cNvPr id="277590" name="Freeform 136"/>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b="1"/>
            </a:p>
          </p:txBody>
        </p:sp>
      </p:grpSp>
      <p:sp>
        <p:nvSpPr>
          <p:cNvPr id="277562" name="Text Box 137"/>
          <p:cNvSpPr txBox="1">
            <a:spLocks noChangeArrowheads="1"/>
          </p:cNvSpPr>
          <p:nvPr/>
        </p:nvSpPr>
        <p:spPr bwMode="auto">
          <a:xfrm>
            <a:off x="7123113" y="5015185"/>
            <a:ext cx="65594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宋体" pitchFamily="2" charset="-122"/>
              </a:rPr>
              <a:t>网 </a:t>
            </a:r>
            <a:r>
              <a:rPr kumimoji="1" lang="en-US" altLang="zh-CN" sz="2000" b="1">
                <a:solidFill>
                  <a:srgbClr val="333399"/>
                </a:solidFill>
                <a:latin typeface="Arial" charset="0"/>
                <a:ea typeface="宋体" pitchFamily="2" charset="-122"/>
              </a:rPr>
              <a:t>4</a:t>
            </a:r>
          </a:p>
        </p:txBody>
      </p:sp>
      <p:sp>
        <p:nvSpPr>
          <p:cNvPr id="277563" name="Line 138"/>
          <p:cNvSpPr>
            <a:spLocks noChangeShapeType="1"/>
          </p:cNvSpPr>
          <p:nvPr/>
        </p:nvSpPr>
        <p:spPr bwMode="auto">
          <a:xfrm>
            <a:off x="5494338" y="5400948"/>
            <a:ext cx="915987" cy="176212"/>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277564" name="Group 139"/>
          <p:cNvGrpSpPr>
            <a:grpSpLocks/>
          </p:cNvGrpSpPr>
          <p:nvPr/>
        </p:nvGrpSpPr>
        <p:grpSpPr bwMode="auto">
          <a:xfrm>
            <a:off x="5191125" y="5054873"/>
            <a:ext cx="685800" cy="608012"/>
            <a:chOff x="2949" y="196"/>
            <a:chExt cx="941" cy="598"/>
          </a:xfrm>
        </p:grpSpPr>
        <p:sp>
          <p:nvSpPr>
            <p:cNvPr id="277569" name="Oval 140"/>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570" name="Oval 141"/>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571" name="Oval 142"/>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572" name="Oval 143"/>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573" name="Oval 144"/>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574" name="Oval 145"/>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575" name="Oval 146"/>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576" name="Oval 147"/>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1" hangingPunct="1"/>
              <a:endParaRPr lang="en-US" altLang="zh-CN" b="1"/>
            </a:p>
          </p:txBody>
        </p:sp>
        <p:sp>
          <p:nvSpPr>
            <p:cNvPr id="277577" name="Freeform 148"/>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b="1"/>
            </a:p>
          </p:txBody>
        </p:sp>
        <p:sp>
          <p:nvSpPr>
            <p:cNvPr id="277578" name="Freeform 149"/>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b="1"/>
            </a:p>
          </p:txBody>
        </p:sp>
        <p:sp>
          <p:nvSpPr>
            <p:cNvPr id="277579" name="Freeform 150"/>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b="1"/>
            </a:p>
          </p:txBody>
        </p:sp>
      </p:grpSp>
      <p:sp>
        <p:nvSpPr>
          <p:cNvPr id="277565" name="Text Box 151"/>
          <p:cNvSpPr txBox="1">
            <a:spLocks noChangeArrowheads="1"/>
          </p:cNvSpPr>
          <p:nvPr/>
        </p:nvSpPr>
        <p:spPr bwMode="auto">
          <a:xfrm>
            <a:off x="5181600" y="5167585"/>
            <a:ext cx="6127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宋体" pitchFamily="2" charset="-122"/>
              </a:rPr>
              <a:t>网</a:t>
            </a:r>
            <a:r>
              <a:rPr kumimoji="1" lang="zh-CN" altLang="en-US" sz="800" b="1">
                <a:solidFill>
                  <a:srgbClr val="333399"/>
                </a:solidFill>
                <a:latin typeface="Arial" charset="0"/>
                <a:ea typeface="宋体" pitchFamily="2" charset="-122"/>
              </a:rPr>
              <a:t> </a:t>
            </a:r>
            <a:r>
              <a:rPr kumimoji="1" lang="en-US" altLang="zh-CN" sz="2000" b="1">
                <a:solidFill>
                  <a:srgbClr val="333399"/>
                </a:solidFill>
                <a:latin typeface="Arial" charset="0"/>
                <a:ea typeface="宋体" pitchFamily="2" charset="-122"/>
              </a:rPr>
              <a:t>5</a:t>
            </a:r>
          </a:p>
        </p:txBody>
      </p:sp>
      <p:pic>
        <p:nvPicPr>
          <p:cNvPr id="277566" name="Picture 15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56338" y="5353323"/>
            <a:ext cx="520700"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277567" name="Text Box 153"/>
          <p:cNvSpPr txBox="1">
            <a:spLocks noChangeArrowheads="1"/>
          </p:cNvSpPr>
          <p:nvPr/>
        </p:nvSpPr>
        <p:spPr bwMode="auto">
          <a:xfrm>
            <a:off x="5962650" y="5040585"/>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宋体" pitchFamily="2" charset="-122"/>
              </a:rPr>
              <a:t>R</a:t>
            </a:r>
            <a:r>
              <a:rPr kumimoji="1" lang="en-US" altLang="zh-CN" sz="2000" b="1" baseline="-25000">
                <a:solidFill>
                  <a:srgbClr val="333399"/>
                </a:solidFill>
                <a:latin typeface="Arial" charset="0"/>
                <a:ea typeface="宋体" pitchFamily="2" charset="-122"/>
              </a:rPr>
              <a:t>8</a:t>
            </a:r>
          </a:p>
        </p:txBody>
      </p:sp>
      <p:pic>
        <p:nvPicPr>
          <p:cNvPr id="277568" name="Picture 15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2838" y="4577035"/>
            <a:ext cx="52070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55" name="内容占位符 2"/>
          <p:cNvSpPr>
            <a:spLocks noGrp="1"/>
          </p:cNvSpPr>
          <p:nvPr>
            <p:ph idx="1"/>
          </p:nvPr>
        </p:nvSpPr>
        <p:spPr>
          <a:xfrm>
            <a:off x="443706" y="1267200"/>
            <a:ext cx="10800000" cy="4895850"/>
          </a:xfrm>
        </p:spPr>
        <p:txBody>
          <a:bodyPr/>
          <a:lstStyle/>
          <a:p>
            <a:r>
              <a:rPr lang="en-US" altLang="zh-CN" b="1" dirty="0"/>
              <a:t>OSPF </a:t>
            </a:r>
            <a:r>
              <a:rPr lang="zh-CN" altLang="en-US" b="1" dirty="0"/>
              <a:t>把自治系统再划分为不同的</a:t>
            </a:r>
            <a:r>
              <a:rPr lang="zh-CN" altLang="en-US" b="1" dirty="0">
                <a:solidFill>
                  <a:srgbClr val="FF0000"/>
                </a:solidFill>
              </a:rPr>
              <a:t>区域</a:t>
            </a:r>
            <a:r>
              <a:rPr lang="en-US" altLang="zh-CN" b="1" dirty="0"/>
              <a:t>(area</a:t>
            </a:r>
            <a:r>
              <a:rPr lang="en-US" altLang="zh-CN" b="1" dirty="0" smtClean="0"/>
              <a:t>)</a:t>
            </a:r>
            <a:r>
              <a:rPr lang="zh-CN" altLang="en-US" b="1" dirty="0" smtClean="0"/>
              <a:t>：</a:t>
            </a:r>
            <a:endParaRPr lang="zh-CN" altLang="en-US" b="1" dirty="0"/>
          </a:p>
        </p:txBody>
      </p:sp>
    </p:spTree>
  </p:cSld>
  <p:clrMapOvr>
    <a:masterClrMapping/>
  </p:clrMapOvr>
  <p:transition spd="slow"/>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5698" name="标题 1"/>
          <p:cNvSpPr>
            <a:spLocks noGrp="1" noChangeArrowheads="1"/>
          </p:cNvSpPr>
          <p:nvPr>
            <p:ph type="title"/>
          </p:nvPr>
        </p:nvSpPr>
        <p:spPr/>
        <p:txBody>
          <a:bodyPr/>
          <a:lstStyle/>
          <a:p>
            <a:r>
              <a:rPr lang="zh-CN" altLang="en-US" smtClean="0"/>
              <a:t>动手实验</a:t>
            </a:r>
          </a:p>
        </p:txBody>
      </p:sp>
      <p:sp>
        <p:nvSpPr>
          <p:cNvPr id="285699" name="内容占位符 2"/>
          <p:cNvSpPr>
            <a:spLocks noGrp="1" noChangeArrowheads="1"/>
          </p:cNvSpPr>
          <p:nvPr>
            <p:ph idx="1"/>
          </p:nvPr>
        </p:nvSpPr>
        <p:spPr>
          <a:xfrm>
            <a:off x="442913" y="1268760"/>
            <a:ext cx="11304587" cy="4895850"/>
          </a:xfrm>
        </p:spPr>
        <p:txBody>
          <a:bodyPr/>
          <a:lstStyle/>
          <a:p>
            <a:r>
              <a:rPr lang="zh-CN" altLang="en-US" b="1" dirty="0" smtClean="0"/>
              <a:t>实验</a:t>
            </a:r>
            <a:r>
              <a:rPr lang="en-US" altLang="zh-CN" b="1" dirty="0" smtClean="0"/>
              <a:t>4-8</a:t>
            </a:r>
            <a:r>
              <a:rPr lang="zh-CN" altLang="en-US" b="1" dirty="0" smtClean="0"/>
              <a:t>：配置 </a:t>
            </a:r>
            <a:r>
              <a:rPr lang="en-US" altLang="zh-CN" b="1" dirty="0" smtClean="0"/>
              <a:t>OSPF </a:t>
            </a:r>
            <a:r>
              <a:rPr lang="zh-CN" altLang="en-US" b="1" dirty="0" smtClean="0"/>
              <a:t>动态路由</a:t>
            </a:r>
          </a:p>
        </p:txBody>
      </p:sp>
    </p:spTree>
  </p:cSld>
  <p:clrMapOvr>
    <a:masterClrMapping/>
  </p:clrMapOvr>
  <p:transition spd="slow"/>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2"/>
          <p:cNvSpPr>
            <a:spLocks noGrp="1" noChangeArrowheads="1"/>
          </p:cNvSpPr>
          <p:nvPr>
            <p:ph type="title"/>
          </p:nvPr>
        </p:nvSpPr>
        <p:spPr/>
        <p:txBody>
          <a:bodyPr/>
          <a:lstStyle/>
          <a:p>
            <a:r>
              <a:rPr lang="en-US" altLang="zh-CN" dirty="0" smtClean="0"/>
              <a:t>4.6.4 BGP</a:t>
            </a:r>
          </a:p>
        </p:txBody>
      </p:sp>
      <p:sp>
        <p:nvSpPr>
          <p:cNvPr id="286723" name="Rectangle 3"/>
          <p:cNvSpPr>
            <a:spLocks noGrp="1" noChangeArrowheads="1"/>
          </p:cNvSpPr>
          <p:nvPr>
            <p:ph idx="1"/>
          </p:nvPr>
        </p:nvSpPr>
        <p:spPr>
          <a:xfrm>
            <a:off x="442913" y="1266825"/>
            <a:ext cx="10801350" cy="4895850"/>
          </a:xfrm>
        </p:spPr>
        <p:txBody>
          <a:bodyPr/>
          <a:lstStyle/>
          <a:p>
            <a:r>
              <a:rPr lang="zh-CN" altLang="en-US" b="1" dirty="0" smtClean="0"/>
              <a:t>由于不同的自治系统使用不同的内部路由选择协议并使用不同的度量，所以必须在不同的自治系统之间使用另外的路由选择协议。目前使用最多的是</a:t>
            </a:r>
            <a:r>
              <a:rPr lang="zh-CN" altLang="en-US" b="1" dirty="0">
                <a:solidFill>
                  <a:srgbClr val="FF0000"/>
                </a:solidFill>
              </a:rPr>
              <a:t>边界网关协议 </a:t>
            </a:r>
            <a:r>
              <a:rPr lang="en-US" altLang="zh-CN" b="1" dirty="0" smtClean="0"/>
              <a:t>BGP</a:t>
            </a:r>
            <a:r>
              <a:rPr lang="zh-CN" altLang="en-US" b="1" dirty="0" smtClean="0"/>
              <a:t>，</a:t>
            </a:r>
            <a:r>
              <a:rPr lang="en-US" altLang="zh-CN" b="1" dirty="0" smtClean="0"/>
              <a:t> </a:t>
            </a:r>
            <a:r>
              <a:rPr lang="zh-CN" altLang="en-US" b="1" dirty="0" smtClean="0"/>
              <a:t>其最新版本是 </a:t>
            </a:r>
            <a:r>
              <a:rPr lang="en-US" altLang="zh-CN" b="1" dirty="0" smtClean="0"/>
              <a:t>BGP-4</a:t>
            </a:r>
            <a:r>
              <a:rPr lang="zh-CN" altLang="en-US" b="1" dirty="0" smtClean="0"/>
              <a:t>（常简写为 </a:t>
            </a:r>
            <a:r>
              <a:rPr lang="en-US" altLang="zh-CN" b="1" dirty="0" smtClean="0"/>
              <a:t>BGP</a:t>
            </a:r>
            <a:r>
              <a:rPr lang="zh-CN" altLang="en-US" b="1" dirty="0" smtClean="0"/>
              <a:t>）。</a:t>
            </a:r>
            <a:endParaRPr lang="en-US" altLang="zh-CN" b="1" dirty="0" smtClean="0"/>
          </a:p>
          <a:p>
            <a:r>
              <a:rPr lang="en-US" altLang="zh-CN" b="1" dirty="0" smtClean="0"/>
              <a:t>BGP</a:t>
            </a:r>
            <a:r>
              <a:rPr lang="en-US" altLang="zh-CN" b="1" dirty="0" smtClean="0">
                <a:solidFill>
                  <a:srgbClr val="FF0000"/>
                </a:solidFill>
              </a:rPr>
              <a:t> </a:t>
            </a:r>
            <a:r>
              <a:rPr lang="zh-CN" altLang="en-US" b="1" dirty="0" smtClean="0"/>
              <a:t>只能是力求寻找一条能够到达目的网络且比较好的路由，而并非要寻找一条最佳路由。</a:t>
            </a:r>
            <a:endParaRPr lang="en-US" altLang="zh-CN" b="1" dirty="0" smtClean="0"/>
          </a:p>
        </p:txBody>
      </p:sp>
    </p:spTree>
  </p:cSld>
  <p:clrMapOvr>
    <a:masterClrMapping/>
  </p:clrMapOvr>
  <p:transition spd="slow"/>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2"/>
          <p:cNvSpPr>
            <a:spLocks noGrp="1" noChangeArrowheads="1"/>
          </p:cNvSpPr>
          <p:nvPr>
            <p:ph type="title"/>
          </p:nvPr>
        </p:nvSpPr>
        <p:spPr/>
        <p:txBody>
          <a:bodyPr/>
          <a:lstStyle/>
          <a:p>
            <a:r>
              <a:rPr lang="en-US" altLang="zh-CN" dirty="0" smtClean="0"/>
              <a:t>4.6.5 </a:t>
            </a:r>
            <a:r>
              <a:rPr lang="zh-CN" altLang="en-US" dirty="0" smtClean="0"/>
              <a:t>路由器的结构 </a:t>
            </a:r>
          </a:p>
        </p:txBody>
      </p:sp>
      <p:sp>
        <p:nvSpPr>
          <p:cNvPr id="296964" name="Rectangle 60"/>
          <p:cNvSpPr>
            <a:spLocks noChangeArrowheads="1"/>
          </p:cNvSpPr>
          <p:nvPr/>
        </p:nvSpPr>
        <p:spPr bwMode="auto">
          <a:xfrm>
            <a:off x="1450974" y="3348038"/>
            <a:ext cx="9469561" cy="3068637"/>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ltLang="zh-CN" b="1"/>
          </a:p>
        </p:txBody>
      </p:sp>
      <p:sp>
        <p:nvSpPr>
          <p:cNvPr id="296965" name="Rectangle 3"/>
          <p:cNvSpPr>
            <a:spLocks noChangeArrowheads="1"/>
          </p:cNvSpPr>
          <p:nvPr/>
        </p:nvSpPr>
        <p:spPr bwMode="auto">
          <a:xfrm>
            <a:off x="4313238" y="1463675"/>
            <a:ext cx="2398712" cy="1597025"/>
          </a:xfrm>
          <a:prstGeom prst="rect">
            <a:avLst/>
          </a:prstGeom>
          <a:solidFill>
            <a:srgbClr val="FFFF99"/>
          </a:solidFill>
          <a:ln w="12700">
            <a:solidFill>
              <a:schemeClr val="tx1"/>
            </a:solidFill>
            <a:miter lim="800000"/>
            <a:headEnd/>
            <a:tailEnd/>
          </a:ln>
          <a:effectLst>
            <a:outerShdw dist="53882" dir="2700000" algn="ctr" rotWithShape="0">
              <a:schemeClr val="bg2"/>
            </a:outerShdw>
          </a:effectLst>
        </p:spPr>
        <p:txBody>
          <a:bodyPr wrap="none" anchor="ctr"/>
          <a:lstStyle/>
          <a:p>
            <a:pPr algn="ctr" eaLnBrk="1" hangingPunct="1"/>
            <a:endParaRPr kumimoji="1" lang="en-US" altLang="zh-CN" sz="2000" b="1">
              <a:solidFill>
                <a:srgbClr val="333399"/>
              </a:solidFill>
            </a:endParaRPr>
          </a:p>
        </p:txBody>
      </p:sp>
      <p:sp>
        <p:nvSpPr>
          <p:cNvPr id="296966" name="Line 5"/>
          <p:cNvSpPr>
            <a:spLocks noChangeShapeType="1"/>
          </p:cNvSpPr>
          <p:nvPr/>
        </p:nvSpPr>
        <p:spPr bwMode="auto">
          <a:xfrm>
            <a:off x="9917052" y="1403350"/>
            <a:ext cx="0" cy="1954213"/>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96967" name="Text Box 6"/>
          <p:cNvSpPr txBox="1">
            <a:spLocks noChangeArrowheads="1"/>
          </p:cNvSpPr>
          <p:nvPr/>
        </p:nvSpPr>
        <p:spPr bwMode="auto">
          <a:xfrm>
            <a:off x="8910477" y="2130425"/>
            <a:ext cx="2031325" cy="75713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lnSpc>
                <a:spcPct val="90000"/>
              </a:lnSpc>
            </a:pPr>
            <a:r>
              <a:rPr kumimoji="1" lang="zh-CN" altLang="en-US" sz="2400" b="1" dirty="0" smtClean="0">
                <a:solidFill>
                  <a:schemeClr val="tx2">
                    <a:lumMod val="60000"/>
                    <a:lumOff val="40000"/>
                  </a:schemeClr>
                </a:solidFill>
                <a:latin typeface="Arial" charset="0"/>
                <a:ea typeface="宋体" pitchFamily="2" charset="-122"/>
              </a:rPr>
              <a:t>路由选择</a:t>
            </a:r>
            <a:endParaRPr kumimoji="1" lang="en-US" altLang="zh-CN" sz="2400" b="1" dirty="0" smtClean="0">
              <a:solidFill>
                <a:schemeClr val="tx2">
                  <a:lumMod val="60000"/>
                  <a:lumOff val="40000"/>
                </a:schemeClr>
              </a:solidFill>
              <a:latin typeface="Arial" charset="0"/>
              <a:ea typeface="宋体" pitchFamily="2" charset="-122"/>
            </a:endParaRPr>
          </a:p>
          <a:p>
            <a:pPr algn="ctr" eaLnBrk="1" hangingPunct="1">
              <a:lnSpc>
                <a:spcPct val="90000"/>
              </a:lnSpc>
            </a:pPr>
            <a:r>
              <a:rPr kumimoji="1" lang="zh-CN" altLang="en-US" sz="2400" b="1" dirty="0" smtClean="0">
                <a:solidFill>
                  <a:schemeClr val="tx2">
                    <a:lumMod val="60000"/>
                    <a:lumOff val="40000"/>
                  </a:schemeClr>
                </a:solidFill>
                <a:latin typeface="Arial" charset="0"/>
                <a:ea typeface="宋体" pitchFamily="2" charset="-122"/>
              </a:rPr>
              <a:t>（控制层面）</a:t>
            </a:r>
            <a:endParaRPr kumimoji="1" lang="zh-CN" altLang="en-US" sz="2400" b="1" dirty="0">
              <a:solidFill>
                <a:schemeClr val="tx2">
                  <a:lumMod val="60000"/>
                  <a:lumOff val="40000"/>
                </a:schemeClr>
              </a:solidFill>
              <a:latin typeface="Arial" charset="0"/>
              <a:ea typeface="宋体" pitchFamily="2" charset="-122"/>
            </a:endParaRPr>
          </a:p>
        </p:txBody>
      </p:sp>
      <p:sp>
        <p:nvSpPr>
          <p:cNvPr id="296968" name="Text Box 7"/>
          <p:cNvSpPr txBox="1">
            <a:spLocks noChangeArrowheads="1"/>
          </p:cNvSpPr>
          <p:nvPr/>
        </p:nvSpPr>
        <p:spPr bwMode="auto">
          <a:xfrm>
            <a:off x="4367213" y="1412875"/>
            <a:ext cx="23503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400" b="1">
                <a:solidFill>
                  <a:srgbClr val="333399"/>
                </a:solidFill>
                <a:latin typeface="Arial" charset="0"/>
                <a:ea typeface="宋体" pitchFamily="2" charset="-122"/>
              </a:rPr>
              <a:t>路由选择处理机</a:t>
            </a:r>
          </a:p>
        </p:txBody>
      </p:sp>
      <p:sp>
        <p:nvSpPr>
          <p:cNvPr id="296969" name="Line 8"/>
          <p:cNvSpPr>
            <a:spLocks noChangeShapeType="1"/>
          </p:cNvSpPr>
          <p:nvPr/>
        </p:nvSpPr>
        <p:spPr bwMode="auto">
          <a:xfrm>
            <a:off x="5511800" y="2230438"/>
            <a:ext cx="0" cy="2365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96970" name="Rectangle 9"/>
          <p:cNvSpPr>
            <a:spLocks noChangeArrowheads="1"/>
          </p:cNvSpPr>
          <p:nvPr/>
        </p:nvSpPr>
        <p:spPr bwMode="auto">
          <a:xfrm>
            <a:off x="4660900" y="1936750"/>
            <a:ext cx="1701800" cy="390525"/>
          </a:xfrm>
          <a:prstGeom prst="rect">
            <a:avLst/>
          </a:prstGeom>
          <a:solidFill>
            <a:srgbClr val="FFCC66"/>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1" hangingPunct="1"/>
            <a:r>
              <a:rPr kumimoji="1" lang="zh-CN" altLang="en-US" sz="2000" b="1">
                <a:solidFill>
                  <a:srgbClr val="333399"/>
                </a:solidFill>
              </a:rPr>
              <a:t>路由选择协议</a:t>
            </a:r>
          </a:p>
        </p:txBody>
      </p:sp>
      <p:sp>
        <p:nvSpPr>
          <p:cNvPr id="296971" name="Rectangle 10"/>
          <p:cNvSpPr>
            <a:spLocks noChangeArrowheads="1"/>
          </p:cNvSpPr>
          <p:nvPr/>
        </p:nvSpPr>
        <p:spPr bwMode="auto">
          <a:xfrm>
            <a:off x="4932363" y="2470150"/>
            <a:ext cx="1160462" cy="412750"/>
          </a:xfrm>
          <a:prstGeom prst="rect">
            <a:avLst/>
          </a:prstGeom>
          <a:solidFill>
            <a:srgbClr val="99FF33"/>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1" hangingPunct="1"/>
            <a:r>
              <a:rPr kumimoji="1" lang="zh-CN" altLang="en-US" sz="2000" b="1">
                <a:solidFill>
                  <a:srgbClr val="333399"/>
                </a:solidFill>
              </a:rPr>
              <a:t>路由表</a:t>
            </a:r>
          </a:p>
        </p:txBody>
      </p:sp>
      <p:sp>
        <p:nvSpPr>
          <p:cNvPr id="296972" name="Rectangle 11"/>
          <p:cNvSpPr>
            <a:spLocks noChangeArrowheads="1"/>
          </p:cNvSpPr>
          <p:nvPr/>
        </p:nvSpPr>
        <p:spPr bwMode="auto">
          <a:xfrm>
            <a:off x="1836738" y="3700463"/>
            <a:ext cx="2320925" cy="725487"/>
          </a:xfrm>
          <a:prstGeom prst="rect">
            <a:avLst/>
          </a:prstGeom>
          <a:solidFill>
            <a:srgbClr val="CCECFF"/>
          </a:solidFill>
          <a:ln w="38100" cmpd="dbl">
            <a:solidFill>
              <a:schemeClr val="tx1"/>
            </a:solidFill>
            <a:miter lim="800000"/>
            <a:headEnd/>
            <a:tailEnd/>
          </a:ln>
        </p:spPr>
        <p:txBody>
          <a:bodyPr wrap="none" anchor="ctr"/>
          <a:lstStyle/>
          <a:p>
            <a:pPr eaLnBrk="1" hangingPunct="1"/>
            <a:endParaRPr lang="en-US" altLang="zh-CN" b="1"/>
          </a:p>
        </p:txBody>
      </p:sp>
      <p:sp>
        <p:nvSpPr>
          <p:cNvPr id="296973" name="Rectangle 12"/>
          <p:cNvSpPr>
            <a:spLocks noChangeArrowheads="1"/>
          </p:cNvSpPr>
          <p:nvPr/>
        </p:nvSpPr>
        <p:spPr bwMode="auto">
          <a:xfrm>
            <a:off x="3538538" y="3863975"/>
            <a:ext cx="466725" cy="395288"/>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1" hangingPunct="1"/>
            <a:r>
              <a:rPr kumimoji="1" lang="en-US" altLang="zh-CN" sz="2000" b="1">
                <a:solidFill>
                  <a:srgbClr val="333399"/>
                </a:solidFill>
              </a:rPr>
              <a:t>3</a:t>
            </a:r>
          </a:p>
        </p:txBody>
      </p:sp>
      <p:sp>
        <p:nvSpPr>
          <p:cNvPr id="296974" name="Line 13"/>
          <p:cNvSpPr>
            <a:spLocks noChangeShapeType="1"/>
          </p:cNvSpPr>
          <p:nvPr/>
        </p:nvSpPr>
        <p:spPr bwMode="auto">
          <a:xfrm flipV="1">
            <a:off x="1684338" y="4062413"/>
            <a:ext cx="35560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96975" name="Line 14"/>
          <p:cNvSpPr>
            <a:spLocks noChangeShapeType="1"/>
          </p:cNvSpPr>
          <p:nvPr/>
        </p:nvSpPr>
        <p:spPr bwMode="auto">
          <a:xfrm>
            <a:off x="2455863" y="4062413"/>
            <a:ext cx="31115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96976" name="Line 15"/>
          <p:cNvSpPr>
            <a:spLocks noChangeShapeType="1"/>
          </p:cNvSpPr>
          <p:nvPr/>
        </p:nvSpPr>
        <p:spPr bwMode="auto">
          <a:xfrm>
            <a:off x="3230563" y="4062413"/>
            <a:ext cx="307975"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96977" name="Line 16"/>
          <p:cNvSpPr>
            <a:spLocks noChangeShapeType="1"/>
          </p:cNvSpPr>
          <p:nvPr/>
        </p:nvSpPr>
        <p:spPr bwMode="auto">
          <a:xfrm>
            <a:off x="4005263" y="4062413"/>
            <a:ext cx="307975"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96978" name="Text Box 17"/>
          <p:cNvSpPr txBox="1">
            <a:spLocks noChangeArrowheads="1"/>
          </p:cNvSpPr>
          <p:nvPr/>
        </p:nvSpPr>
        <p:spPr bwMode="auto">
          <a:xfrm>
            <a:off x="2455863" y="3311525"/>
            <a:ext cx="121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a:solidFill>
                  <a:srgbClr val="333399"/>
                </a:solidFill>
                <a:latin typeface="Arial" charset="0"/>
                <a:ea typeface="宋体" pitchFamily="2" charset="-122"/>
              </a:rPr>
              <a:t>输入端口</a:t>
            </a:r>
          </a:p>
        </p:txBody>
      </p:sp>
      <p:sp>
        <p:nvSpPr>
          <p:cNvPr id="296979" name="Rectangle 18"/>
          <p:cNvSpPr>
            <a:spLocks noChangeArrowheads="1"/>
          </p:cNvSpPr>
          <p:nvPr/>
        </p:nvSpPr>
        <p:spPr bwMode="auto">
          <a:xfrm>
            <a:off x="1836738" y="5273675"/>
            <a:ext cx="2320925" cy="725488"/>
          </a:xfrm>
          <a:prstGeom prst="rect">
            <a:avLst/>
          </a:prstGeom>
          <a:solidFill>
            <a:srgbClr val="CCECFF"/>
          </a:solidFill>
          <a:ln w="38100" cmpd="dbl">
            <a:solidFill>
              <a:schemeClr val="tx1"/>
            </a:solidFill>
            <a:miter lim="800000"/>
            <a:headEnd/>
            <a:tailEnd/>
          </a:ln>
        </p:spPr>
        <p:txBody>
          <a:bodyPr wrap="none" anchor="ctr"/>
          <a:lstStyle/>
          <a:p>
            <a:pPr eaLnBrk="1" hangingPunct="1"/>
            <a:endParaRPr lang="en-US" altLang="zh-CN" b="1"/>
          </a:p>
        </p:txBody>
      </p:sp>
      <p:sp>
        <p:nvSpPr>
          <p:cNvPr id="296980" name="Rectangle 19"/>
          <p:cNvSpPr>
            <a:spLocks noChangeArrowheads="1"/>
          </p:cNvSpPr>
          <p:nvPr/>
        </p:nvSpPr>
        <p:spPr bwMode="auto">
          <a:xfrm>
            <a:off x="3538538" y="5437188"/>
            <a:ext cx="466725" cy="396875"/>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1" hangingPunct="1"/>
            <a:r>
              <a:rPr kumimoji="1" lang="en-US" altLang="zh-CN" sz="2000" b="1">
                <a:solidFill>
                  <a:srgbClr val="333399"/>
                </a:solidFill>
              </a:rPr>
              <a:t>3</a:t>
            </a:r>
          </a:p>
        </p:txBody>
      </p:sp>
      <p:sp>
        <p:nvSpPr>
          <p:cNvPr id="296981" name="Line 20"/>
          <p:cNvSpPr>
            <a:spLocks noChangeShapeType="1"/>
          </p:cNvSpPr>
          <p:nvPr/>
        </p:nvSpPr>
        <p:spPr bwMode="auto">
          <a:xfrm flipV="1">
            <a:off x="1684338" y="5635625"/>
            <a:ext cx="35560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96982" name="Line 21"/>
          <p:cNvSpPr>
            <a:spLocks noChangeShapeType="1"/>
          </p:cNvSpPr>
          <p:nvPr/>
        </p:nvSpPr>
        <p:spPr bwMode="auto">
          <a:xfrm>
            <a:off x="2455863" y="5635625"/>
            <a:ext cx="31115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96983" name="Line 22"/>
          <p:cNvSpPr>
            <a:spLocks noChangeShapeType="1"/>
          </p:cNvSpPr>
          <p:nvPr/>
        </p:nvSpPr>
        <p:spPr bwMode="auto">
          <a:xfrm>
            <a:off x="3230563" y="5635625"/>
            <a:ext cx="307975"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96984" name="Line 23"/>
          <p:cNvSpPr>
            <a:spLocks noChangeShapeType="1"/>
          </p:cNvSpPr>
          <p:nvPr/>
        </p:nvSpPr>
        <p:spPr bwMode="auto">
          <a:xfrm>
            <a:off x="4005263" y="5635625"/>
            <a:ext cx="307975"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96985" name="Rectangle 24"/>
          <p:cNvSpPr>
            <a:spLocks noChangeArrowheads="1"/>
          </p:cNvSpPr>
          <p:nvPr/>
        </p:nvSpPr>
        <p:spPr bwMode="auto">
          <a:xfrm>
            <a:off x="4313238" y="3700463"/>
            <a:ext cx="2398712" cy="2311400"/>
          </a:xfrm>
          <a:prstGeom prst="rect">
            <a:avLst/>
          </a:prstGeom>
          <a:solidFill>
            <a:srgbClr val="CCECFF"/>
          </a:solidFill>
          <a:ln w="12700">
            <a:solidFill>
              <a:schemeClr val="tx1"/>
            </a:solidFill>
            <a:miter lim="800000"/>
            <a:headEnd/>
            <a:tailEnd/>
          </a:ln>
          <a:effectLst>
            <a:outerShdw dist="53882" dir="2700000" algn="ctr" rotWithShape="0">
              <a:schemeClr val="bg2"/>
            </a:outerShdw>
          </a:effectLst>
        </p:spPr>
        <p:txBody>
          <a:bodyPr wrap="none" anchor="ctr"/>
          <a:lstStyle/>
          <a:p>
            <a:pPr eaLnBrk="1" hangingPunct="1"/>
            <a:endParaRPr lang="en-US" altLang="zh-CN" b="1"/>
          </a:p>
        </p:txBody>
      </p:sp>
      <p:sp>
        <p:nvSpPr>
          <p:cNvPr id="296986" name="Rectangle 25"/>
          <p:cNvSpPr>
            <a:spLocks noChangeArrowheads="1"/>
          </p:cNvSpPr>
          <p:nvPr/>
        </p:nvSpPr>
        <p:spPr bwMode="auto">
          <a:xfrm flipH="1">
            <a:off x="6867525" y="3700463"/>
            <a:ext cx="2317750" cy="725487"/>
          </a:xfrm>
          <a:prstGeom prst="rect">
            <a:avLst/>
          </a:prstGeom>
          <a:solidFill>
            <a:srgbClr val="CCECFF"/>
          </a:solidFill>
          <a:ln w="38100" cmpd="dbl">
            <a:solidFill>
              <a:schemeClr val="tx1"/>
            </a:solidFill>
            <a:miter lim="800000"/>
            <a:headEnd/>
            <a:tailEnd/>
          </a:ln>
        </p:spPr>
        <p:txBody>
          <a:bodyPr wrap="none" anchor="ctr"/>
          <a:lstStyle/>
          <a:p>
            <a:pPr eaLnBrk="1" hangingPunct="1"/>
            <a:endParaRPr lang="en-US" altLang="zh-CN" b="1"/>
          </a:p>
        </p:txBody>
      </p:sp>
      <p:sp>
        <p:nvSpPr>
          <p:cNvPr id="296987" name="Line 26"/>
          <p:cNvSpPr>
            <a:spLocks noChangeShapeType="1"/>
          </p:cNvSpPr>
          <p:nvPr/>
        </p:nvSpPr>
        <p:spPr bwMode="auto">
          <a:xfrm flipV="1">
            <a:off x="9021763" y="4062413"/>
            <a:ext cx="319087"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96988" name="Line 27"/>
          <p:cNvSpPr>
            <a:spLocks noChangeShapeType="1"/>
          </p:cNvSpPr>
          <p:nvPr/>
        </p:nvSpPr>
        <p:spPr bwMode="auto">
          <a:xfrm rot="10800000" flipH="1">
            <a:off x="8258175" y="4062413"/>
            <a:ext cx="309563"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96989" name="Line 28"/>
          <p:cNvSpPr>
            <a:spLocks noChangeShapeType="1"/>
          </p:cNvSpPr>
          <p:nvPr/>
        </p:nvSpPr>
        <p:spPr bwMode="auto">
          <a:xfrm>
            <a:off x="7483475" y="4062413"/>
            <a:ext cx="31115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96990" name="Line 29"/>
          <p:cNvSpPr>
            <a:spLocks noChangeShapeType="1"/>
          </p:cNvSpPr>
          <p:nvPr/>
        </p:nvSpPr>
        <p:spPr bwMode="auto">
          <a:xfrm>
            <a:off x="6711950" y="4062413"/>
            <a:ext cx="369888"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96991" name="Rectangle 30"/>
          <p:cNvSpPr>
            <a:spLocks noChangeArrowheads="1"/>
          </p:cNvSpPr>
          <p:nvPr/>
        </p:nvSpPr>
        <p:spPr bwMode="auto">
          <a:xfrm flipH="1">
            <a:off x="6867525" y="5273675"/>
            <a:ext cx="2317750" cy="725488"/>
          </a:xfrm>
          <a:prstGeom prst="rect">
            <a:avLst/>
          </a:prstGeom>
          <a:solidFill>
            <a:srgbClr val="CCECFF"/>
          </a:solidFill>
          <a:ln w="38100" cmpd="dbl">
            <a:solidFill>
              <a:schemeClr val="tx1"/>
            </a:solidFill>
            <a:miter lim="800000"/>
            <a:headEnd/>
            <a:tailEnd/>
          </a:ln>
        </p:spPr>
        <p:txBody>
          <a:bodyPr wrap="none" anchor="ctr"/>
          <a:lstStyle/>
          <a:p>
            <a:pPr eaLnBrk="1" hangingPunct="1"/>
            <a:endParaRPr lang="en-US" altLang="zh-CN" b="1"/>
          </a:p>
        </p:txBody>
      </p:sp>
      <p:sp>
        <p:nvSpPr>
          <p:cNvPr id="296992" name="Line 31"/>
          <p:cNvSpPr>
            <a:spLocks noChangeShapeType="1"/>
          </p:cNvSpPr>
          <p:nvPr/>
        </p:nvSpPr>
        <p:spPr bwMode="auto">
          <a:xfrm flipV="1">
            <a:off x="9021763" y="5635625"/>
            <a:ext cx="319087"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96993" name="Line 32"/>
          <p:cNvSpPr>
            <a:spLocks noChangeShapeType="1"/>
          </p:cNvSpPr>
          <p:nvPr/>
        </p:nvSpPr>
        <p:spPr bwMode="auto">
          <a:xfrm>
            <a:off x="8258175" y="5635625"/>
            <a:ext cx="309563"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96994" name="Line 33"/>
          <p:cNvSpPr>
            <a:spLocks noChangeShapeType="1"/>
          </p:cNvSpPr>
          <p:nvPr/>
        </p:nvSpPr>
        <p:spPr bwMode="auto">
          <a:xfrm>
            <a:off x="7483475" y="5635625"/>
            <a:ext cx="31115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96995" name="Line 34"/>
          <p:cNvSpPr>
            <a:spLocks noChangeShapeType="1"/>
          </p:cNvSpPr>
          <p:nvPr/>
        </p:nvSpPr>
        <p:spPr bwMode="auto">
          <a:xfrm flipV="1">
            <a:off x="6711950" y="5635625"/>
            <a:ext cx="357188"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96996" name="Text Box 35"/>
          <p:cNvSpPr txBox="1">
            <a:spLocks noChangeArrowheads="1"/>
          </p:cNvSpPr>
          <p:nvPr/>
        </p:nvSpPr>
        <p:spPr bwMode="auto">
          <a:xfrm>
            <a:off x="4799013" y="5435600"/>
            <a:ext cx="14221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400" b="1">
                <a:solidFill>
                  <a:srgbClr val="333399"/>
                </a:solidFill>
                <a:latin typeface="Arial" charset="0"/>
                <a:ea typeface="宋体" pitchFamily="2" charset="-122"/>
              </a:rPr>
              <a:t>交换结构</a:t>
            </a:r>
          </a:p>
        </p:txBody>
      </p:sp>
      <p:sp>
        <p:nvSpPr>
          <p:cNvPr id="296997" name="Text Box 36"/>
          <p:cNvSpPr txBox="1">
            <a:spLocks noChangeArrowheads="1"/>
          </p:cNvSpPr>
          <p:nvPr/>
        </p:nvSpPr>
        <p:spPr bwMode="auto">
          <a:xfrm>
            <a:off x="2455863" y="4883928"/>
            <a:ext cx="121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a:solidFill>
                  <a:srgbClr val="333399"/>
                </a:solidFill>
                <a:latin typeface="Arial" charset="0"/>
                <a:ea typeface="宋体" pitchFamily="2" charset="-122"/>
              </a:rPr>
              <a:t>输入端口</a:t>
            </a:r>
          </a:p>
        </p:txBody>
      </p:sp>
      <p:sp>
        <p:nvSpPr>
          <p:cNvPr id="296998" name="Text Box 37"/>
          <p:cNvSpPr txBox="1">
            <a:spLocks noChangeArrowheads="1"/>
          </p:cNvSpPr>
          <p:nvPr/>
        </p:nvSpPr>
        <p:spPr bwMode="auto">
          <a:xfrm>
            <a:off x="7483475" y="3311525"/>
            <a:ext cx="121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宋体" pitchFamily="2" charset="-122"/>
              </a:rPr>
              <a:t>输出端口</a:t>
            </a:r>
          </a:p>
        </p:txBody>
      </p:sp>
      <p:sp>
        <p:nvSpPr>
          <p:cNvPr id="296999" name="Line 38"/>
          <p:cNvSpPr>
            <a:spLocks noChangeShapeType="1"/>
          </p:cNvSpPr>
          <p:nvPr/>
        </p:nvSpPr>
        <p:spPr bwMode="auto">
          <a:xfrm>
            <a:off x="1450975" y="3370263"/>
            <a:ext cx="8818563" cy="0"/>
          </a:xfrm>
          <a:prstGeom prst="line">
            <a:avLst/>
          </a:prstGeom>
          <a:noFill/>
          <a:ln w="28575">
            <a:solidFill>
              <a:srgbClr val="333399"/>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97000" name="Line 39"/>
          <p:cNvSpPr>
            <a:spLocks noChangeShapeType="1"/>
          </p:cNvSpPr>
          <p:nvPr/>
        </p:nvSpPr>
        <p:spPr bwMode="auto">
          <a:xfrm>
            <a:off x="9915529" y="3370263"/>
            <a:ext cx="0" cy="264160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97001" name="Text Box 40"/>
          <p:cNvSpPr txBox="1">
            <a:spLocks noChangeArrowheads="1"/>
          </p:cNvSpPr>
          <p:nvPr/>
        </p:nvSpPr>
        <p:spPr bwMode="auto">
          <a:xfrm>
            <a:off x="8889210" y="4469011"/>
            <a:ext cx="2031326" cy="757130"/>
          </a:xfrm>
          <a:prstGeom prst="rect">
            <a:avLst/>
          </a:prstGeom>
          <a:solidFill>
            <a:srgbClr val="FFCC66"/>
          </a:solidFill>
          <a:ln>
            <a:noFill/>
          </a:ln>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lnSpc>
                <a:spcPct val="90000"/>
              </a:lnSpc>
            </a:pPr>
            <a:r>
              <a:rPr kumimoji="1" lang="zh-CN" altLang="en-US" sz="2400" b="1" dirty="0" smtClean="0">
                <a:solidFill>
                  <a:schemeClr val="tx2">
                    <a:lumMod val="60000"/>
                    <a:lumOff val="40000"/>
                  </a:schemeClr>
                </a:solidFill>
                <a:latin typeface="Arial" charset="0"/>
                <a:ea typeface="宋体" pitchFamily="2" charset="-122"/>
              </a:rPr>
              <a:t>分组转发</a:t>
            </a:r>
            <a:endParaRPr kumimoji="1" lang="en-US" altLang="zh-CN" sz="2400" b="1" dirty="0" smtClean="0">
              <a:solidFill>
                <a:schemeClr val="tx2">
                  <a:lumMod val="60000"/>
                  <a:lumOff val="40000"/>
                </a:schemeClr>
              </a:solidFill>
              <a:latin typeface="Arial" charset="0"/>
              <a:ea typeface="宋体" pitchFamily="2" charset="-122"/>
            </a:endParaRPr>
          </a:p>
          <a:p>
            <a:pPr algn="ctr" eaLnBrk="1" hangingPunct="1">
              <a:lnSpc>
                <a:spcPct val="90000"/>
              </a:lnSpc>
            </a:pPr>
            <a:r>
              <a:rPr kumimoji="1" lang="zh-CN" altLang="en-US" sz="2400" b="1" dirty="0" smtClean="0">
                <a:solidFill>
                  <a:schemeClr val="tx2">
                    <a:lumMod val="60000"/>
                    <a:lumOff val="40000"/>
                  </a:schemeClr>
                </a:solidFill>
                <a:latin typeface="Arial" charset="0"/>
                <a:ea typeface="宋体" pitchFamily="2" charset="-122"/>
              </a:rPr>
              <a:t>（数据层面）</a:t>
            </a:r>
            <a:endParaRPr kumimoji="1" lang="zh-CN" altLang="en-US" sz="2400" b="1" dirty="0">
              <a:solidFill>
                <a:schemeClr val="tx2">
                  <a:lumMod val="60000"/>
                  <a:lumOff val="40000"/>
                </a:schemeClr>
              </a:solidFill>
              <a:latin typeface="Arial" charset="0"/>
              <a:ea typeface="宋体" pitchFamily="2" charset="-122"/>
            </a:endParaRPr>
          </a:p>
        </p:txBody>
      </p:sp>
      <p:sp>
        <p:nvSpPr>
          <p:cNvPr id="297002" name="Rectangle 41"/>
          <p:cNvSpPr>
            <a:spLocks noChangeArrowheads="1"/>
          </p:cNvSpPr>
          <p:nvPr/>
        </p:nvSpPr>
        <p:spPr bwMode="auto">
          <a:xfrm>
            <a:off x="4621213" y="3898900"/>
            <a:ext cx="1779587" cy="1385888"/>
          </a:xfrm>
          <a:prstGeom prst="rect">
            <a:avLst/>
          </a:prstGeom>
          <a:solidFill>
            <a:srgbClr val="FFCCFF"/>
          </a:solidFill>
          <a:ln w="9525">
            <a:solidFill>
              <a:schemeClr val="tx1"/>
            </a:solidFill>
            <a:miter lim="800000"/>
            <a:headEnd/>
            <a:tailEnd/>
          </a:ln>
        </p:spPr>
        <p:txBody>
          <a:bodyPr wrap="none" anchor="ctr"/>
          <a:lstStyle/>
          <a:p>
            <a:pPr eaLnBrk="1" hangingPunct="1"/>
            <a:endParaRPr lang="en-US" altLang="zh-CN" b="1"/>
          </a:p>
        </p:txBody>
      </p:sp>
      <p:sp>
        <p:nvSpPr>
          <p:cNvPr id="297003" name="Rectangle 42"/>
          <p:cNvSpPr>
            <a:spLocks noChangeArrowheads="1"/>
          </p:cNvSpPr>
          <p:nvPr/>
        </p:nvSpPr>
        <p:spPr bwMode="auto">
          <a:xfrm>
            <a:off x="4932363" y="4624388"/>
            <a:ext cx="1160462" cy="465137"/>
          </a:xfrm>
          <a:prstGeom prst="rect">
            <a:avLst/>
          </a:prstGeom>
          <a:solidFill>
            <a:srgbClr val="99FF33"/>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1" hangingPunct="1"/>
            <a:r>
              <a:rPr kumimoji="1" lang="zh-CN" altLang="en-US" sz="2000" b="1">
                <a:solidFill>
                  <a:srgbClr val="333399"/>
                </a:solidFill>
              </a:rPr>
              <a:t>转发表</a:t>
            </a:r>
          </a:p>
        </p:txBody>
      </p:sp>
      <p:sp>
        <p:nvSpPr>
          <p:cNvPr id="297004" name="Text Box 43"/>
          <p:cNvSpPr txBox="1">
            <a:spLocks noChangeArrowheads="1"/>
          </p:cNvSpPr>
          <p:nvPr/>
        </p:nvSpPr>
        <p:spPr bwMode="auto">
          <a:xfrm>
            <a:off x="4932363" y="3995738"/>
            <a:ext cx="121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宋体" pitchFamily="2" charset="-122"/>
              </a:rPr>
              <a:t>分组处理</a:t>
            </a:r>
          </a:p>
        </p:txBody>
      </p:sp>
      <p:sp>
        <p:nvSpPr>
          <p:cNvPr id="297005" name="Text Box 44"/>
          <p:cNvSpPr txBox="1">
            <a:spLocks noChangeArrowheads="1"/>
          </p:cNvSpPr>
          <p:nvPr/>
        </p:nvSpPr>
        <p:spPr bwMode="auto">
          <a:xfrm>
            <a:off x="7483475" y="4883928"/>
            <a:ext cx="121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a:solidFill>
                  <a:srgbClr val="333399"/>
                </a:solidFill>
                <a:latin typeface="Arial" charset="0"/>
                <a:ea typeface="宋体" pitchFamily="2" charset="-122"/>
              </a:rPr>
              <a:t>输出端口</a:t>
            </a:r>
          </a:p>
        </p:txBody>
      </p:sp>
      <p:sp>
        <p:nvSpPr>
          <p:cNvPr id="297006" name="Text Box 45"/>
          <p:cNvSpPr txBox="1">
            <a:spLocks noChangeArrowheads="1"/>
          </p:cNvSpPr>
          <p:nvPr/>
        </p:nvSpPr>
        <p:spPr bwMode="auto">
          <a:xfrm rot="5400000">
            <a:off x="2950369" y="4517231"/>
            <a:ext cx="439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宋体" pitchFamily="2" charset="-122"/>
              </a:rPr>
              <a:t>…</a:t>
            </a:r>
          </a:p>
        </p:txBody>
      </p:sp>
      <p:sp>
        <p:nvSpPr>
          <p:cNvPr id="297007" name="Text Box 46"/>
          <p:cNvSpPr txBox="1">
            <a:spLocks noChangeArrowheads="1"/>
          </p:cNvSpPr>
          <p:nvPr/>
        </p:nvSpPr>
        <p:spPr bwMode="auto">
          <a:xfrm rot="5400000">
            <a:off x="7954169" y="4517231"/>
            <a:ext cx="439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宋体" pitchFamily="2" charset="-122"/>
              </a:rPr>
              <a:t>…</a:t>
            </a:r>
          </a:p>
        </p:txBody>
      </p:sp>
      <p:sp>
        <p:nvSpPr>
          <p:cNvPr id="297008" name="Line 47"/>
          <p:cNvSpPr>
            <a:spLocks noChangeShapeType="1"/>
          </p:cNvSpPr>
          <p:nvPr/>
        </p:nvSpPr>
        <p:spPr bwMode="auto">
          <a:xfrm flipH="1" flipV="1">
            <a:off x="3849688" y="4162425"/>
            <a:ext cx="1082675" cy="595313"/>
          </a:xfrm>
          <a:prstGeom prst="line">
            <a:avLst/>
          </a:prstGeom>
          <a:noFill/>
          <a:ln w="28575">
            <a:solidFill>
              <a:srgbClr val="333399"/>
            </a:solidFill>
            <a:prstDash val="dash"/>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297009" name="Line 48"/>
          <p:cNvSpPr>
            <a:spLocks noChangeShapeType="1"/>
          </p:cNvSpPr>
          <p:nvPr/>
        </p:nvSpPr>
        <p:spPr bwMode="auto">
          <a:xfrm flipH="1">
            <a:off x="3849688" y="4954588"/>
            <a:ext cx="1082675" cy="595312"/>
          </a:xfrm>
          <a:prstGeom prst="line">
            <a:avLst/>
          </a:prstGeom>
          <a:noFill/>
          <a:ln w="28575">
            <a:solidFill>
              <a:srgbClr val="333399"/>
            </a:solidFill>
            <a:prstDash val="dash"/>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297010" name="Rectangle 49"/>
          <p:cNvSpPr>
            <a:spLocks noChangeArrowheads="1"/>
          </p:cNvSpPr>
          <p:nvPr/>
        </p:nvSpPr>
        <p:spPr bwMode="auto">
          <a:xfrm>
            <a:off x="8562975" y="3932238"/>
            <a:ext cx="463550" cy="282575"/>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1" hangingPunct="1"/>
            <a:r>
              <a:rPr kumimoji="1" lang="en-US" altLang="zh-CN" sz="2000" b="1">
                <a:solidFill>
                  <a:srgbClr val="333399"/>
                </a:solidFill>
              </a:rPr>
              <a:t>1</a:t>
            </a:r>
          </a:p>
        </p:txBody>
      </p:sp>
      <p:sp>
        <p:nvSpPr>
          <p:cNvPr id="297011" name="Rectangle 50"/>
          <p:cNvSpPr>
            <a:spLocks noChangeArrowheads="1"/>
          </p:cNvSpPr>
          <p:nvPr/>
        </p:nvSpPr>
        <p:spPr bwMode="auto">
          <a:xfrm>
            <a:off x="8586788" y="5491163"/>
            <a:ext cx="463550" cy="285750"/>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1" hangingPunct="1"/>
            <a:r>
              <a:rPr kumimoji="1" lang="en-US" altLang="zh-CN" sz="2000" b="1">
                <a:solidFill>
                  <a:srgbClr val="333399"/>
                </a:solidFill>
              </a:rPr>
              <a:t>1</a:t>
            </a:r>
          </a:p>
        </p:txBody>
      </p:sp>
      <p:sp>
        <p:nvSpPr>
          <p:cNvPr id="297012" name="Rectangle 51"/>
          <p:cNvSpPr>
            <a:spLocks noChangeArrowheads="1"/>
          </p:cNvSpPr>
          <p:nvPr/>
        </p:nvSpPr>
        <p:spPr bwMode="auto">
          <a:xfrm>
            <a:off x="2065338" y="5491163"/>
            <a:ext cx="463550" cy="285750"/>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1" hangingPunct="1"/>
            <a:r>
              <a:rPr kumimoji="1" lang="en-US" altLang="zh-CN" sz="2000" b="1">
                <a:solidFill>
                  <a:srgbClr val="333399"/>
                </a:solidFill>
              </a:rPr>
              <a:t>1</a:t>
            </a:r>
          </a:p>
        </p:txBody>
      </p:sp>
      <p:sp>
        <p:nvSpPr>
          <p:cNvPr id="297013" name="Rectangle 52"/>
          <p:cNvSpPr>
            <a:spLocks noChangeArrowheads="1"/>
          </p:cNvSpPr>
          <p:nvPr/>
        </p:nvSpPr>
        <p:spPr bwMode="auto">
          <a:xfrm flipH="1">
            <a:off x="7067550" y="3863975"/>
            <a:ext cx="463550" cy="395288"/>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1" hangingPunct="1"/>
            <a:r>
              <a:rPr kumimoji="1" lang="en-US" altLang="zh-CN" sz="2000" b="1">
                <a:solidFill>
                  <a:srgbClr val="333399"/>
                </a:solidFill>
              </a:rPr>
              <a:t>3</a:t>
            </a:r>
          </a:p>
        </p:txBody>
      </p:sp>
      <p:sp>
        <p:nvSpPr>
          <p:cNvPr id="297014" name="Rectangle 53"/>
          <p:cNvSpPr>
            <a:spLocks noChangeArrowheads="1"/>
          </p:cNvSpPr>
          <p:nvPr/>
        </p:nvSpPr>
        <p:spPr bwMode="auto">
          <a:xfrm flipH="1">
            <a:off x="7067550" y="5437188"/>
            <a:ext cx="463550" cy="396875"/>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1" hangingPunct="1"/>
            <a:r>
              <a:rPr kumimoji="1" lang="en-US" altLang="zh-CN" sz="2000" b="1">
                <a:solidFill>
                  <a:srgbClr val="333399"/>
                </a:solidFill>
              </a:rPr>
              <a:t>3</a:t>
            </a:r>
          </a:p>
        </p:txBody>
      </p:sp>
      <p:sp>
        <p:nvSpPr>
          <p:cNvPr id="297015" name="Rectangle 54"/>
          <p:cNvSpPr>
            <a:spLocks noChangeArrowheads="1"/>
          </p:cNvSpPr>
          <p:nvPr/>
        </p:nvSpPr>
        <p:spPr bwMode="auto">
          <a:xfrm>
            <a:off x="2065338" y="3932238"/>
            <a:ext cx="463550" cy="282575"/>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1" hangingPunct="1"/>
            <a:r>
              <a:rPr kumimoji="1" lang="en-US" altLang="zh-CN" sz="2000" b="1">
                <a:solidFill>
                  <a:srgbClr val="333399"/>
                </a:solidFill>
              </a:rPr>
              <a:t>1</a:t>
            </a:r>
          </a:p>
        </p:txBody>
      </p:sp>
      <p:sp>
        <p:nvSpPr>
          <p:cNvPr id="297016" name="Rectangle 55"/>
          <p:cNvSpPr>
            <a:spLocks noChangeArrowheads="1"/>
          </p:cNvSpPr>
          <p:nvPr/>
        </p:nvSpPr>
        <p:spPr bwMode="auto">
          <a:xfrm>
            <a:off x="2801938" y="3898900"/>
            <a:ext cx="463550" cy="330200"/>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1" hangingPunct="1"/>
            <a:r>
              <a:rPr kumimoji="1" lang="en-US" altLang="zh-CN" sz="2000" b="1">
                <a:solidFill>
                  <a:srgbClr val="333399"/>
                </a:solidFill>
              </a:rPr>
              <a:t>2</a:t>
            </a:r>
          </a:p>
        </p:txBody>
      </p:sp>
      <p:sp>
        <p:nvSpPr>
          <p:cNvPr id="297017" name="Rectangle 56"/>
          <p:cNvSpPr>
            <a:spLocks noChangeArrowheads="1"/>
          </p:cNvSpPr>
          <p:nvPr/>
        </p:nvSpPr>
        <p:spPr bwMode="auto">
          <a:xfrm>
            <a:off x="2801938" y="5470525"/>
            <a:ext cx="463550" cy="330200"/>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1" hangingPunct="1"/>
            <a:r>
              <a:rPr kumimoji="1" lang="en-US" altLang="zh-CN" sz="2000" b="1">
                <a:solidFill>
                  <a:srgbClr val="333399"/>
                </a:solidFill>
              </a:rPr>
              <a:t>2</a:t>
            </a:r>
          </a:p>
        </p:txBody>
      </p:sp>
      <p:sp>
        <p:nvSpPr>
          <p:cNvPr id="297018" name="Rectangle 57"/>
          <p:cNvSpPr>
            <a:spLocks noChangeArrowheads="1"/>
          </p:cNvSpPr>
          <p:nvPr/>
        </p:nvSpPr>
        <p:spPr bwMode="auto">
          <a:xfrm flipH="1">
            <a:off x="7815263" y="3898900"/>
            <a:ext cx="463550" cy="330200"/>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1" hangingPunct="1"/>
            <a:r>
              <a:rPr kumimoji="1" lang="en-US" altLang="zh-CN" sz="2000" b="1">
                <a:solidFill>
                  <a:srgbClr val="333399"/>
                </a:solidFill>
              </a:rPr>
              <a:t>2</a:t>
            </a:r>
          </a:p>
        </p:txBody>
      </p:sp>
      <p:sp>
        <p:nvSpPr>
          <p:cNvPr id="297019" name="Rectangle 58"/>
          <p:cNvSpPr>
            <a:spLocks noChangeArrowheads="1"/>
          </p:cNvSpPr>
          <p:nvPr/>
        </p:nvSpPr>
        <p:spPr bwMode="auto">
          <a:xfrm flipH="1">
            <a:off x="7826375" y="5470525"/>
            <a:ext cx="463550" cy="330200"/>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1" hangingPunct="1"/>
            <a:r>
              <a:rPr kumimoji="1" lang="en-US" altLang="zh-CN" sz="2000" b="1">
                <a:solidFill>
                  <a:srgbClr val="333399"/>
                </a:solidFill>
              </a:rPr>
              <a:t>2</a:t>
            </a:r>
          </a:p>
        </p:txBody>
      </p:sp>
      <p:sp>
        <p:nvSpPr>
          <p:cNvPr id="297020" name="Text Box 59"/>
          <p:cNvSpPr txBox="1">
            <a:spLocks noChangeArrowheads="1"/>
          </p:cNvSpPr>
          <p:nvPr/>
        </p:nvSpPr>
        <p:spPr bwMode="auto">
          <a:xfrm>
            <a:off x="911424" y="1719263"/>
            <a:ext cx="2516188" cy="1216025"/>
          </a:xfrm>
          <a:prstGeom prst="rect">
            <a:avLst/>
          </a:prstGeom>
          <a:solidFill>
            <a:srgbClr val="CCFFFF"/>
          </a:solidFill>
          <a:ln w="28575">
            <a:solidFill>
              <a:srgbClr val="333399"/>
            </a:solidFill>
            <a:miter lim="800000"/>
            <a:headEnd/>
            <a:tailEnd/>
          </a:ln>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400" b="1">
                <a:solidFill>
                  <a:srgbClr val="333399"/>
                </a:solidFill>
                <a:latin typeface="Arial" charset="0"/>
                <a:ea typeface="宋体" pitchFamily="2" charset="-122"/>
              </a:rPr>
              <a:t>3——</a:t>
            </a:r>
            <a:r>
              <a:rPr kumimoji="1" lang="zh-CN" altLang="en-US" sz="2400" b="1">
                <a:solidFill>
                  <a:srgbClr val="333399"/>
                </a:solidFill>
                <a:latin typeface="Arial" charset="0"/>
                <a:ea typeface="宋体" pitchFamily="2" charset="-122"/>
              </a:rPr>
              <a:t>网络层</a:t>
            </a:r>
          </a:p>
          <a:p>
            <a:pPr eaLnBrk="1" hangingPunct="1"/>
            <a:r>
              <a:rPr kumimoji="1" lang="en-US" altLang="zh-CN" sz="2400" b="1">
                <a:solidFill>
                  <a:srgbClr val="333399"/>
                </a:solidFill>
                <a:latin typeface="Arial" charset="0"/>
                <a:ea typeface="宋体" pitchFamily="2" charset="-122"/>
              </a:rPr>
              <a:t>2——</a:t>
            </a:r>
            <a:r>
              <a:rPr kumimoji="1" lang="zh-CN" altLang="en-US" sz="2400" b="1">
                <a:solidFill>
                  <a:srgbClr val="333399"/>
                </a:solidFill>
                <a:latin typeface="Arial" charset="0"/>
                <a:ea typeface="宋体" pitchFamily="2" charset="-122"/>
              </a:rPr>
              <a:t>数据链路层</a:t>
            </a:r>
          </a:p>
          <a:p>
            <a:pPr eaLnBrk="1" hangingPunct="1"/>
            <a:r>
              <a:rPr kumimoji="1" lang="en-US" altLang="zh-CN" sz="2400" b="1">
                <a:solidFill>
                  <a:srgbClr val="333399"/>
                </a:solidFill>
                <a:latin typeface="Arial" charset="0"/>
                <a:ea typeface="宋体" pitchFamily="2" charset="-122"/>
              </a:rPr>
              <a:t>1——</a:t>
            </a:r>
            <a:r>
              <a:rPr kumimoji="1" lang="zh-CN" altLang="en-US" sz="2400" b="1">
                <a:solidFill>
                  <a:srgbClr val="333399"/>
                </a:solidFill>
                <a:latin typeface="Arial" charset="0"/>
                <a:ea typeface="宋体" pitchFamily="2" charset="-122"/>
              </a:rPr>
              <a:t>物理层</a:t>
            </a:r>
          </a:p>
        </p:txBody>
      </p:sp>
      <p:sp>
        <p:nvSpPr>
          <p:cNvPr id="297021" name="AutoShape 4"/>
          <p:cNvSpPr>
            <a:spLocks noChangeArrowheads="1"/>
          </p:cNvSpPr>
          <p:nvPr/>
        </p:nvSpPr>
        <p:spPr bwMode="auto">
          <a:xfrm>
            <a:off x="5280025" y="2987675"/>
            <a:ext cx="463550" cy="792163"/>
          </a:xfrm>
          <a:prstGeom prst="upDownArrow">
            <a:avLst>
              <a:gd name="adj1" fmla="val 50000"/>
              <a:gd name="adj2" fmla="val 34178"/>
            </a:avLst>
          </a:prstGeom>
          <a:solidFill>
            <a:srgbClr val="CC0099"/>
          </a:solidFill>
          <a:ln w="28575">
            <a:solidFill>
              <a:srgbClr val="CC0099"/>
            </a:solidFill>
            <a:miter lim="800000"/>
            <a:headEnd/>
            <a:tailEnd/>
          </a:ln>
        </p:spPr>
        <p:txBody>
          <a:bodyPr wrap="none" anchor="ctr"/>
          <a:lstStyle/>
          <a:p>
            <a:pPr eaLnBrk="1" hangingPunct="1"/>
            <a:endParaRPr lang="en-US" altLang="zh-CN" b="1"/>
          </a:p>
        </p:txBody>
      </p:sp>
      <p:cxnSp>
        <p:nvCxnSpPr>
          <p:cNvPr id="61" name="肘形连接符 60"/>
          <p:cNvCxnSpPr/>
          <p:nvPr/>
        </p:nvCxnSpPr>
        <p:spPr>
          <a:xfrm rot="5400000">
            <a:off x="3147813" y="2706071"/>
            <a:ext cx="1760727" cy="555081"/>
          </a:xfrm>
          <a:prstGeom prst="bentConnector3">
            <a:avLst>
              <a:gd name="adj1" fmla="val -726"/>
            </a:avLst>
          </a:prstGeom>
          <a:ln w="28575">
            <a:solidFill>
              <a:srgbClr val="333399"/>
            </a:solidFill>
            <a:prstDash val="dash"/>
            <a:tailEnd type="triangle" w="med" len="lg"/>
          </a:ln>
        </p:spPr>
        <p:style>
          <a:lnRef idx="1">
            <a:schemeClr val="dk1"/>
          </a:lnRef>
          <a:fillRef idx="0">
            <a:schemeClr val="dk1"/>
          </a:fillRef>
          <a:effectRef idx="0">
            <a:schemeClr val="dk1"/>
          </a:effectRef>
          <a:fontRef idx="minor">
            <a:schemeClr val="tx1"/>
          </a:fontRef>
        </p:style>
      </p:cxnSp>
      <p:cxnSp>
        <p:nvCxnSpPr>
          <p:cNvPr id="66" name="直接箭头连接符 65"/>
          <p:cNvCxnSpPr/>
          <p:nvPr/>
        </p:nvCxnSpPr>
        <p:spPr>
          <a:xfrm>
            <a:off x="3762268" y="4282030"/>
            <a:ext cx="0" cy="1153570"/>
          </a:xfrm>
          <a:prstGeom prst="straightConnector1">
            <a:avLst/>
          </a:prstGeom>
          <a:ln w="28575">
            <a:solidFill>
              <a:srgbClr val="333399"/>
            </a:solidFill>
            <a:prstDash val="sysDash"/>
            <a:tailEnd type="triangle" w="med" len="lg"/>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2"/>
          <p:cNvSpPr>
            <a:spLocks noGrp="1" noChangeArrowheads="1"/>
          </p:cNvSpPr>
          <p:nvPr>
            <p:ph type="title"/>
          </p:nvPr>
        </p:nvSpPr>
        <p:spPr/>
        <p:txBody>
          <a:bodyPr/>
          <a:lstStyle/>
          <a:p>
            <a:r>
              <a:rPr lang="zh-CN" altLang="en-US" dirty="0" smtClean="0"/>
              <a:t>端口对分组的处理 </a:t>
            </a:r>
          </a:p>
        </p:txBody>
      </p:sp>
      <p:grpSp>
        <p:nvGrpSpPr>
          <p:cNvPr id="299011" name="组合 26"/>
          <p:cNvGrpSpPr>
            <a:grpSpLocks/>
          </p:cNvGrpSpPr>
          <p:nvPr/>
        </p:nvGrpSpPr>
        <p:grpSpPr bwMode="auto">
          <a:xfrm>
            <a:off x="1774825" y="1340768"/>
            <a:ext cx="8305800" cy="2448272"/>
            <a:chOff x="409575" y="2015464"/>
            <a:chExt cx="8305621" cy="3483661"/>
          </a:xfrm>
        </p:grpSpPr>
        <p:sp>
          <p:nvSpPr>
            <p:cNvPr id="299036" name="Rectangle 4"/>
            <p:cNvSpPr>
              <a:spLocks noChangeArrowheads="1"/>
            </p:cNvSpPr>
            <p:nvPr/>
          </p:nvSpPr>
          <p:spPr bwMode="auto">
            <a:xfrm>
              <a:off x="1068388" y="2640028"/>
              <a:ext cx="6691312" cy="2662238"/>
            </a:xfrm>
            <a:prstGeom prst="rect">
              <a:avLst/>
            </a:prstGeom>
            <a:solidFill>
              <a:srgbClr val="CCECFF"/>
            </a:solidFill>
            <a:ln w="38100" cmpd="dbl">
              <a:solidFill>
                <a:schemeClr val="tx1"/>
              </a:solidFill>
              <a:miter lim="800000"/>
              <a:headEnd/>
              <a:tailEnd/>
            </a:ln>
          </p:spPr>
          <p:txBody>
            <a:bodyPr wrap="none" anchor="ctr"/>
            <a:lstStyle/>
            <a:p>
              <a:pPr eaLnBrk="1" hangingPunct="1"/>
              <a:endParaRPr lang="en-US" altLang="zh-CN" b="1"/>
            </a:p>
          </p:txBody>
        </p:sp>
        <p:sp>
          <p:nvSpPr>
            <p:cNvPr id="299037" name="Rectangle 5"/>
            <p:cNvSpPr>
              <a:spLocks noChangeArrowheads="1"/>
            </p:cNvSpPr>
            <p:nvPr/>
          </p:nvSpPr>
          <p:spPr bwMode="auto">
            <a:xfrm>
              <a:off x="1512888" y="3700691"/>
              <a:ext cx="1339850" cy="797297"/>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1" hangingPunct="1"/>
              <a:r>
                <a:rPr kumimoji="1" lang="zh-CN" altLang="en-US" sz="2000" b="1">
                  <a:solidFill>
                    <a:srgbClr val="333399"/>
                  </a:solidFill>
                </a:rPr>
                <a:t>物理层处理</a:t>
              </a:r>
            </a:p>
          </p:txBody>
        </p:sp>
        <p:sp>
          <p:nvSpPr>
            <p:cNvPr id="299038" name="Rectangle 6"/>
            <p:cNvSpPr>
              <a:spLocks noChangeArrowheads="1"/>
            </p:cNvSpPr>
            <p:nvPr/>
          </p:nvSpPr>
          <p:spPr bwMode="auto">
            <a:xfrm>
              <a:off x="3414713" y="3436432"/>
              <a:ext cx="1338262" cy="1328074"/>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1" hangingPunct="1"/>
              <a:r>
                <a:rPr kumimoji="1" lang="zh-CN" altLang="en-US" sz="2000" b="1">
                  <a:solidFill>
                    <a:srgbClr val="333399"/>
                  </a:solidFill>
                </a:rPr>
                <a:t>数据链路层</a:t>
              </a:r>
            </a:p>
            <a:p>
              <a:pPr algn="ctr" eaLnBrk="1" hangingPunct="1"/>
              <a:r>
                <a:rPr kumimoji="1" lang="zh-CN" altLang="en-US" sz="2000" b="1">
                  <a:solidFill>
                    <a:srgbClr val="333399"/>
                  </a:solidFill>
                </a:rPr>
                <a:t>处理</a:t>
              </a:r>
            </a:p>
          </p:txBody>
        </p:sp>
        <p:sp>
          <p:nvSpPr>
            <p:cNvPr id="299039" name="Rectangle 7"/>
            <p:cNvSpPr>
              <a:spLocks noChangeArrowheads="1"/>
            </p:cNvSpPr>
            <p:nvPr/>
          </p:nvSpPr>
          <p:spPr bwMode="auto">
            <a:xfrm>
              <a:off x="5411788" y="2896619"/>
              <a:ext cx="1901825" cy="2062130"/>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eaLnBrk="1" hangingPunct="1"/>
              <a:endParaRPr lang="en-US" altLang="zh-CN" b="1"/>
            </a:p>
          </p:txBody>
        </p:sp>
        <p:sp>
          <p:nvSpPr>
            <p:cNvPr id="299040" name="Line 8"/>
            <p:cNvSpPr>
              <a:spLocks noChangeShapeType="1"/>
            </p:cNvSpPr>
            <p:nvPr/>
          </p:nvSpPr>
          <p:spPr bwMode="auto">
            <a:xfrm flipV="1">
              <a:off x="827088" y="4100528"/>
              <a:ext cx="712787" cy="4763"/>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99041" name="Line 9"/>
            <p:cNvSpPr>
              <a:spLocks noChangeShapeType="1"/>
            </p:cNvSpPr>
            <p:nvPr/>
          </p:nvSpPr>
          <p:spPr bwMode="auto">
            <a:xfrm>
              <a:off x="2852738" y="4100528"/>
              <a:ext cx="56197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99042" name="Line 10"/>
            <p:cNvSpPr>
              <a:spLocks noChangeShapeType="1"/>
            </p:cNvSpPr>
            <p:nvPr/>
          </p:nvSpPr>
          <p:spPr bwMode="auto">
            <a:xfrm>
              <a:off x="4773613" y="4100528"/>
              <a:ext cx="647700"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99043" name="Line 11"/>
            <p:cNvSpPr>
              <a:spLocks noChangeShapeType="1"/>
            </p:cNvSpPr>
            <p:nvPr/>
          </p:nvSpPr>
          <p:spPr bwMode="auto">
            <a:xfrm>
              <a:off x="7313613" y="4100528"/>
              <a:ext cx="892175"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99044" name="Line 12"/>
            <p:cNvSpPr>
              <a:spLocks noChangeShapeType="1"/>
            </p:cNvSpPr>
            <p:nvPr/>
          </p:nvSpPr>
          <p:spPr bwMode="auto">
            <a:xfrm>
              <a:off x="8205788" y="2468578"/>
              <a:ext cx="0" cy="3005138"/>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99045" name="Freeform 13"/>
            <p:cNvSpPr>
              <a:spLocks/>
            </p:cNvSpPr>
            <p:nvPr/>
          </p:nvSpPr>
          <p:spPr bwMode="auto">
            <a:xfrm>
              <a:off x="5729288" y="3756041"/>
              <a:ext cx="1358900" cy="687387"/>
            </a:xfrm>
            <a:custGeom>
              <a:avLst/>
              <a:gdLst>
                <a:gd name="T0" fmla="*/ 0 w 816"/>
                <a:gd name="T1" fmla="*/ 0 h 336"/>
                <a:gd name="T2" fmla="*/ 2147483646 w 816"/>
                <a:gd name="T3" fmla="*/ 0 h 336"/>
                <a:gd name="T4" fmla="*/ 2147483646 w 816"/>
                <a:gd name="T5" fmla="*/ 2147483646 h 336"/>
                <a:gd name="T6" fmla="*/ 0 w 816"/>
                <a:gd name="T7" fmla="*/ 2147483646 h 336"/>
                <a:gd name="T8" fmla="*/ 0 60000 65536"/>
                <a:gd name="T9" fmla="*/ 0 60000 65536"/>
                <a:gd name="T10" fmla="*/ 0 60000 65536"/>
                <a:gd name="T11" fmla="*/ 0 60000 65536"/>
                <a:gd name="T12" fmla="*/ 0 w 816"/>
                <a:gd name="T13" fmla="*/ 0 h 336"/>
                <a:gd name="T14" fmla="*/ 816 w 816"/>
                <a:gd name="T15" fmla="*/ 336 h 336"/>
              </a:gdLst>
              <a:ahLst/>
              <a:cxnLst>
                <a:cxn ang="T8">
                  <a:pos x="T0" y="T1"/>
                </a:cxn>
                <a:cxn ang="T9">
                  <a:pos x="T2" y="T3"/>
                </a:cxn>
                <a:cxn ang="T10">
                  <a:pos x="T4" y="T5"/>
                </a:cxn>
                <a:cxn ang="T11">
                  <a:pos x="T6" y="T7"/>
                </a:cxn>
              </a:cxnLst>
              <a:rect l="T12" t="T13" r="T14" b="T15"/>
              <a:pathLst>
                <a:path w="816" h="336">
                  <a:moveTo>
                    <a:pt x="0" y="0"/>
                  </a:moveTo>
                  <a:lnTo>
                    <a:pt x="816" y="0"/>
                  </a:lnTo>
                  <a:lnTo>
                    <a:pt x="816" y="336"/>
                  </a:lnTo>
                  <a:lnTo>
                    <a:pt x="0" y="336"/>
                  </a:lnTo>
                </a:path>
              </a:pathLst>
            </a:custGeom>
            <a:solidFill>
              <a:srgbClr val="FFFF99"/>
            </a:solidFill>
            <a:ln w="28575">
              <a:solidFill>
                <a:srgbClr val="333399"/>
              </a:solidFill>
              <a:round/>
              <a:headEnd/>
              <a:tailEnd/>
            </a:ln>
          </p:spPr>
          <p:txBody>
            <a:bodyPr/>
            <a:lstStyle/>
            <a:p>
              <a:endParaRPr lang="zh-CN" altLang="en-US" b="1"/>
            </a:p>
          </p:txBody>
        </p:sp>
        <p:sp>
          <p:nvSpPr>
            <p:cNvPr id="299046" name="Line 14"/>
            <p:cNvSpPr>
              <a:spLocks noChangeShapeType="1"/>
            </p:cNvSpPr>
            <p:nvPr/>
          </p:nvSpPr>
          <p:spPr bwMode="auto">
            <a:xfrm>
              <a:off x="6927850" y="3756041"/>
              <a:ext cx="0" cy="687387"/>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99047" name="Line 15"/>
            <p:cNvSpPr>
              <a:spLocks noChangeShapeType="1"/>
            </p:cNvSpPr>
            <p:nvPr/>
          </p:nvSpPr>
          <p:spPr bwMode="auto">
            <a:xfrm>
              <a:off x="6769100" y="3756041"/>
              <a:ext cx="0" cy="687387"/>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99048" name="Line 16"/>
            <p:cNvSpPr>
              <a:spLocks noChangeShapeType="1"/>
            </p:cNvSpPr>
            <p:nvPr/>
          </p:nvSpPr>
          <p:spPr bwMode="auto">
            <a:xfrm>
              <a:off x="6607175" y="3756041"/>
              <a:ext cx="0" cy="687387"/>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99049" name="Line 17"/>
            <p:cNvSpPr>
              <a:spLocks noChangeShapeType="1"/>
            </p:cNvSpPr>
            <p:nvPr/>
          </p:nvSpPr>
          <p:spPr bwMode="auto">
            <a:xfrm>
              <a:off x="6448425" y="3756041"/>
              <a:ext cx="0" cy="687387"/>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99050" name="Line 18"/>
            <p:cNvSpPr>
              <a:spLocks noChangeShapeType="1"/>
            </p:cNvSpPr>
            <p:nvPr/>
          </p:nvSpPr>
          <p:spPr bwMode="auto">
            <a:xfrm>
              <a:off x="6289675" y="3756041"/>
              <a:ext cx="0" cy="687387"/>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99051" name="Line 19"/>
            <p:cNvSpPr>
              <a:spLocks noChangeShapeType="1"/>
            </p:cNvSpPr>
            <p:nvPr/>
          </p:nvSpPr>
          <p:spPr bwMode="auto">
            <a:xfrm>
              <a:off x="6129338" y="3756041"/>
              <a:ext cx="0" cy="687387"/>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99052" name="Text Box 20"/>
            <p:cNvSpPr txBox="1">
              <a:spLocks noChangeArrowheads="1"/>
            </p:cNvSpPr>
            <p:nvPr/>
          </p:nvSpPr>
          <p:spPr bwMode="auto">
            <a:xfrm>
              <a:off x="5691188" y="2813961"/>
              <a:ext cx="1467068" cy="1007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a:solidFill>
                    <a:srgbClr val="333399"/>
                  </a:solidFill>
                  <a:latin typeface="Arial" charset="0"/>
                  <a:ea typeface="宋体" pitchFamily="2" charset="-122"/>
                </a:rPr>
                <a:t>网络层处理</a:t>
              </a:r>
            </a:p>
            <a:p>
              <a:pPr eaLnBrk="1" hangingPunct="1"/>
              <a:r>
                <a:rPr kumimoji="1" lang="zh-CN" altLang="en-US" sz="2000" b="1" dirty="0">
                  <a:solidFill>
                    <a:srgbClr val="333399"/>
                  </a:solidFill>
                  <a:latin typeface="Arial" charset="0"/>
                  <a:ea typeface="宋体" pitchFamily="2" charset="-122"/>
                </a:rPr>
                <a:t>  分组排队</a:t>
              </a:r>
            </a:p>
          </p:txBody>
        </p:sp>
        <p:sp>
          <p:nvSpPr>
            <p:cNvPr id="299053" name="Text Box 21"/>
            <p:cNvSpPr txBox="1">
              <a:spLocks noChangeArrowheads="1"/>
            </p:cNvSpPr>
            <p:nvPr/>
          </p:nvSpPr>
          <p:spPr bwMode="auto">
            <a:xfrm>
              <a:off x="5810250" y="4437078"/>
              <a:ext cx="325730" cy="569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宋体" pitchFamily="2" charset="-122"/>
                </a:rPr>
                <a:t>  </a:t>
              </a:r>
            </a:p>
          </p:txBody>
        </p:sp>
        <p:sp>
          <p:nvSpPr>
            <p:cNvPr id="299054" name="Text Box 22"/>
            <p:cNvSpPr txBox="1">
              <a:spLocks noChangeArrowheads="1"/>
            </p:cNvSpPr>
            <p:nvPr/>
          </p:nvSpPr>
          <p:spPr bwMode="auto">
            <a:xfrm>
              <a:off x="8274050" y="3303603"/>
              <a:ext cx="441146" cy="1882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宋体" pitchFamily="2" charset="-122"/>
                </a:rPr>
                <a:t>交</a:t>
              </a:r>
            </a:p>
            <a:p>
              <a:pPr eaLnBrk="1" hangingPunct="1"/>
              <a:r>
                <a:rPr kumimoji="1" lang="zh-CN" altLang="en-US" sz="2000" b="1">
                  <a:solidFill>
                    <a:srgbClr val="333399"/>
                  </a:solidFill>
                  <a:latin typeface="Arial" charset="0"/>
                  <a:ea typeface="宋体" pitchFamily="2" charset="-122"/>
                </a:rPr>
                <a:t>换</a:t>
              </a:r>
            </a:p>
            <a:p>
              <a:pPr eaLnBrk="1" hangingPunct="1"/>
              <a:r>
                <a:rPr kumimoji="1" lang="zh-CN" altLang="en-US" sz="2000" b="1">
                  <a:solidFill>
                    <a:srgbClr val="333399"/>
                  </a:solidFill>
                  <a:latin typeface="Arial" charset="0"/>
                  <a:ea typeface="宋体" pitchFamily="2" charset="-122"/>
                </a:rPr>
                <a:t>结</a:t>
              </a:r>
            </a:p>
            <a:p>
              <a:pPr eaLnBrk="1" hangingPunct="1"/>
              <a:r>
                <a:rPr kumimoji="1" lang="zh-CN" altLang="en-US" sz="2000" b="1">
                  <a:solidFill>
                    <a:srgbClr val="333399"/>
                  </a:solidFill>
                  <a:latin typeface="Arial" charset="0"/>
                  <a:ea typeface="宋体" pitchFamily="2" charset="-122"/>
                </a:rPr>
                <a:t>构</a:t>
              </a:r>
            </a:p>
          </p:txBody>
        </p:sp>
        <p:sp>
          <p:nvSpPr>
            <p:cNvPr id="299055" name="Text Box 23"/>
            <p:cNvSpPr txBox="1">
              <a:spLocks noChangeArrowheads="1"/>
            </p:cNvSpPr>
            <p:nvPr/>
          </p:nvSpPr>
          <p:spPr bwMode="auto">
            <a:xfrm>
              <a:off x="3470735" y="2015464"/>
              <a:ext cx="1979986" cy="569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smtClean="0">
                  <a:solidFill>
                    <a:srgbClr val="333399"/>
                  </a:solidFill>
                  <a:latin typeface="Arial" charset="0"/>
                  <a:ea typeface="宋体" pitchFamily="2" charset="-122"/>
                </a:rPr>
                <a:t>输入</a:t>
              </a:r>
              <a:r>
                <a:rPr kumimoji="1" lang="zh-CN" altLang="en-US" sz="2000" b="1" dirty="0">
                  <a:solidFill>
                    <a:srgbClr val="333399"/>
                  </a:solidFill>
                  <a:latin typeface="Arial" charset="0"/>
                  <a:ea typeface="宋体" pitchFamily="2" charset="-122"/>
                </a:rPr>
                <a:t>端口的处理</a:t>
              </a:r>
            </a:p>
          </p:txBody>
        </p:sp>
        <p:sp>
          <p:nvSpPr>
            <p:cNvPr id="299056" name="Text Box 24"/>
            <p:cNvSpPr txBox="1">
              <a:spLocks noChangeArrowheads="1"/>
            </p:cNvSpPr>
            <p:nvPr/>
          </p:nvSpPr>
          <p:spPr bwMode="auto">
            <a:xfrm>
              <a:off x="409575" y="2609039"/>
              <a:ext cx="441146" cy="2890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lnSpc>
                  <a:spcPct val="90000"/>
                </a:lnSpc>
              </a:pPr>
              <a:r>
                <a:rPr kumimoji="1" lang="zh-CN" altLang="en-US" sz="2000" b="1" dirty="0">
                  <a:solidFill>
                    <a:srgbClr val="333399"/>
                  </a:solidFill>
                  <a:latin typeface="Arial" charset="0"/>
                  <a:ea typeface="宋体" pitchFamily="2" charset="-122"/>
                </a:rPr>
                <a:t>从</a:t>
              </a:r>
            </a:p>
            <a:p>
              <a:pPr eaLnBrk="1" hangingPunct="1">
                <a:lnSpc>
                  <a:spcPct val="90000"/>
                </a:lnSpc>
              </a:pPr>
              <a:r>
                <a:rPr kumimoji="1" lang="zh-CN" altLang="en-US" sz="2000" b="1" dirty="0">
                  <a:solidFill>
                    <a:srgbClr val="333399"/>
                  </a:solidFill>
                  <a:latin typeface="Arial" charset="0"/>
                  <a:ea typeface="宋体" pitchFamily="2" charset="-122"/>
                </a:rPr>
                <a:t>线</a:t>
              </a:r>
            </a:p>
            <a:p>
              <a:pPr eaLnBrk="1" hangingPunct="1">
                <a:lnSpc>
                  <a:spcPct val="90000"/>
                </a:lnSpc>
              </a:pPr>
              <a:r>
                <a:rPr kumimoji="1" lang="zh-CN" altLang="en-US" sz="2000" b="1" dirty="0">
                  <a:solidFill>
                    <a:srgbClr val="333399"/>
                  </a:solidFill>
                  <a:latin typeface="Arial" charset="0"/>
                  <a:ea typeface="宋体" pitchFamily="2" charset="-122"/>
                </a:rPr>
                <a:t>路</a:t>
              </a:r>
            </a:p>
            <a:p>
              <a:pPr eaLnBrk="1" hangingPunct="1">
                <a:lnSpc>
                  <a:spcPct val="90000"/>
                </a:lnSpc>
              </a:pPr>
              <a:r>
                <a:rPr kumimoji="1" lang="zh-CN" altLang="en-US" sz="2000" b="1" dirty="0">
                  <a:solidFill>
                    <a:srgbClr val="333399"/>
                  </a:solidFill>
                  <a:latin typeface="Arial" charset="0"/>
                  <a:ea typeface="宋体" pitchFamily="2" charset="-122"/>
                </a:rPr>
                <a:t>接</a:t>
              </a:r>
            </a:p>
            <a:p>
              <a:pPr eaLnBrk="1" hangingPunct="1">
                <a:lnSpc>
                  <a:spcPct val="90000"/>
                </a:lnSpc>
              </a:pPr>
              <a:r>
                <a:rPr kumimoji="1" lang="zh-CN" altLang="en-US" sz="2000" b="1" dirty="0">
                  <a:solidFill>
                    <a:srgbClr val="333399"/>
                  </a:solidFill>
                  <a:latin typeface="Arial" charset="0"/>
                  <a:ea typeface="宋体" pitchFamily="2" charset="-122"/>
                </a:rPr>
                <a:t>收</a:t>
              </a:r>
            </a:p>
            <a:p>
              <a:pPr eaLnBrk="1" hangingPunct="1">
                <a:lnSpc>
                  <a:spcPct val="90000"/>
                </a:lnSpc>
              </a:pPr>
              <a:r>
                <a:rPr kumimoji="1" lang="zh-CN" altLang="en-US" sz="2000" b="1" dirty="0">
                  <a:solidFill>
                    <a:srgbClr val="333399"/>
                  </a:solidFill>
                  <a:latin typeface="Arial" charset="0"/>
                  <a:ea typeface="宋体" pitchFamily="2" charset="-122"/>
                </a:rPr>
                <a:t>分</a:t>
              </a:r>
            </a:p>
            <a:p>
              <a:pPr eaLnBrk="1" hangingPunct="1">
                <a:lnSpc>
                  <a:spcPct val="90000"/>
                </a:lnSpc>
              </a:pPr>
              <a:r>
                <a:rPr kumimoji="1" lang="zh-CN" altLang="en-US" sz="2000" b="1" dirty="0">
                  <a:solidFill>
                    <a:srgbClr val="333399"/>
                  </a:solidFill>
                  <a:latin typeface="Arial" charset="0"/>
                  <a:ea typeface="宋体" pitchFamily="2" charset="-122"/>
                </a:rPr>
                <a:t>组</a:t>
              </a:r>
            </a:p>
          </p:txBody>
        </p:sp>
        <p:sp>
          <p:nvSpPr>
            <p:cNvPr id="299057" name="Text Box 25"/>
            <p:cNvSpPr txBox="1">
              <a:spLocks noChangeArrowheads="1"/>
            </p:cNvSpPr>
            <p:nvPr/>
          </p:nvSpPr>
          <p:spPr bwMode="auto">
            <a:xfrm>
              <a:off x="5741988" y="4465653"/>
              <a:ext cx="1467068" cy="569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宋体" pitchFamily="2" charset="-122"/>
                </a:rPr>
                <a:t>查表和转发</a:t>
              </a:r>
            </a:p>
          </p:txBody>
        </p:sp>
      </p:grpSp>
      <p:cxnSp>
        <p:nvCxnSpPr>
          <p:cNvPr id="30" name="直接连接符 29">
            <a:extLst>
              <a:ext uri="{FF2B5EF4-FFF2-40B4-BE49-F238E27FC236}"/>
            </a:extLst>
          </p:cNvPr>
          <p:cNvCxnSpPr/>
          <p:nvPr/>
        </p:nvCxnSpPr>
        <p:spPr>
          <a:xfrm>
            <a:off x="1793875" y="4075485"/>
            <a:ext cx="8143875" cy="1587"/>
          </a:xfrm>
          <a:prstGeom prst="line">
            <a:avLst/>
          </a:prstGeom>
          <a:ln w="60325"/>
        </p:spPr>
        <p:style>
          <a:lnRef idx="1">
            <a:schemeClr val="accent1"/>
          </a:lnRef>
          <a:fillRef idx="0">
            <a:schemeClr val="accent1"/>
          </a:fillRef>
          <a:effectRef idx="0">
            <a:schemeClr val="accent1"/>
          </a:effectRef>
          <a:fontRef idx="minor">
            <a:schemeClr val="tx1"/>
          </a:fontRef>
        </p:style>
      </p:cxnSp>
      <p:grpSp>
        <p:nvGrpSpPr>
          <p:cNvPr id="299014" name="组合 30"/>
          <p:cNvGrpSpPr>
            <a:grpSpLocks/>
          </p:cNvGrpSpPr>
          <p:nvPr/>
        </p:nvGrpSpPr>
        <p:grpSpPr bwMode="auto">
          <a:xfrm>
            <a:off x="1760538" y="4149081"/>
            <a:ext cx="8255000" cy="2477754"/>
            <a:chOff x="395288" y="1905259"/>
            <a:chExt cx="8254821" cy="3444606"/>
          </a:xfrm>
        </p:grpSpPr>
        <p:sp>
          <p:nvSpPr>
            <p:cNvPr id="299015" name="Rectangle 4"/>
            <p:cNvSpPr>
              <a:spLocks noChangeArrowheads="1"/>
            </p:cNvSpPr>
            <p:nvPr/>
          </p:nvSpPr>
          <p:spPr bwMode="auto">
            <a:xfrm>
              <a:off x="1317625" y="2508240"/>
              <a:ext cx="6684963" cy="2670175"/>
            </a:xfrm>
            <a:prstGeom prst="rect">
              <a:avLst/>
            </a:prstGeom>
            <a:solidFill>
              <a:srgbClr val="CCECFF"/>
            </a:solidFill>
            <a:ln w="38100" cmpd="dbl">
              <a:solidFill>
                <a:schemeClr val="tx1"/>
              </a:solidFill>
              <a:miter lim="800000"/>
              <a:headEnd/>
              <a:tailEnd/>
            </a:ln>
          </p:spPr>
          <p:txBody>
            <a:bodyPr wrap="none" anchor="ctr"/>
            <a:lstStyle/>
            <a:p>
              <a:pPr eaLnBrk="1" hangingPunct="1"/>
              <a:endParaRPr lang="en-US" altLang="zh-CN" b="1"/>
            </a:p>
          </p:txBody>
        </p:sp>
        <p:sp>
          <p:nvSpPr>
            <p:cNvPr id="299016" name="Rectangle 5"/>
            <p:cNvSpPr>
              <a:spLocks noChangeArrowheads="1"/>
            </p:cNvSpPr>
            <p:nvPr/>
          </p:nvSpPr>
          <p:spPr bwMode="auto">
            <a:xfrm>
              <a:off x="6221413" y="3572801"/>
              <a:ext cx="1335087" cy="799127"/>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1" hangingPunct="1"/>
              <a:r>
                <a:rPr kumimoji="1" lang="zh-CN" altLang="en-US" sz="2000" b="1">
                  <a:solidFill>
                    <a:srgbClr val="333399"/>
                  </a:solidFill>
                </a:rPr>
                <a:t>物理层处理</a:t>
              </a:r>
            </a:p>
          </p:txBody>
        </p:sp>
        <p:sp>
          <p:nvSpPr>
            <p:cNvPr id="299017" name="Rectangle 6"/>
            <p:cNvSpPr>
              <a:spLocks noChangeArrowheads="1"/>
            </p:cNvSpPr>
            <p:nvPr/>
          </p:nvSpPr>
          <p:spPr bwMode="auto">
            <a:xfrm>
              <a:off x="4322763" y="3307897"/>
              <a:ext cx="1335087" cy="1331142"/>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1" hangingPunct="1"/>
              <a:r>
                <a:rPr kumimoji="1" lang="zh-CN" altLang="en-US" sz="2000" b="1">
                  <a:solidFill>
                    <a:srgbClr val="333399"/>
                  </a:solidFill>
                </a:rPr>
                <a:t>数据链路层</a:t>
              </a:r>
            </a:p>
            <a:p>
              <a:pPr algn="ctr" eaLnBrk="1" hangingPunct="1"/>
              <a:r>
                <a:rPr kumimoji="1" lang="zh-CN" altLang="en-US" sz="2000" b="1">
                  <a:solidFill>
                    <a:srgbClr val="333399"/>
                  </a:solidFill>
                </a:rPr>
                <a:t>处理</a:t>
              </a:r>
            </a:p>
          </p:txBody>
        </p:sp>
        <p:sp>
          <p:nvSpPr>
            <p:cNvPr id="299018" name="Rectangle 7"/>
            <p:cNvSpPr>
              <a:spLocks noChangeArrowheads="1"/>
            </p:cNvSpPr>
            <p:nvPr/>
          </p:nvSpPr>
          <p:spPr bwMode="auto">
            <a:xfrm>
              <a:off x="1763713" y="2764844"/>
              <a:ext cx="1900237" cy="2068458"/>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eaLnBrk="1" hangingPunct="1"/>
              <a:endParaRPr lang="en-US" altLang="zh-CN" b="1"/>
            </a:p>
          </p:txBody>
        </p:sp>
        <p:sp>
          <p:nvSpPr>
            <p:cNvPr id="299019" name="Line 8"/>
            <p:cNvSpPr>
              <a:spLocks noChangeShapeType="1"/>
            </p:cNvSpPr>
            <p:nvPr/>
          </p:nvSpPr>
          <p:spPr bwMode="auto">
            <a:xfrm flipV="1">
              <a:off x="7529513" y="3973503"/>
              <a:ext cx="679450"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99020" name="Line 9"/>
            <p:cNvSpPr>
              <a:spLocks noChangeShapeType="1"/>
            </p:cNvSpPr>
            <p:nvPr/>
          </p:nvSpPr>
          <p:spPr bwMode="auto">
            <a:xfrm>
              <a:off x="5657850" y="3973503"/>
              <a:ext cx="563563"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99021" name="Line 10"/>
            <p:cNvSpPr>
              <a:spLocks noChangeShapeType="1"/>
            </p:cNvSpPr>
            <p:nvPr/>
          </p:nvSpPr>
          <p:spPr bwMode="auto">
            <a:xfrm>
              <a:off x="3654425" y="3973503"/>
              <a:ext cx="647700"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99022" name="Line 11"/>
            <p:cNvSpPr>
              <a:spLocks noChangeShapeType="1"/>
            </p:cNvSpPr>
            <p:nvPr/>
          </p:nvSpPr>
          <p:spPr bwMode="auto">
            <a:xfrm>
              <a:off x="873125" y="3973503"/>
              <a:ext cx="890588" cy="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sp>
          <p:nvSpPr>
            <p:cNvPr id="299023" name="Line 12"/>
            <p:cNvSpPr>
              <a:spLocks noChangeShapeType="1"/>
            </p:cNvSpPr>
            <p:nvPr/>
          </p:nvSpPr>
          <p:spPr bwMode="auto">
            <a:xfrm>
              <a:off x="873125" y="2336790"/>
              <a:ext cx="0" cy="3013075"/>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99024" name="Freeform 13"/>
            <p:cNvSpPr>
              <a:spLocks/>
            </p:cNvSpPr>
            <p:nvPr/>
          </p:nvSpPr>
          <p:spPr bwMode="auto">
            <a:xfrm>
              <a:off x="1989138" y="3627428"/>
              <a:ext cx="1355725" cy="688975"/>
            </a:xfrm>
            <a:custGeom>
              <a:avLst/>
              <a:gdLst>
                <a:gd name="T0" fmla="*/ 0 w 816"/>
                <a:gd name="T1" fmla="*/ 0 h 336"/>
                <a:gd name="T2" fmla="*/ 2147483646 w 816"/>
                <a:gd name="T3" fmla="*/ 0 h 336"/>
                <a:gd name="T4" fmla="*/ 2147483646 w 816"/>
                <a:gd name="T5" fmla="*/ 2147483646 h 336"/>
                <a:gd name="T6" fmla="*/ 0 w 816"/>
                <a:gd name="T7" fmla="*/ 2147483646 h 336"/>
                <a:gd name="T8" fmla="*/ 0 60000 65536"/>
                <a:gd name="T9" fmla="*/ 0 60000 65536"/>
                <a:gd name="T10" fmla="*/ 0 60000 65536"/>
                <a:gd name="T11" fmla="*/ 0 60000 65536"/>
                <a:gd name="T12" fmla="*/ 0 w 816"/>
                <a:gd name="T13" fmla="*/ 0 h 336"/>
                <a:gd name="T14" fmla="*/ 816 w 816"/>
                <a:gd name="T15" fmla="*/ 336 h 336"/>
              </a:gdLst>
              <a:ahLst/>
              <a:cxnLst>
                <a:cxn ang="T8">
                  <a:pos x="T0" y="T1"/>
                </a:cxn>
                <a:cxn ang="T9">
                  <a:pos x="T2" y="T3"/>
                </a:cxn>
                <a:cxn ang="T10">
                  <a:pos x="T4" y="T5"/>
                </a:cxn>
                <a:cxn ang="T11">
                  <a:pos x="T6" y="T7"/>
                </a:cxn>
              </a:cxnLst>
              <a:rect l="T12" t="T13" r="T14" b="T15"/>
              <a:pathLst>
                <a:path w="816" h="336">
                  <a:moveTo>
                    <a:pt x="0" y="0"/>
                  </a:moveTo>
                  <a:lnTo>
                    <a:pt x="816" y="0"/>
                  </a:lnTo>
                  <a:lnTo>
                    <a:pt x="816" y="336"/>
                  </a:lnTo>
                  <a:lnTo>
                    <a:pt x="0" y="336"/>
                  </a:lnTo>
                </a:path>
              </a:pathLst>
            </a:custGeom>
            <a:noFill/>
            <a:ln w="28575">
              <a:solidFill>
                <a:srgbClr val="333399"/>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299025" name="Line 14"/>
            <p:cNvSpPr>
              <a:spLocks noChangeShapeType="1"/>
            </p:cNvSpPr>
            <p:nvPr/>
          </p:nvSpPr>
          <p:spPr bwMode="auto">
            <a:xfrm>
              <a:off x="2395538" y="3627428"/>
              <a:ext cx="0" cy="688975"/>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99026" name="Line 15"/>
            <p:cNvSpPr>
              <a:spLocks noChangeShapeType="1"/>
            </p:cNvSpPr>
            <p:nvPr/>
          </p:nvSpPr>
          <p:spPr bwMode="auto">
            <a:xfrm>
              <a:off x="2554288" y="3627428"/>
              <a:ext cx="0" cy="688975"/>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99027" name="Line 16"/>
            <p:cNvSpPr>
              <a:spLocks noChangeShapeType="1"/>
            </p:cNvSpPr>
            <p:nvPr/>
          </p:nvSpPr>
          <p:spPr bwMode="auto">
            <a:xfrm>
              <a:off x="2714625" y="3627428"/>
              <a:ext cx="0" cy="688975"/>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99028" name="Line 17"/>
            <p:cNvSpPr>
              <a:spLocks noChangeShapeType="1"/>
            </p:cNvSpPr>
            <p:nvPr/>
          </p:nvSpPr>
          <p:spPr bwMode="auto">
            <a:xfrm>
              <a:off x="2874963" y="3627428"/>
              <a:ext cx="0" cy="688975"/>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99029" name="Line 18"/>
            <p:cNvSpPr>
              <a:spLocks noChangeShapeType="1"/>
            </p:cNvSpPr>
            <p:nvPr/>
          </p:nvSpPr>
          <p:spPr bwMode="auto">
            <a:xfrm>
              <a:off x="3032125" y="3627428"/>
              <a:ext cx="0" cy="688975"/>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99030" name="Line 19"/>
            <p:cNvSpPr>
              <a:spLocks noChangeShapeType="1"/>
            </p:cNvSpPr>
            <p:nvPr/>
          </p:nvSpPr>
          <p:spPr bwMode="auto">
            <a:xfrm>
              <a:off x="3192463" y="3627428"/>
              <a:ext cx="0" cy="688975"/>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99031" name="Text Box 20"/>
            <p:cNvSpPr txBox="1">
              <a:spLocks noChangeArrowheads="1"/>
            </p:cNvSpPr>
            <p:nvPr/>
          </p:nvSpPr>
          <p:spPr bwMode="auto">
            <a:xfrm>
              <a:off x="1979613" y="2765607"/>
              <a:ext cx="1467068" cy="941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lnSpc>
                  <a:spcPct val="95000"/>
                </a:lnSpc>
              </a:pPr>
              <a:r>
                <a:rPr kumimoji="1" lang="zh-CN" altLang="en-US" sz="2000" b="1" dirty="0">
                  <a:solidFill>
                    <a:srgbClr val="333399"/>
                  </a:solidFill>
                  <a:latin typeface="Arial" charset="0"/>
                  <a:ea typeface="宋体" pitchFamily="2" charset="-122"/>
                </a:rPr>
                <a:t>网络层处理</a:t>
              </a:r>
            </a:p>
            <a:p>
              <a:pPr eaLnBrk="1" hangingPunct="1">
                <a:lnSpc>
                  <a:spcPct val="95000"/>
                </a:lnSpc>
              </a:pPr>
              <a:r>
                <a:rPr kumimoji="1" lang="zh-CN" altLang="en-US" sz="2000" b="1" dirty="0">
                  <a:solidFill>
                    <a:srgbClr val="333399"/>
                  </a:solidFill>
                  <a:latin typeface="Arial" charset="0"/>
                  <a:ea typeface="宋体" pitchFamily="2" charset="-122"/>
                </a:rPr>
                <a:t>  分组排队 </a:t>
              </a:r>
            </a:p>
          </p:txBody>
        </p:sp>
        <p:sp>
          <p:nvSpPr>
            <p:cNvPr id="299032" name="Text Box 21"/>
            <p:cNvSpPr txBox="1">
              <a:spLocks noChangeArrowheads="1"/>
            </p:cNvSpPr>
            <p:nvPr/>
          </p:nvSpPr>
          <p:spPr bwMode="auto">
            <a:xfrm>
              <a:off x="3563938" y="1905259"/>
              <a:ext cx="1979986" cy="55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smtClean="0">
                  <a:solidFill>
                    <a:srgbClr val="333399"/>
                  </a:solidFill>
                  <a:latin typeface="Arial" charset="0"/>
                  <a:ea typeface="宋体" pitchFamily="2" charset="-122"/>
                </a:rPr>
                <a:t>输出</a:t>
              </a:r>
              <a:r>
                <a:rPr kumimoji="1" lang="zh-CN" altLang="en-US" sz="2000" b="1" dirty="0">
                  <a:solidFill>
                    <a:srgbClr val="333399"/>
                  </a:solidFill>
                  <a:latin typeface="Arial" charset="0"/>
                  <a:ea typeface="宋体" pitchFamily="2" charset="-122"/>
                </a:rPr>
                <a:t>端口的处理</a:t>
              </a:r>
            </a:p>
          </p:txBody>
        </p:sp>
        <p:sp>
          <p:nvSpPr>
            <p:cNvPr id="299033" name="Text Box 22"/>
            <p:cNvSpPr txBox="1">
              <a:spLocks noChangeArrowheads="1"/>
            </p:cNvSpPr>
            <p:nvPr/>
          </p:nvSpPr>
          <p:spPr bwMode="auto">
            <a:xfrm>
              <a:off x="8208963" y="2405791"/>
              <a:ext cx="441146" cy="2824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lnSpc>
                  <a:spcPct val="90000"/>
                </a:lnSpc>
              </a:pPr>
              <a:r>
                <a:rPr kumimoji="1" lang="zh-CN" altLang="en-US" sz="2000" b="1" dirty="0">
                  <a:solidFill>
                    <a:srgbClr val="333399"/>
                  </a:solidFill>
                  <a:latin typeface="Arial" charset="0"/>
                  <a:ea typeface="宋体" pitchFamily="2" charset="-122"/>
                </a:rPr>
                <a:t>向</a:t>
              </a:r>
            </a:p>
            <a:p>
              <a:pPr eaLnBrk="1" hangingPunct="1">
                <a:lnSpc>
                  <a:spcPct val="90000"/>
                </a:lnSpc>
              </a:pPr>
              <a:r>
                <a:rPr kumimoji="1" lang="zh-CN" altLang="en-US" sz="2000" b="1" dirty="0">
                  <a:solidFill>
                    <a:srgbClr val="333399"/>
                  </a:solidFill>
                  <a:latin typeface="Arial" charset="0"/>
                  <a:ea typeface="宋体" pitchFamily="2" charset="-122"/>
                </a:rPr>
                <a:t>线</a:t>
              </a:r>
            </a:p>
            <a:p>
              <a:pPr eaLnBrk="1" hangingPunct="1">
                <a:lnSpc>
                  <a:spcPct val="90000"/>
                </a:lnSpc>
              </a:pPr>
              <a:r>
                <a:rPr kumimoji="1" lang="zh-CN" altLang="en-US" sz="2000" b="1" dirty="0">
                  <a:solidFill>
                    <a:srgbClr val="333399"/>
                  </a:solidFill>
                  <a:latin typeface="Arial" charset="0"/>
                  <a:ea typeface="宋体" pitchFamily="2" charset="-122"/>
                </a:rPr>
                <a:t>路</a:t>
              </a:r>
            </a:p>
            <a:p>
              <a:pPr eaLnBrk="1" hangingPunct="1">
                <a:lnSpc>
                  <a:spcPct val="90000"/>
                </a:lnSpc>
              </a:pPr>
              <a:r>
                <a:rPr kumimoji="1" lang="zh-CN" altLang="en-US" sz="2000" b="1" dirty="0">
                  <a:solidFill>
                    <a:srgbClr val="333399"/>
                  </a:solidFill>
                  <a:latin typeface="Arial" charset="0"/>
                  <a:ea typeface="宋体" pitchFamily="2" charset="-122"/>
                </a:rPr>
                <a:t>发</a:t>
              </a:r>
            </a:p>
            <a:p>
              <a:pPr eaLnBrk="1" hangingPunct="1">
                <a:lnSpc>
                  <a:spcPct val="90000"/>
                </a:lnSpc>
              </a:pPr>
              <a:r>
                <a:rPr kumimoji="1" lang="zh-CN" altLang="en-US" sz="2000" b="1" dirty="0">
                  <a:solidFill>
                    <a:srgbClr val="333399"/>
                  </a:solidFill>
                  <a:latin typeface="Arial" charset="0"/>
                  <a:ea typeface="宋体" pitchFamily="2" charset="-122"/>
                </a:rPr>
                <a:t>送</a:t>
              </a:r>
            </a:p>
            <a:p>
              <a:pPr eaLnBrk="1" hangingPunct="1">
                <a:lnSpc>
                  <a:spcPct val="90000"/>
                </a:lnSpc>
              </a:pPr>
              <a:r>
                <a:rPr kumimoji="1" lang="zh-CN" altLang="en-US" sz="2000" b="1" dirty="0">
                  <a:solidFill>
                    <a:srgbClr val="333399"/>
                  </a:solidFill>
                  <a:latin typeface="Arial" charset="0"/>
                  <a:ea typeface="宋体" pitchFamily="2" charset="-122"/>
                </a:rPr>
                <a:t>分</a:t>
              </a:r>
            </a:p>
            <a:p>
              <a:pPr eaLnBrk="1" hangingPunct="1">
                <a:lnSpc>
                  <a:spcPct val="90000"/>
                </a:lnSpc>
              </a:pPr>
              <a:r>
                <a:rPr kumimoji="1" lang="zh-CN" altLang="en-US" sz="2000" b="1" dirty="0">
                  <a:solidFill>
                    <a:srgbClr val="333399"/>
                  </a:solidFill>
                  <a:latin typeface="Arial" charset="0"/>
                  <a:ea typeface="宋体" pitchFamily="2" charset="-122"/>
                </a:rPr>
                <a:t>组</a:t>
              </a:r>
            </a:p>
          </p:txBody>
        </p:sp>
        <p:sp>
          <p:nvSpPr>
            <p:cNvPr id="299034" name="Text Box 23"/>
            <p:cNvSpPr txBox="1">
              <a:spLocks noChangeArrowheads="1"/>
            </p:cNvSpPr>
            <p:nvPr/>
          </p:nvSpPr>
          <p:spPr bwMode="auto">
            <a:xfrm>
              <a:off x="2149475" y="4310054"/>
              <a:ext cx="1210588" cy="556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宋体" pitchFamily="2" charset="-122"/>
                </a:rPr>
                <a:t>缓存管理</a:t>
              </a:r>
            </a:p>
          </p:txBody>
        </p:sp>
        <p:sp>
          <p:nvSpPr>
            <p:cNvPr id="299035" name="Text Box 24"/>
            <p:cNvSpPr txBox="1">
              <a:spLocks noChangeArrowheads="1"/>
            </p:cNvSpPr>
            <p:nvPr/>
          </p:nvSpPr>
          <p:spPr bwMode="auto">
            <a:xfrm>
              <a:off x="395288" y="3182928"/>
              <a:ext cx="441146" cy="184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宋体" pitchFamily="2" charset="-122"/>
                </a:rPr>
                <a:t>交</a:t>
              </a:r>
            </a:p>
            <a:p>
              <a:pPr eaLnBrk="1" hangingPunct="1"/>
              <a:r>
                <a:rPr kumimoji="1" lang="zh-CN" altLang="en-US" sz="2000" b="1">
                  <a:solidFill>
                    <a:srgbClr val="333399"/>
                  </a:solidFill>
                  <a:latin typeface="Arial" charset="0"/>
                  <a:ea typeface="宋体" pitchFamily="2" charset="-122"/>
                </a:rPr>
                <a:t>换</a:t>
              </a:r>
            </a:p>
            <a:p>
              <a:pPr eaLnBrk="1" hangingPunct="1"/>
              <a:r>
                <a:rPr kumimoji="1" lang="zh-CN" altLang="en-US" sz="2000" b="1">
                  <a:solidFill>
                    <a:srgbClr val="333399"/>
                  </a:solidFill>
                  <a:latin typeface="Arial" charset="0"/>
                  <a:ea typeface="宋体" pitchFamily="2" charset="-122"/>
                </a:rPr>
                <a:t>结</a:t>
              </a:r>
            </a:p>
            <a:p>
              <a:pPr eaLnBrk="1" hangingPunct="1"/>
              <a:r>
                <a:rPr kumimoji="1" lang="zh-CN" altLang="en-US" sz="2000" b="1">
                  <a:solidFill>
                    <a:srgbClr val="333399"/>
                  </a:solidFill>
                  <a:latin typeface="Arial" charset="0"/>
                  <a:ea typeface="宋体" pitchFamily="2" charset="-122"/>
                </a:rPr>
                <a:t>构</a:t>
              </a:r>
            </a:p>
          </p:txBody>
        </p:sp>
      </p:grpSp>
    </p:spTree>
  </p:cSld>
  <p:clrMapOvr>
    <a:masterClrMapping/>
  </p:clrMapOvr>
  <p:transition spd="slow"/>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2"/>
          <p:cNvSpPr>
            <a:spLocks noGrp="1" noChangeArrowheads="1"/>
          </p:cNvSpPr>
          <p:nvPr>
            <p:ph type="title"/>
          </p:nvPr>
        </p:nvSpPr>
        <p:spPr/>
        <p:txBody>
          <a:bodyPr/>
          <a:lstStyle/>
          <a:p>
            <a:pPr eaLnBrk="1" hangingPunct="1"/>
            <a:r>
              <a:rPr lang="zh-CN" altLang="en-US" smtClean="0"/>
              <a:t>指引</a:t>
            </a:r>
            <a:endParaRPr lang="en-US" altLang="zh-CN" smtClean="0"/>
          </a:p>
        </p:txBody>
      </p:sp>
      <p:grpSp>
        <p:nvGrpSpPr>
          <p:cNvPr id="26" name="Group 24"/>
          <p:cNvGrpSpPr>
            <a:grpSpLocks/>
          </p:cNvGrpSpPr>
          <p:nvPr/>
        </p:nvGrpSpPr>
        <p:grpSpPr bwMode="auto">
          <a:xfrm>
            <a:off x="7967663" y="1773238"/>
            <a:ext cx="2514600" cy="3600450"/>
            <a:chOff x="3379" y="1207"/>
            <a:chExt cx="1584" cy="2268"/>
          </a:xfrm>
        </p:grpSpPr>
        <p:sp>
          <p:nvSpPr>
            <p:cNvPr id="27" name="AutoShape 4">
              <a:extLst>
                <a:ext uri="{FF2B5EF4-FFF2-40B4-BE49-F238E27FC236}"/>
              </a:extLst>
            </p:cNvPr>
            <p:cNvSpPr>
              <a:spLocks noChangeArrowheads="1"/>
            </p:cNvSpPr>
            <p:nvPr/>
          </p:nvSpPr>
          <p:spPr bwMode="auto">
            <a:xfrm>
              <a:off x="3379" y="1207"/>
              <a:ext cx="1584" cy="2268"/>
            </a:xfrm>
            <a:prstGeom prst="cube">
              <a:avLst>
                <a:gd name="adj" fmla="val 12185"/>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nchor="ctr"/>
            <a:lstStyle/>
            <a:p>
              <a:pPr algn="ctr" eaLnBrk="1" hangingPunct="1">
                <a:defRPr/>
              </a:pPr>
              <a:endParaRPr kumimoji="1" lang="zh-CN" altLang="en-US" sz="2400" b="1">
                <a:solidFill>
                  <a:srgbClr val="FF0000"/>
                </a:solidFill>
                <a:effectLst>
                  <a:outerShdw blurRad="38100" dist="38100" dir="2700000" algn="tl">
                    <a:srgbClr val="000000"/>
                  </a:outerShdw>
                </a:effectLst>
              </a:endParaRPr>
            </a:p>
            <a:p>
              <a:pPr algn="ctr" eaLnBrk="1" hangingPunct="1">
                <a:defRPr/>
              </a:pPr>
              <a:endParaRPr kumimoji="1" lang="zh-CN" altLang="en-US" sz="2400" b="1">
                <a:solidFill>
                  <a:srgbClr val="FF0000"/>
                </a:solidFill>
                <a:effectLst>
                  <a:outerShdw blurRad="38100" dist="38100" dir="2700000" algn="tl">
                    <a:srgbClr val="000000"/>
                  </a:outerShdw>
                </a:effectLst>
              </a:endParaRPr>
            </a:p>
            <a:p>
              <a:pPr algn="ctr" eaLnBrk="1" hangingPunct="1">
                <a:defRPr/>
              </a:pPr>
              <a:endParaRPr kumimoji="1" lang="zh-CN" altLang="en-US" sz="2400" b="1">
                <a:solidFill>
                  <a:srgbClr val="FF0000"/>
                </a:solidFill>
                <a:effectLst>
                  <a:outerShdw blurRad="38100" dist="38100" dir="2700000" algn="tl">
                    <a:srgbClr val="000000"/>
                  </a:outerShdw>
                </a:effectLst>
              </a:endParaRPr>
            </a:p>
          </p:txBody>
        </p:sp>
        <p:sp>
          <p:nvSpPr>
            <p:cNvPr id="28" name="Rectangle 6">
              <a:extLst>
                <a:ext uri="{FF2B5EF4-FFF2-40B4-BE49-F238E27FC236}"/>
              </a:extLst>
            </p:cNvPr>
            <p:cNvSpPr>
              <a:spLocks noChangeArrowheads="1"/>
            </p:cNvSpPr>
            <p:nvPr/>
          </p:nvSpPr>
          <p:spPr bwMode="auto">
            <a:xfrm>
              <a:off x="3379" y="1399"/>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rPr>
                <a:t>应用层</a:t>
              </a:r>
            </a:p>
          </p:txBody>
        </p:sp>
        <p:sp>
          <p:nvSpPr>
            <p:cNvPr id="29" name="Line 8">
              <a:extLst>
                <a:ext uri="{FF2B5EF4-FFF2-40B4-BE49-F238E27FC236}"/>
              </a:extLst>
            </p:cNvPr>
            <p:cNvSpPr>
              <a:spLocks noChangeShapeType="1"/>
            </p:cNvSpPr>
            <p:nvPr/>
          </p:nvSpPr>
          <p:spPr bwMode="auto">
            <a:xfrm>
              <a:off x="3379" y="1831"/>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0" name="Line 9">
              <a:extLst>
                <a:ext uri="{FF2B5EF4-FFF2-40B4-BE49-F238E27FC236}"/>
              </a:extLst>
            </p:cNvPr>
            <p:cNvSpPr>
              <a:spLocks noChangeShapeType="1"/>
            </p:cNvSpPr>
            <p:nvPr/>
          </p:nvSpPr>
          <p:spPr bwMode="auto">
            <a:xfrm>
              <a:off x="3379"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1" name="Line 10">
              <a:extLst>
                <a:ext uri="{FF2B5EF4-FFF2-40B4-BE49-F238E27FC236}"/>
              </a:extLst>
            </p:cNvPr>
            <p:cNvSpPr>
              <a:spLocks noChangeShapeType="1"/>
            </p:cNvSpPr>
            <p:nvPr/>
          </p:nvSpPr>
          <p:spPr bwMode="auto">
            <a:xfrm>
              <a:off x="4771"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2" name="Rectangle 21">
              <a:extLst>
                <a:ext uri="{FF2B5EF4-FFF2-40B4-BE49-F238E27FC236}"/>
              </a:extLst>
            </p:cNvPr>
            <p:cNvSpPr>
              <a:spLocks noChangeArrowheads="1"/>
            </p:cNvSpPr>
            <p:nvPr/>
          </p:nvSpPr>
          <p:spPr bwMode="auto">
            <a:xfrm>
              <a:off x="3379" y="1831"/>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rPr>
                <a:t>运输层</a:t>
              </a:r>
              <a:endParaRPr kumimoji="1" lang="zh-CN" altLang="en-US" sz="2400" dirty="0">
                <a:solidFill>
                  <a:srgbClr val="FF0000"/>
                </a:solidFill>
                <a:effectLst>
                  <a:outerShdw blurRad="38100" dist="38100" dir="2700000" algn="tl">
                    <a:srgbClr val="000000"/>
                  </a:outerShdw>
                </a:effectLst>
              </a:endParaRPr>
            </a:p>
          </p:txBody>
        </p:sp>
        <p:sp>
          <p:nvSpPr>
            <p:cNvPr id="33" name="Line 23">
              <a:extLst>
                <a:ext uri="{FF2B5EF4-FFF2-40B4-BE49-F238E27FC236}"/>
              </a:extLst>
            </p:cNvPr>
            <p:cNvSpPr>
              <a:spLocks noChangeShapeType="1"/>
            </p:cNvSpPr>
            <p:nvPr/>
          </p:nvSpPr>
          <p:spPr bwMode="auto">
            <a:xfrm>
              <a:off x="3379" y="2263"/>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4" name="Line 24">
              <a:extLst>
                <a:ext uri="{FF2B5EF4-FFF2-40B4-BE49-F238E27FC236}"/>
              </a:extLst>
            </p:cNvPr>
            <p:cNvSpPr>
              <a:spLocks noChangeShapeType="1"/>
            </p:cNvSpPr>
            <p:nvPr/>
          </p:nvSpPr>
          <p:spPr bwMode="auto">
            <a:xfrm>
              <a:off x="3379"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5" name="Line 25">
              <a:extLst>
                <a:ext uri="{FF2B5EF4-FFF2-40B4-BE49-F238E27FC236}"/>
              </a:extLst>
            </p:cNvPr>
            <p:cNvSpPr>
              <a:spLocks noChangeShapeType="1"/>
            </p:cNvSpPr>
            <p:nvPr/>
          </p:nvSpPr>
          <p:spPr bwMode="auto">
            <a:xfrm>
              <a:off x="4771"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6" name="Line 28">
              <a:extLst>
                <a:ext uri="{FF2B5EF4-FFF2-40B4-BE49-F238E27FC236}"/>
              </a:extLst>
            </p:cNvPr>
            <p:cNvSpPr>
              <a:spLocks noChangeShapeType="1"/>
            </p:cNvSpPr>
            <p:nvPr/>
          </p:nvSpPr>
          <p:spPr bwMode="auto">
            <a:xfrm>
              <a:off x="3379" y="2695"/>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7" name="Line 29">
              <a:extLst>
                <a:ext uri="{FF2B5EF4-FFF2-40B4-BE49-F238E27FC236}"/>
              </a:extLst>
            </p:cNvPr>
            <p:cNvSpPr>
              <a:spLocks noChangeShapeType="1"/>
            </p:cNvSpPr>
            <p:nvPr/>
          </p:nvSpPr>
          <p:spPr bwMode="auto">
            <a:xfrm>
              <a:off x="3379" y="3366"/>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8" name="Line 30">
              <a:extLst>
                <a:ext uri="{FF2B5EF4-FFF2-40B4-BE49-F238E27FC236}"/>
              </a:extLst>
            </p:cNvPr>
            <p:cNvSpPr>
              <a:spLocks noChangeShapeType="1"/>
            </p:cNvSpPr>
            <p:nvPr/>
          </p:nvSpPr>
          <p:spPr bwMode="auto">
            <a:xfrm>
              <a:off x="3379"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9" name="Line 31">
              <a:extLst>
                <a:ext uri="{FF2B5EF4-FFF2-40B4-BE49-F238E27FC236}"/>
              </a:extLst>
            </p:cNvPr>
            <p:cNvSpPr>
              <a:spLocks noChangeShapeType="1"/>
            </p:cNvSpPr>
            <p:nvPr/>
          </p:nvSpPr>
          <p:spPr bwMode="auto">
            <a:xfrm>
              <a:off x="4771"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40" name="Rectangle 33">
              <a:extLst>
                <a:ext uri="{FF2B5EF4-FFF2-40B4-BE49-F238E27FC236}"/>
              </a:extLst>
            </p:cNvPr>
            <p:cNvSpPr>
              <a:spLocks noChangeArrowheads="1"/>
            </p:cNvSpPr>
            <p:nvPr/>
          </p:nvSpPr>
          <p:spPr bwMode="auto">
            <a:xfrm>
              <a:off x="3379" y="2263"/>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spcBef>
                  <a:spcPct val="20000"/>
                </a:spcBef>
                <a:buClr>
                  <a:schemeClr val="tx2"/>
                </a:buClr>
                <a:buSzPct val="90000"/>
                <a:buFont typeface="Symbol" pitchFamily="18" charset="2"/>
                <a:buNone/>
                <a:defRPr/>
              </a:pPr>
              <a:r>
                <a:rPr kumimoji="1" lang="zh-CN" altLang="en-US" sz="2800" dirty="0">
                  <a:solidFill>
                    <a:schemeClr val="tx2">
                      <a:lumMod val="60000"/>
                      <a:lumOff val="40000"/>
                    </a:schemeClr>
                  </a:solidFill>
                  <a:effectLst>
                    <a:outerShdw blurRad="38100" dist="38100" dir="2700000" algn="tl">
                      <a:srgbClr val="000000"/>
                    </a:outerShdw>
                  </a:effectLst>
                  <a:latin typeface="Franklin Gothic Book" pitchFamily="34" charset="0"/>
                </a:rPr>
                <a:t>网络层</a:t>
              </a:r>
              <a:endParaRPr kumimoji="1" lang="zh-CN" altLang="en-US" sz="2400" dirty="0">
                <a:solidFill>
                  <a:schemeClr val="tx2">
                    <a:lumMod val="60000"/>
                    <a:lumOff val="40000"/>
                  </a:schemeClr>
                </a:solidFill>
                <a:effectLst>
                  <a:outerShdw blurRad="38100" dist="38100" dir="2700000" algn="tl">
                    <a:srgbClr val="000000"/>
                  </a:outerShdw>
                </a:effectLst>
                <a:latin typeface="Franklin Gothic Book" pitchFamily="34" charset="0"/>
              </a:endParaRPr>
            </a:p>
          </p:txBody>
        </p:sp>
        <p:sp>
          <p:nvSpPr>
            <p:cNvPr id="41" name="Line 36">
              <a:extLst>
                <a:ext uri="{FF2B5EF4-FFF2-40B4-BE49-F238E27FC236}"/>
              </a:extLst>
            </p:cNvPr>
            <p:cNvSpPr>
              <a:spLocks noChangeShapeType="1"/>
            </p:cNvSpPr>
            <p:nvPr/>
          </p:nvSpPr>
          <p:spPr bwMode="auto">
            <a:xfrm>
              <a:off x="3379" y="2263"/>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42" name="Line 37">
              <a:extLst>
                <a:ext uri="{FF2B5EF4-FFF2-40B4-BE49-F238E27FC236}"/>
              </a:extLst>
            </p:cNvPr>
            <p:cNvSpPr>
              <a:spLocks noChangeShapeType="1"/>
            </p:cNvSpPr>
            <p:nvPr/>
          </p:nvSpPr>
          <p:spPr bwMode="auto">
            <a:xfrm>
              <a:off x="4771" y="2263"/>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44" name="Rectangle 27">
              <a:extLst>
                <a:ext uri="{FF2B5EF4-FFF2-40B4-BE49-F238E27FC236}"/>
              </a:extLst>
            </p:cNvPr>
            <p:cNvSpPr>
              <a:spLocks noChangeArrowheads="1"/>
            </p:cNvSpPr>
            <p:nvPr/>
          </p:nvSpPr>
          <p:spPr bwMode="auto">
            <a:xfrm>
              <a:off x="3379" y="2695"/>
              <a:ext cx="1392" cy="37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latin typeface="Franklin Gothic Book" pitchFamily="34" charset="0"/>
                </a:rPr>
                <a:t>数据链路层</a:t>
              </a:r>
              <a:endParaRPr kumimoji="1" lang="zh-CN" altLang="en-US" sz="2400" dirty="0">
                <a:solidFill>
                  <a:srgbClr val="FF0000"/>
                </a:solidFill>
                <a:effectLst>
                  <a:outerShdw blurRad="38100" dist="38100" dir="2700000" algn="tl">
                    <a:srgbClr val="000000"/>
                  </a:outerShdw>
                </a:effectLst>
                <a:latin typeface="Franklin Gothic Book" pitchFamily="34" charset="0"/>
              </a:endParaRPr>
            </a:p>
          </p:txBody>
        </p:sp>
        <p:sp>
          <p:nvSpPr>
            <p:cNvPr id="43" name="Rectangle 39">
              <a:extLst>
                <a:ext uri="{FF2B5EF4-FFF2-40B4-BE49-F238E27FC236}"/>
              </a:extLst>
            </p:cNvPr>
            <p:cNvSpPr>
              <a:spLocks noChangeArrowheads="1"/>
            </p:cNvSpPr>
            <p:nvPr/>
          </p:nvSpPr>
          <p:spPr bwMode="auto">
            <a:xfrm>
              <a:off x="3379" y="3067"/>
              <a:ext cx="1392" cy="408"/>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latin typeface="Franklin Gothic Book" pitchFamily="34" charset="0"/>
                </a:rPr>
                <a:t>物理层</a:t>
              </a:r>
              <a:endParaRPr kumimoji="1" lang="zh-CN" altLang="en-US" sz="2400" dirty="0">
                <a:solidFill>
                  <a:srgbClr val="FF0000"/>
                </a:solidFill>
                <a:effectLst>
                  <a:outerShdw blurRad="38100" dist="38100" dir="2700000" algn="tl">
                    <a:srgbClr val="000000"/>
                  </a:outerShdw>
                </a:effectLst>
                <a:latin typeface="Franklin Gothic Book" pitchFamily="34" charset="0"/>
              </a:endParaRPr>
            </a:p>
          </p:txBody>
        </p:sp>
      </p:grpSp>
      <p:sp>
        <p:nvSpPr>
          <p:cNvPr id="24" name="Rectangle 3"/>
          <p:cNvSpPr>
            <a:spLocks noGrp="1" noChangeArrowheads="1"/>
          </p:cNvSpPr>
          <p:nvPr>
            <p:ph idx="1"/>
          </p:nvPr>
        </p:nvSpPr>
        <p:spPr>
          <a:xfrm>
            <a:off x="2135188" y="1341438"/>
            <a:ext cx="8281987" cy="5327650"/>
          </a:xfrm>
        </p:spPr>
        <p:txBody>
          <a:bodyPr/>
          <a:lstStyle/>
          <a:p>
            <a:pPr eaLnBrk="1" hangingPunct="1"/>
            <a:r>
              <a:rPr lang="zh-CN" altLang="en-US" sz="2800" b="1" dirty="0" smtClean="0"/>
              <a:t>网络层的几个重要概念</a:t>
            </a:r>
          </a:p>
          <a:p>
            <a:pPr eaLnBrk="1" hangingPunct="1"/>
            <a:r>
              <a:rPr lang="zh-CN" altLang="en-US" sz="2800" b="1" dirty="0" smtClean="0"/>
              <a:t>网际协议 </a:t>
            </a:r>
            <a:r>
              <a:rPr lang="en-US" altLang="zh-CN" sz="2800" b="1" dirty="0" smtClean="0"/>
              <a:t>IP</a:t>
            </a:r>
          </a:p>
          <a:p>
            <a:pPr eaLnBrk="1" hangingPunct="1"/>
            <a:r>
              <a:rPr lang="en-US" altLang="zh-CN" sz="2800" b="1" dirty="0" smtClean="0"/>
              <a:t>IP </a:t>
            </a:r>
            <a:r>
              <a:rPr lang="zh-CN" altLang="en-US" sz="2800" b="1" dirty="0" smtClean="0"/>
              <a:t>层转发分组的过程</a:t>
            </a:r>
          </a:p>
          <a:p>
            <a:pPr eaLnBrk="1" hangingPunct="1"/>
            <a:r>
              <a:rPr lang="zh-CN" altLang="en-US" sz="2800" b="1" dirty="0" smtClean="0"/>
              <a:t>网际控制报文协议 </a:t>
            </a:r>
            <a:r>
              <a:rPr lang="en-US" altLang="zh-CN" sz="2800" b="1" dirty="0" smtClean="0"/>
              <a:t>ICMP</a:t>
            </a:r>
          </a:p>
          <a:p>
            <a:pPr eaLnBrk="1" hangingPunct="1"/>
            <a:r>
              <a:rPr lang="en-US" altLang="zh-CN" sz="2800" b="1" dirty="0" smtClean="0"/>
              <a:t>IPv6</a:t>
            </a:r>
          </a:p>
          <a:p>
            <a:pPr eaLnBrk="1" hangingPunct="1"/>
            <a:r>
              <a:rPr lang="zh-CN" altLang="en-US" sz="2800" b="1" dirty="0" smtClean="0"/>
              <a:t>互联网</a:t>
            </a:r>
            <a:r>
              <a:rPr lang="zh-CN" altLang="en-US" sz="2800" b="1" dirty="0"/>
              <a:t>的路由选择协议</a:t>
            </a:r>
          </a:p>
          <a:p>
            <a:pPr eaLnBrk="1" hangingPunct="1"/>
            <a:r>
              <a:rPr lang="en-US" altLang="zh-CN" sz="2800" b="1" dirty="0" smtClean="0">
                <a:solidFill>
                  <a:srgbClr val="FF0000"/>
                </a:solidFill>
              </a:rPr>
              <a:t>IP </a:t>
            </a:r>
            <a:r>
              <a:rPr lang="zh-CN" altLang="en-US" sz="2800" b="1" dirty="0" smtClean="0">
                <a:solidFill>
                  <a:srgbClr val="FF0000"/>
                </a:solidFill>
              </a:rPr>
              <a:t>多播</a:t>
            </a:r>
          </a:p>
          <a:p>
            <a:pPr eaLnBrk="1" hangingPunct="1"/>
            <a:r>
              <a:rPr lang="zh-CN" altLang="en-US" sz="2800" b="1" dirty="0" smtClean="0"/>
              <a:t>虚拟专用网 </a:t>
            </a:r>
            <a:r>
              <a:rPr lang="en-US" altLang="zh-CN" sz="2800" b="1" dirty="0" smtClean="0"/>
              <a:t>VPN </a:t>
            </a:r>
            <a:r>
              <a:rPr lang="zh-CN" altLang="en-US" sz="2800" b="1" dirty="0" smtClean="0"/>
              <a:t>和网络地址转换 </a:t>
            </a:r>
            <a:r>
              <a:rPr lang="en-US" altLang="zh-CN" sz="2800" b="1" dirty="0" smtClean="0"/>
              <a:t>NAT</a:t>
            </a:r>
          </a:p>
          <a:p>
            <a:pPr eaLnBrk="1" hangingPunct="1">
              <a:buFontTx/>
              <a:buNone/>
            </a:pPr>
            <a:endParaRPr lang="en-US" altLang="zh-CN" sz="1800" b="1" dirty="0" smtClean="0"/>
          </a:p>
          <a:p>
            <a:pPr eaLnBrk="1" hangingPunct="1">
              <a:buFontTx/>
              <a:buNone/>
            </a:pPr>
            <a:endParaRPr lang="en-US" altLang="zh-CN" b="1" dirty="0" smtClean="0"/>
          </a:p>
          <a:p>
            <a:pPr eaLnBrk="1" hangingPunct="1">
              <a:buFont typeface="Wingdings" pitchFamily="2" charset="2"/>
              <a:buNone/>
            </a:pPr>
            <a:endParaRPr lang="zh-CN" altLang="en-US" b="1" dirty="0" smtClean="0"/>
          </a:p>
        </p:txBody>
      </p:sp>
    </p:spTree>
  </p:cSld>
  <p:clrMapOvr>
    <a:masterClrMapping/>
  </p:clrMapOvr>
  <p:transition spd="slow"/>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Rectangle 127"/>
          <p:cNvSpPr>
            <a:spLocks noGrp="1" noChangeArrowheads="1"/>
          </p:cNvSpPr>
          <p:nvPr>
            <p:ph type="title"/>
          </p:nvPr>
        </p:nvSpPr>
        <p:spPr/>
        <p:txBody>
          <a:bodyPr/>
          <a:lstStyle/>
          <a:p>
            <a:r>
              <a:rPr lang="en-US" altLang="zh-CN" dirty="0" smtClean="0"/>
              <a:t>4.7.1 IP </a:t>
            </a:r>
            <a:r>
              <a:rPr lang="zh-CN" altLang="en-US" dirty="0" smtClean="0"/>
              <a:t>多播的基本概念</a:t>
            </a:r>
          </a:p>
        </p:txBody>
      </p:sp>
      <p:sp>
        <p:nvSpPr>
          <p:cNvPr id="75" name="圆角矩形 74"/>
          <p:cNvSpPr/>
          <p:nvPr/>
        </p:nvSpPr>
        <p:spPr>
          <a:xfrm>
            <a:off x="634578" y="1412776"/>
            <a:ext cx="10573990" cy="511256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5" name="Text Box 59"/>
          <p:cNvSpPr txBox="1">
            <a:spLocks noChangeArrowheads="1"/>
          </p:cNvSpPr>
          <p:nvPr/>
        </p:nvSpPr>
        <p:spPr bwMode="auto">
          <a:xfrm>
            <a:off x="2694316" y="6053226"/>
            <a:ext cx="347723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000" b="1" dirty="0">
                <a:solidFill>
                  <a:srgbClr val="000000"/>
                </a:solidFill>
                <a:latin typeface="微软雅黑" pitchFamily="34" charset="-122"/>
                <a:ea typeface="微软雅黑" pitchFamily="34" charset="-122"/>
              </a:rPr>
              <a:t>共有 </a:t>
            </a:r>
            <a:r>
              <a:rPr kumimoji="1" lang="en-US" altLang="zh-CN" sz="2000" b="1" dirty="0">
                <a:solidFill>
                  <a:srgbClr val="000000"/>
                </a:solidFill>
                <a:latin typeface="微软雅黑" pitchFamily="34" charset="-122"/>
                <a:ea typeface="微软雅黑" pitchFamily="34" charset="-122"/>
              </a:rPr>
              <a:t>90 </a:t>
            </a:r>
            <a:r>
              <a:rPr kumimoji="1" lang="zh-CN" altLang="en-US" sz="2000" b="1" dirty="0">
                <a:solidFill>
                  <a:srgbClr val="000000"/>
                </a:solidFill>
                <a:latin typeface="微软雅黑" pitchFamily="34" charset="-122"/>
                <a:ea typeface="微软雅黑" pitchFamily="34" charset="-122"/>
              </a:rPr>
              <a:t>个主机接收视频节目</a:t>
            </a:r>
          </a:p>
        </p:txBody>
      </p:sp>
      <p:sp>
        <p:nvSpPr>
          <p:cNvPr id="138" name="Text Box 126"/>
          <p:cNvSpPr txBox="1">
            <a:spLocks noChangeArrowheads="1"/>
          </p:cNvSpPr>
          <p:nvPr/>
        </p:nvSpPr>
        <p:spPr bwMode="auto">
          <a:xfrm>
            <a:off x="7464152" y="2024720"/>
            <a:ext cx="2938773" cy="1896801"/>
          </a:xfrm>
          <a:prstGeom prst="rect">
            <a:avLst/>
          </a:prstGeom>
          <a:solidFill>
            <a:srgbClr val="00FF99"/>
          </a:solidFill>
          <a:ln w="9525">
            <a:solidFill>
              <a:schemeClr val="folHlink"/>
            </a:solidFill>
            <a:miter lim="800000"/>
            <a:headEnd/>
            <a:tailEnd/>
          </a:ln>
          <a:effectLst/>
        </p:spPr>
        <p:txBody>
          <a:bodyPr wrap="square">
            <a:spAutoFit/>
          </a:bodyPr>
          <a:lstStyle/>
          <a:p>
            <a:pPr algn="ctr">
              <a:lnSpc>
                <a:spcPts val="3600"/>
              </a:lnSpc>
            </a:pPr>
            <a:r>
              <a:rPr kumimoji="1" lang="zh-CN" altLang="en-US" sz="2400" b="1" dirty="0" smtClean="0">
                <a:solidFill>
                  <a:srgbClr val="0000FF"/>
                </a:solidFill>
                <a:latin typeface="微软雅黑" pitchFamily="34" charset="-122"/>
                <a:ea typeface="微软雅黑" pitchFamily="34" charset="-122"/>
              </a:rPr>
              <a:t>采用</a:t>
            </a:r>
            <a:r>
              <a:rPr kumimoji="1" lang="zh-CN" altLang="zh-CN" sz="2400" b="1" dirty="0" smtClean="0">
                <a:solidFill>
                  <a:srgbClr val="0000FF"/>
                </a:solidFill>
                <a:latin typeface="微软雅黑" pitchFamily="34" charset="-122"/>
                <a:ea typeface="微软雅黑" pitchFamily="34" charset="-122"/>
              </a:rPr>
              <a:t>单</a:t>
            </a:r>
            <a:r>
              <a:rPr kumimoji="1" lang="zh-CN" altLang="zh-CN" sz="2400" b="1" dirty="0">
                <a:solidFill>
                  <a:srgbClr val="0000FF"/>
                </a:solidFill>
                <a:latin typeface="微软雅黑" pitchFamily="34" charset="-122"/>
                <a:ea typeface="微软雅黑" pitchFamily="34" charset="-122"/>
              </a:rPr>
              <a:t>播</a:t>
            </a:r>
            <a:r>
              <a:rPr kumimoji="1" lang="zh-CN" altLang="zh-CN" sz="2400" b="1" dirty="0" smtClean="0">
                <a:solidFill>
                  <a:srgbClr val="0000FF"/>
                </a:solidFill>
                <a:latin typeface="微软雅黑" pitchFamily="34" charset="-122"/>
                <a:ea typeface="微软雅黑" pitchFamily="34" charset="-122"/>
              </a:rPr>
              <a:t>方式</a:t>
            </a:r>
            <a:r>
              <a:rPr kumimoji="1" lang="zh-CN" altLang="en-US" sz="2400" b="1" dirty="0" smtClean="0">
                <a:solidFill>
                  <a:srgbClr val="0000FF"/>
                </a:solidFill>
                <a:latin typeface="微软雅黑" pitchFamily="34" charset="-122"/>
                <a:ea typeface="微软雅黑" pitchFamily="34" charset="-122"/>
              </a:rPr>
              <a:t>，</a:t>
            </a:r>
            <a:endParaRPr kumimoji="1" lang="en-US" altLang="zh-CN" sz="2400" b="1" dirty="0" smtClean="0">
              <a:solidFill>
                <a:srgbClr val="0000FF"/>
              </a:solidFill>
              <a:latin typeface="微软雅黑" pitchFamily="34" charset="-122"/>
              <a:ea typeface="微软雅黑" pitchFamily="34" charset="-122"/>
            </a:endParaRPr>
          </a:p>
          <a:p>
            <a:pPr algn="ctr">
              <a:lnSpc>
                <a:spcPts val="3600"/>
              </a:lnSpc>
            </a:pPr>
            <a:r>
              <a:rPr kumimoji="1" lang="zh-CN" altLang="zh-CN" sz="2400" b="1" dirty="0" smtClean="0">
                <a:solidFill>
                  <a:srgbClr val="000000"/>
                </a:solidFill>
                <a:latin typeface="微软雅黑" pitchFamily="34" charset="-122"/>
                <a:ea typeface="微软雅黑" pitchFamily="34" charset="-122"/>
              </a:rPr>
              <a:t>向</a:t>
            </a:r>
            <a:r>
              <a:rPr kumimoji="1" lang="en-US" altLang="zh-CN" sz="2400" b="1" dirty="0" smtClean="0">
                <a:solidFill>
                  <a:srgbClr val="000000"/>
                </a:solidFill>
                <a:latin typeface="微软雅黑" pitchFamily="34" charset="-122"/>
                <a:ea typeface="微软雅黑" pitchFamily="34" charset="-122"/>
              </a:rPr>
              <a:t> 90 </a:t>
            </a:r>
            <a:r>
              <a:rPr kumimoji="1" lang="zh-CN" altLang="zh-CN" sz="2400" b="1" dirty="0" smtClean="0">
                <a:solidFill>
                  <a:srgbClr val="000000"/>
                </a:solidFill>
                <a:latin typeface="微软雅黑" pitchFamily="34" charset="-122"/>
                <a:ea typeface="微软雅黑" pitchFamily="34" charset="-122"/>
              </a:rPr>
              <a:t>台</a:t>
            </a:r>
            <a:r>
              <a:rPr kumimoji="1" lang="zh-CN" altLang="zh-CN" sz="2400" b="1" dirty="0">
                <a:solidFill>
                  <a:srgbClr val="000000"/>
                </a:solidFill>
                <a:latin typeface="微软雅黑" pitchFamily="34" charset="-122"/>
                <a:ea typeface="微软雅黑" pitchFamily="34" charset="-122"/>
              </a:rPr>
              <a:t>主机</a:t>
            </a:r>
            <a:r>
              <a:rPr kumimoji="1" lang="zh-CN" altLang="zh-CN" sz="2400" b="1" dirty="0" smtClean="0">
                <a:solidFill>
                  <a:srgbClr val="000000"/>
                </a:solidFill>
                <a:latin typeface="微软雅黑" pitchFamily="34" charset="-122"/>
                <a:ea typeface="微软雅黑" pitchFamily="34" charset="-122"/>
              </a:rPr>
              <a:t>传送</a:t>
            </a:r>
            <a:endParaRPr kumimoji="1" lang="en-US" altLang="zh-CN" sz="2400" b="1" dirty="0" smtClean="0">
              <a:solidFill>
                <a:srgbClr val="000000"/>
              </a:solidFill>
              <a:latin typeface="微软雅黑" pitchFamily="34" charset="-122"/>
              <a:ea typeface="微软雅黑" pitchFamily="34" charset="-122"/>
            </a:endParaRPr>
          </a:p>
          <a:p>
            <a:pPr algn="ctr">
              <a:lnSpc>
                <a:spcPts val="3600"/>
              </a:lnSpc>
            </a:pPr>
            <a:r>
              <a:rPr kumimoji="1" lang="zh-CN" altLang="zh-CN" sz="2400" b="1" dirty="0" smtClean="0">
                <a:solidFill>
                  <a:srgbClr val="000000"/>
                </a:solidFill>
                <a:latin typeface="微软雅黑" pitchFamily="34" charset="-122"/>
                <a:ea typeface="微软雅黑" pitchFamily="34" charset="-122"/>
              </a:rPr>
              <a:t>同样</a:t>
            </a:r>
            <a:r>
              <a:rPr kumimoji="1" lang="zh-CN" altLang="zh-CN" sz="2400" b="1" dirty="0">
                <a:solidFill>
                  <a:srgbClr val="000000"/>
                </a:solidFill>
                <a:latin typeface="微软雅黑" pitchFamily="34" charset="-122"/>
                <a:ea typeface="微软雅黑" pitchFamily="34" charset="-122"/>
              </a:rPr>
              <a:t>的视频</a:t>
            </a:r>
            <a:r>
              <a:rPr kumimoji="1" lang="zh-CN" altLang="zh-CN" sz="2400" b="1" dirty="0" smtClean="0">
                <a:solidFill>
                  <a:srgbClr val="000000"/>
                </a:solidFill>
                <a:latin typeface="微软雅黑" pitchFamily="34" charset="-122"/>
                <a:ea typeface="微软雅黑" pitchFamily="34" charset="-122"/>
              </a:rPr>
              <a:t>节目</a:t>
            </a:r>
            <a:endParaRPr kumimoji="1" lang="en-US" altLang="zh-CN" sz="2400" b="1" dirty="0" smtClean="0">
              <a:solidFill>
                <a:srgbClr val="000000"/>
              </a:solidFill>
              <a:latin typeface="微软雅黑" pitchFamily="34" charset="-122"/>
              <a:ea typeface="微软雅黑" pitchFamily="34" charset="-122"/>
            </a:endParaRPr>
          </a:p>
          <a:p>
            <a:pPr algn="ctr">
              <a:lnSpc>
                <a:spcPts val="3600"/>
              </a:lnSpc>
            </a:pPr>
            <a:r>
              <a:rPr kumimoji="1" lang="zh-CN" altLang="zh-CN" sz="2400" b="1" dirty="0" smtClean="0">
                <a:solidFill>
                  <a:srgbClr val="000000"/>
                </a:solidFill>
                <a:latin typeface="微软雅黑" pitchFamily="34" charset="-122"/>
                <a:ea typeface="微软雅黑" pitchFamily="34" charset="-122"/>
              </a:rPr>
              <a:t>需要发送</a:t>
            </a:r>
            <a:r>
              <a:rPr kumimoji="1" lang="en-US" altLang="zh-CN" sz="2400" b="1" dirty="0" smtClean="0">
                <a:solidFill>
                  <a:srgbClr val="000000"/>
                </a:solidFill>
                <a:latin typeface="微软雅黑" pitchFamily="34" charset="-122"/>
                <a:ea typeface="微软雅黑" pitchFamily="34" charset="-122"/>
              </a:rPr>
              <a:t> 90 </a:t>
            </a:r>
            <a:r>
              <a:rPr kumimoji="1" lang="zh-CN" altLang="zh-CN" sz="2400" b="1" dirty="0" smtClean="0">
                <a:solidFill>
                  <a:srgbClr val="000000"/>
                </a:solidFill>
                <a:latin typeface="微软雅黑" pitchFamily="34" charset="-122"/>
                <a:ea typeface="微软雅黑" pitchFamily="34" charset="-122"/>
              </a:rPr>
              <a:t>个</a:t>
            </a:r>
            <a:r>
              <a:rPr kumimoji="1" lang="zh-CN" altLang="zh-CN" sz="2400" b="1" dirty="0">
                <a:solidFill>
                  <a:srgbClr val="000000"/>
                </a:solidFill>
                <a:latin typeface="微软雅黑" pitchFamily="34" charset="-122"/>
                <a:ea typeface="微软雅黑" pitchFamily="34" charset="-122"/>
              </a:rPr>
              <a:t>单</a:t>
            </a:r>
            <a:r>
              <a:rPr kumimoji="1" lang="zh-CN" altLang="zh-CN" sz="2400" b="1" dirty="0" smtClean="0">
                <a:solidFill>
                  <a:srgbClr val="000000"/>
                </a:solidFill>
                <a:latin typeface="微软雅黑" pitchFamily="34" charset="-122"/>
                <a:ea typeface="微软雅黑" pitchFamily="34" charset="-122"/>
              </a:rPr>
              <a:t>播</a:t>
            </a:r>
            <a:endParaRPr kumimoji="1" lang="zh-CN" altLang="en-US" sz="2400" b="1" dirty="0">
              <a:solidFill>
                <a:srgbClr val="000000"/>
              </a:solidFill>
              <a:latin typeface="微软雅黑" pitchFamily="34" charset="-122"/>
              <a:ea typeface="微软雅黑" pitchFamily="34" charset="-122"/>
            </a:endParaRPr>
          </a:p>
        </p:txBody>
      </p:sp>
      <p:sp>
        <p:nvSpPr>
          <p:cNvPr id="77" name="Line 77"/>
          <p:cNvSpPr>
            <a:spLocks noChangeShapeType="1"/>
          </p:cNvSpPr>
          <p:nvPr/>
        </p:nvSpPr>
        <p:spPr bwMode="auto">
          <a:xfrm>
            <a:off x="2589082" y="5076653"/>
            <a:ext cx="349764" cy="341775"/>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78" name="Line 52"/>
          <p:cNvSpPr>
            <a:spLocks noChangeShapeType="1"/>
          </p:cNvSpPr>
          <p:nvPr/>
        </p:nvSpPr>
        <p:spPr bwMode="auto">
          <a:xfrm flipV="1">
            <a:off x="2659564" y="3142962"/>
            <a:ext cx="1396399" cy="855934"/>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9" name="Line 53"/>
          <p:cNvSpPr>
            <a:spLocks noChangeShapeType="1"/>
          </p:cNvSpPr>
          <p:nvPr/>
        </p:nvSpPr>
        <p:spPr bwMode="auto">
          <a:xfrm flipV="1">
            <a:off x="4150198" y="2417273"/>
            <a:ext cx="0" cy="553303"/>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0" name="Line 54"/>
          <p:cNvSpPr>
            <a:spLocks noChangeShapeType="1"/>
          </p:cNvSpPr>
          <p:nvPr/>
        </p:nvSpPr>
        <p:spPr bwMode="auto">
          <a:xfrm flipH="1" flipV="1">
            <a:off x="4150198" y="3142962"/>
            <a:ext cx="0" cy="855934"/>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1" name="Line 55"/>
          <p:cNvSpPr>
            <a:spLocks noChangeShapeType="1"/>
          </p:cNvSpPr>
          <p:nvPr/>
        </p:nvSpPr>
        <p:spPr bwMode="auto">
          <a:xfrm>
            <a:off x="5921823" y="3998896"/>
            <a:ext cx="0" cy="770491"/>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2" name="Line 56"/>
          <p:cNvSpPr>
            <a:spLocks noChangeShapeType="1"/>
          </p:cNvSpPr>
          <p:nvPr/>
        </p:nvSpPr>
        <p:spPr bwMode="auto">
          <a:xfrm flipV="1">
            <a:off x="4150198" y="3998896"/>
            <a:ext cx="0" cy="770491"/>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3" name="Line 57"/>
          <p:cNvSpPr>
            <a:spLocks noChangeShapeType="1"/>
          </p:cNvSpPr>
          <p:nvPr/>
        </p:nvSpPr>
        <p:spPr bwMode="auto">
          <a:xfrm>
            <a:off x="2567043" y="3998896"/>
            <a:ext cx="0" cy="770491"/>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4" name="Line 58"/>
          <p:cNvSpPr>
            <a:spLocks noChangeShapeType="1"/>
          </p:cNvSpPr>
          <p:nvPr/>
        </p:nvSpPr>
        <p:spPr bwMode="auto">
          <a:xfrm>
            <a:off x="4338668" y="3142962"/>
            <a:ext cx="1583156" cy="855934"/>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pic>
        <p:nvPicPr>
          <p:cNvPr id="88" name="Picture 6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00046" y="2955585"/>
            <a:ext cx="531145" cy="271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89" name="Text Box 63"/>
          <p:cNvSpPr txBox="1">
            <a:spLocks noChangeArrowheads="1"/>
          </p:cNvSpPr>
          <p:nvPr/>
        </p:nvSpPr>
        <p:spPr bwMode="auto">
          <a:xfrm>
            <a:off x="3497404" y="2540360"/>
            <a:ext cx="470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chemeClr val="tx2">
                    <a:lumMod val="60000"/>
                    <a:lumOff val="40000"/>
                  </a:schemeClr>
                </a:solidFill>
                <a:latin typeface="微软雅黑" pitchFamily="34" charset="-122"/>
                <a:ea typeface="微软雅黑" pitchFamily="34" charset="-122"/>
              </a:rPr>
              <a:t>R</a:t>
            </a:r>
            <a:r>
              <a:rPr kumimoji="1" lang="en-US" altLang="zh-CN" sz="2000" b="1" baseline="-25000" dirty="0">
                <a:solidFill>
                  <a:schemeClr val="tx2">
                    <a:lumMod val="60000"/>
                    <a:lumOff val="40000"/>
                  </a:schemeClr>
                </a:solidFill>
                <a:latin typeface="微软雅黑" pitchFamily="34" charset="-122"/>
                <a:ea typeface="微软雅黑" pitchFamily="34" charset="-122"/>
              </a:rPr>
              <a:t>1</a:t>
            </a:r>
            <a:endParaRPr kumimoji="1" lang="en-US" altLang="zh-CN" sz="2000" b="1" dirty="0">
              <a:solidFill>
                <a:schemeClr val="tx2">
                  <a:lumMod val="60000"/>
                  <a:lumOff val="40000"/>
                </a:schemeClr>
              </a:solidFill>
              <a:latin typeface="微软雅黑" pitchFamily="34" charset="-122"/>
              <a:ea typeface="微软雅黑" pitchFamily="34" charset="-122"/>
            </a:endParaRPr>
          </a:p>
        </p:txBody>
      </p:sp>
      <p:sp>
        <p:nvSpPr>
          <p:cNvPr id="90" name="Text Box 64"/>
          <p:cNvSpPr txBox="1">
            <a:spLocks noChangeArrowheads="1"/>
          </p:cNvSpPr>
          <p:nvPr/>
        </p:nvSpPr>
        <p:spPr bwMode="auto">
          <a:xfrm>
            <a:off x="3444290" y="3625643"/>
            <a:ext cx="470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chemeClr val="tx2">
                    <a:lumMod val="60000"/>
                    <a:lumOff val="40000"/>
                  </a:schemeClr>
                </a:solidFill>
                <a:latin typeface="微软雅黑" pitchFamily="34" charset="-122"/>
                <a:ea typeface="微软雅黑" pitchFamily="34" charset="-122"/>
              </a:rPr>
              <a:t>R</a:t>
            </a:r>
            <a:r>
              <a:rPr kumimoji="1" lang="en-US" altLang="zh-CN" sz="2000" b="1" baseline="-25000">
                <a:solidFill>
                  <a:schemeClr val="tx2">
                    <a:lumMod val="60000"/>
                    <a:lumOff val="40000"/>
                  </a:schemeClr>
                </a:solidFill>
                <a:latin typeface="微软雅黑" pitchFamily="34" charset="-122"/>
                <a:ea typeface="微软雅黑" pitchFamily="34" charset="-122"/>
              </a:rPr>
              <a:t>3</a:t>
            </a:r>
            <a:endParaRPr kumimoji="1" lang="en-US" altLang="zh-CN" sz="2000" b="1">
              <a:solidFill>
                <a:schemeClr val="tx2">
                  <a:lumMod val="60000"/>
                  <a:lumOff val="40000"/>
                </a:schemeClr>
              </a:solidFill>
              <a:latin typeface="微软雅黑" pitchFamily="34" charset="-122"/>
              <a:ea typeface="微软雅黑" pitchFamily="34" charset="-122"/>
            </a:endParaRPr>
          </a:p>
        </p:txBody>
      </p:sp>
      <p:sp>
        <p:nvSpPr>
          <p:cNvPr id="91" name="Text Box 65"/>
          <p:cNvSpPr txBox="1">
            <a:spLocks noChangeArrowheads="1"/>
          </p:cNvSpPr>
          <p:nvPr/>
        </p:nvSpPr>
        <p:spPr bwMode="auto">
          <a:xfrm>
            <a:off x="5154232" y="3696095"/>
            <a:ext cx="470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chemeClr val="tx2">
                    <a:lumMod val="60000"/>
                    <a:lumOff val="40000"/>
                  </a:schemeClr>
                </a:solidFill>
                <a:latin typeface="微软雅黑" pitchFamily="34" charset="-122"/>
                <a:ea typeface="微软雅黑" pitchFamily="34" charset="-122"/>
              </a:rPr>
              <a:t>R</a:t>
            </a:r>
            <a:r>
              <a:rPr kumimoji="1" lang="en-US" altLang="zh-CN" sz="2000" b="1" baseline="-25000">
                <a:solidFill>
                  <a:schemeClr val="tx2">
                    <a:lumMod val="60000"/>
                    <a:lumOff val="40000"/>
                  </a:schemeClr>
                </a:solidFill>
                <a:latin typeface="微软雅黑" pitchFamily="34" charset="-122"/>
                <a:ea typeface="微软雅黑" pitchFamily="34" charset="-122"/>
              </a:rPr>
              <a:t>4</a:t>
            </a:r>
            <a:endParaRPr kumimoji="1" lang="en-US" altLang="zh-CN" sz="2000" b="1">
              <a:solidFill>
                <a:schemeClr val="tx2">
                  <a:lumMod val="60000"/>
                  <a:lumOff val="40000"/>
                </a:schemeClr>
              </a:solidFill>
              <a:latin typeface="微软雅黑" pitchFamily="34" charset="-122"/>
              <a:ea typeface="微软雅黑" pitchFamily="34" charset="-122"/>
            </a:endParaRPr>
          </a:p>
        </p:txBody>
      </p:sp>
      <p:sp>
        <p:nvSpPr>
          <p:cNvPr id="92" name="Text Box 66"/>
          <p:cNvSpPr txBox="1">
            <a:spLocks noChangeArrowheads="1"/>
          </p:cNvSpPr>
          <p:nvPr/>
        </p:nvSpPr>
        <p:spPr bwMode="auto">
          <a:xfrm>
            <a:off x="1821729" y="3652624"/>
            <a:ext cx="470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chemeClr val="tx2">
                    <a:lumMod val="60000"/>
                    <a:lumOff val="40000"/>
                  </a:schemeClr>
                </a:solidFill>
                <a:latin typeface="微软雅黑" pitchFamily="34" charset="-122"/>
                <a:ea typeface="微软雅黑" pitchFamily="34" charset="-122"/>
              </a:rPr>
              <a:t>R</a:t>
            </a:r>
            <a:r>
              <a:rPr kumimoji="1" lang="en-US" altLang="zh-CN" sz="2000" b="1" baseline="-25000">
                <a:solidFill>
                  <a:schemeClr val="tx2">
                    <a:lumMod val="60000"/>
                    <a:lumOff val="40000"/>
                  </a:schemeClr>
                </a:solidFill>
                <a:latin typeface="微软雅黑" pitchFamily="34" charset="-122"/>
                <a:ea typeface="微软雅黑" pitchFamily="34" charset="-122"/>
              </a:rPr>
              <a:t>2</a:t>
            </a:r>
            <a:endParaRPr kumimoji="1" lang="en-US" altLang="zh-CN" sz="2000" b="1">
              <a:solidFill>
                <a:schemeClr val="tx2">
                  <a:lumMod val="60000"/>
                  <a:lumOff val="40000"/>
                </a:schemeClr>
              </a:solidFill>
              <a:latin typeface="微软雅黑" pitchFamily="34" charset="-122"/>
              <a:ea typeface="微软雅黑" pitchFamily="34" charset="-122"/>
            </a:endParaRPr>
          </a:p>
        </p:txBody>
      </p:sp>
      <p:sp>
        <p:nvSpPr>
          <p:cNvPr id="93" name="Text Box 67"/>
          <p:cNvSpPr txBox="1">
            <a:spLocks noChangeArrowheads="1"/>
          </p:cNvSpPr>
          <p:nvPr/>
        </p:nvSpPr>
        <p:spPr bwMode="auto">
          <a:xfrm>
            <a:off x="1986779" y="1628800"/>
            <a:ext cx="184537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FF"/>
                </a:solidFill>
                <a:latin typeface="微软雅黑" pitchFamily="34" charset="-122"/>
                <a:ea typeface="微软雅黑" pitchFamily="34" charset="-122"/>
              </a:rPr>
              <a:t>视频服务器 </a:t>
            </a:r>
            <a:r>
              <a:rPr kumimoji="1" lang="en-US" altLang="zh-CN" sz="2000" b="1" dirty="0" smtClean="0">
                <a:solidFill>
                  <a:srgbClr val="0000FF"/>
                </a:solidFill>
                <a:latin typeface="微软雅黑" pitchFamily="34" charset="-122"/>
                <a:ea typeface="微软雅黑" pitchFamily="34" charset="-122"/>
              </a:rPr>
              <a:t>M</a:t>
            </a:r>
          </a:p>
          <a:p>
            <a:r>
              <a:rPr kumimoji="1" lang="zh-CN" altLang="en-US" sz="2000" b="1" dirty="0" smtClean="0">
                <a:solidFill>
                  <a:srgbClr val="0000FF"/>
                </a:solidFill>
                <a:latin typeface="微软雅黑" pitchFamily="34" charset="-122"/>
                <a:ea typeface="微软雅黑" pitchFamily="34" charset="-122"/>
              </a:rPr>
              <a:t>（直播</a:t>
            </a:r>
            <a:r>
              <a:rPr kumimoji="1" lang="en-US" altLang="zh-CN" sz="2000" b="1" dirty="0" smtClean="0">
                <a:solidFill>
                  <a:srgbClr val="0000FF"/>
                </a:solidFill>
                <a:latin typeface="微软雅黑" pitchFamily="34" charset="-122"/>
                <a:ea typeface="微软雅黑" pitchFamily="34" charset="-122"/>
              </a:rPr>
              <a:t>/</a:t>
            </a:r>
            <a:r>
              <a:rPr kumimoji="1" lang="zh-CN" altLang="en-US" sz="2000" b="1" dirty="0" smtClean="0">
                <a:solidFill>
                  <a:srgbClr val="0000FF"/>
                </a:solidFill>
                <a:latin typeface="微软雅黑" pitchFamily="34" charset="-122"/>
                <a:ea typeface="微软雅黑" pitchFamily="34" charset="-122"/>
              </a:rPr>
              <a:t>实时）</a:t>
            </a:r>
            <a:endParaRPr kumimoji="1" lang="en-US" altLang="zh-CN" sz="2000" b="1" dirty="0">
              <a:solidFill>
                <a:srgbClr val="0000FF"/>
              </a:solidFill>
              <a:latin typeface="微软雅黑" pitchFamily="34" charset="-122"/>
              <a:ea typeface="微软雅黑" pitchFamily="34" charset="-122"/>
            </a:endParaRPr>
          </a:p>
        </p:txBody>
      </p:sp>
      <p:pic>
        <p:nvPicPr>
          <p:cNvPr id="94" name="Picture 6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42545" y="3865486"/>
            <a:ext cx="529431" cy="271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95" name="Picture 6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00046" y="3865486"/>
            <a:ext cx="531145" cy="271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96" name="Picture 7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87764" y="3896964"/>
            <a:ext cx="529431" cy="272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98" name="Line 76"/>
          <p:cNvSpPr>
            <a:spLocks noChangeShapeType="1"/>
          </p:cNvSpPr>
          <p:nvPr/>
        </p:nvSpPr>
        <p:spPr bwMode="auto">
          <a:xfrm flipH="1">
            <a:off x="2008483" y="5058196"/>
            <a:ext cx="368078" cy="447175"/>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99" name="Line 78"/>
          <p:cNvSpPr>
            <a:spLocks noChangeShapeType="1"/>
          </p:cNvSpPr>
          <p:nvPr/>
        </p:nvSpPr>
        <p:spPr bwMode="auto">
          <a:xfrm flipH="1">
            <a:off x="3684160" y="5076653"/>
            <a:ext cx="289622" cy="428716"/>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00" name="Line 79"/>
          <p:cNvSpPr>
            <a:spLocks noChangeShapeType="1"/>
          </p:cNvSpPr>
          <p:nvPr/>
        </p:nvSpPr>
        <p:spPr bwMode="auto">
          <a:xfrm>
            <a:off x="4255126" y="5075497"/>
            <a:ext cx="455345" cy="342931"/>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01" name="Line 80"/>
          <p:cNvSpPr>
            <a:spLocks noChangeShapeType="1"/>
          </p:cNvSpPr>
          <p:nvPr/>
        </p:nvSpPr>
        <p:spPr bwMode="auto">
          <a:xfrm flipH="1">
            <a:off x="5455785" y="5058196"/>
            <a:ext cx="370131" cy="360233"/>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02" name="Line 81"/>
          <p:cNvSpPr>
            <a:spLocks noChangeShapeType="1"/>
          </p:cNvSpPr>
          <p:nvPr/>
        </p:nvSpPr>
        <p:spPr bwMode="auto">
          <a:xfrm>
            <a:off x="6076364" y="5072994"/>
            <a:ext cx="496539" cy="432376"/>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03" name="Text Box 88"/>
          <p:cNvSpPr txBox="1">
            <a:spLocks noChangeArrowheads="1"/>
          </p:cNvSpPr>
          <p:nvPr/>
        </p:nvSpPr>
        <p:spPr bwMode="auto">
          <a:xfrm>
            <a:off x="2284802" y="5353471"/>
            <a:ext cx="35779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00"/>
                </a:solidFill>
                <a:latin typeface="微软雅黑" pitchFamily="34" charset="-122"/>
                <a:ea typeface="微软雅黑" pitchFamily="34" charset="-122"/>
              </a:rPr>
              <a:t>…</a:t>
            </a:r>
          </a:p>
        </p:txBody>
      </p:sp>
      <p:sp>
        <p:nvSpPr>
          <p:cNvPr id="104" name="Text Box 89"/>
          <p:cNvSpPr txBox="1">
            <a:spLocks noChangeArrowheads="1"/>
          </p:cNvSpPr>
          <p:nvPr/>
        </p:nvSpPr>
        <p:spPr bwMode="auto">
          <a:xfrm>
            <a:off x="5813761" y="5353471"/>
            <a:ext cx="35779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00"/>
                </a:solidFill>
                <a:latin typeface="微软雅黑" pitchFamily="34" charset="-122"/>
                <a:ea typeface="微软雅黑" pitchFamily="34" charset="-122"/>
              </a:rPr>
              <a:t>…</a:t>
            </a:r>
          </a:p>
        </p:txBody>
      </p:sp>
      <p:sp>
        <p:nvSpPr>
          <p:cNvPr id="105" name="Text Box 90"/>
          <p:cNvSpPr txBox="1">
            <a:spLocks noChangeArrowheads="1"/>
          </p:cNvSpPr>
          <p:nvPr/>
        </p:nvSpPr>
        <p:spPr bwMode="auto">
          <a:xfrm>
            <a:off x="3995048" y="5353471"/>
            <a:ext cx="42485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solidFill>
                  <a:srgbClr val="000000"/>
                </a:solidFill>
                <a:latin typeface="微软雅黑" pitchFamily="34" charset="-122"/>
                <a:ea typeface="微软雅黑" pitchFamily="34" charset="-122"/>
              </a:rPr>
              <a:t>…</a:t>
            </a:r>
          </a:p>
        </p:txBody>
      </p:sp>
      <p:grpSp>
        <p:nvGrpSpPr>
          <p:cNvPr id="9" name="组合 8"/>
          <p:cNvGrpSpPr/>
          <p:nvPr/>
        </p:nvGrpSpPr>
        <p:grpSpPr>
          <a:xfrm>
            <a:off x="4871527" y="2948093"/>
            <a:ext cx="1274106" cy="560628"/>
            <a:chOff x="4871527" y="2948093"/>
            <a:chExt cx="1274106" cy="560628"/>
          </a:xfrm>
        </p:grpSpPr>
        <p:sp>
          <p:nvSpPr>
            <p:cNvPr id="97" name="AutoShape 75"/>
            <p:cNvSpPr>
              <a:spLocks noChangeArrowheads="1"/>
            </p:cNvSpPr>
            <p:nvPr/>
          </p:nvSpPr>
          <p:spPr bwMode="auto">
            <a:xfrm rot="1858546">
              <a:off x="4871527" y="3313849"/>
              <a:ext cx="520866" cy="194872"/>
            </a:xfrm>
            <a:prstGeom prst="rightArrow">
              <a:avLst>
                <a:gd name="adj1" fmla="val 37500"/>
                <a:gd name="adj2" fmla="val 93961"/>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9" name="Text Box 94"/>
            <p:cNvSpPr txBox="1">
              <a:spLocks noChangeArrowheads="1"/>
            </p:cNvSpPr>
            <p:nvPr/>
          </p:nvSpPr>
          <p:spPr bwMode="auto">
            <a:xfrm>
              <a:off x="5310148" y="2948093"/>
              <a:ext cx="83548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CC00CC"/>
                  </a:solidFill>
                  <a:latin typeface="微软雅黑" pitchFamily="34" charset="-122"/>
                  <a:ea typeface="微软雅黑" pitchFamily="34" charset="-122"/>
                </a:rPr>
                <a:t>30 </a:t>
              </a:r>
              <a:r>
                <a:rPr kumimoji="1" lang="zh-CN" altLang="en-US" sz="2000" b="1" dirty="0">
                  <a:solidFill>
                    <a:srgbClr val="CC00CC"/>
                  </a:solidFill>
                  <a:latin typeface="微软雅黑" pitchFamily="34" charset="-122"/>
                  <a:ea typeface="微软雅黑" pitchFamily="34" charset="-122"/>
                </a:rPr>
                <a:t>个</a:t>
              </a:r>
            </a:p>
          </p:txBody>
        </p:sp>
        <p:sp>
          <p:nvSpPr>
            <p:cNvPr id="115" name="AutoShape 101"/>
            <p:cNvSpPr>
              <a:spLocks noChangeArrowheads="1"/>
            </p:cNvSpPr>
            <p:nvPr/>
          </p:nvSpPr>
          <p:spPr bwMode="auto">
            <a:xfrm rot="1858546">
              <a:off x="4989749" y="3289866"/>
              <a:ext cx="519152" cy="194872"/>
            </a:xfrm>
            <a:prstGeom prst="rightArrow">
              <a:avLst>
                <a:gd name="adj1" fmla="val 37500"/>
                <a:gd name="adj2" fmla="val 93652"/>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6" name="AutoShape 102"/>
            <p:cNvSpPr>
              <a:spLocks noChangeArrowheads="1"/>
            </p:cNvSpPr>
            <p:nvPr/>
          </p:nvSpPr>
          <p:spPr bwMode="auto">
            <a:xfrm rot="1858546">
              <a:off x="5106259" y="3265881"/>
              <a:ext cx="519152" cy="193372"/>
            </a:xfrm>
            <a:prstGeom prst="rightArrow">
              <a:avLst>
                <a:gd name="adj1" fmla="val 37500"/>
                <a:gd name="adj2" fmla="val 94378"/>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grpSp>
      <p:grpSp>
        <p:nvGrpSpPr>
          <p:cNvPr id="12" name="组合 11"/>
          <p:cNvGrpSpPr/>
          <p:nvPr/>
        </p:nvGrpSpPr>
        <p:grpSpPr>
          <a:xfrm>
            <a:off x="5968085" y="4103825"/>
            <a:ext cx="1135325" cy="700040"/>
            <a:chOff x="5968085" y="4103825"/>
            <a:chExt cx="1135325" cy="700040"/>
          </a:xfrm>
        </p:grpSpPr>
        <p:sp>
          <p:nvSpPr>
            <p:cNvPr id="108" name="Text Box 93"/>
            <p:cNvSpPr txBox="1">
              <a:spLocks noChangeArrowheads="1"/>
            </p:cNvSpPr>
            <p:nvPr/>
          </p:nvSpPr>
          <p:spPr bwMode="auto">
            <a:xfrm>
              <a:off x="6267925" y="4103825"/>
              <a:ext cx="83548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CC00CC"/>
                  </a:solidFill>
                  <a:latin typeface="微软雅黑" pitchFamily="34" charset="-122"/>
                  <a:ea typeface="微软雅黑" pitchFamily="34" charset="-122"/>
                </a:rPr>
                <a:t>30 </a:t>
              </a:r>
              <a:r>
                <a:rPr kumimoji="1" lang="zh-CN" altLang="en-US" sz="2000" b="1">
                  <a:solidFill>
                    <a:srgbClr val="CC00CC"/>
                  </a:solidFill>
                  <a:latin typeface="微软雅黑" pitchFamily="34" charset="-122"/>
                  <a:ea typeface="微软雅黑" pitchFamily="34" charset="-122"/>
                </a:rPr>
                <a:t>个</a:t>
              </a:r>
            </a:p>
          </p:txBody>
        </p:sp>
        <p:grpSp>
          <p:nvGrpSpPr>
            <p:cNvPr id="117" name="Group 103"/>
            <p:cNvGrpSpPr>
              <a:grpSpLocks/>
            </p:cNvGrpSpPr>
            <p:nvPr/>
          </p:nvGrpSpPr>
          <p:grpSpPr bwMode="auto">
            <a:xfrm>
              <a:off x="5968085" y="4184774"/>
              <a:ext cx="440336" cy="619091"/>
              <a:chOff x="2222" y="1578"/>
              <a:chExt cx="215" cy="328"/>
            </a:xfrm>
            <a:solidFill>
              <a:srgbClr val="00FF99"/>
            </a:solidFill>
          </p:grpSpPr>
          <p:sp>
            <p:nvSpPr>
              <p:cNvPr id="118" name="AutoShape 104"/>
              <p:cNvSpPr>
                <a:spLocks noChangeArrowheads="1"/>
              </p:cNvSpPr>
              <p:nvPr/>
            </p:nvSpPr>
            <p:spPr bwMode="auto">
              <a:xfrm rot="5400000">
                <a:off x="2148" y="1652"/>
                <a:ext cx="252" cy="103"/>
              </a:xfrm>
              <a:prstGeom prst="rightArrow">
                <a:avLst>
                  <a:gd name="adj1" fmla="val 37500"/>
                  <a:gd name="adj2" fmla="val 98306"/>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9" name="AutoShape 105"/>
              <p:cNvSpPr>
                <a:spLocks noChangeArrowheads="1"/>
              </p:cNvSpPr>
              <p:nvPr/>
            </p:nvSpPr>
            <p:spPr bwMode="auto">
              <a:xfrm rot="5400000">
                <a:off x="2204" y="1690"/>
                <a:ext cx="252" cy="103"/>
              </a:xfrm>
              <a:prstGeom prst="rightArrow">
                <a:avLst>
                  <a:gd name="adj1" fmla="val 37500"/>
                  <a:gd name="adj2" fmla="val 98306"/>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0" name="AutoShape 106"/>
              <p:cNvSpPr>
                <a:spLocks noChangeArrowheads="1"/>
              </p:cNvSpPr>
              <p:nvPr/>
            </p:nvSpPr>
            <p:spPr bwMode="auto">
              <a:xfrm rot="5400000">
                <a:off x="2260" y="1728"/>
                <a:ext cx="252" cy="103"/>
              </a:xfrm>
              <a:prstGeom prst="rightArrow">
                <a:avLst>
                  <a:gd name="adj1" fmla="val 37500"/>
                  <a:gd name="adj2" fmla="val 98306"/>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grpSp>
      </p:grpSp>
      <p:grpSp>
        <p:nvGrpSpPr>
          <p:cNvPr id="6" name="组合 5"/>
          <p:cNvGrpSpPr/>
          <p:nvPr/>
        </p:nvGrpSpPr>
        <p:grpSpPr>
          <a:xfrm>
            <a:off x="4194745" y="2308810"/>
            <a:ext cx="1198720" cy="880620"/>
            <a:chOff x="4194745" y="2308810"/>
            <a:chExt cx="1198720" cy="880620"/>
          </a:xfrm>
        </p:grpSpPr>
        <p:sp>
          <p:nvSpPr>
            <p:cNvPr id="86" name="AutoShape 60"/>
            <p:cNvSpPr>
              <a:spLocks noChangeArrowheads="1"/>
            </p:cNvSpPr>
            <p:nvPr/>
          </p:nvSpPr>
          <p:spPr bwMode="auto">
            <a:xfrm rot="5400000">
              <a:off x="4061775" y="2550412"/>
              <a:ext cx="476685" cy="210745"/>
            </a:xfrm>
            <a:prstGeom prst="rightArrow">
              <a:avLst>
                <a:gd name="adj1" fmla="val 37500"/>
                <a:gd name="adj2" fmla="val 103881"/>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2" name="Text Box 97"/>
            <p:cNvSpPr txBox="1">
              <a:spLocks noChangeArrowheads="1"/>
            </p:cNvSpPr>
            <p:nvPr/>
          </p:nvSpPr>
          <p:spPr bwMode="auto">
            <a:xfrm>
              <a:off x="4557980" y="2308810"/>
              <a:ext cx="83548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CC00CC"/>
                  </a:solidFill>
                  <a:latin typeface="微软雅黑" pitchFamily="34" charset="-122"/>
                  <a:ea typeface="微软雅黑" pitchFamily="34" charset="-122"/>
                </a:rPr>
                <a:t>90 </a:t>
              </a:r>
              <a:r>
                <a:rPr kumimoji="1" lang="zh-CN" altLang="en-US" sz="2000" b="1" dirty="0">
                  <a:solidFill>
                    <a:srgbClr val="CC00CC"/>
                  </a:solidFill>
                  <a:latin typeface="微软雅黑" pitchFamily="34" charset="-122"/>
                  <a:ea typeface="微软雅黑" pitchFamily="34" charset="-122"/>
                </a:rPr>
                <a:t>个</a:t>
              </a:r>
            </a:p>
          </p:txBody>
        </p:sp>
        <p:sp>
          <p:nvSpPr>
            <p:cNvPr id="113" name="AutoShape 99"/>
            <p:cNvSpPr>
              <a:spLocks noChangeArrowheads="1"/>
            </p:cNvSpPr>
            <p:nvPr/>
          </p:nvSpPr>
          <p:spPr bwMode="auto">
            <a:xfrm rot="5400000">
              <a:off x="4161044" y="2610265"/>
              <a:ext cx="475187" cy="212458"/>
            </a:xfrm>
            <a:prstGeom prst="rightArrow">
              <a:avLst>
                <a:gd name="adj1" fmla="val 37500"/>
                <a:gd name="adj2" fmla="val 102720"/>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4" name="AutoShape 100"/>
            <p:cNvSpPr>
              <a:spLocks noChangeArrowheads="1"/>
            </p:cNvSpPr>
            <p:nvPr/>
          </p:nvSpPr>
          <p:spPr bwMode="auto">
            <a:xfrm rot="5400000">
              <a:off x="4259562" y="2669584"/>
              <a:ext cx="475185" cy="210744"/>
            </a:xfrm>
            <a:prstGeom prst="rightArrow">
              <a:avLst>
                <a:gd name="adj1" fmla="val 37500"/>
                <a:gd name="adj2" fmla="val 103555"/>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1" name="AutoShape 107"/>
            <p:cNvSpPr>
              <a:spLocks noChangeArrowheads="1"/>
            </p:cNvSpPr>
            <p:nvPr/>
          </p:nvSpPr>
          <p:spPr bwMode="auto">
            <a:xfrm rot="5400000">
              <a:off x="4358081" y="2728686"/>
              <a:ext cx="475185" cy="212458"/>
            </a:xfrm>
            <a:prstGeom prst="rightArrow">
              <a:avLst>
                <a:gd name="adj1" fmla="val 37500"/>
                <a:gd name="adj2" fmla="val 102720"/>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2" name="AutoShape 108"/>
            <p:cNvSpPr>
              <a:spLocks noChangeArrowheads="1"/>
            </p:cNvSpPr>
            <p:nvPr/>
          </p:nvSpPr>
          <p:spPr bwMode="auto">
            <a:xfrm rot="5400000">
              <a:off x="4456600" y="2788005"/>
              <a:ext cx="475187" cy="210745"/>
            </a:xfrm>
            <a:prstGeom prst="rightArrow">
              <a:avLst>
                <a:gd name="adj1" fmla="val 37500"/>
                <a:gd name="adj2" fmla="val 103555"/>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3" name="AutoShape 109"/>
            <p:cNvSpPr>
              <a:spLocks noChangeArrowheads="1"/>
            </p:cNvSpPr>
            <p:nvPr/>
          </p:nvSpPr>
          <p:spPr bwMode="auto">
            <a:xfrm rot="5400000">
              <a:off x="4553405" y="2845609"/>
              <a:ext cx="475185" cy="212458"/>
            </a:xfrm>
            <a:prstGeom prst="rightArrow">
              <a:avLst>
                <a:gd name="adj1" fmla="val 37500"/>
                <a:gd name="adj2" fmla="val 102720"/>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grpSp>
      <p:grpSp>
        <p:nvGrpSpPr>
          <p:cNvPr id="7" name="组合 6"/>
          <p:cNvGrpSpPr/>
          <p:nvPr/>
        </p:nvGrpSpPr>
        <p:grpSpPr>
          <a:xfrm>
            <a:off x="2352469" y="2948093"/>
            <a:ext cx="1196336" cy="605598"/>
            <a:chOff x="2352469" y="2948093"/>
            <a:chExt cx="1196336" cy="605598"/>
          </a:xfrm>
        </p:grpSpPr>
        <p:sp>
          <p:nvSpPr>
            <p:cNvPr id="87" name="AutoShape 61"/>
            <p:cNvSpPr>
              <a:spLocks noChangeArrowheads="1"/>
            </p:cNvSpPr>
            <p:nvPr/>
          </p:nvSpPr>
          <p:spPr bwMode="auto">
            <a:xfrm rot="8740270">
              <a:off x="3029653" y="3360318"/>
              <a:ext cx="519152" cy="193373"/>
            </a:xfrm>
            <a:prstGeom prst="rightArrow">
              <a:avLst>
                <a:gd name="adj1" fmla="val 37500"/>
                <a:gd name="adj2" fmla="val 94377"/>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1" name="Text Box 96"/>
            <p:cNvSpPr txBox="1">
              <a:spLocks noChangeArrowheads="1"/>
            </p:cNvSpPr>
            <p:nvPr/>
          </p:nvSpPr>
          <p:spPr bwMode="auto">
            <a:xfrm>
              <a:off x="2352469" y="2948093"/>
              <a:ext cx="83548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2000" b="1" dirty="0">
                  <a:solidFill>
                    <a:srgbClr val="CC00CC"/>
                  </a:solidFill>
                  <a:latin typeface="微软雅黑" pitchFamily="34" charset="-122"/>
                  <a:ea typeface="微软雅黑" pitchFamily="34" charset="-122"/>
                </a:rPr>
                <a:t>30 </a:t>
              </a:r>
              <a:r>
                <a:rPr kumimoji="1" lang="zh-CN" altLang="en-US" sz="2000" b="1" dirty="0">
                  <a:solidFill>
                    <a:srgbClr val="CC00CC"/>
                  </a:solidFill>
                  <a:latin typeface="微软雅黑" pitchFamily="34" charset="-122"/>
                  <a:ea typeface="微软雅黑" pitchFamily="34" charset="-122"/>
                </a:rPr>
                <a:t>个</a:t>
              </a:r>
            </a:p>
          </p:txBody>
        </p:sp>
        <p:sp>
          <p:nvSpPr>
            <p:cNvPr id="124" name="AutoShape 110"/>
            <p:cNvSpPr>
              <a:spLocks noChangeArrowheads="1"/>
            </p:cNvSpPr>
            <p:nvPr/>
          </p:nvSpPr>
          <p:spPr bwMode="auto">
            <a:xfrm rot="8740270">
              <a:off x="2938846" y="3325843"/>
              <a:ext cx="519150" cy="194872"/>
            </a:xfrm>
            <a:prstGeom prst="rightArrow">
              <a:avLst>
                <a:gd name="adj1" fmla="val 37500"/>
                <a:gd name="adj2" fmla="val 93652"/>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5" name="AutoShape 111"/>
            <p:cNvSpPr>
              <a:spLocks noChangeArrowheads="1"/>
            </p:cNvSpPr>
            <p:nvPr/>
          </p:nvSpPr>
          <p:spPr bwMode="auto">
            <a:xfrm rot="8740270">
              <a:off x="2846323" y="3289866"/>
              <a:ext cx="519150" cy="194872"/>
            </a:xfrm>
            <a:prstGeom prst="rightArrow">
              <a:avLst>
                <a:gd name="adj1" fmla="val 37500"/>
                <a:gd name="adj2" fmla="val 93652"/>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grpSp>
      <p:grpSp>
        <p:nvGrpSpPr>
          <p:cNvPr id="11" name="组合 10"/>
          <p:cNvGrpSpPr/>
          <p:nvPr/>
        </p:nvGrpSpPr>
        <p:grpSpPr>
          <a:xfrm>
            <a:off x="4150198" y="4169783"/>
            <a:ext cx="1140466" cy="619091"/>
            <a:chOff x="4150198" y="4169783"/>
            <a:chExt cx="1140466" cy="619091"/>
          </a:xfrm>
        </p:grpSpPr>
        <p:sp>
          <p:nvSpPr>
            <p:cNvPr id="107" name="Text Box 92"/>
            <p:cNvSpPr txBox="1">
              <a:spLocks noChangeArrowheads="1"/>
            </p:cNvSpPr>
            <p:nvPr/>
          </p:nvSpPr>
          <p:spPr bwMode="auto">
            <a:xfrm>
              <a:off x="4455179" y="4171283"/>
              <a:ext cx="83548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CC00CC"/>
                  </a:solidFill>
                  <a:latin typeface="微软雅黑" pitchFamily="34" charset="-122"/>
                  <a:ea typeface="微软雅黑" pitchFamily="34" charset="-122"/>
                </a:rPr>
                <a:t>30 </a:t>
              </a:r>
              <a:r>
                <a:rPr kumimoji="1" lang="zh-CN" altLang="en-US" sz="2000" b="1" dirty="0">
                  <a:solidFill>
                    <a:srgbClr val="CC00CC"/>
                  </a:solidFill>
                  <a:latin typeface="微软雅黑" pitchFamily="34" charset="-122"/>
                  <a:ea typeface="微软雅黑" pitchFamily="34" charset="-122"/>
                </a:rPr>
                <a:t>个</a:t>
              </a:r>
            </a:p>
          </p:txBody>
        </p:sp>
        <p:grpSp>
          <p:nvGrpSpPr>
            <p:cNvPr id="126" name="Group 112"/>
            <p:cNvGrpSpPr>
              <a:grpSpLocks/>
            </p:cNvGrpSpPr>
            <p:nvPr/>
          </p:nvGrpSpPr>
          <p:grpSpPr bwMode="auto">
            <a:xfrm>
              <a:off x="4150198" y="4169783"/>
              <a:ext cx="442050" cy="619091"/>
              <a:chOff x="2222" y="1578"/>
              <a:chExt cx="215" cy="328"/>
            </a:xfrm>
            <a:solidFill>
              <a:srgbClr val="00FF99"/>
            </a:solidFill>
          </p:grpSpPr>
          <p:sp>
            <p:nvSpPr>
              <p:cNvPr id="127" name="AutoShape 113"/>
              <p:cNvSpPr>
                <a:spLocks noChangeArrowheads="1"/>
              </p:cNvSpPr>
              <p:nvPr/>
            </p:nvSpPr>
            <p:spPr bwMode="auto">
              <a:xfrm rot="5400000">
                <a:off x="2148" y="1652"/>
                <a:ext cx="252" cy="103"/>
              </a:xfrm>
              <a:prstGeom prst="rightArrow">
                <a:avLst>
                  <a:gd name="adj1" fmla="val 37500"/>
                  <a:gd name="adj2" fmla="val 98306"/>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8" name="AutoShape 114"/>
              <p:cNvSpPr>
                <a:spLocks noChangeArrowheads="1"/>
              </p:cNvSpPr>
              <p:nvPr/>
            </p:nvSpPr>
            <p:spPr bwMode="auto">
              <a:xfrm rot="5400000">
                <a:off x="2204" y="1690"/>
                <a:ext cx="252" cy="103"/>
              </a:xfrm>
              <a:prstGeom prst="rightArrow">
                <a:avLst>
                  <a:gd name="adj1" fmla="val 37500"/>
                  <a:gd name="adj2" fmla="val 98306"/>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9" name="AutoShape 115"/>
              <p:cNvSpPr>
                <a:spLocks noChangeArrowheads="1"/>
              </p:cNvSpPr>
              <p:nvPr/>
            </p:nvSpPr>
            <p:spPr bwMode="auto">
              <a:xfrm rot="5400000">
                <a:off x="2260" y="1728"/>
                <a:ext cx="252" cy="103"/>
              </a:xfrm>
              <a:prstGeom prst="rightArrow">
                <a:avLst>
                  <a:gd name="adj1" fmla="val 37500"/>
                  <a:gd name="adj2" fmla="val 98306"/>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grpSp>
      </p:grpSp>
      <p:grpSp>
        <p:nvGrpSpPr>
          <p:cNvPr id="10" name="组合 9"/>
          <p:cNvGrpSpPr/>
          <p:nvPr/>
        </p:nvGrpSpPr>
        <p:grpSpPr>
          <a:xfrm>
            <a:off x="2589319" y="4216252"/>
            <a:ext cx="1171304" cy="638578"/>
            <a:chOff x="2589319" y="4216252"/>
            <a:chExt cx="1171304" cy="638578"/>
          </a:xfrm>
        </p:grpSpPr>
        <p:sp>
          <p:nvSpPr>
            <p:cNvPr id="106" name="Text Box 91"/>
            <p:cNvSpPr txBox="1">
              <a:spLocks noChangeArrowheads="1"/>
            </p:cNvSpPr>
            <p:nvPr/>
          </p:nvSpPr>
          <p:spPr bwMode="auto">
            <a:xfrm>
              <a:off x="2925138" y="4216252"/>
              <a:ext cx="83548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CC00CC"/>
                  </a:solidFill>
                  <a:latin typeface="微软雅黑" pitchFamily="34" charset="-122"/>
                  <a:ea typeface="微软雅黑" pitchFamily="34" charset="-122"/>
                </a:rPr>
                <a:t>30 </a:t>
              </a:r>
              <a:r>
                <a:rPr kumimoji="1" lang="zh-CN" altLang="en-US" sz="2000" b="1">
                  <a:solidFill>
                    <a:srgbClr val="CC00CC"/>
                  </a:solidFill>
                  <a:latin typeface="微软雅黑" pitchFamily="34" charset="-122"/>
                  <a:ea typeface="微软雅黑" pitchFamily="34" charset="-122"/>
                </a:rPr>
                <a:t>个</a:t>
              </a:r>
            </a:p>
          </p:txBody>
        </p:sp>
        <p:grpSp>
          <p:nvGrpSpPr>
            <p:cNvPr id="130" name="Group 116"/>
            <p:cNvGrpSpPr>
              <a:grpSpLocks/>
            </p:cNvGrpSpPr>
            <p:nvPr/>
          </p:nvGrpSpPr>
          <p:grpSpPr bwMode="auto">
            <a:xfrm>
              <a:off x="2589319" y="4235739"/>
              <a:ext cx="442050" cy="619091"/>
              <a:chOff x="2222" y="1578"/>
              <a:chExt cx="215" cy="328"/>
            </a:xfrm>
            <a:solidFill>
              <a:srgbClr val="00FF99"/>
            </a:solidFill>
          </p:grpSpPr>
          <p:sp>
            <p:nvSpPr>
              <p:cNvPr id="131" name="AutoShape 117"/>
              <p:cNvSpPr>
                <a:spLocks noChangeArrowheads="1"/>
              </p:cNvSpPr>
              <p:nvPr/>
            </p:nvSpPr>
            <p:spPr bwMode="auto">
              <a:xfrm rot="5400000">
                <a:off x="2148" y="1652"/>
                <a:ext cx="252" cy="103"/>
              </a:xfrm>
              <a:prstGeom prst="rightArrow">
                <a:avLst>
                  <a:gd name="adj1" fmla="val 37500"/>
                  <a:gd name="adj2" fmla="val 98306"/>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2" name="AutoShape 118"/>
              <p:cNvSpPr>
                <a:spLocks noChangeArrowheads="1"/>
              </p:cNvSpPr>
              <p:nvPr/>
            </p:nvSpPr>
            <p:spPr bwMode="auto">
              <a:xfrm rot="5400000">
                <a:off x="2204" y="1690"/>
                <a:ext cx="252" cy="103"/>
              </a:xfrm>
              <a:prstGeom prst="rightArrow">
                <a:avLst>
                  <a:gd name="adj1" fmla="val 37500"/>
                  <a:gd name="adj2" fmla="val 98306"/>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3" name="AutoShape 119"/>
              <p:cNvSpPr>
                <a:spLocks noChangeArrowheads="1"/>
              </p:cNvSpPr>
              <p:nvPr/>
            </p:nvSpPr>
            <p:spPr bwMode="auto">
              <a:xfrm rot="5400000">
                <a:off x="2260" y="1728"/>
                <a:ext cx="252" cy="103"/>
              </a:xfrm>
              <a:prstGeom prst="rightArrow">
                <a:avLst>
                  <a:gd name="adj1" fmla="val 37500"/>
                  <a:gd name="adj2" fmla="val 98306"/>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grpSp>
      </p:grpSp>
      <p:grpSp>
        <p:nvGrpSpPr>
          <p:cNvPr id="8" name="组合 7"/>
          <p:cNvGrpSpPr/>
          <p:nvPr/>
        </p:nvGrpSpPr>
        <p:grpSpPr>
          <a:xfrm>
            <a:off x="4150198" y="3294362"/>
            <a:ext cx="1178159" cy="627159"/>
            <a:chOff x="4150198" y="3294362"/>
            <a:chExt cx="1178159" cy="627159"/>
          </a:xfrm>
        </p:grpSpPr>
        <p:sp>
          <p:nvSpPr>
            <p:cNvPr id="110" name="Text Box 95"/>
            <p:cNvSpPr txBox="1">
              <a:spLocks noChangeArrowheads="1"/>
            </p:cNvSpPr>
            <p:nvPr/>
          </p:nvSpPr>
          <p:spPr bwMode="auto">
            <a:xfrm>
              <a:off x="4492872" y="3521411"/>
              <a:ext cx="83548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smtClean="0">
                  <a:solidFill>
                    <a:srgbClr val="CC00CC"/>
                  </a:solidFill>
                  <a:latin typeface="微软雅黑" pitchFamily="34" charset="-122"/>
                  <a:ea typeface="微软雅黑" pitchFamily="34" charset="-122"/>
                </a:rPr>
                <a:t>30 </a:t>
              </a:r>
              <a:r>
                <a:rPr kumimoji="1" lang="zh-CN" altLang="en-US" sz="2000" b="1" dirty="0" smtClean="0">
                  <a:solidFill>
                    <a:srgbClr val="CC00CC"/>
                  </a:solidFill>
                  <a:latin typeface="微软雅黑" pitchFamily="34" charset="-122"/>
                  <a:ea typeface="微软雅黑" pitchFamily="34" charset="-122"/>
                </a:rPr>
                <a:t>个</a:t>
              </a:r>
              <a:endParaRPr kumimoji="1" lang="zh-CN" altLang="en-US" sz="2000" b="1" dirty="0">
                <a:solidFill>
                  <a:srgbClr val="CC00CC"/>
                </a:solidFill>
                <a:latin typeface="微软雅黑" pitchFamily="34" charset="-122"/>
                <a:ea typeface="微软雅黑" pitchFamily="34" charset="-122"/>
              </a:endParaRPr>
            </a:p>
          </p:txBody>
        </p:sp>
        <p:grpSp>
          <p:nvGrpSpPr>
            <p:cNvPr id="134" name="Group 120"/>
            <p:cNvGrpSpPr>
              <a:grpSpLocks/>
            </p:cNvGrpSpPr>
            <p:nvPr/>
          </p:nvGrpSpPr>
          <p:grpSpPr bwMode="auto">
            <a:xfrm>
              <a:off x="4150198" y="3294362"/>
              <a:ext cx="442050" cy="619091"/>
              <a:chOff x="2222" y="1578"/>
              <a:chExt cx="215" cy="328"/>
            </a:xfrm>
            <a:solidFill>
              <a:srgbClr val="00FF99"/>
            </a:solidFill>
          </p:grpSpPr>
          <p:sp>
            <p:nvSpPr>
              <p:cNvPr id="135" name="AutoShape 121"/>
              <p:cNvSpPr>
                <a:spLocks noChangeArrowheads="1"/>
              </p:cNvSpPr>
              <p:nvPr/>
            </p:nvSpPr>
            <p:spPr bwMode="auto">
              <a:xfrm rot="5400000">
                <a:off x="2148" y="1652"/>
                <a:ext cx="252" cy="103"/>
              </a:xfrm>
              <a:prstGeom prst="rightArrow">
                <a:avLst>
                  <a:gd name="adj1" fmla="val 37500"/>
                  <a:gd name="adj2" fmla="val 98306"/>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6" name="AutoShape 122"/>
              <p:cNvSpPr>
                <a:spLocks noChangeArrowheads="1"/>
              </p:cNvSpPr>
              <p:nvPr/>
            </p:nvSpPr>
            <p:spPr bwMode="auto">
              <a:xfrm rot="5400000">
                <a:off x="2204" y="1690"/>
                <a:ext cx="252" cy="103"/>
              </a:xfrm>
              <a:prstGeom prst="rightArrow">
                <a:avLst>
                  <a:gd name="adj1" fmla="val 37500"/>
                  <a:gd name="adj2" fmla="val 98306"/>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7" name="AutoShape 123"/>
              <p:cNvSpPr>
                <a:spLocks noChangeArrowheads="1"/>
              </p:cNvSpPr>
              <p:nvPr/>
            </p:nvSpPr>
            <p:spPr bwMode="auto">
              <a:xfrm rot="5400000">
                <a:off x="2260" y="1728"/>
                <a:ext cx="252" cy="103"/>
              </a:xfrm>
              <a:prstGeom prst="rightArrow">
                <a:avLst>
                  <a:gd name="adj1" fmla="val 37500"/>
                  <a:gd name="adj2" fmla="val 98306"/>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grpSp>
      </p:grpSp>
      <p:pic>
        <p:nvPicPr>
          <p:cNvPr id="139" name="Picture 246"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746044" y="5388143"/>
            <a:ext cx="516069" cy="489128"/>
          </a:xfrm>
          <a:prstGeom prst="rect">
            <a:avLst/>
          </a:prstGeom>
          <a:noFill/>
          <a:extLst>
            <a:ext uri="{909E8E84-426E-40DD-AFC4-6F175D3DCCD1}">
              <a14:hiddenFill xmlns:a14="http://schemas.microsoft.com/office/drawing/2010/main">
                <a:solidFill>
                  <a:srgbClr val="FFFFFF"/>
                </a:solidFill>
              </a14:hiddenFill>
            </a:ext>
          </a:extLst>
        </p:spPr>
      </p:pic>
      <p:pic>
        <p:nvPicPr>
          <p:cNvPr id="140" name="Picture 246"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680811" y="5388143"/>
            <a:ext cx="516069" cy="489128"/>
          </a:xfrm>
          <a:prstGeom prst="rect">
            <a:avLst/>
          </a:prstGeom>
          <a:noFill/>
          <a:extLst>
            <a:ext uri="{909E8E84-426E-40DD-AFC4-6F175D3DCCD1}">
              <a14:hiddenFill xmlns:a14="http://schemas.microsoft.com/office/drawing/2010/main">
                <a:solidFill>
                  <a:srgbClr val="FFFFFF"/>
                </a:solidFill>
              </a14:hiddenFill>
            </a:ext>
          </a:extLst>
        </p:spPr>
      </p:pic>
      <p:pic>
        <p:nvPicPr>
          <p:cNvPr id="141" name="Picture 246"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34809" y="5388143"/>
            <a:ext cx="516069" cy="489128"/>
          </a:xfrm>
          <a:prstGeom prst="rect">
            <a:avLst/>
          </a:prstGeom>
          <a:noFill/>
          <a:extLst>
            <a:ext uri="{909E8E84-426E-40DD-AFC4-6F175D3DCCD1}">
              <a14:hiddenFill xmlns:a14="http://schemas.microsoft.com/office/drawing/2010/main">
                <a:solidFill>
                  <a:srgbClr val="FFFFFF"/>
                </a:solidFill>
              </a14:hiddenFill>
            </a:ext>
          </a:extLst>
        </p:spPr>
      </p:pic>
      <p:pic>
        <p:nvPicPr>
          <p:cNvPr id="142" name="Picture 246"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452436" y="5388143"/>
            <a:ext cx="516069" cy="489128"/>
          </a:xfrm>
          <a:prstGeom prst="rect">
            <a:avLst/>
          </a:prstGeom>
          <a:noFill/>
          <a:extLst>
            <a:ext uri="{909E8E84-426E-40DD-AFC4-6F175D3DCCD1}">
              <a14:hiddenFill xmlns:a14="http://schemas.microsoft.com/office/drawing/2010/main">
                <a:solidFill>
                  <a:srgbClr val="FFFFFF"/>
                </a:solidFill>
              </a14:hiddenFill>
            </a:ext>
          </a:extLst>
        </p:spPr>
      </p:pic>
      <p:pic>
        <p:nvPicPr>
          <p:cNvPr id="143" name="Picture 246"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205337" y="5388143"/>
            <a:ext cx="516069" cy="489128"/>
          </a:xfrm>
          <a:prstGeom prst="rect">
            <a:avLst/>
          </a:prstGeom>
          <a:noFill/>
          <a:extLst>
            <a:ext uri="{909E8E84-426E-40DD-AFC4-6F175D3DCCD1}">
              <a14:hiddenFill xmlns:a14="http://schemas.microsoft.com/office/drawing/2010/main">
                <a:solidFill>
                  <a:srgbClr val="FFFFFF"/>
                </a:solidFill>
              </a14:hiddenFill>
            </a:ext>
          </a:extLst>
        </p:spPr>
      </p:pic>
      <p:pic>
        <p:nvPicPr>
          <p:cNvPr id="144" name="Picture 246" descr="jisuan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17622" y="5388143"/>
            <a:ext cx="516069" cy="489128"/>
          </a:xfrm>
          <a:prstGeom prst="rect">
            <a:avLst/>
          </a:prstGeom>
          <a:noFill/>
          <a:extLst>
            <a:ext uri="{909E8E84-426E-40DD-AFC4-6F175D3DCCD1}">
              <a14:hiddenFill xmlns:a14="http://schemas.microsoft.com/office/drawing/2010/main">
                <a:solidFill>
                  <a:srgbClr val="FFFFFF"/>
                </a:solidFill>
              </a14:hiddenFill>
            </a:ext>
          </a:extLst>
        </p:spPr>
      </p:pic>
      <p:pic>
        <p:nvPicPr>
          <p:cNvPr id="146" name="Picture 58"/>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248316" y="4782951"/>
            <a:ext cx="585245" cy="345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47" name="Picture 58"/>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869737" y="4782951"/>
            <a:ext cx="585245" cy="345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48" name="Picture 58"/>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640895" y="4782951"/>
            <a:ext cx="585245" cy="345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aphicFrame>
        <p:nvGraphicFramePr>
          <p:cNvPr id="4" name="对象 3">
            <a:hlinkClick r:id="" action="ppaction://ole?verb=0"/>
          </p:cNvPr>
          <p:cNvGraphicFramePr>
            <a:graphicFrameLocks/>
          </p:cNvGraphicFramePr>
          <p:nvPr>
            <p:extLst>
              <p:ext uri="{D42A27DB-BD31-4B8C-83A1-F6EECF244321}">
                <p14:modId xmlns:p14="http://schemas.microsoft.com/office/powerpoint/2010/main" val="1472259890"/>
              </p:ext>
            </p:extLst>
          </p:nvPr>
        </p:nvGraphicFramePr>
        <p:xfrm>
          <a:off x="3795287" y="1449388"/>
          <a:ext cx="620713" cy="952500"/>
        </p:xfrm>
        <a:graphic>
          <a:graphicData uri="http://schemas.openxmlformats.org/presentationml/2006/ole">
            <mc:AlternateContent xmlns:mc="http://schemas.openxmlformats.org/markup-compatibility/2006">
              <mc:Choice xmlns:v="urn:schemas-microsoft-com:vml" Requires="v">
                <p:oleObj spid="_x0000_s374919" name="Microsoft ClipArt Gallery" r:id="rId7" imgW="2735263" imgH="3825875" progId="">
                  <p:embed/>
                </p:oleObj>
              </mc:Choice>
              <mc:Fallback>
                <p:oleObj name="Microsoft ClipArt Gallery" r:id="rId7" imgW="2735263" imgH="3825875" progId="">
                  <p:embed/>
                  <p:pic>
                    <p:nvPicPr>
                      <p:cNvPr id="0" name="Object 71"/>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95287" y="1449388"/>
                        <a:ext cx="620713" cy="95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up)">
                                      <p:cBhvr>
                                        <p:cTn id="12" dur="500"/>
                                        <p:tgtEl>
                                          <p:spTgt spid="9"/>
                                        </p:tgtEl>
                                      </p:cBhvr>
                                    </p:animEffect>
                                  </p:childTnLst>
                                </p:cTn>
                              </p:par>
                              <p:par>
                                <p:cTn id="13" presetID="22" presetClass="entr" presetSubtype="1"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500"/>
                                        <p:tgtEl>
                                          <p:spTgt spid="8"/>
                                        </p:tgtEl>
                                      </p:cBhvr>
                                    </p:animEffect>
                                  </p:childTnLst>
                                </p:cTn>
                              </p:par>
                              <p:par>
                                <p:cTn id="16" presetID="22" presetClass="entr" presetSubtype="1"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up)">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up)">
                                      <p:cBhvr>
                                        <p:cTn id="23" dur="500"/>
                                        <p:tgtEl>
                                          <p:spTgt spid="10"/>
                                        </p:tgtEl>
                                      </p:cBhvr>
                                    </p:animEffect>
                                  </p:childTnLst>
                                </p:cTn>
                              </p:par>
                              <p:par>
                                <p:cTn id="24" presetID="22" presetClass="entr" presetSubtype="1" fill="hold"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up)">
                                      <p:cBhvr>
                                        <p:cTn id="26" dur="500"/>
                                        <p:tgtEl>
                                          <p:spTgt spid="11"/>
                                        </p:tgtEl>
                                      </p:cBhvr>
                                    </p:animEffect>
                                  </p:childTnLst>
                                </p:cTn>
                              </p:par>
                              <p:par>
                                <p:cTn id="27" presetID="22" presetClass="entr" presetSubtype="1"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wipe(up)">
                                      <p:cBhvr>
                                        <p:cTn id="29" dur="5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grpId="0" nodeType="clickEffect">
                                  <p:stCondLst>
                                    <p:cond delay="0"/>
                                  </p:stCondLst>
                                  <p:childTnLst>
                                    <p:set>
                                      <p:cBhvr>
                                        <p:cTn id="33" dur="1" fill="hold">
                                          <p:stCondLst>
                                            <p:cond delay="0"/>
                                          </p:stCondLst>
                                        </p:cTn>
                                        <p:tgtEl>
                                          <p:spTgt spid="138"/>
                                        </p:tgtEl>
                                        <p:attrNameLst>
                                          <p:attrName>style.visibility</p:attrName>
                                        </p:attrNameLst>
                                      </p:cBhvr>
                                      <p:to>
                                        <p:strVal val="visible"/>
                                      </p:to>
                                    </p:set>
                                    <p:animEffect transition="in" filter="barn(inVertical)">
                                      <p:cBhvr>
                                        <p:cTn id="34" dur="5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 grpId="0" animBg="1"/>
    </p:bld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圆角矩形 74"/>
          <p:cNvSpPr/>
          <p:nvPr/>
        </p:nvSpPr>
        <p:spPr>
          <a:xfrm>
            <a:off x="634578" y="1412776"/>
            <a:ext cx="10573990" cy="511256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69" name="AutoShape 52"/>
          <p:cNvSpPr>
            <a:spLocks noChangeArrowheads="1"/>
          </p:cNvSpPr>
          <p:nvPr/>
        </p:nvSpPr>
        <p:spPr bwMode="auto">
          <a:xfrm>
            <a:off x="1631504" y="5205501"/>
            <a:ext cx="5256213" cy="847725"/>
          </a:xfrm>
          <a:prstGeom prst="roundRect">
            <a:avLst>
              <a:gd name="adj" fmla="val 32995"/>
            </a:avLst>
          </a:prstGeom>
          <a:solidFill>
            <a:srgbClr val="FFFF99"/>
          </a:solidFill>
          <a:ln w="9525">
            <a:solidFill>
              <a:schemeClr val="tx1"/>
            </a:solidFill>
            <a:prstDash val="dash"/>
            <a:round/>
            <a:headEnd/>
            <a:tailEnd/>
          </a:ln>
        </p:spPr>
        <p:txBody>
          <a:bodyPr wrap="none" anchor="ctr"/>
          <a:lstStyle/>
          <a:p>
            <a:pPr eaLnBrk="1" hangingPunct="1"/>
            <a:endParaRPr lang="en-US" altLang="zh-CN"/>
          </a:p>
        </p:txBody>
      </p:sp>
      <p:sp>
        <p:nvSpPr>
          <p:cNvPr id="342018" name="Rectangle 127"/>
          <p:cNvSpPr>
            <a:spLocks noGrp="1" noChangeArrowheads="1"/>
          </p:cNvSpPr>
          <p:nvPr>
            <p:ph type="title"/>
          </p:nvPr>
        </p:nvSpPr>
        <p:spPr/>
        <p:txBody>
          <a:bodyPr/>
          <a:lstStyle/>
          <a:p>
            <a:r>
              <a:rPr lang="en-US" altLang="zh-CN" dirty="0" smtClean="0"/>
              <a:t>4.7.1 IP </a:t>
            </a:r>
            <a:r>
              <a:rPr lang="zh-CN" altLang="en-US" dirty="0" smtClean="0"/>
              <a:t>多播的基本概念</a:t>
            </a:r>
          </a:p>
        </p:txBody>
      </p:sp>
      <p:sp>
        <p:nvSpPr>
          <p:cNvPr id="77" name="Line 77"/>
          <p:cNvSpPr>
            <a:spLocks noChangeShapeType="1"/>
          </p:cNvSpPr>
          <p:nvPr/>
        </p:nvSpPr>
        <p:spPr bwMode="auto">
          <a:xfrm>
            <a:off x="2589082" y="5076653"/>
            <a:ext cx="349764" cy="341775"/>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78" name="Line 52"/>
          <p:cNvSpPr>
            <a:spLocks noChangeShapeType="1"/>
          </p:cNvSpPr>
          <p:nvPr/>
        </p:nvSpPr>
        <p:spPr bwMode="auto">
          <a:xfrm flipV="1">
            <a:off x="2659564" y="3142962"/>
            <a:ext cx="1396399" cy="855934"/>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9" name="Line 53"/>
          <p:cNvSpPr>
            <a:spLocks noChangeShapeType="1"/>
          </p:cNvSpPr>
          <p:nvPr/>
        </p:nvSpPr>
        <p:spPr bwMode="auto">
          <a:xfrm flipV="1">
            <a:off x="4150198" y="2417273"/>
            <a:ext cx="0" cy="553303"/>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0" name="Line 54"/>
          <p:cNvSpPr>
            <a:spLocks noChangeShapeType="1"/>
          </p:cNvSpPr>
          <p:nvPr/>
        </p:nvSpPr>
        <p:spPr bwMode="auto">
          <a:xfrm flipH="1" flipV="1">
            <a:off x="4150198" y="3142962"/>
            <a:ext cx="0" cy="855934"/>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1" name="Line 55"/>
          <p:cNvSpPr>
            <a:spLocks noChangeShapeType="1"/>
          </p:cNvSpPr>
          <p:nvPr/>
        </p:nvSpPr>
        <p:spPr bwMode="auto">
          <a:xfrm>
            <a:off x="5921823" y="3998896"/>
            <a:ext cx="0" cy="770491"/>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2" name="Line 56"/>
          <p:cNvSpPr>
            <a:spLocks noChangeShapeType="1"/>
          </p:cNvSpPr>
          <p:nvPr/>
        </p:nvSpPr>
        <p:spPr bwMode="auto">
          <a:xfrm flipV="1">
            <a:off x="4150198" y="3998896"/>
            <a:ext cx="0" cy="770491"/>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3" name="Line 57"/>
          <p:cNvSpPr>
            <a:spLocks noChangeShapeType="1"/>
          </p:cNvSpPr>
          <p:nvPr/>
        </p:nvSpPr>
        <p:spPr bwMode="auto">
          <a:xfrm>
            <a:off x="2567043" y="3998896"/>
            <a:ext cx="0" cy="770491"/>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4" name="Line 58"/>
          <p:cNvSpPr>
            <a:spLocks noChangeShapeType="1"/>
          </p:cNvSpPr>
          <p:nvPr/>
        </p:nvSpPr>
        <p:spPr bwMode="auto">
          <a:xfrm>
            <a:off x="4338668" y="3142962"/>
            <a:ext cx="1583156" cy="855934"/>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pic>
        <p:nvPicPr>
          <p:cNvPr id="88" name="Picture 6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00046" y="2955585"/>
            <a:ext cx="531145" cy="271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89" name="Text Box 63"/>
          <p:cNvSpPr txBox="1">
            <a:spLocks noChangeArrowheads="1"/>
          </p:cNvSpPr>
          <p:nvPr/>
        </p:nvSpPr>
        <p:spPr bwMode="auto">
          <a:xfrm>
            <a:off x="3497404" y="2540360"/>
            <a:ext cx="470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chemeClr val="tx2">
                    <a:lumMod val="60000"/>
                    <a:lumOff val="40000"/>
                  </a:schemeClr>
                </a:solidFill>
                <a:latin typeface="微软雅黑" pitchFamily="34" charset="-122"/>
                <a:ea typeface="微软雅黑" pitchFamily="34" charset="-122"/>
              </a:rPr>
              <a:t>R</a:t>
            </a:r>
            <a:r>
              <a:rPr kumimoji="1" lang="en-US" altLang="zh-CN" sz="2000" b="1" baseline="-25000" dirty="0">
                <a:solidFill>
                  <a:schemeClr val="tx2">
                    <a:lumMod val="60000"/>
                    <a:lumOff val="40000"/>
                  </a:schemeClr>
                </a:solidFill>
                <a:latin typeface="微软雅黑" pitchFamily="34" charset="-122"/>
                <a:ea typeface="微软雅黑" pitchFamily="34" charset="-122"/>
              </a:rPr>
              <a:t>1</a:t>
            </a:r>
            <a:endParaRPr kumimoji="1" lang="en-US" altLang="zh-CN" sz="2000" b="1" dirty="0">
              <a:solidFill>
                <a:schemeClr val="tx2">
                  <a:lumMod val="60000"/>
                  <a:lumOff val="40000"/>
                </a:schemeClr>
              </a:solidFill>
              <a:latin typeface="微软雅黑" pitchFamily="34" charset="-122"/>
              <a:ea typeface="微软雅黑" pitchFamily="34" charset="-122"/>
            </a:endParaRPr>
          </a:p>
        </p:txBody>
      </p:sp>
      <p:sp>
        <p:nvSpPr>
          <p:cNvPr id="90" name="Text Box 64"/>
          <p:cNvSpPr txBox="1">
            <a:spLocks noChangeArrowheads="1"/>
          </p:cNvSpPr>
          <p:nvPr/>
        </p:nvSpPr>
        <p:spPr bwMode="auto">
          <a:xfrm>
            <a:off x="3444290" y="3625643"/>
            <a:ext cx="470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chemeClr val="tx2">
                    <a:lumMod val="60000"/>
                    <a:lumOff val="40000"/>
                  </a:schemeClr>
                </a:solidFill>
                <a:latin typeface="微软雅黑" pitchFamily="34" charset="-122"/>
                <a:ea typeface="微软雅黑" pitchFamily="34" charset="-122"/>
              </a:rPr>
              <a:t>R</a:t>
            </a:r>
            <a:r>
              <a:rPr kumimoji="1" lang="en-US" altLang="zh-CN" sz="2000" b="1" baseline="-25000">
                <a:solidFill>
                  <a:schemeClr val="tx2">
                    <a:lumMod val="60000"/>
                    <a:lumOff val="40000"/>
                  </a:schemeClr>
                </a:solidFill>
                <a:latin typeface="微软雅黑" pitchFamily="34" charset="-122"/>
                <a:ea typeface="微软雅黑" pitchFamily="34" charset="-122"/>
              </a:rPr>
              <a:t>3</a:t>
            </a:r>
            <a:endParaRPr kumimoji="1" lang="en-US" altLang="zh-CN" sz="2000" b="1">
              <a:solidFill>
                <a:schemeClr val="tx2">
                  <a:lumMod val="60000"/>
                  <a:lumOff val="40000"/>
                </a:schemeClr>
              </a:solidFill>
              <a:latin typeface="微软雅黑" pitchFamily="34" charset="-122"/>
              <a:ea typeface="微软雅黑" pitchFamily="34" charset="-122"/>
            </a:endParaRPr>
          </a:p>
        </p:txBody>
      </p:sp>
      <p:sp>
        <p:nvSpPr>
          <p:cNvPr id="91" name="Text Box 65"/>
          <p:cNvSpPr txBox="1">
            <a:spLocks noChangeArrowheads="1"/>
          </p:cNvSpPr>
          <p:nvPr/>
        </p:nvSpPr>
        <p:spPr bwMode="auto">
          <a:xfrm>
            <a:off x="5154232" y="3696095"/>
            <a:ext cx="470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chemeClr val="tx2">
                    <a:lumMod val="60000"/>
                    <a:lumOff val="40000"/>
                  </a:schemeClr>
                </a:solidFill>
                <a:latin typeface="微软雅黑" pitchFamily="34" charset="-122"/>
                <a:ea typeface="微软雅黑" pitchFamily="34" charset="-122"/>
              </a:rPr>
              <a:t>R</a:t>
            </a:r>
            <a:r>
              <a:rPr kumimoji="1" lang="en-US" altLang="zh-CN" sz="2000" b="1" baseline="-25000">
                <a:solidFill>
                  <a:schemeClr val="tx2">
                    <a:lumMod val="60000"/>
                    <a:lumOff val="40000"/>
                  </a:schemeClr>
                </a:solidFill>
                <a:latin typeface="微软雅黑" pitchFamily="34" charset="-122"/>
                <a:ea typeface="微软雅黑" pitchFamily="34" charset="-122"/>
              </a:rPr>
              <a:t>4</a:t>
            </a:r>
            <a:endParaRPr kumimoji="1" lang="en-US" altLang="zh-CN" sz="2000" b="1">
              <a:solidFill>
                <a:schemeClr val="tx2">
                  <a:lumMod val="60000"/>
                  <a:lumOff val="40000"/>
                </a:schemeClr>
              </a:solidFill>
              <a:latin typeface="微软雅黑" pitchFamily="34" charset="-122"/>
              <a:ea typeface="微软雅黑" pitchFamily="34" charset="-122"/>
            </a:endParaRPr>
          </a:p>
        </p:txBody>
      </p:sp>
      <p:sp>
        <p:nvSpPr>
          <p:cNvPr id="92" name="Text Box 66"/>
          <p:cNvSpPr txBox="1">
            <a:spLocks noChangeArrowheads="1"/>
          </p:cNvSpPr>
          <p:nvPr/>
        </p:nvSpPr>
        <p:spPr bwMode="auto">
          <a:xfrm>
            <a:off x="1821729" y="3652624"/>
            <a:ext cx="470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chemeClr val="tx2">
                    <a:lumMod val="60000"/>
                    <a:lumOff val="40000"/>
                  </a:schemeClr>
                </a:solidFill>
                <a:latin typeface="微软雅黑" pitchFamily="34" charset="-122"/>
                <a:ea typeface="微软雅黑" pitchFamily="34" charset="-122"/>
              </a:rPr>
              <a:t>R</a:t>
            </a:r>
            <a:r>
              <a:rPr kumimoji="1" lang="en-US" altLang="zh-CN" sz="2000" b="1" baseline="-25000">
                <a:solidFill>
                  <a:schemeClr val="tx2">
                    <a:lumMod val="60000"/>
                    <a:lumOff val="40000"/>
                  </a:schemeClr>
                </a:solidFill>
                <a:latin typeface="微软雅黑" pitchFamily="34" charset="-122"/>
                <a:ea typeface="微软雅黑" pitchFamily="34" charset="-122"/>
              </a:rPr>
              <a:t>2</a:t>
            </a:r>
            <a:endParaRPr kumimoji="1" lang="en-US" altLang="zh-CN" sz="2000" b="1">
              <a:solidFill>
                <a:schemeClr val="tx2">
                  <a:lumMod val="60000"/>
                  <a:lumOff val="40000"/>
                </a:schemeClr>
              </a:solidFill>
              <a:latin typeface="微软雅黑" pitchFamily="34" charset="-122"/>
              <a:ea typeface="微软雅黑" pitchFamily="34" charset="-122"/>
            </a:endParaRPr>
          </a:p>
        </p:txBody>
      </p:sp>
      <p:sp>
        <p:nvSpPr>
          <p:cNvPr id="93" name="Text Box 67"/>
          <p:cNvSpPr txBox="1">
            <a:spLocks noChangeArrowheads="1"/>
          </p:cNvSpPr>
          <p:nvPr/>
        </p:nvSpPr>
        <p:spPr bwMode="auto">
          <a:xfrm>
            <a:off x="1986779" y="1628800"/>
            <a:ext cx="184537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FF"/>
                </a:solidFill>
                <a:latin typeface="微软雅黑" pitchFamily="34" charset="-122"/>
                <a:ea typeface="微软雅黑" pitchFamily="34" charset="-122"/>
              </a:rPr>
              <a:t>视频服务器 </a:t>
            </a:r>
            <a:r>
              <a:rPr kumimoji="1" lang="en-US" altLang="zh-CN" sz="2000" b="1" dirty="0" smtClean="0">
                <a:solidFill>
                  <a:srgbClr val="0000FF"/>
                </a:solidFill>
                <a:latin typeface="微软雅黑" pitchFamily="34" charset="-122"/>
                <a:ea typeface="微软雅黑" pitchFamily="34" charset="-122"/>
              </a:rPr>
              <a:t>M</a:t>
            </a:r>
          </a:p>
          <a:p>
            <a:r>
              <a:rPr kumimoji="1" lang="zh-CN" altLang="en-US" sz="2000" b="1" dirty="0" smtClean="0">
                <a:solidFill>
                  <a:srgbClr val="0000FF"/>
                </a:solidFill>
                <a:latin typeface="微软雅黑" pitchFamily="34" charset="-122"/>
                <a:ea typeface="微软雅黑" pitchFamily="34" charset="-122"/>
              </a:rPr>
              <a:t>（直播</a:t>
            </a:r>
            <a:r>
              <a:rPr kumimoji="1" lang="en-US" altLang="zh-CN" sz="2000" b="1" dirty="0" smtClean="0">
                <a:solidFill>
                  <a:srgbClr val="0000FF"/>
                </a:solidFill>
                <a:latin typeface="微软雅黑" pitchFamily="34" charset="-122"/>
                <a:ea typeface="微软雅黑" pitchFamily="34" charset="-122"/>
              </a:rPr>
              <a:t>/</a:t>
            </a:r>
            <a:r>
              <a:rPr kumimoji="1" lang="zh-CN" altLang="en-US" sz="2000" b="1" dirty="0" smtClean="0">
                <a:solidFill>
                  <a:srgbClr val="0000FF"/>
                </a:solidFill>
                <a:latin typeface="微软雅黑" pitchFamily="34" charset="-122"/>
                <a:ea typeface="微软雅黑" pitchFamily="34" charset="-122"/>
              </a:rPr>
              <a:t>实时）</a:t>
            </a:r>
            <a:endParaRPr kumimoji="1" lang="en-US" altLang="zh-CN" sz="2000" b="1" dirty="0">
              <a:solidFill>
                <a:srgbClr val="0000FF"/>
              </a:solidFill>
              <a:latin typeface="微软雅黑" pitchFamily="34" charset="-122"/>
              <a:ea typeface="微软雅黑" pitchFamily="34" charset="-122"/>
            </a:endParaRPr>
          </a:p>
        </p:txBody>
      </p:sp>
      <p:pic>
        <p:nvPicPr>
          <p:cNvPr id="94" name="Picture 6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42545" y="3865486"/>
            <a:ext cx="529431" cy="271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95" name="Picture 6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00046" y="3865486"/>
            <a:ext cx="531145" cy="271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96" name="Picture 7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87764" y="3896964"/>
            <a:ext cx="529431" cy="272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98" name="Line 76"/>
          <p:cNvSpPr>
            <a:spLocks noChangeShapeType="1"/>
          </p:cNvSpPr>
          <p:nvPr/>
        </p:nvSpPr>
        <p:spPr bwMode="auto">
          <a:xfrm flipH="1">
            <a:off x="2008483" y="5058196"/>
            <a:ext cx="368078" cy="447175"/>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99" name="Line 78"/>
          <p:cNvSpPr>
            <a:spLocks noChangeShapeType="1"/>
          </p:cNvSpPr>
          <p:nvPr/>
        </p:nvSpPr>
        <p:spPr bwMode="auto">
          <a:xfrm flipH="1">
            <a:off x="3684160" y="5076653"/>
            <a:ext cx="289622" cy="428716"/>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00" name="Line 79"/>
          <p:cNvSpPr>
            <a:spLocks noChangeShapeType="1"/>
          </p:cNvSpPr>
          <p:nvPr/>
        </p:nvSpPr>
        <p:spPr bwMode="auto">
          <a:xfrm>
            <a:off x="4255126" y="5075497"/>
            <a:ext cx="455345" cy="342931"/>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01" name="Line 80"/>
          <p:cNvSpPr>
            <a:spLocks noChangeShapeType="1"/>
          </p:cNvSpPr>
          <p:nvPr/>
        </p:nvSpPr>
        <p:spPr bwMode="auto">
          <a:xfrm flipH="1">
            <a:off x="5455785" y="5058196"/>
            <a:ext cx="370131" cy="360233"/>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02" name="Line 81"/>
          <p:cNvSpPr>
            <a:spLocks noChangeShapeType="1"/>
          </p:cNvSpPr>
          <p:nvPr/>
        </p:nvSpPr>
        <p:spPr bwMode="auto">
          <a:xfrm>
            <a:off x="6076364" y="5072994"/>
            <a:ext cx="496539" cy="432376"/>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03" name="Text Box 88"/>
          <p:cNvSpPr txBox="1">
            <a:spLocks noChangeArrowheads="1"/>
          </p:cNvSpPr>
          <p:nvPr/>
        </p:nvSpPr>
        <p:spPr bwMode="auto">
          <a:xfrm>
            <a:off x="2284802" y="5353471"/>
            <a:ext cx="35779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00"/>
                </a:solidFill>
                <a:latin typeface="微软雅黑" pitchFamily="34" charset="-122"/>
                <a:ea typeface="微软雅黑" pitchFamily="34" charset="-122"/>
              </a:rPr>
              <a:t>…</a:t>
            </a:r>
          </a:p>
        </p:txBody>
      </p:sp>
      <p:sp>
        <p:nvSpPr>
          <p:cNvPr id="104" name="Text Box 89"/>
          <p:cNvSpPr txBox="1">
            <a:spLocks noChangeArrowheads="1"/>
          </p:cNvSpPr>
          <p:nvPr/>
        </p:nvSpPr>
        <p:spPr bwMode="auto">
          <a:xfrm>
            <a:off x="5813761" y="5353471"/>
            <a:ext cx="35779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00"/>
                </a:solidFill>
                <a:latin typeface="微软雅黑" pitchFamily="34" charset="-122"/>
                <a:ea typeface="微软雅黑" pitchFamily="34" charset="-122"/>
              </a:rPr>
              <a:t>…</a:t>
            </a:r>
          </a:p>
        </p:txBody>
      </p:sp>
      <p:sp>
        <p:nvSpPr>
          <p:cNvPr id="105" name="Text Box 90"/>
          <p:cNvSpPr txBox="1">
            <a:spLocks noChangeArrowheads="1"/>
          </p:cNvSpPr>
          <p:nvPr/>
        </p:nvSpPr>
        <p:spPr bwMode="auto">
          <a:xfrm>
            <a:off x="3995048" y="5353471"/>
            <a:ext cx="42485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dirty="0">
                <a:solidFill>
                  <a:srgbClr val="000000"/>
                </a:solidFill>
                <a:latin typeface="微软雅黑" pitchFamily="34" charset="-122"/>
                <a:ea typeface="微软雅黑" pitchFamily="34" charset="-122"/>
              </a:rPr>
              <a:t>…</a:t>
            </a:r>
          </a:p>
        </p:txBody>
      </p:sp>
      <p:pic>
        <p:nvPicPr>
          <p:cNvPr id="146" name="Picture 5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248316" y="4782951"/>
            <a:ext cx="585245" cy="345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47" name="Picture 5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869737" y="4782951"/>
            <a:ext cx="585245" cy="345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48" name="Picture 5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640895" y="4782951"/>
            <a:ext cx="585245" cy="345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aphicFrame>
        <p:nvGraphicFramePr>
          <p:cNvPr id="4" name="对象 3">
            <a:hlinkClick r:id="" action="ppaction://ole?verb=0"/>
          </p:cNvPr>
          <p:cNvGraphicFramePr>
            <a:graphicFrameLocks/>
          </p:cNvGraphicFramePr>
          <p:nvPr>
            <p:extLst>
              <p:ext uri="{D42A27DB-BD31-4B8C-83A1-F6EECF244321}">
                <p14:modId xmlns:p14="http://schemas.microsoft.com/office/powerpoint/2010/main" val="1590757894"/>
              </p:ext>
            </p:extLst>
          </p:nvPr>
        </p:nvGraphicFramePr>
        <p:xfrm>
          <a:off x="3795287" y="1449388"/>
          <a:ext cx="620713" cy="952500"/>
        </p:xfrm>
        <a:graphic>
          <a:graphicData uri="http://schemas.openxmlformats.org/presentationml/2006/ole">
            <mc:AlternateContent xmlns:mc="http://schemas.openxmlformats.org/markup-compatibility/2006">
              <mc:Choice xmlns:v="urn:schemas-microsoft-com:vml" Requires="v">
                <p:oleObj spid="_x0000_s381024" name="Microsoft ClipArt Gallery" r:id="rId6" imgW="2735263" imgH="3825875" progId="">
                  <p:embed/>
                </p:oleObj>
              </mc:Choice>
              <mc:Fallback>
                <p:oleObj name="Microsoft ClipArt Gallery" r:id="rId6" imgW="2735263" imgH="3825875" progId="">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95287" y="1449388"/>
                        <a:ext cx="620713" cy="95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6" name="Text Box 126"/>
          <p:cNvSpPr txBox="1">
            <a:spLocks noChangeArrowheads="1"/>
          </p:cNvSpPr>
          <p:nvPr/>
        </p:nvSpPr>
        <p:spPr bwMode="auto">
          <a:xfrm>
            <a:off x="7248128" y="1700808"/>
            <a:ext cx="3658340" cy="2400657"/>
          </a:xfrm>
          <a:prstGeom prst="rect">
            <a:avLst/>
          </a:prstGeom>
          <a:solidFill>
            <a:srgbClr val="00FF99"/>
          </a:solidFill>
          <a:ln w="9525">
            <a:solidFill>
              <a:schemeClr val="folHlink"/>
            </a:solidFill>
            <a:miter lim="800000"/>
            <a:headEnd/>
            <a:tailEnd/>
          </a:ln>
          <a:effectLst/>
        </p:spPr>
        <p:txBody>
          <a:bodyPr wrap="square">
            <a:spAutoFit/>
          </a:bodyPr>
          <a:lstStyle/>
          <a:p>
            <a:pPr algn="ctr">
              <a:lnSpc>
                <a:spcPts val="3600"/>
              </a:lnSpc>
            </a:pPr>
            <a:r>
              <a:rPr kumimoji="1" lang="zh-CN" altLang="en-US" sz="2400" b="1" dirty="0">
                <a:solidFill>
                  <a:srgbClr val="0000FF"/>
                </a:solidFill>
                <a:latin typeface="微软雅黑" pitchFamily="34" charset="-122"/>
                <a:ea typeface="微软雅黑" pitchFamily="34" charset="-122"/>
              </a:rPr>
              <a:t>采用多播方式，</a:t>
            </a:r>
          </a:p>
          <a:p>
            <a:pPr algn="ctr">
              <a:lnSpc>
                <a:spcPts val="3600"/>
              </a:lnSpc>
            </a:pPr>
            <a:r>
              <a:rPr kumimoji="1" lang="zh-CN" altLang="en-US" sz="2400" b="1" dirty="0">
                <a:solidFill>
                  <a:srgbClr val="000000"/>
                </a:solidFill>
                <a:latin typeface="微软雅黑" pitchFamily="34" charset="-122"/>
                <a:ea typeface="微软雅黑" pitchFamily="34" charset="-122"/>
              </a:rPr>
              <a:t>只需发送一</a:t>
            </a:r>
            <a:r>
              <a:rPr kumimoji="1" lang="zh-CN" altLang="en-US" sz="2400" b="1" dirty="0" smtClean="0">
                <a:solidFill>
                  <a:srgbClr val="000000"/>
                </a:solidFill>
                <a:latin typeface="微软雅黑" pitchFamily="34" charset="-122"/>
                <a:ea typeface="微软雅黑" pitchFamily="34" charset="-122"/>
              </a:rPr>
              <a:t>次多播分组</a:t>
            </a:r>
            <a:r>
              <a:rPr kumimoji="1" lang="zh-CN" altLang="en-US" sz="2400" b="1" dirty="0">
                <a:solidFill>
                  <a:srgbClr val="000000"/>
                </a:solidFill>
                <a:latin typeface="微软雅黑" pitchFamily="34" charset="-122"/>
                <a:ea typeface="微软雅黑" pitchFamily="34" charset="-122"/>
              </a:rPr>
              <a:t>。</a:t>
            </a:r>
          </a:p>
          <a:p>
            <a:pPr algn="ctr">
              <a:lnSpc>
                <a:spcPts val="3600"/>
              </a:lnSpc>
            </a:pPr>
            <a:r>
              <a:rPr kumimoji="1" lang="zh-CN" altLang="en-US" sz="2400" b="1" dirty="0">
                <a:solidFill>
                  <a:srgbClr val="000000"/>
                </a:solidFill>
                <a:latin typeface="微软雅黑" pitchFamily="34" charset="-122"/>
                <a:ea typeface="微软雅黑" pitchFamily="34" charset="-122"/>
              </a:rPr>
              <a:t>路由器</a:t>
            </a:r>
            <a:r>
              <a:rPr kumimoji="1" lang="zh-CN" altLang="en-US" sz="2400" b="1" dirty="0" smtClean="0">
                <a:solidFill>
                  <a:srgbClr val="000000"/>
                </a:solidFill>
                <a:latin typeface="微软雅黑" pitchFamily="34" charset="-122"/>
                <a:ea typeface="微软雅黑" pitchFamily="34" charset="-122"/>
              </a:rPr>
              <a:t>复制多播分组并转发；局域网则直接进行</a:t>
            </a:r>
            <a:r>
              <a:rPr kumimoji="1" lang="zh-CN" altLang="en-US" sz="2400" b="1" dirty="0" smtClean="0">
                <a:solidFill>
                  <a:srgbClr val="FF0000"/>
                </a:solidFill>
                <a:latin typeface="微软雅黑" pitchFamily="34" charset="-122"/>
                <a:ea typeface="微软雅黑" pitchFamily="34" charset="-122"/>
              </a:rPr>
              <a:t>硬件</a:t>
            </a:r>
            <a:r>
              <a:rPr kumimoji="1" lang="zh-CN" altLang="en-US" sz="2400" b="1" dirty="0">
                <a:solidFill>
                  <a:srgbClr val="FF0000"/>
                </a:solidFill>
                <a:latin typeface="微软雅黑" pitchFamily="34" charset="-122"/>
                <a:ea typeface="微软雅黑" pitchFamily="34" charset="-122"/>
              </a:rPr>
              <a:t>多</a:t>
            </a:r>
            <a:r>
              <a:rPr kumimoji="1" lang="zh-CN" altLang="en-US" sz="2400" b="1" dirty="0" smtClean="0">
                <a:solidFill>
                  <a:srgbClr val="FF0000"/>
                </a:solidFill>
                <a:latin typeface="微软雅黑" pitchFamily="34" charset="-122"/>
                <a:ea typeface="微软雅黑" pitchFamily="34" charset="-122"/>
              </a:rPr>
              <a:t>播</a:t>
            </a:r>
            <a:r>
              <a:rPr kumimoji="1" lang="zh-CN" altLang="en-US" sz="2400" b="1" dirty="0" smtClean="0">
                <a:solidFill>
                  <a:srgbClr val="000000"/>
                </a:solidFill>
                <a:latin typeface="微软雅黑" pitchFamily="34" charset="-122"/>
                <a:ea typeface="微软雅黑" pitchFamily="34" charset="-122"/>
              </a:rPr>
              <a:t>。</a:t>
            </a:r>
            <a:endParaRPr kumimoji="1" lang="zh-CN" altLang="en-US" sz="2400" b="1" dirty="0">
              <a:solidFill>
                <a:srgbClr val="000000"/>
              </a:solidFill>
              <a:latin typeface="微软雅黑" pitchFamily="34" charset="-122"/>
              <a:ea typeface="微软雅黑" pitchFamily="34" charset="-122"/>
            </a:endParaRPr>
          </a:p>
        </p:txBody>
      </p:sp>
      <p:sp>
        <p:nvSpPr>
          <p:cNvPr id="145" name="Text Box 126"/>
          <p:cNvSpPr txBox="1">
            <a:spLocks noChangeArrowheads="1"/>
          </p:cNvSpPr>
          <p:nvPr/>
        </p:nvSpPr>
        <p:spPr bwMode="auto">
          <a:xfrm>
            <a:off x="7273882" y="4208655"/>
            <a:ext cx="3632585" cy="1938992"/>
          </a:xfrm>
          <a:prstGeom prst="rect">
            <a:avLst/>
          </a:prstGeom>
          <a:solidFill>
            <a:srgbClr val="00FFFF"/>
          </a:solidFill>
          <a:ln w="9525">
            <a:solidFill>
              <a:schemeClr val="folHlink"/>
            </a:solidFill>
            <a:miter lim="800000"/>
            <a:headEnd/>
            <a:tailEnd/>
          </a:ln>
          <a:effectLst/>
        </p:spPr>
        <p:txBody>
          <a:bodyPr wrap="square">
            <a:spAutoFit/>
          </a:bodyPr>
          <a:lstStyle/>
          <a:p>
            <a:pPr algn="ctr">
              <a:lnSpc>
                <a:spcPts val="3600"/>
              </a:lnSpc>
            </a:pPr>
            <a:r>
              <a:rPr kumimoji="1" lang="zh-CN" altLang="en-US" sz="2400" b="1" dirty="0">
                <a:solidFill>
                  <a:srgbClr val="000000"/>
                </a:solidFill>
                <a:latin typeface="微软雅黑" pitchFamily="34" charset="-122"/>
                <a:ea typeface="微软雅黑" pitchFamily="34" charset="-122"/>
              </a:rPr>
              <a:t>当多播组的主机数很大时（如成千上万个），采用多播方式就可明显地减轻网络中各种资源的消耗。</a:t>
            </a:r>
          </a:p>
        </p:txBody>
      </p:sp>
      <p:sp>
        <p:nvSpPr>
          <p:cNvPr id="149" name="Text Box 59"/>
          <p:cNvSpPr txBox="1">
            <a:spLocks noChangeArrowheads="1"/>
          </p:cNvSpPr>
          <p:nvPr/>
        </p:nvSpPr>
        <p:spPr bwMode="auto">
          <a:xfrm>
            <a:off x="3075494" y="6053226"/>
            <a:ext cx="270779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000" b="1" dirty="0">
                <a:solidFill>
                  <a:srgbClr val="000000"/>
                </a:solidFill>
                <a:latin typeface="微软雅黑" pitchFamily="34" charset="-122"/>
                <a:ea typeface="微软雅黑" pitchFamily="34" charset="-122"/>
              </a:rPr>
              <a:t>多播组成员共有 </a:t>
            </a:r>
            <a:r>
              <a:rPr kumimoji="1" lang="en-US" altLang="zh-CN" sz="2000" b="1" dirty="0">
                <a:solidFill>
                  <a:srgbClr val="000000"/>
                </a:solidFill>
                <a:latin typeface="微软雅黑" pitchFamily="34" charset="-122"/>
                <a:ea typeface="微软雅黑" pitchFamily="34" charset="-122"/>
              </a:rPr>
              <a:t>90 </a:t>
            </a:r>
            <a:r>
              <a:rPr kumimoji="1" lang="zh-CN" altLang="en-US" sz="2000" b="1" dirty="0">
                <a:solidFill>
                  <a:srgbClr val="000000"/>
                </a:solidFill>
                <a:latin typeface="微软雅黑" pitchFamily="34" charset="-122"/>
                <a:ea typeface="微软雅黑" pitchFamily="34" charset="-122"/>
              </a:rPr>
              <a:t>个</a:t>
            </a:r>
          </a:p>
        </p:txBody>
      </p:sp>
      <p:sp>
        <p:nvSpPr>
          <p:cNvPr id="152" name="AutoShape 61"/>
          <p:cNvSpPr>
            <a:spLocks noChangeArrowheads="1"/>
          </p:cNvSpPr>
          <p:nvPr/>
        </p:nvSpPr>
        <p:spPr bwMode="auto">
          <a:xfrm rot="8740270">
            <a:off x="3026110" y="3360318"/>
            <a:ext cx="519152" cy="193373"/>
          </a:xfrm>
          <a:prstGeom prst="rightArrow">
            <a:avLst>
              <a:gd name="adj1" fmla="val 37500"/>
              <a:gd name="adj2" fmla="val 94377"/>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53" name="Text Box 91"/>
          <p:cNvSpPr txBox="1">
            <a:spLocks noChangeArrowheads="1"/>
          </p:cNvSpPr>
          <p:nvPr/>
        </p:nvSpPr>
        <p:spPr bwMode="auto">
          <a:xfrm>
            <a:off x="2793999" y="4216252"/>
            <a:ext cx="6767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CC00CC"/>
                </a:solidFill>
                <a:latin typeface="微软雅黑" pitchFamily="34" charset="-122"/>
                <a:ea typeface="微软雅黑" pitchFamily="34" charset="-122"/>
              </a:rPr>
              <a:t>1</a:t>
            </a:r>
            <a:r>
              <a:rPr kumimoji="1" lang="en-US" altLang="zh-CN" sz="2000" b="1" dirty="0" smtClean="0">
                <a:solidFill>
                  <a:srgbClr val="CC00CC"/>
                </a:solidFill>
                <a:latin typeface="微软雅黑" pitchFamily="34" charset="-122"/>
                <a:ea typeface="微软雅黑" pitchFamily="34" charset="-122"/>
              </a:rPr>
              <a:t> </a:t>
            </a:r>
            <a:r>
              <a:rPr kumimoji="1" lang="zh-CN" altLang="en-US" sz="2000" b="1" dirty="0">
                <a:solidFill>
                  <a:srgbClr val="CC00CC"/>
                </a:solidFill>
                <a:latin typeface="微软雅黑" pitchFamily="34" charset="-122"/>
                <a:ea typeface="微软雅黑" pitchFamily="34" charset="-122"/>
              </a:rPr>
              <a:t>个</a:t>
            </a:r>
          </a:p>
        </p:txBody>
      </p:sp>
      <p:sp>
        <p:nvSpPr>
          <p:cNvPr id="154" name="Text Box 92"/>
          <p:cNvSpPr txBox="1">
            <a:spLocks noChangeArrowheads="1"/>
          </p:cNvSpPr>
          <p:nvPr/>
        </p:nvSpPr>
        <p:spPr bwMode="auto">
          <a:xfrm>
            <a:off x="4377205" y="4171283"/>
            <a:ext cx="6767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CC00CC"/>
                </a:solidFill>
                <a:latin typeface="微软雅黑" pitchFamily="34" charset="-122"/>
                <a:ea typeface="微软雅黑" pitchFamily="34" charset="-122"/>
              </a:rPr>
              <a:t>1</a:t>
            </a:r>
            <a:r>
              <a:rPr kumimoji="1" lang="en-US" altLang="zh-CN" sz="2000" b="1" dirty="0" smtClean="0">
                <a:solidFill>
                  <a:srgbClr val="CC00CC"/>
                </a:solidFill>
                <a:latin typeface="微软雅黑" pitchFamily="34" charset="-122"/>
                <a:ea typeface="微软雅黑" pitchFamily="34" charset="-122"/>
              </a:rPr>
              <a:t> </a:t>
            </a:r>
            <a:r>
              <a:rPr kumimoji="1" lang="zh-CN" altLang="en-US" sz="2000" b="1" dirty="0">
                <a:solidFill>
                  <a:srgbClr val="CC00CC"/>
                </a:solidFill>
                <a:latin typeface="微软雅黑" pitchFamily="34" charset="-122"/>
                <a:ea typeface="微软雅黑" pitchFamily="34" charset="-122"/>
              </a:rPr>
              <a:t>个</a:t>
            </a:r>
          </a:p>
        </p:txBody>
      </p:sp>
      <p:sp>
        <p:nvSpPr>
          <p:cNvPr id="155" name="Text Box 93"/>
          <p:cNvSpPr txBox="1">
            <a:spLocks noChangeArrowheads="1"/>
          </p:cNvSpPr>
          <p:nvPr/>
        </p:nvSpPr>
        <p:spPr bwMode="auto">
          <a:xfrm>
            <a:off x="6136786" y="4181018"/>
            <a:ext cx="6767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CC00CC"/>
                </a:solidFill>
                <a:latin typeface="微软雅黑" pitchFamily="34" charset="-122"/>
                <a:ea typeface="微软雅黑" pitchFamily="34" charset="-122"/>
              </a:rPr>
              <a:t>1</a:t>
            </a:r>
            <a:r>
              <a:rPr kumimoji="1" lang="en-US" altLang="zh-CN" sz="2000" b="1" dirty="0" smtClean="0">
                <a:solidFill>
                  <a:srgbClr val="CC00CC"/>
                </a:solidFill>
                <a:latin typeface="微软雅黑" pitchFamily="34" charset="-122"/>
                <a:ea typeface="微软雅黑" pitchFamily="34" charset="-122"/>
              </a:rPr>
              <a:t> </a:t>
            </a:r>
            <a:r>
              <a:rPr kumimoji="1" lang="zh-CN" altLang="en-US" sz="2000" b="1" dirty="0">
                <a:solidFill>
                  <a:srgbClr val="CC00CC"/>
                </a:solidFill>
                <a:latin typeface="微软雅黑" pitchFamily="34" charset="-122"/>
                <a:ea typeface="微软雅黑" pitchFamily="34" charset="-122"/>
              </a:rPr>
              <a:t>个</a:t>
            </a:r>
          </a:p>
        </p:txBody>
      </p:sp>
      <p:sp>
        <p:nvSpPr>
          <p:cNvPr id="156" name="Text Box 94"/>
          <p:cNvSpPr txBox="1">
            <a:spLocks noChangeArrowheads="1"/>
          </p:cNvSpPr>
          <p:nvPr/>
        </p:nvSpPr>
        <p:spPr bwMode="auto">
          <a:xfrm>
            <a:off x="5087888" y="3028890"/>
            <a:ext cx="6767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CC00CC"/>
                </a:solidFill>
                <a:latin typeface="微软雅黑" pitchFamily="34" charset="-122"/>
                <a:ea typeface="微软雅黑" pitchFamily="34" charset="-122"/>
              </a:rPr>
              <a:t>1</a:t>
            </a:r>
            <a:r>
              <a:rPr kumimoji="1" lang="en-US" altLang="zh-CN" sz="2000" b="1" dirty="0" smtClean="0">
                <a:solidFill>
                  <a:srgbClr val="CC00CC"/>
                </a:solidFill>
                <a:latin typeface="微软雅黑" pitchFamily="34" charset="-122"/>
                <a:ea typeface="微软雅黑" pitchFamily="34" charset="-122"/>
              </a:rPr>
              <a:t> </a:t>
            </a:r>
            <a:r>
              <a:rPr kumimoji="1" lang="zh-CN" altLang="en-US" sz="2000" b="1" dirty="0">
                <a:solidFill>
                  <a:srgbClr val="CC00CC"/>
                </a:solidFill>
                <a:latin typeface="微软雅黑" pitchFamily="34" charset="-122"/>
                <a:ea typeface="微软雅黑" pitchFamily="34" charset="-122"/>
              </a:rPr>
              <a:t>个</a:t>
            </a:r>
          </a:p>
        </p:txBody>
      </p:sp>
      <p:sp>
        <p:nvSpPr>
          <p:cNvPr id="157" name="Text Box 95"/>
          <p:cNvSpPr txBox="1">
            <a:spLocks noChangeArrowheads="1"/>
          </p:cNvSpPr>
          <p:nvPr/>
        </p:nvSpPr>
        <p:spPr bwMode="auto">
          <a:xfrm>
            <a:off x="4381624" y="3388930"/>
            <a:ext cx="6767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CC00CC"/>
                </a:solidFill>
                <a:latin typeface="微软雅黑" pitchFamily="34" charset="-122"/>
                <a:ea typeface="微软雅黑" pitchFamily="34" charset="-122"/>
              </a:rPr>
              <a:t>1</a:t>
            </a:r>
            <a:r>
              <a:rPr kumimoji="1" lang="en-US" altLang="zh-CN" sz="2000" b="1" dirty="0" smtClean="0">
                <a:solidFill>
                  <a:srgbClr val="CC00CC"/>
                </a:solidFill>
                <a:latin typeface="微软雅黑" pitchFamily="34" charset="-122"/>
                <a:ea typeface="微软雅黑" pitchFamily="34" charset="-122"/>
              </a:rPr>
              <a:t> </a:t>
            </a:r>
            <a:r>
              <a:rPr kumimoji="1" lang="zh-CN" altLang="en-US" sz="2000" b="1" dirty="0" smtClean="0">
                <a:solidFill>
                  <a:srgbClr val="CC00CC"/>
                </a:solidFill>
                <a:latin typeface="微软雅黑" pitchFamily="34" charset="-122"/>
                <a:ea typeface="微软雅黑" pitchFamily="34" charset="-122"/>
              </a:rPr>
              <a:t>个</a:t>
            </a:r>
            <a:endParaRPr kumimoji="1" lang="zh-CN" altLang="en-US" sz="2000" b="1" dirty="0">
              <a:solidFill>
                <a:srgbClr val="CC00CC"/>
              </a:solidFill>
              <a:latin typeface="微软雅黑" pitchFamily="34" charset="-122"/>
              <a:ea typeface="微软雅黑" pitchFamily="34" charset="-122"/>
            </a:endParaRPr>
          </a:p>
        </p:txBody>
      </p:sp>
      <p:sp>
        <p:nvSpPr>
          <p:cNvPr id="158" name="Text Box 97"/>
          <p:cNvSpPr txBox="1">
            <a:spLocks noChangeArrowheads="1"/>
          </p:cNvSpPr>
          <p:nvPr/>
        </p:nvSpPr>
        <p:spPr bwMode="auto">
          <a:xfrm>
            <a:off x="4367808" y="2380818"/>
            <a:ext cx="6767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CC00CC"/>
                </a:solidFill>
                <a:latin typeface="微软雅黑" pitchFamily="34" charset="-122"/>
                <a:ea typeface="微软雅黑" pitchFamily="34" charset="-122"/>
              </a:rPr>
              <a:t>1</a:t>
            </a:r>
            <a:r>
              <a:rPr kumimoji="1" lang="en-US" altLang="zh-CN" sz="2000" b="1" dirty="0" smtClean="0">
                <a:solidFill>
                  <a:srgbClr val="CC00CC"/>
                </a:solidFill>
                <a:latin typeface="微软雅黑" pitchFamily="34" charset="-122"/>
                <a:ea typeface="微软雅黑" pitchFamily="34" charset="-122"/>
              </a:rPr>
              <a:t> </a:t>
            </a:r>
            <a:r>
              <a:rPr kumimoji="1" lang="zh-CN" altLang="en-US" sz="2000" b="1" dirty="0">
                <a:solidFill>
                  <a:srgbClr val="CC00CC"/>
                </a:solidFill>
                <a:latin typeface="微软雅黑" pitchFamily="34" charset="-122"/>
                <a:ea typeface="微软雅黑" pitchFamily="34" charset="-122"/>
              </a:rPr>
              <a:t>个</a:t>
            </a:r>
          </a:p>
        </p:txBody>
      </p:sp>
      <p:sp>
        <p:nvSpPr>
          <p:cNvPr id="159" name="AutoShape 104"/>
          <p:cNvSpPr>
            <a:spLocks noChangeArrowheads="1"/>
          </p:cNvSpPr>
          <p:nvPr/>
        </p:nvSpPr>
        <p:spPr bwMode="auto">
          <a:xfrm rot="5400000">
            <a:off x="5822595" y="4316176"/>
            <a:ext cx="475643" cy="210952"/>
          </a:xfrm>
          <a:prstGeom prst="rightArrow">
            <a:avLst>
              <a:gd name="adj1" fmla="val 37500"/>
              <a:gd name="adj2" fmla="val 98306"/>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60" name="AutoShape 113"/>
          <p:cNvSpPr>
            <a:spLocks noChangeArrowheads="1"/>
          </p:cNvSpPr>
          <p:nvPr/>
        </p:nvSpPr>
        <p:spPr bwMode="auto">
          <a:xfrm rot="5400000">
            <a:off x="4058284" y="4300774"/>
            <a:ext cx="475643" cy="211773"/>
          </a:xfrm>
          <a:prstGeom prst="rightArrow">
            <a:avLst>
              <a:gd name="adj1" fmla="val 37500"/>
              <a:gd name="adj2" fmla="val 98306"/>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61" name="AutoShape 117"/>
          <p:cNvSpPr>
            <a:spLocks noChangeArrowheads="1"/>
          </p:cNvSpPr>
          <p:nvPr/>
        </p:nvSpPr>
        <p:spPr bwMode="auto">
          <a:xfrm rot="5400000">
            <a:off x="2476139" y="4366730"/>
            <a:ext cx="475643" cy="211773"/>
          </a:xfrm>
          <a:prstGeom prst="rightArrow">
            <a:avLst>
              <a:gd name="adj1" fmla="val 37500"/>
              <a:gd name="adj2" fmla="val 98306"/>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62" name="AutoShape 121"/>
          <p:cNvSpPr>
            <a:spLocks noChangeArrowheads="1"/>
          </p:cNvSpPr>
          <p:nvPr/>
        </p:nvSpPr>
        <p:spPr bwMode="auto">
          <a:xfrm rot="5400000">
            <a:off x="4064209" y="3425353"/>
            <a:ext cx="475643" cy="211773"/>
          </a:xfrm>
          <a:prstGeom prst="rightArrow">
            <a:avLst>
              <a:gd name="adj1" fmla="val 37500"/>
              <a:gd name="adj2" fmla="val 98306"/>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63" name="Text Box 64"/>
          <p:cNvSpPr txBox="1">
            <a:spLocks noChangeArrowheads="1"/>
          </p:cNvSpPr>
          <p:nvPr/>
        </p:nvSpPr>
        <p:spPr bwMode="auto">
          <a:xfrm>
            <a:off x="1631504" y="4613066"/>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00"/>
                </a:solidFill>
                <a:latin typeface="微软雅黑" pitchFamily="34" charset="-122"/>
                <a:ea typeface="微软雅黑" pitchFamily="34" charset="-122"/>
              </a:rPr>
              <a:t>多播</a:t>
            </a:r>
          </a:p>
        </p:txBody>
      </p:sp>
      <p:sp>
        <p:nvSpPr>
          <p:cNvPr id="164" name="Text Box 64"/>
          <p:cNvSpPr txBox="1">
            <a:spLocks noChangeArrowheads="1"/>
          </p:cNvSpPr>
          <p:nvPr/>
        </p:nvSpPr>
        <p:spPr bwMode="auto">
          <a:xfrm>
            <a:off x="3248766" y="4613066"/>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00"/>
                </a:solidFill>
                <a:latin typeface="微软雅黑" pitchFamily="34" charset="-122"/>
                <a:ea typeface="微软雅黑" pitchFamily="34" charset="-122"/>
              </a:rPr>
              <a:t>多播</a:t>
            </a:r>
          </a:p>
        </p:txBody>
      </p:sp>
      <p:sp>
        <p:nvSpPr>
          <p:cNvPr id="165" name="Text Box 64"/>
          <p:cNvSpPr txBox="1">
            <a:spLocks noChangeArrowheads="1"/>
          </p:cNvSpPr>
          <p:nvPr/>
        </p:nvSpPr>
        <p:spPr bwMode="auto">
          <a:xfrm>
            <a:off x="5026513" y="4613066"/>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00"/>
                </a:solidFill>
                <a:latin typeface="微软雅黑" pitchFamily="34" charset="-122"/>
                <a:ea typeface="微软雅黑" pitchFamily="34" charset="-122"/>
              </a:rPr>
              <a:t>多播</a:t>
            </a:r>
          </a:p>
        </p:txBody>
      </p:sp>
      <p:sp>
        <p:nvSpPr>
          <p:cNvPr id="166" name="Text Box 96"/>
          <p:cNvSpPr txBox="1">
            <a:spLocks noChangeArrowheads="1"/>
          </p:cNvSpPr>
          <p:nvPr/>
        </p:nvSpPr>
        <p:spPr bwMode="auto">
          <a:xfrm>
            <a:off x="2610900" y="3100898"/>
            <a:ext cx="6767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2000" b="1" dirty="0">
                <a:solidFill>
                  <a:srgbClr val="CC00CC"/>
                </a:solidFill>
                <a:latin typeface="微软雅黑" pitchFamily="34" charset="-122"/>
                <a:ea typeface="微软雅黑" pitchFamily="34" charset="-122"/>
              </a:rPr>
              <a:t>1</a:t>
            </a:r>
            <a:r>
              <a:rPr kumimoji="1" lang="en-US" altLang="zh-CN" sz="2000" b="1" dirty="0" smtClean="0">
                <a:solidFill>
                  <a:srgbClr val="CC00CC"/>
                </a:solidFill>
                <a:latin typeface="微软雅黑" pitchFamily="34" charset="-122"/>
                <a:ea typeface="微软雅黑" pitchFamily="34" charset="-122"/>
              </a:rPr>
              <a:t> </a:t>
            </a:r>
            <a:r>
              <a:rPr kumimoji="1" lang="zh-CN" altLang="en-US" sz="2000" b="1" dirty="0">
                <a:solidFill>
                  <a:srgbClr val="CC00CC"/>
                </a:solidFill>
                <a:latin typeface="微软雅黑" pitchFamily="34" charset="-122"/>
                <a:ea typeface="微软雅黑" pitchFamily="34" charset="-122"/>
              </a:rPr>
              <a:t>个</a:t>
            </a:r>
          </a:p>
        </p:txBody>
      </p:sp>
      <p:sp>
        <p:nvSpPr>
          <p:cNvPr id="167" name="AutoShape 75"/>
          <p:cNvSpPr>
            <a:spLocks noChangeArrowheads="1"/>
          </p:cNvSpPr>
          <p:nvPr/>
        </p:nvSpPr>
        <p:spPr bwMode="auto">
          <a:xfrm rot="1858546">
            <a:off x="4867984" y="3313849"/>
            <a:ext cx="520866" cy="194872"/>
          </a:xfrm>
          <a:prstGeom prst="rightArrow">
            <a:avLst>
              <a:gd name="adj1" fmla="val 37500"/>
              <a:gd name="adj2" fmla="val 93961"/>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68" name="AutoShape 60"/>
          <p:cNvSpPr>
            <a:spLocks noChangeArrowheads="1"/>
          </p:cNvSpPr>
          <p:nvPr/>
        </p:nvSpPr>
        <p:spPr bwMode="auto">
          <a:xfrm rot="5400000">
            <a:off x="4061775" y="2550412"/>
            <a:ext cx="476685" cy="210745"/>
          </a:xfrm>
          <a:prstGeom prst="rightArrow">
            <a:avLst>
              <a:gd name="adj1" fmla="val 37500"/>
              <a:gd name="adj2" fmla="val 103881"/>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pic>
        <p:nvPicPr>
          <p:cNvPr id="176" name="Picture 246" descr="jisuanji"/>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746044" y="5388143"/>
            <a:ext cx="516069" cy="489128"/>
          </a:xfrm>
          <a:prstGeom prst="rect">
            <a:avLst/>
          </a:prstGeom>
          <a:noFill/>
          <a:extLst>
            <a:ext uri="{909E8E84-426E-40DD-AFC4-6F175D3DCCD1}">
              <a14:hiddenFill xmlns:a14="http://schemas.microsoft.com/office/drawing/2010/main">
                <a:solidFill>
                  <a:srgbClr val="FFFFFF"/>
                </a:solidFill>
              </a14:hiddenFill>
            </a:ext>
          </a:extLst>
        </p:spPr>
      </p:pic>
      <p:pic>
        <p:nvPicPr>
          <p:cNvPr id="177" name="Picture 246" descr="jisuanji"/>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680811" y="5388143"/>
            <a:ext cx="516069" cy="489128"/>
          </a:xfrm>
          <a:prstGeom prst="rect">
            <a:avLst/>
          </a:prstGeom>
          <a:noFill/>
          <a:extLst>
            <a:ext uri="{909E8E84-426E-40DD-AFC4-6F175D3DCCD1}">
              <a14:hiddenFill xmlns:a14="http://schemas.microsoft.com/office/drawing/2010/main">
                <a:solidFill>
                  <a:srgbClr val="FFFFFF"/>
                </a:solidFill>
              </a14:hiddenFill>
            </a:ext>
          </a:extLst>
        </p:spPr>
      </p:pic>
      <p:pic>
        <p:nvPicPr>
          <p:cNvPr id="178" name="Picture 246" descr="jisuanji"/>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434809" y="5388143"/>
            <a:ext cx="516069" cy="489128"/>
          </a:xfrm>
          <a:prstGeom prst="rect">
            <a:avLst/>
          </a:prstGeom>
          <a:noFill/>
          <a:extLst>
            <a:ext uri="{909E8E84-426E-40DD-AFC4-6F175D3DCCD1}">
              <a14:hiddenFill xmlns:a14="http://schemas.microsoft.com/office/drawing/2010/main">
                <a:solidFill>
                  <a:srgbClr val="FFFFFF"/>
                </a:solidFill>
              </a14:hiddenFill>
            </a:ext>
          </a:extLst>
        </p:spPr>
      </p:pic>
      <p:pic>
        <p:nvPicPr>
          <p:cNvPr id="179" name="Picture 246" descr="jisuanji"/>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452436" y="5388143"/>
            <a:ext cx="516069" cy="489128"/>
          </a:xfrm>
          <a:prstGeom prst="rect">
            <a:avLst/>
          </a:prstGeom>
          <a:noFill/>
          <a:extLst>
            <a:ext uri="{909E8E84-426E-40DD-AFC4-6F175D3DCCD1}">
              <a14:hiddenFill xmlns:a14="http://schemas.microsoft.com/office/drawing/2010/main">
                <a:solidFill>
                  <a:srgbClr val="FFFFFF"/>
                </a:solidFill>
              </a14:hiddenFill>
            </a:ext>
          </a:extLst>
        </p:spPr>
      </p:pic>
      <p:pic>
        <p:nvPicPr>
          <p:cNvPr id="180" name="Picture 246" descr="jisuanji"/>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205337" y="5388143"/>
            <a:ext cx="516069" cy="489128"/>
          </a:xfrm>
          <a:prstGeom prst="rect">
            <a:avLst/>
          </a:prstGeom>
          <a:noFill/>
          <a:extLst>
            <a:ext uri="{909E8E84-426E-40DD-AFC4-6F175D3DCCD1}">
              <a14:hiddenFill xmlns:a14="http://schemas.microsoft.com/office/drawing/2010/main">
                <a:solidFill>
                  <a:srgbClr val="FFFFFF"/>
                </a:solidFill>
              </a14:hiddenFill>
            </a:ext>
          </a:extLst>
        </p:spPr>
      </p:pic>
      <p:pic>
        <p:nvPicPr>
          <p:cNvPr id="181" name="Picture 246" descr="jisuanji"/>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317622" y="5388143"/>
            <a:ext cx="516069" cy="489128"/>
          </a:xfrm>
          <a:prstGeom prst="rect">
            <a:avLst/>
          </a:prstGeom>
          <a:noFill/>
          <a:extLst>
            <a:ext uri="{909E8E84-426E-40DD-AFC4-6F175D3DCCD1}">
              <a14:hiddenFill xmlns:a14="http://schemas.microsoft.com/office/drawing/2010/main">
                <a:solidFill>
                  <a:srgbClr val="FFFFFF"/>
                </a:solidFill>
              </a14:hiddenFill>
            </a:ext>
          </a:extLst>
        </p:spPr>
      </p:pic>
      <p:sp>
        <p:nvSpPr>
          <p:cNvPr id="182" name="Text Box 64"/>
          <p:cNvSpPr txBox="1">
            <a:spLocks noChangeArrowheads="1"/>
          </p:cNvSpPr>
          <p:nvPr/>
        </p:nvSpPr>
        <p:spPr bwMode="auto">
          <a:xfrm>
            <a:off x="4399707" y="2779228"/>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00"/>
                </a:solidFill>
                <a:latin typeface="微软雅黑" pitchFamily="34" charset="-122"/>
                <a:ea typeface="微软雅黑" pitchFamily="34" charset="-122"/>
              </a:rPr>
              <a:t>复制</a:t>
            </a:r>
          </a:p>
        </p:txBody>
      </p:sp>
    </p:spTree>
    <p:extLst>
      <p:ext uri="{BB962C8B-B14F-4D97-AF65-F5344CB8AC3E}">
        <p14:creationId xmlns:p14="http://schemas.microsoft.com/office/powerpoint/2010/main" val="419976681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68"/>
                                        </p:tgtEl>
                                        <p:attrNameLst>
                                          <p:attrName>style.visibility</p:attrName>
                                        </p:attrNameLst>
                                      </p:cBhvr>
                                      <p:to>
                                        <p:strVal val="visible"/>
                                      </p:to>
                                    </p:set>
                                    <p:animEffect transition="in" filter="wipe(up)">
                                      <p:cBhvr>
                                        <p:cTn id="7" dur="500"/>
                                        <p:tgtEl>
                                          <p:spTgt spid="168"/>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58"/>
                                        </p:tgtEl>
                                        <p:attrNameLst>
                                          <p:attrName>style.visibility</p:attrName>
                                        </p:attrNameLst>
                                      </p:cBhvr>
                                      <p:to>
                                        <p:strVal val="visible"/>
                                      </p:to>
                                    </p:set>
                                    <p:animEffect transition="in" filter="wipe(up)">
                                      <p:cBhvr>
                                        <p:cTn id="10" dur="500"/>
                                        <p:tgtEl>
                                          <p:spTgt spid="158"/>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2"/>
                                        </p:tgtEl>
                                        <p:attrNameLst>
                                          <p:attrName>style.visibility</p:attrName>
                                        </p:attrNameLst>
                                      </p:cBhvr>
                                      <p:to>
                                        <p:strVal val="visible"/>
                                      </p:to>
                                    </p:set>
                                  </p:childTnLst>
                                </p:cTn>
                              </p:par>
                            </p:childTnLst>
                          </p:cTn>
                        </p:par>
                        <p:par>
                          <p:cTn id="15" fill="hold">
                            <p:stCondLst>
                              <p:cond delay="0"/>
                            </p:stCondLst>
                            <p:childTnLst>
                              <p:par>
                                <p:cTn id="16" presetID="35" presetClass="emph" presetSubtype="0" repeatCount="3000" fill="hold" grpId="1" nodeType="afterEffect">
                                  <p:stCondLst>
                                    <p:cond delay="0"/>
                                  </p:stCondLst>
                                  <p:childTnLst>
                                    <p:anim calcmode="discrete" valueType="str">
                                      <p:cBhvr>
                                        <p:cTn id="17" dur="1000" fill="hold"/>
                                        <p:tgtEl>
                                          <p:spTgt spid="182"/>
                                        </p:tgtEl>
                                        <p:attrNameLst>
                                          <p:attrName>style.visibility</p:attrName>
                                        </p:attrNameLst>
                                      </p:cBhvr>
                                      <p:tavLst>
                                        <p:tav tm="0">
                                          <p:val>
                                            <p:strVal val="hidden"/>
                                          </p:val>
                                        </p:tav>
                                        <p:tav tm="50000">
                                          <p:val>
                                            <p:strVal val="visible"/>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66"/>
                                        </p:tgtEl>
                                        <p:attrNameLst>
                                          <p:attrName>style.visibility</p:attrName>
                                        </p:attrNameLst>
                                      </p:cBhvr>
                                      <p:to>
                                        <p:strVal val="visible"/>
                                      </p:to>
                                    </p:set>
                                    <p:animEffect transition="in" filter="wipe(up)">
                                      <p:cBhvr>
                                        <p:cTn id="22" dur="500"/>
                                        <p:tgtEl>
                                          <p:spTgt spid="166"/>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152"/>
                                        </p:tgtEl>
                                        <p:attrNameLst>
                                          <p:attrName>style.visibility</p:attrName>
                                        </p:attrNameLst>
                                      </p:cBhvr>
                                      <p:to>
                                        <p:strVal val="visible"/>
                                      </p:to>
                                    </p:set>
                                    <p:animEffect transition="in" filter="wipe(up)">
                                      <p:cBhvr>
                                        <p:cTn id="25" dur="500"/>
                                        <p:tgtEl>
                                          <p:spTgt spid="152"/>
                                        </p:tgtEl>
                                      </p:cBhvr>
                                    </p:animEffect>
                                  </p:childTnLst>
                                </p:cTn>
                              </p:par>
                              <p:par>
                                <p:cTn id="26" presetID="22" presetClass="entr" presetSubtype="1" fill="hold" grpId="0" nodeType="withEffect">
                                  <p:stCondLst>
                                    <p:cond delay="0"/>
                                  </p:stCondLst>
                                  <p:childTnLst>
                                    <p:set>
                                      <p:cBhvr>
                                        <p:cTn id="27" dur="1" fill="hold">
                                          <p:stCondLst>
                                            <p:cond delay="0"/>
                                          </p:stCondLst>
                                        </p:cTn>
                                        <p:tgtEl>
                                          <p:spTgt spid="162"/>
                                        </p:tgtEl>
                                        <p:attrNameLst>
                                          <p:attrName>style.visibility</p:attrName>
                                        </p:attrNameLst>
                                      </p:cBhvr>
                                      <p:to>
                                        <p:strVal val="visible"/>
                                      </p:to>
                                    </p:set>
                                    <p:animEffect transition="in" filter="wipe(up)">
                                      <p:cBhvr>
                                        <p:cTn id="28" dur="500"/>
                                        <p:tgtEl>
                                          <p:spTgt spid="162"/>
                                        </p:tgtEl>
                                      </p:cBhvr>
                                    </p:animEffect>
                                  </p:childTnLst>
                                </p:cTn>
                              </p:par>
                              <p:par>
                                <p:cTn id="29" presetID="22" presetClass="entr" presetSubtype="1" fill="hold" grpId="0" nodeType="withEffect">
                                  <p:stCondLst>
                                    <p:cond delay="0"/>
                                  </p:stCondLst>
                                  <p:childTnLst>
                                    <p:set>
                                      <p:cBhvr>
                                        <p:cTn id="30" dur="1" fill="hold">
                                          <p:stCondLst>
                                            <p:cond delay="0"/>
                                          </p:stCondLst>
                                        </p:cTn>
                                        <p:tgtEl>
                                          <p:spTgt spid="157"/>
                                        </p:tgtEl>
                                        <p:attrNameLst>
                                          <p:attrName>style.visibility</p:attrName>
                                        </p:attrNameLst>
                                      </p:cBhvr>
                                      <p:to>
                                        <p:strVal val="visible"/>
                                      </p:to>
                                    </p:set>
                                    <p:animEffect transition="in" filter="wipe(up)">
                                      <p:cBhvr>
                                        <p:cTn id="31" dur="500"/>
                                        <p:tgtEl>
                                          <p:spTgt spid="157"/>
                                        </p:tgtEl>
                                      </p:cBhvr>
                                    </p:animEffect>
                                  </p:childTnLst>
                                </p:cTn>
                              </p:par>
                              <p:par>
                                <p:cTn id="32" presetID="22" presetClass="entr" presetSubtype="1" fill="hold" grpId="0" nodeType="withEffect">
                                  <p:stCondLst>
                                    <p:cond delay="0"/>
                                  </p:stCondLst>
                                  <p:childTnLst>
                                    <p:set>
                                      <p:cBhvr>
                                        <p:cTn id="33" dur="1" fill="hold">
                                          <p:stCondLst>
                                            <p:cond delay="0"/>
                                          </p:stCondLst>
                                        </p:cTn>
                                        <p:tgtEl>
                                          <p:spTgt spid="167"/>
                                        </p:tgtEl>
                                        <p:attrNameLst>
                                          <p:attrName>style.visibility</p:attrName>
                                        </p:attrNameLst>
                                      </p:cBhvr>
                                      <p:to>
                                        <p:strVal val="visible"/>
                                      </p:to>
                                    </p:set>
                                    <p:animEffect transition="in" filter="wipe(up)">
                                      <p:cBhvr>
                                        <p:cTn id="34" dur="500"/>
                                        <p:tgtEl>
                                          <p:spTgt spid="167"/>
                                        </p:tgtEl>
                                      </p:cBhvr>
                                    </p:animEffect>
                                  </p:childTnLst>
                                </p:cTn>
                              </p:par>
                              <p:par>
                                <p:cTn id="35" presetID="22" presetClass="entr" presetSubtype="1" fill="hold" grpId="0" nodeType="withEffect">
                                  <p:stCondLst>
                                    <p:cond delay="0"/>
                                  </p:stCondLst>
                                  <p:childTnLst>
                                    <p:set>
                                      <p:cBhvr>
                                        <p:cTn id="36" dur="1" fill="hold">
                                          <p:stCondLst>
                                            <p:cond delay="0"/>
                                          </p:stCondLst>
                                        </p:cTn>
                                        <p:tgtEl>
                                          <p:spTgt spid="156"/>
                                        </p:tgtEl>
                                        <p:attrNameLst>
                                          <p:attrName>style.visibility</p:attrName>
                                        </p:attrNameLst>
                                      </p:cBhvr>
                                      <p:to>
                                        <p:strVal val="visible"/>
                                      </p:to>
                                    </p:set>
                                    <p:animEffect transition="in" filter="wipe(up)">
                                      <p:cBhvr>
                                        <p:cTn id="37" dur="500"/>
                                        <p:tgtEl>
                                          <p:spTgt spid="15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161"/>
                                        </p:tgtEl>
                                        <p:attrNameLst>
                                          <p:attrName>style.visibility</p:attrName>
                                        </p:attrNameLst>
                                      </p:cBhvr>
                                      <p:to>
                                        <p:strVal val="visible"/>
                                      </p:to>
                                    </p:set>
                                    <p:animEffect transition="in" filter="wipe(up)">
                                      <p:cBhvr>
                                        <p:cTn id="42" dur="500"/>
                                        <p:tgtEl>
                                          <p:spTgt spid="161"/>
                                        </p:tgtEl>
                                      </p:cBhvr>
                                    </p:animEffect>
                                  </p:childTnLst>
                                </p:cTn>
                              </p:par>
                              <p:par>
                                <p:cTn id="43" presetID="22" presetClass="entr" presetSubtype="1" fill="hold" grpId="0" nodeType="withEffect">
                                  <p:stCondLst>
                                    <p:cond delay="0"/>
                                  </p:stCondLst>
                                  <p:childTnLst>
                                    <p:set>
                                      <p:cBhvr>
                                        <p:cTn id="44" dur="1" fill="hold">
                                          <p:stCondLst>
                                            <p:cond delay="0"/>
                                          </p:stCondLst>
                                        </p:cTn>
                                        <p:tgtEl>
                                          <p:spTgt spid="153"/>
                                        </p:tgtEl>
                                        <p:attrNameLst>
                                          <p:attrName>style.visibility</p:attrName>
                                        </p:attrNameLst>
                                      </p:cBhvr>
                                      <p:to>
                                        <p:strVal val="visible"/>
                                      </p:to>
                                    </p:set>
                                    <p:animEffect transition="in" filter="wipe(up)">
                                      <p:cBhvr>
                                        <p:cTn id="45" dur="500"/>
                                        <p:tgtEl>
                                          <p:spTgt spid="153"/>
                                        </p:tgtEl>
                                      </p:cBhvr>
                                    </p:animEffect>
                                  </p:childTnLst>
                                </p:cTn>
                              </p:par>
                              <p:par>
                                <p:cTn id="46" presetID="22" presetClass="entr" presetSubtype="1" fill="hold" grpId="0" nodeType="withEffect">
                                  <p:stCondLst>
                                    <p:cond delay="0"/>
                                  </p:stCondLst>
                                  <p:childTnLst>
                                    <p:set>
                                      <p:cBhvr>
                                        <p:cTn id="47" dur="1" fill="hold">
                                          <p:stCondLst>
                                            <p:cond delay="0"/>
                                          </p:stCondLst>
                                        </p:cTn>
                                        <p:tgtEl>
                                          <p:spTgt spid="160"/>
                                        </p:tgtEl>
                                        <p:attrNameLst>
                                          <p:attrName>style.visibility</p:attrName>
                                        </p:attrNameLst>
                                      </p:cBhvr>
                                      <p:to>
                                        <p:strVal val="visible"/>
                                      </p:to>
                                    </p:set>
                                    <p:animEffect transition="in" filter="wipe(up)">
                                      <p:cBhvr>
                                        <p:cTn id="48" dur="500"/>
                                        <p:tgtEl>
                                          <p:spTgt spid="160"/>
                                        </p:tgtEl>
                                      </p:cBhvr>
                                    </p:animEffect>
                                  </p:childTnLst>
                                </p:cTn>
                              </p:par>
                              <p:par>
                                <p:cTn id="49" presetID="22" presetClass="entr" presetSubtype="1" fill="hold" grpId="0" nodeType="withEffect">
                                  <p:stCondLst>
                                    <p:cond delay="0"/>
                                  </p:stCondLst>
                                  <p:childTnLst>
                                    <p:set>
                                      <p:cBhvr>
                                        <p:cTn id="50" dur="1" fill="hold">
                                          <p:stCondLst>
                                            <p:cond delay="0"/>
                                          </p:stCondLst>
                                        </p:cTn>
                                        <p:tgtEl>
                                          <p:spTgt spid="154"/>
                                        </p:tgtEl>
                                        <p:attrNameLst>
                                          <p:attrName>style.visibility</p:attrName>
                                        </p:attrNameLst>
                                      </p:cBhvr>
                                      <p:to>
                                        <p:strVal val="visible"/>
                                      </p:to>
                                    </p:set>
                                    <p:animEffect transition="in" filter="wipe(up)">
                                      <p:cBhvr>
                                        <p:cTn id="51" dur="500"/>
                                        <p:tgtEl>
                                          <p:spTgt spid="154"/>
                                        </p:tgtEl>
                                      </p:cBhvr>
                                    </p:animEffect>
                                  </p:childTnLst>
                                </p:cTn>
                              </p:par>
                              <p:par>
                                <p:cTn id="52" presetID="22" presetClass="entr" presetSubtype="1" fill="hold" grpId="0" nodeType="withEffect">
                                  <p:stCondLst>
                                    <p:cond delay="0"/>
                                  </p:stCondLst>
                                  <p:childTnLst>
                                    <p:set>
                                      <p:cBhvr>
                                        <p:cTn id="53" dur="1" fill="hold">
                                          <p:stCondLst>
                                            <p:cond delay="0"/>
                                          </p:stCondLst>
                                        </p:cTn>
                                        <p:tgtEl>
                                          <p:spTgt spid="159"/>
                                        </p:tgtEl>
                                        <p:attrNameLst>
                                          <p:attrName>style.visibility</p:attrName>
                                        </p:attrNameLst>
                                      </p:cBhvr>
                                      <p:to>
                                        <p:strVal val="visible"/>
                                      </p:to>
                                    </p:set>
                                    <p:animEffect transition="in" filter="wipe(up)">
                                      <p:cBhvr>
                                        <p:cTn id="54" dur="500"/>
                                        <p:tgtEl>
                                          <p:spTgt spid="159"/>
                                        </p:tgtEl>
                                      </p:cBhvr>
                                    </p:animEffect>
                                  </p:childTnLst>
                                </p:cTn>
                              </p:par>
                              <p:par>
                                <p:cTn id="55" presetID="22" presetClass="entr" presetSubtype="1" fill="hold" grpId="0" nodeType="withEffect">
                                  <p:stCondLst>
                                    <p:cond delay="0"/>
                                  </p:stCondLst>
                                  <p:childTnLst>
                                    <p:set>
                                      <p:cBhvr>
                                        <p:cTn id="56" dur="1" fill="hold">
                                          <p:stCondLst>
                                            <p:cond delay="0"/>
                                          </p:stCondLst>
                                        </p:cTn>
                                        <p:tgtEl>
                                          <p:spTgt spid="155"/>
                                        </p:tgtEl>
                                        <p:attrNameLst>
                                          <p:attrName>style.visibility</p:attrName>
                                        </p:attrNameLst>
                                      </p:cBhvr>
                                      <p:to>
                                        <p:strVal val="visible"/>
                                      </p:to>
                                    </p:set>
                                    <p:animEffect transition="in" filter="wipe(up)">
                                      <p:cBhvr>
                                        <p:cTn id="57" dur="500"/>
                                        <p:tgtEl>
                                          <p:spTgt spid="155"/>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63"/>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164"/>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165"/>
                                        </p:tgtEl>
                                        <p:attrNameLst>
                                          <p:attrName>style.visibility</p:attrName>
                                        </p:attrNameLst>
                                      </p:cBhvr>
                                      <p:to>
                                        <p:strVal val="visible"/>
                                      </p:to>
                                    </p:set>
                                  </p:childTnLst>
                                </p:cTn>
                              </p:par>
                            </p:childTnLst>
                          </p:cTn>
                        </p:par>
                        <p:par>
                          <p:cTn id="66" fill="hold">
                            <p:stCondLst>
                              <p:cond delay="0"/>
                            </p:stCondLst>
                            <p:childTnLst>
                              <p:par>
                                <p:cTn id="67" presetID="35" presetClass="emph" presetSubtype="0" repeatCount="3000" fill="hold" grpId="1" nodeType="afterEffect">
                                  <p:stCondLst>
                                    <p:cond delay="0"/>
                                  </p:stCondLst>
                                  <p:childTnLst>
                                    <p:anim calcmode="discrete" valueType="str">
                                      <p:cBhvr>
                                        <p:cTn id="68" dur="1000" fill="hold"/>
                                        <p:tgtEl>
                                          <p:spTgt spid="163"/>
                                        </p:tgtEl>
                                        <p:attrNameLst>
                                          <p:attrName>style.visibility</p:attrName>
                                        </p:attrNameLst>
                                      </p:cBhvr>
                                      <p:tavLst>
                                        <p:tav tm="0">
                                          <p:val>
                                            <p:strVal val="hidden"/>
                                          </p:val>
                                        </p:tav>
                                        <p:tav tm="50000">
                                          <p:val>
                                            <p:strVal val="visible"/>
                                          </p:val>
                                        </p:tav>
                                      </p:tavLst>
                                    </p:anim>
                                  </p:childTnLst>
                                </p:cTn>
                              </p:par>
                              <p:par>
                                <p:cTn id="69" presetID="35" presetClass="emph" presetSubtype="0" repeatCount="3000" fill="hold" grpId="1" nodeType="withEffect">
                                  <p:stCondLst>
                                    <p:cond delay="0"/>
                                  </p:stCondLst>
                                  <p:childTnLst>
                                    <p:anim calcmode="discrete" valueType="str">
                                      <p:cBhvr>
                                        <p:cTn id="70" dur="1000" fill="hold"/>
                                        <p:tgtEl>
                                          <p:spTgt spid="164"/>
                                        </p:tgtEl>
                                        <p:attrNameLst>
                                          <p:attrName>style.visibility</p:attrName>
                                        </p:attrNameLst>
                                      </p:cBhvr>
                                      <p:tavLst>
                                        <p:tav tm="0">
                                          <p:val>
                                            <p:strVal val="hidden"/>
                                          </p:val>
                                        </p:tav>
                                        <p:tav tm="50000">
                                          <p:val>
                                            <p:strVal val="visible"/>
                                          </p:val>
                                        </p:tav>
                                      </p:tavLst>
                                    </p:anim>
                                  </p:childTnLst>
                                </p:cTn>
                              </p:par>
                              <p:par>
                                <p:cTn id="71" presetID="35" presetClass="emph" presetSubtype="0" repeatCount="3000" fill="hold" grpId="1" nodeType="withEffect">
                                  <p:stCondLst>
                                    <p:cond delay="0"/>
                                  </p:stCondLst>
                                  <p:childTnLst>
                                    <p:anim calcmode="discrete" valueType="str">
                                      <p:cBhvr>
                                        <p:cTn id="72" dur="1000" fill="hold"/>
                                        <p:tgtEl>
                                          <p:spTgt spid="165"/>
                                        </p:tgtEl>
                                        <p:attrNameLst>
                                          <p:attrName>style.visibility</p:attrName>
                                        </p:attrNameLst>
                                      </p:cBhvr>
                                      <p:tavLst>
                                        <p:tav tm="0">
                                          <p:val>
                                            <p:strVal val="hidden"/>
                                          </p:val>
                                        </p:tav>
                                        <p:tav tm="50000">
                                          <p:val>
                                            <p:strVal val="visible"/>
                                          </p:val>
                                        </p:tav>
                                      </p:tavLst>
                                    </p:anim>
                                  </p:childTnLst>
                                </p:cTn>
                              </p:par>
                            </p:childTnLst>
                          </p:cTn>
                        </p:par>
                      </p:childTnLst>
                    </p:cTn>
                  </p:par>
                  <p:par>
                    <p:cTn id="73" fill="hold">
                      <p:stCondLst>
                        <p:cond delay="indefinite"/>
                      </p:stCondLst>
                      <p:childTnLst>
                        <p:par>
                          <p:cTn id="74" fill="hold">
                            <p:stCondLst>
                              <p:cond delay="0"/>
                            </p:stCondLst>
                            <p:childTnLst>
                              <p:par>
                                <p:cTn id="75" presetID="16" presetClass="entr" presetSubtype="21" fill="hold" grpId="0" nodeType="clickEffect">
                                  <p:stCondLst>
                                    <p:cond delay="0"/>
                                  </p:stCondLst>
                                  <p:childTnLst>
                                    <p:set>
                                      <p:cBhvr>
                                        <p:cTn id="76" dur="1" fill="hold">
                                          <p:stCondLst>
                                            <p:cond delay="0"/>
                                          </p:stCondLst>
                                        </p:cTn>
                                        <p:tgtEl>
                                          <p:spTgt spid="76"/>
                                        </p:tgtEl>
                                        <p:attrNameLst>
                                          <p:attrName>style.visibility</p:attrName>
                                        </p:attrNameLst>
                                      </p:cBhvr>
                                      <p:to>
                                        <p:strVal val="visible"/>
                                      </p:to>
                                    </p:set>
                                    <p:animEffect transition="in" filter="barn(inVertical)">
                                      <p:cBhvr>
                                        <p:cTn id="77" dur="500"/>
                                        <p:tgtEl>
                                          <p:spTgt spid="76"/>
                                        </p:tgtEl>
                                      </p:cBhvr>
                                    </p:animEffect>
                                  </p:childTnLst>
                                </p:cTn>
                              </p:par>
                            </p:childTnLst>
                          </p:cTn>
                        </p:par>
                      </p:childTnLst>
                    </p:cTn>
                  </p:par>
                  <p:par>
                    <p:cTn id="78" fill="hold">
                      <p:stCondLst>
                        <p:cond delay="indefinite"/>
                      </p:stCondLst>
                      <p:childTnLst>
                        <p:par>
                          <p:cTn id="79" fill="hold">
                            <p:stCondLst>
                              <p:cond delay="0"/>
                            </p:stCondLst>
                            <p:childTnLst>
                              <p:par>
                                <p:cTn id="80" presetID="16" presetClass="entr" presetSubtype="21" fill="hold" grpId="0" nodeType="clickEffect">
                                  <p:stCondLst>
                                    <p:cond delay="0"/>
                                  </p:stCondLst>
                                  <p:childTnLst>
                                    <p:set>
                                      <p:cBhvr>
                                        <p:cTn id="81" dur="1" fill="hold">
                                          <p:stCondLst>
                                            <p:cond delay="0"/>
                                          </p:stCondLst>
                                        </p:cTn>
                                        <p:tgtEl>
                                          <p:spTgt spid="145"/>
                                        </p:tgtEl>
                                        <p:attrNameLst>
                                          <p:attrName>style.visibility</p:attrName>
                                        </p:attrNameLst>
                                      </p:cBhvr>
                                      <p:to>
                                        <p:strVal val="visible"/>
                                      </p:to>
                                    </p:set>
                                    <p:animEffect transition="in" filter="barn(inVertical)">
                                      <p:cBhvr>
                                        <p:cTn id="82" dur="500"/>
                                        <p:tgtEl>
                                          <p:spTgt spid="1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P spid="145" grpId="0" animBg="1"/>
      <p:bldP spid="152" grpId="0" animBg="1"/>
      <p:bldP spid="153" grpId="0"/>
      <p:bldP spid="154" grpId="0"/>
      <p:bldP spid="155" grpId="0"/>
      <p:bldP spid="156" grpId="0"/>
      <p:bldP spid="157" grpId="0"/>
      <p:bldP spid="158" grpId="0"/>
      <p:bldP spid="159" grpId="0" animBg="1"/>
      <p:bldP spid="160" grpId="0" animBg="1"/>
      <p:bldP spid="161" grpId="0" animBg="1"/>
      <p:bldP spid="162" grpId="0" animBg="1"/>
      <p:bldP spid="163" grpId="0"/>
      <p:bldP spid="163" grpId="1"/>
      <p:bldP spid="164" grpId="0"/>
      <p:bldP spid="164" grpId="1"/>
      <p:bldP spid="165" grpId="0"/>
      <p:bldP spid="165" grpId="1"/>
      <p:bldP spid="166" grpId="0"/>
      <p:bldP spid="167" grpId="0" animBg="1"/>
      <p:bldP spid="168" grpId="0" animBg="1"/>
      <p:bldP spid="182" grpId="0"/>
      <p:bldP spid="182" grpId="1"/>
    </p:bld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2"/>
          <p:cNvSpPr>
            <a:spLocks noGrp="1" noChangeArrowheads="1"/>
          </p:cNvSpPr>
          <p:nvPr>
            <p:ph type="title"/>
          </p:nvPr>
        </p:nvSpPr>
        <p:spPr/>
        <p:txBody>
          <a:bodyPr/>
          <a:lstStyle/>
          <a:p>
            <a:r>
              <a:rPr lang="en-US" altLang="zh-CN" smtClean="0"/>
              <a:t>IP </a:t>
            </a:r>
            <a:r>
              <a:rPr lang="zh-CN" altLang="en-US" smtClean="0"/>
              <a:t>多播的一些特点 </a:t>
            </a:r>
          </a:p>
        </p:txBody>
      </p:sp>
      <p:sp>
        <p:nvSpPr>
          <p:cNvPr id="613379" name="Rectangle 3"/>
          <p:cNvSpPr>
            <a:spLocks noGrp="1" noChangeArrowheads="1"/>
          </p:cNvSpPr>
          <p:nvPr>
            <p:ph idx="1"/>
          </p:nvPr>
        </p:nvSpPr>
        <p:spPr>
          <a:xfrm>
            <a:off x="443706" y="1267200"/>
            <a:ext cx="11268918" cy="4895850"/>
          </a:xfrm>
        </p:spPr>
        <p:txBody>
          <a:bodyPr/>
          <a:lstStyle/>
          <a:p>
            <a:r>
              <a:rPr lang="en-US" altLang="zh-CN" b="1" dirty="0" smtClean="0"/>
              <a:t>IP </a:t>
            </a:r>
            <a:r>
              <a:rPr lang="zh-CN" altLang="en-US" b="1" dirty="0" smtClean="0"/>
              <a:t>多播所传送的分组需要使用</a:t>
            </a:r>
            <a:r>
              <a:rPr lang="zh-CN" altLang="en-US" b="1" dirty="0"/>
              <a:t>多</a:t>
            </a:r>
            <a:r>
              <a:rPr lang="zh-CN" altLang="en-US" b="1" dirty="0" smtClean="0"/>
              <a:t>播 </a:t>
            </a:r>
            <a:r>
              <a:rPr lang="en-US" altLang="zh-CN" b="1" dirty="0" smtClean="0"/>
              <a:t>IP </a:t>
            </a:r>
            <a:r>
              <a:rPr lang="zh-CN" altLang="en-US" b="1" dirty="0" smtClean="0"/>
              <a:t>地址，也就是 </a:t>
            </a:r>
            <a:r>
              <a:rPr lang="en-US" altLang="zh-CN" b="1" dirty="0" smtClean="0"/>
              <a:t>D </a:t>
            </a:r>
            <a:r>
              <a:rPr lang="zh-CN" altLang="en-US" b="1" dirty="0"/>
              <a:t>类</a:t>
            </a:r>
            <a:r>
              <a:rPr lang="en-US" altLang="zh-CN" b="1" dirty="0" smtClean="0"/>
              <a:t>IP </a:t>
            </a:r>
            <a:r>
              <a:rPr lang="zh-CN" altLang="en-US" b="1" dirty="0" smtClean="0"/>
              <a:t>地址。多播地址只能用于目的地址，而不能用于源地址。  </a:t>
            </a:r>
          </a:p>
          <a:p>
            <a:r>
              <a:rPr lang="en-US" altLang="zh-CN" b="1" dirty="0" smtClean="0"/>
              <a:t>IP </a:t>
            </a:r>
            <a:r>
              <a:rPr lang="zh-CN" altLang="en-US" b="1" dirty="0" smtClean="0"/>
              <a:t>多</a:t>
            </a:r>
            <a:r>
              <a:rPr lang="zh-CN" altLang="en-US" b="1" dirty="0"/>
              <a:t>播可以分为</a:t>
            </a:r>
            <a:r>
              <a:rPr lang="zh-CN" altLang="en-US" b="1" dirty="0" smtClean="0"/>
              <a:t>两种，一</a:t>
            </a:r>
            <a:r>
              <a:rPr lang="zh-CN" altLang="en-US" b="1" dirty="0"/>
              <a:t>种是只在本局域网上进行硬件多播，另一种则是在互联网的范围进行多播</a:t>
            </a:r>
            <a:r>
              <a:rPr lang="zh-CN" altLang="en-US" b="1" dirty="0" smtClean="0"/>
              <a:t>。在</a:t>
            </a:r>
            <a:r>
              <a:rPr lang="zh-CN" altLang="en-US" b="1" dirty="0"/>
              <a:t>互联网上进行多播的最后阶段，还是要把多播数据报在局域网上用硬件多播交付多播组的所有</a:t>
            </a:r>
            <a:r>
              <a:rPr lang="zh-CN" altLang="en-US" b="1" dirty="0" smtClean="0"/>
              <a:t>成员。</a:t>
            </a:r>
            <a:endParaRPr lang="zh-CN" altLang="en-US" sz="1800" b="1" dirty="0" smtClean="0"/>
          </a:p>
        </p:txBody>
      </p:sp>
    </p:spTree>
  </p:cSld>
  <p:clrMapOvr>
    <a:masterClrMapping/>
  </p:clrMapOvr>
  <p:transition spd="slow"/>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8162" name="Rectangle 2"/>
          <p:cNvSpPr>
            <a:spLocks noGrp="1" noChangeArrowheads="1"/>
          </p:cNvSpPr>
          <p:nvPr>
            <p:ph type="title"/>
          </p:nvPr>
        </p:nvSpPr>
        <p:spPr/>
        <p:txBody>
          <a:bodyPr/>
          <a:lstStyle/>
          <a:p>
            <a:r>
              <a:rPr lang="en-US" altLang="zh-CN" dirty="0" smtClean="0"/>
              <a:t>4.7.2 </a:t>
            </a:r>
            <a:r>
              <a:rPr lang="zh-CN" altLang="en-US" dirty="0" smtClean="0"/>
              <a:t>在局域网上进行硬件多播 </a:t>
            </a:r>
          </a:p>
        </p:txBody>
      </p:sp>
      <p:sp>
        <p:nvSpPr>
          <p:cNvPr id="348163" name="Rectangle 3"/>
          <p:cNvSpPr>
            <a:spLocks noGrp="1" noChangeArrowheads="1"/>
          </p:cNvSpPr>
          <p:nvPr>
            <p:ph idx="1"/>
          </p:nvPr>
        </p:nvSpPr>
        <p:spPr>
          <a:xfrm>
            <a:off x="442913" y="1266825"/>
            <a:ext cx="10801350" cy="4895850"/>
          </a:xfrm>
        </p:spPr>
        <p:txBody>
          <a:bodyPr/>
          <a:lstStyle/>
          <a:p>
            <a:r>
              <a:rPr lang="zh-CN" altLang="en-US" b="1" dirty="0" smtClean="0"/>
              <a:t>以太网多播地址的范围是从 </a:t>
            </a:r>
            <a:r>
              <a:rPr lang="en-US" altLang="zh-CN" b="1" dirty="0" smtClean="0"/>
              <a:t>01-00-5E-00-00-00 </a:t>
            </a:r>
            <a:r>
              <a:rPr lang="zh-CN" altLang="en-US" b="1" dirty="0" smtClean="0"/>
              <a:t>到 </a:t>
            </a:r>
            <a:r>
              <a:rPr lang="en-US" altLang="zh-CN" b="1" dirty="0" smtClean="0"/>
              <a:t>01-00-5E-7F-FF-FF</a:t>
            </a:r>
            <a:r>
              <a:rPr lang="zh-CN" altLang="en-US" b="1" dirty="0" smtClean="0"/>
              <a:t>。</a:t>
            </a:r>
            <a:endParaRPr lang="en-US" altLang="zh-CN" b="1" dirty="0" smtClean="0"/>
          </a:p>
          <a:p>
            <a:r>
              <a:rPr lang="en-US" altLang="zh-CN" b="1" dirty="0" smtClean="0"/>
              <a:t>D </a:t>
            </a:r>
            <a:r>
              <a:rPr lang="zh-CN" altLang="en-US" b="1" dirty="0" smtClean="0"/>
              <a:t>类 </a:t>
            </a:r>
            <a:r>
              <a:rPr lang="en-US" altLang="zh-CN" b="1" dirty="0" smtClean="0"/>
              <a:t>IP </a:t>
            </a:r>
            <a:r>
              <a:rPr lang="zh-CN" altLang="en-US" b="1" dirty="0" smtClean="0"/>
              <a:t>地址可供分配的有 </a:t>
            </a:r>
            <a:r>
              <a:rPr lang="en-US" altLang="zh-CN" b="1" dirty="0" smtClean="0"/>
              <a:t>28 </a:t>
            </a:r>
            <a:r>
              <a:rPr lang="zh-CN" altLang="en-US" b="1" dirty="0" smtClean="0"/>
              <a:t>位，这 </a:t>
            </a:r>
            <a:r>
              <a:rPr lang="en-US" altLang="zh-CN" b="1" dirty="0" smtClean="0"/>
              <a:t>28 </a:t>
            </a:r>
            <a:r>
              <a:rPr lang="zh-CN" altLang="en-US" b="1" dirty="0" smtClean="0"/>
              <a:t>位中的前 </a:t>
            </a:r>
            <a:r>
              <a:rPr lang="en-US" altLang="zh-CN" b="1" dirty="0" smtClean="0"/>
              <a:t>5 </a:t>
            </a:r>
            <a:r>
              <a:rPr lang="zh-CN" altLang="en-US" b="1" dirty="0" smtClean="0"/>
              <a:t>位不能用来构成以太网</a:t>
            </a:r>
            <a:r>
              <a:rPr lang="zh-CN" altLang="en-US" b="1" dirty="0"/>
              <a:t>多播</a:t>
            </a:r>
            <a:r>
              <a:rPr lang="zh-CN" altLang="en-US" b="1" dirty="0" smtClean="0"/>
              <a:t>地址，只有后 </a:t>
            </a:r>
            <a:r>
              <a:rPr lang="en-US" altLang="zh-CN" b="1" dirty="0" smtClean="0"/>
              <a:t>23 </a:t>
            </a:r>
            <a:r>
              <a:rPr lang="zh-CN" altLang="en-US" b="1" dirty="0" smtClean="0"/>
              <a:t>位才映射以太网多播地址中的后 </a:t>
            </a:r>
            <a:r>
              <a:rPr lang="en-US" altLang="zh-CN" b="1" dirty="0" smtClean="0"/>
              <a:t>23 </a:t>
            </a:r>
            <a:r>
              <a:rPr lang="zh-CN" altLang="en-US" b="1" dirty="0" smtClean="0"/>
              <a:t>位。 </a:t>
            </a:r>
          </a:p>
        </p:txBody>
      </p:sp>
    </p:spTree>
  </p:cSld>
  <p:clrMapOvr>
    <a:masterClrMapping/>
  </p:clrMapOvr>
  <p:transition spd="slow"/>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0210" name="Rectangle 2"/>
          <p:cNvSpPr>
            <a:spLocks noGrp="1" noChangeArrowheads="1"/>
          </p:cNvSpPr>
          <p:nvPr>
            <p:ph type="title"/>
          </p:nvPr>
        </p:nvSpPr>
        <p:spPr/>
        <p:txBody>
          <a:bodyPr/>
          <a:lstStyle/>
          <a:p>
            <a:r>
              <a:rPr lang="en-US" altLang="zh-CN" smtClean="0"/>
              <a:t>D </a:t>
            </a:r>
            <a:r>
              <a:rPr lang="zh-CN" altLang="en-US" smtClean="0"/>
              <a:t>类 </a:t>
            </a:r>
            <a:r>
              <a:rPr lang="en-US" altLang="zh-CN" smtClean="0"/>
              <a:t>IP </a:t>
            </a:r>
            <a:r>
              <a:rPr lang="zh-CN" altLang="en-US" smtClean="0"/>
              <a:t>地址与以太网多播地址的映射关系 </a:t>
            </a:r>
          </a:p>
        </p:txBody>
      </p:sp>
      <p:sp>
        <p:nvSpPr>
          <p:cNvPr id="350211" name="Rectangle 3"/>
          <p:cNvSpPr>
            <a:spLocks noChangeArrowheads="1"/>
          </p:cNvSpPr>
          <p:nvPr/>
        </p:nvSpPr>
        <p:spPr bwMode="auto">
          <a:xfrm>
            <a:off x="2065338" y="4059238"/>
            <a:ext cx="7467600" cy="457200"/>
          </a:xfrm>
          <a:prstGeom prst="rect">
            <a:avLst/>
          </a:prstGeom>
          <a:solidFill>
            <a:schemeClr val="bg1"/>
          </a:solidFill>
          <a:ln w="28575">
            <a:solidFill>
              <a:schemeClr val="tx1"/>
            </a:solidFill>
            <a:miter lim="800000"/>
            <a:headEnd/>
            <a:tailEnd/>
          </a:ln>
        </p:spPr>
        <p:txBody>
          <a:bodyPr wrap="none" anchor="ctr"/>
          <a:lstStyle/>
          <a:p>
            <a:pPr eaLnBrk="1" hangingPunct="1"/>
            <a:endParaRPr lang="en-US" altLang="zh-CN" b="1"/>
          </a:p>
        </p:txBody>
      </p:sp>
      <p:sp>
        <p:nvSpPr>
          <p:cNvPr id="350212" name="Line 4"/>
          <p:cNvSpPr>
            <a:spLocks noChangeShapeType="1"/>
          </p:cNvSpPr>
          <p:nvPr/>
        </p:nvSpPr>
        <p:spPr bwMode="auto">
          <a:xfrm>
            <a:off x="2220913"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13" name="Line 5"/>
          <p:cNvSpPr>
            <a:spLocks noChangeShapeType="1"/>
          </p:cNvSpPr>
          <p:nvPr/>
        </p:nvSpPr>
        <p:spPr bwMode="auto">
          <a:xfrm>
            <a:off x="2376488"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14" name="Line 6"/>
          <p:cNvSpPr>
            <a:spLocks noChangeShapeType="1"/>
          </p:cNvSpPr>
          <p:nvPr/>
        </p:nvSpPr>
        <p:spPr bwMode="auto">
          <a:xfrm>
            <a:off x="2532063"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15" name="Line 7"/>
          <p:cNvSpPr>
            <a:spLocks noChangeShapeType="1"/>
          </p:cNvSpPr>
          <p:nvPr/>
        </p:nvSpPr>
        <p:spPr bwMode="auto">
          <a:xfrm>
            <a:off x="2687638"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16" name="Line 8"/>
          <p:cNvSpPr>
            <a:spLocks noChangeShapeType="1"/>
          </p:cNvSpPr>
          <p:nvPr/>
        </p:nvSpPr>
        <p:spPr bwMode="auto">
          <a:xfrm>
            <a:off x="2843213"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17" name="Line 9"/>
          <p:cNvSpPr>
            <a:spLocks noChangeShapeType="1"/>
          </p:cNvSpPr>
          <p:nvPr/>
        </p:nvSpPr>
        <p:spPr bwMode="auto">
          <a:xfrm>
            <a:off x="2998788"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18" name="Line 10"/>
          <p:cNvSpPr>
            <a:spLocks noChangeShapeType="1"/>
          </p:cNvSpPr>
          <p:nvPr/>
        </p:nvSpPr>
        <p:spPr bwMode="auto">
          <a:xfrm>
            <a:off x="3154363"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19" name="Line 11"/>
          <p:cNvSpPr>
            <a:spLocks noChangeShapeType="1"/>
          </p:cNvSpPr>
          <p:nvPr/>
        </p:nvSpPr>
        <p:spPr bwMode="auto">
          <a:xfrm>
            <a:off x="3309938"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20" name="Line 12"/>
          <p:cNvSpPr>
            <a:spLocks noChangeShapeType="1"/>
          </p:cNvSpPr>
          <p:nvPr/>
        </p:nvSpPr>
        <p:spPr bwMode="auto">
          <a:xfrm>
            <a:off x="3465513"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21" name="Line 13"/>
          <p:cNvSpPr>
            <a:spLocks noChangeShapeType="1"/>
          </p:cNvSpPr>
          <p:nvPr/>
        </p:nvSpPr>
        <p:spPr bwMode="auto">
          <a:xfrm>
            <a:off x="3621088"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22" name="Line 14"/>
          <p:cNvSpPr>
            <a:spLocks noChangeShapeType="1"/>
          </p:cNvSpPr>
          <p:nvPr/>
        </p:nvSpPr>
        <p:spPr bwMode="auto">
          <a:xfrm>
            <a:off x="3776663"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23" name="Line 15"/>
          <p:cNvSpPr>
            <a:spLocks noChangeShapeType="1"/>
          </p:cNvSpPr>
          <p:nvPr/>
        </p:nvSpPr>
        <p:spPr bwMode="auto">
          <a:xfrm>
            <a:off x="3932238"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24" name="Line 16"/>
          <p:cNvSpPr>
            <a:spLocks noChangeShapeType="1"/>
          </p:cNvSpPr>
          <p:nvPr/>
        </p:nvSpPr>
        <p:spPr bwMode="auto">
          <a:xfrm>
            <a:off x="4087813"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25" name="Line 17"/>
          <p:cNvSpPr>
            <a:spLocks noChangeShapeType="1"/>
          </p:cNvSpPr>
          <p:nvPr/>
        </p:nvSpPr>
        <p:spPr bwMode="auto">
          <a:xfrm>
            <a:off x="4243388"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26" name="Line 18"/>
          <p:cNvSpPr>
            <a:spLocks noChangeShapeType="1"/>
          </p:cNvSpPr>
          <p:nvPr/>
        </p:nvSpPr>
        <p:spPr bwMode="auto">
          <a:xfrm>
            <a:off x="4398963"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27" name="Line 19"/>
          <p:cNvSpPr>
            <a:spLocks noChangeShapeType="1"/>
          </p:cNvSpPr>
          <p:nvPr/>
        </p:nvSpPr>
        <p:spPr bwMode="auto">
          <a:xfrm>
            <a:off x="4554538"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28" name="Line 20"/>
          <p:cNvSpPr>
            <a:spLocks noChangeShapeType="1"/>
          </p:cNvSpPr>
          <p:nvPr/>
        </p:nvSpPr>
        <p:spPr bwMode="auto">
          <a:xfrm>
            <a:off x="4710113"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29" name="Line 21"/>
          <p:cNvSpPr>
            <a:spLocks noChangeShapeType="1"/>
          </p:cNvSpPr>
          <p:nvPr/>
        </p:nvSpPr>
        <p:spPr bwMode="auto">
          <a:xfrm>
            <a:off x="4865688"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30" name="Line 22"/>
          <p:cNvSpPr>
            <a:spLocks noChangeShapeType="1"/>
          </p:cNvSpPr>
          <p:nvPr/>
        </p:nvSpPr>
        <p:spPr bwMode="auto">
          <a:xfrm>
            <a:off x="5021263"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31" name="Line 23"/>
          <p:cNvSpPr>
            <a:spLocks noChangeShapeType="1"/>
          </p:cNvSpPr>
          <p:nvPr/>
        </p:nvSpPr>
        <p:spPr bwMode="auto">
          <a:xfrm>
            <a:off x="5176838"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32" name="Line 24"/>
          <p:cNvSpPr>
            <a:spLocks noChangeShapeType="1"/>
          </p:cNvSpPr>
          <p:nvPr/>
        </p:nvSpPr>
        <p:spPr bwMode="auto">
          <a:xfrm>
            <a:off x="5332413"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33" name="Line 25"/>
          <p:cNvSpPr>
            <a:spLocks noChangeShapeType="1"/>
          </p:cNvSpPr>
          <p:nvPr/>
        </p:nvSpPr>
        <p:spPr bwMode="auto">
          <a:xfrm>
            <a:off x="5487988"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34" name="Line 26"/>
          <p:cNvSpPr>
            <a:spLocks noChangeShapeType="1"/>
          </p:cNvSpPr>
          <p:nvPr/>
        </p:nvSpPr>
        <p:spPr bwMode="auto">
          <a:xfrm>
            <a:off x="5643563"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35" name="Line 27"/>
          <p:cNvSpPr>
            <a:spLocks noChangeShapeType="1"/>
          </p:cNvSpPr>
          <p:nvPr/>
        </p:nvSpPr>
        <p:spPr bwMode="auto">
          <a:xfrm>
            <a:off x="5799138"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36" name="Rectangle 28"/>
          <p:cNvSpPr>
            <a:spLocks noChangeArrowheads="1"/>
          </p:cNvSpPr>
          <p:nvPr/>
        </p:nvSpPr>
        <p:spPr bwMode="auto">
          <a:xfrm>
            <a:off x="5961063" y="4081463"/>
            <a:ext cx="3563937" cy="42545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ltLang="zh-CN" b="1"/>
          </a:p>
        </p:txBody>
      </p:sp>
      <p:sp>
        <p:nvSpPr>
          <p:cNvPr id="350237" name="Line 29"/>
          <p:cNvSpPr>
            <a:spLocks noChangeShapeType="1"/>
          </p:cNvSpPr>
          <p:nvPr/>
        </p:nvSpPr>
        <p:spPr bwMode="auto">
          <a:xfrm>
            <a:off x="5954713" y="4059238"/>
            <a:ext cx="0" cy="4572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38" name="Line 30"/>
          <p:cNvSpPr>
            <a:spLocks noChangeShapeType="1"/>
          </p:cNvSpPr>
          <p:nvPr/>
        </p:nvSpPr>
        <p:spPr bwMode="auto">
          <a:xfrm>
            <a:off x="6110288"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39" name="Line 31"/>
          <p:cNvSpPr>
            <a:spLocks noChangeShapeType="1"/>
          </p:cNvSpPr>
          <p:nvPr/>
        </p:nvSpPr>
        <p:spPr bwMode="auto">
          <a:xfrm>
            <a:off x="6265863"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40" name="Line 32"/>
          <p:cNvSpPr>
            <a:spLocks noChangeShapeType="1"/>
          </p:cNvSpPr>
          <p:nvPr/>
        </p:nvSpPr>
        <p:spPr bwMode="auto">
          <a:xfrm>
            <a:off x="6421438"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41" name="Line 33"/>
          <p:cNvSpPr>
            <a:spLocks noChangeShapeType="1"/>
          </p:cNvSpPr>
          <p:nvPr/>
        </p:nvSpPr>
        <p:spPr bwMode="auto">
          <a:xfrm>
            <a:off x="6577013"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42" name="Line 34"/>
          <p:cNvSpPr>
            <a:spLocks noChangeShapeType="1"/>
          </p:cNvSpPr>
          <p:nvPr/>
        </p:nvSpPr>
        <p:spPr bwMode="auto">
          <a:xfrm>
            <a:off x="6732588"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43" name="Line 35"/>
          <p:cNvSpPr>
            <a:spLocks noChangeShapeType="1"/>
          </p:cNvSpPr>
          <p:nvPr/>
        </p:nvSpPr>
        <p:spPr bwMode="auto">
          <a:xfrm>
            <a:off x="6888163"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44" name="Line 36"/>
          <p:cNvSpPr>
            <a:spLocks noChangeShapeType="1"/>
          </p:cNvSpPr>
          <p:nvPr/>
        </p:nvSpPr>
        <p:spPr bwMode="auto">
          <a:xfrm>
            <a:off x="7043738"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45" name="Line 37"/>
          <p:cNvSpPr>
            <a:spLocks noChangeShapeType="1"/>
          </p:cNvSpPr>
          <p:nvPr/>
        </p:nvSpPr>
        <p:spPr bwMode="auto">
          <a:xfrm>
            <a:off x="7199313"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46" name="Line 38"/>
          <p:cNvSpPr>
            <a:spLocks noChangeShapeType="1"/>
          </p:cNvSpPr>
          <p:nvPr/>
        </p:nvSpPr>
        <p:spPr bwMode="auto">
          <a:xfrm>
            <a:off x="7354888"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47" name="Line 39"/>
          <p:cNvSpPr>
            <a:spLocks noChangeShapeType="1"/>
          </p:cNvSpPr>
          <p:nvPr/>
        </p:nvSpPr>
        <p:spPr bwMode="auto">
          <a:xfrm>
            <a:off x="7510463"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48" name="Line 40"/>
          <p:cNvSpPr>
            <a:spLocks noChangeShapeType="1"/>
          </p:cNvSpPr>
          <p:nvPr/>
        </p:nvSpPr>
        <p:spPr bwMode="auto">
          <a:xfrm>
            <a:off x="7666038"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49" name="Line 41"/>
          <p:cNvSpPr>
            <a:spLocks noChangeShapeType="1"/>
          </p:cNvSpPr>
          <p:nvPr/>
        </p:nvSpPr>
        <p:spPr bwMode="auto">
          <a:xfrm>
            <a:off x="7821613"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50" name="Line 42"/>
          <p:cNvSpPr>
            <a:spLocks noChangeShapeType="1"/>
          </p:cNvSpPr>
          <p:nvPr/>
        </p:nvSpPr>
        <p:spPr bwMode="auto">
          <a:xfrm>
            <a:off x="7977188"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51" name="Line 43"/>
          <p:cNvSpPr>
            <a:spLocks noChangeShapeType="1"/>
          </p:cNvSpPr>
          <p:nvPr/>
        </p:nvSpPr>
        <p:spPr bwMode="auto">
          <a:xfrm>
            <a:off x="8132763"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52" name="Line 44"/>
          <p:cNvSpPr>
            <a:spLocks noChangeShapeType="1"/>
          </p:cNvSpPr>
          <p:nvPr/>
        </p:nvSpPr>
        <p:spPr bwMode="auto">
          <a:xfrm>
            <a:off x="8288338"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53" name="Line 45"/>
          <p:cNvSpPr>
            <a:spLocks noChangeShapeType="1"/>
          </p:cNvSpPr>
          <p:nvPr/>
        </p:nvSpPr>
        <p:spPr bwMode="auto">
          <a:xfrm>
            <a:off x="8443913"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54" name="Line 46"/>
          <p:cNvSpPr>
            <a:spLocks noChangeShapeType="1"/>
          </p:cNvSpPr>
          <p:nvPr/>
        </p:nvSpPr>
        <p:spPr bwMode="auto">
          <a:xfrm>
            <a:off x="8599488"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55" name="Line 47"/>
          <p:cNvSpPr>
            <a:spLocks noChangeShapeType="1"/>
          </p:cNvSpPr>
          <p:nvPr/>
        </p:nvSpPr>
        <p:spPr bwMode="auto">
          <a:xfrm>
            <a:off x="8755063"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56" name="Line 48"/>
          <p:cNvSpPr>
            <a:spLocks noChangeShapeType="1"/>
          </p:cNvSpPr>
          <p:nvPr/>
        </p:nvSpPr>
        <p:spPr bwMode="auto">
          <a:xfrm>
            <a:off x="8910638"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57" name="Line 49"/>
          <p:cNvSpPr>
            <a:spLocks noChangeShapeType="1"/>
          </p:cNvSpPr>
          <p:nvPr/>
        </p:nvSpPr>
        <p:spPr bwMode="auto">
          <a:xfrm>
            <a:off x="9066213"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58" name="Line 50"/>
          <p:cNvSpPr>
            <a:spLocks noChangeShapeType="1"/>
          </p:cNvSpPr>
          <p:nvPr/>
        </p:nvSpPr>
        <p:spPr bwMode="auto">
          <a:xfrm>
            <a:off x="9221788"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59" name="Line 51"/>
          <p:cNvSpPr>
            <a:spLocks noChangeShapeType="1"/>
          </p:cNvSpPr>
          <p:nvPr/>
        </p:nvSpPr>
        <p:spPr bwMode="auto">
          <a:xfrm>
            <a:off x="9377363" y="4059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60" name="Rectangle 52"/>
          <p:cNvSpPr>
            <a:spLocks noChangeArrowheads="1"/>
          </p:cNvSpPr>
          <p:nvPr/>
        </p:nvSpPr>
        <p:spPr bwMode="auto">
          <a:xfrm>
            <a:off x="2143125" y="4135438"/>
            <a:ext cx="466725" cy="304800"/>
          </a:xfrm>
          <a:prstGeom prst="rect">
            <a:avLst/>
          </a:prstGeom>
          <a:solidFill>
            <a:schemeClr val="bg1"/>
          </a:solidFill>
          <a:ln w="9525">
            <a:solidFill>
              <a:schemeClr val="bg1"/>
            </a:solidFill>
            <a:miter lim="800000"/>
            <a:headEnd/>
            <a:tailEnd/>
          </a:ln>
        </p:spPr>
        <p:txBody>
          <a:bodyPr wrap="none" anchor="ctr"/>
          <a:lstStyle/>
          <a:p>
            <a:pPr eaLnBrk="1" hangingPunct="1"/>
            <a:endParaRPr lang="en-US" altLang="zh-CN" b="1"/>
          </a:p>
        </p:txBody>
      </p:sp>
      <p:sp>
        <p:nvSpPr>
          <p:cNvPr id="350261" name="Rectangle 53"/>
          <p:cNvSpPr>
            <a:spLocks noChangeArrowheads="1"/>
          </p:cNvSpPr>
          <p:nvPr/>
        </p:nvSpPr>
        <p:spPr bwMode="auto">
          <a:xfrm>
            <a:off x="2765425" y="4135438"/>
            <a:ext cx="466725" cy="304800"/>
          </a:xfrm>
          <a:prstGeom prst="rect">
            <a:avLst/>
          </a:prstGeom>
          <a:solidFill>
            <a:schemeClr val="bg1"/>
          </a:solidFill>
          <a:ln w="9525">
            <a:solidFill>
              <a:schemeClr val="bg1"/>
            </a:solidFill>
            <a:miter lim="800000"/>
            <a:headEnd/>
            <a:tailEnd/>
          </a:ln>
        </p:spPr>
        <p:txBody>
          <a:bodyPr wrap="none" anchor="ctr"/>
          <a:lstStyle/>
          <a:p>
            <a:pPr eaLnBrk="1" hangingPunct="1"/>
            <a:endParaRPr lang="en-US" altLang="zh-CN" b="1"/>
          </a:p>
        </p:txBody>
      </p:sp>
      <p:sp>
        <p:nvSpPr>
          <p:cNvPr id="350262" name="Rectangle 54"/>
          <p:cNvSpPr>
            <a:spLocks noChangeArrowheads="1"/>
          </p:cNvSpPr>
          <p:nvPr/>
        </p:nvSpPr>
        <p:spPr bwMode="auto">
          <a:xfrm>
            <a:off x="3387725" y="4135438"/>
            <a:ext cx="466725" cy="304800"/>
          </a:xfrm>
          <a:prstGeom prst="rect">
            <a:avLst/>
          </a:prstGeom>
          <a:solidFill>
            <a:schemeClr val="bg1"/>
          </a:solidFill>
          <a:ln w="9525">
            <a:solidFill>
              <a:schemeClr val="bg1"/>
            </a:solidFill>
            <a:miter lim="800000"/>
            <a:headEnd/>
            <a:tailEnd/>
          </a:ln>
        </p:spPr>
        <p:txBody>
          <a:bodyPr wrap="none" anchor="ctr"/>
          <a:lstStyle/>
          <a:p>
            <a:pPr eaLnBrk="1" hangingPunct="1"/>
            <a:endParaRPr lang="en-US" altLang="zh-CN" b="1"/>
          </a:p>
        </p:txBody>
      </p:sp>
      <p:sp>
        <p:nvSpPr>
          <p:cNvPr id="350263" name="Rectangle 55"/>
          <p:cNvSpPr>
            <a:spLocks noChangeArrowheads="1"/>
          </p:cNvSpPr>
          <p:nvPr/>
        </p:nvSpPr>
        <p:spPr bwMode="auto">
          <a:xfrm>
            <a:off x="4010025" y="4135438"/>
            <a:ext cx="466725" cy="304800"/>
          </a:xfrm>
          <a:prstGeom prst="rect">
            <a:avLst/>
          </a:prstGeom>
          <a:solidFill>
            <a:schemeClr val="bg1"/>
          </a:solidFill>
          <a:ln w="9525">
            <a:solidFill>
              <a:schemeClr val="bg1"/>
            </a:solidFill>
            <a:miter lim="800000"/>
            <a:headEnd/>
            <a:tailEnd/>
          </a:ln>
        </p:spPr>
        <p:txBody>
          <a:bodyPr wrap="none" anchor="ctr"/>
          <a:lstStyle/>
          <a:p>
            <a:pPr eaLnBrk="1" hangingPunct="1"/>
            <a:endParaRPr lang="en-US" altLang="zh-CN" b="1"/>
          </a:p>
        </p:txBody>
      </p:sp>
      <p:sp>
        <p:nvSpPr>
          <p:cNvPr id="350264" name="Rectangle 56"/>
          <p:cNvSpPr>
            <a:spLocks noChangeArrowheads="1"/>
          </p:cNvSpPr>
          <p:nvPr/>
        </p:nvSpPr>
        <p:spPr bwMode="auto">
          <a:xfrm>
            <a:off x="4632325" y="4135438"/>
            <a:ext cx="466725" cy="304800"/>
          </a:xfrm>
          <a:prstGeom prst="rect">
            <a:avLst/>
          </a:prstGeom>
          <a:solidFill>
            <a:schemeClr val="bg1"/>
          </a:solidFill>
          <a:ln w="9525">
            <a:solidFill>
              <a:schemeClr val="bg1"/>
            </a:solidFill>
            <a:miter lim="800000"/>
            <a:headEnd/>
            <a:tailEnd/>
          </a:ln>
        </p:spPr>
        <p:txBody>
          <a:bodyPr wrap="none" anchor="ctr"/>
          <a:lstStyle/>
          <a:p>
            <a:pPr eaLnBrk="1" hangingPunct="1"/>
            <a:endParaRPr lang="en-US" altLang="zh-CN" b="1"/>
          </a:p>
        </p:txBody>
      </p:sp>
      <p:sp>
        <p:nvSpPr>
          <p:cNvPr id="350265" name="Rectangle 57"/>
          <p:cNvSpPr>
            <a:spLocks noChangeArrowheads="1"/>
          </p:cNvSpPr>
          <p:nvPr/>
        </p:nvSpPr>
        <p:spPr bwMode="auto">
          <a:xfrm>
            <a:off x="5254625" y="4135438"/>
            <a:ext cx="466725" cy="304800"/>
          </a:xfrm>
          <a:prstGeom prst="rect">
            <a:avLst/>
          </a:prstGeom>
          <a:solidFill>
            <a:schemeClr val="bg1"/>
          </a:solidFill>
          <a:ln w="9525">
            <a:solidFill>
              <a:schemeClr val="bg1"/>
            </a:solidFill>
            <a:miter lim="800000"/>
            <a:headEnd/>
            <a:tailEnd/>
          </a:ln>
        </p:spPr>
        <p:txBody>
          <a:bodyPr wrap="none" anchor="ctr"/>
          <a:lstStyle/>
          <a:p>
            <a:pPr eaLnBrk="1" hangingPunct="1"/>
            <a:endParaRPr lang="en-US" altLang="zh-CN" b="1"/>
          </a:p>
        </p:txBody>
      </p:sp>
      <p:sp>
        <p:nvSpPr>
          <p:cNvPr id="350266" name="Rectangle 58"/>
          <p:cNvSpPr>
            <a:spLocks noChangeArrowheads="1"/>
          </p:cNvSpPr>
          <p:nvPr/>
        </p:nvSpPr>
        <p:spPr bwMode="auto">
          <a:xfrm>
            <a:off x="5962650" y="4135438"/>
            <a:ext cx="381000" cy="3048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ltLang="zh-CN" b="1"/>
          </a:p>
        </p:txBody>
      </p:sp>
      <p:sp>
        <p:nvSpPr>
          <p:cNvPr id="350267" name="Rectangle 59"/>
          <p:cNvSpPr>
            <a:spLocks noChangeArrowheads="1"/>
          </p:cNvSpPr>
          <p:nvPr/>
        </p:nvSpPr>
        <p:spPr bwMode="auto">
          <a:xfrm>
            <a:off x="6499225" y="4135438"/>
            <a:ext cx="466725" cy="3048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ltLang="zh-CN" b="1"/>
          </a:p>
        </p:txBody>
      </p:sp>
      <p:sp>
        <p:nvSpPr>
          <p:cNvPr id="350268" name="Rectangle 60"/>
          <p:cNvSpPr>
            <a:spLocks noChangeArrowheads="1"/>
          </p:cNvSpPr>
          <p:nvPr/>
        </p:nvSpPr>
        <p:spPr bwMode="auto">
          <a:xfrm>
            <a:off x="7121525" y="4135438"/>
            <a:ext cx="466725" cy="3048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ltLang="zh-CN" b="1"/>
          </a:p>
        </p:txBody>
      </p:sp>
      <p:sp>
        <p:nvSpPr>
          <p:cNvPr id="350269" name="Rectangle 61"/>
          <p:cNvSpPr>
            <a:spLocks noChangeArrowheads="1"/>
          </p:cNvSpPr>
          <p:nvPr/>
        </p:nvSpPr>
        <p:spPr bwMode="auto">
          <a:xfrm>
            <a:off x="7743825" y="4135438"/>
            <a:ext cx="466725" cy="3048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ltLang="zh-CN" b="1"/>
          </a:p>
        </p:txBody>
      </p:sp>
      <p:sp>
        <p:nvSpPr>
          <p:cNvPr id="350270" name="Rectangle 62"/>
          <p:cNvSpPr>
            <a:spLocks noChangeArrowheads="1"/>
          </p:cNvSpPr>
          <p:nvPr/>
        </p:nvSpPr>
        <p:spPr bwMode="auto">
          <a:xfrm>
            <a:off x="8366125" y="4135438"/>
            <a:ext cx="466725" cy="3048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ltLang="zh-CN" b="1"/>
          </a:p>
        </p:txBody>
      </p:sp>
      <p:sp>
        <p:nvSpPr>
          <p:cNvPr id="350271" name="Rectangle 63"/>
          <p:cNvSpPr>
            <a:spLocks noChangeArrowheads="1"/>
          </p:cNvSpPr>
          <p:nvPr/>
        </p:nvSpPr>
        <p:spPr bwMode="auto">
          <a:xfrm>
            <a:off x="8988425" y="4135438"/>
            <a:ext cx="466725" cy="3048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ltLang="zh-CN" b="1"/>
          </a:p>
        </p:txBody>
      </p:sp>
      <p:sp>
        <p:nvSpPr>
          <p:cNvPr id="350272" name="Rectangle 64"/>
          <p:cNvSpPr>
            <a:spLocks noChangeArrowheads="1"/>
          </p:cNvSpPr>
          <p:nvPr/>
        </p:nvSpPr>
        <p:spPr bwMode="auto">
          <a:xfrm>
            <a:off x="2609850" y="4173538"/>
            <a:ext cx="155575" cy="228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ltLang="zh-CN" b="1"/>
          </a:p>
        </p:txBody>
      </p:sp>
      <p:sp>
        <p:nvSpPr>
          <p:cNvPr id="350273" name="Rectangle 65"/>
          <p:cNvSpPr>
            <a:spLocks noChangeArrowheads="1"/>
          </p:cNvSpPr>
          <p:nvPr/>
        </p:nvSpPr>
        <p:spPr bwMode="auto">
          <a:xfrm>
            <a:off x="3854450" y="4173538"/>
            <a:ext cx="155575" cy="228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ltLang="zh-CN" b="1"/>
          </a:p>
        </p:txBody>
      </p:sp>
      <p:sp>
        <p:nvSpPr>
          <p:cNvPr id="350274" name="Rectangle 66"/>
          <p:cNvSpPr>
            <a:spLocks noChangeArrowheads="1"/>
          </p:cNvSpPr>
          <p:nvPr/>
        </p:nvSpPr>
        <p:spPr bwMode="auto">
          <a:xfrm>
            <a:off x="5111750" y="4173538"/>
            <a:ext cx="155575" cy="228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ltLang="zh-CN" b="1"/>
          </a:p>
        </p:txBody>
      </p:sp>
      <p:sp>
        <p:nvSpPr>
          <p:cNvPr id="350275" name="Rectangle 67"/>
          <p:cNvSpPr>
            <a:spLocks noChangeArrowheads="1"/>
          </p:cNvSpPr>
          <p:nvPr/>
        </p:nvSpPr>
        <p:spPr bwMode="auto">
          <a:xfrm>
            <a:off x="6330950" y="4173538"/>
            <a:ext cx="155575" cy="2286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ltLang="zh-CN" b="1"/>
          </a:p>
        </p:txBody>
      </p:sp>
      <p:sp>
        <p:nvSpPr>
          <p:cNvPr id="350276" name="Rectangle 68"/>
          <p:cNvSpPr>
            <a:spLocks noChangeArrowheads="1"/>
          </p:cNvSpPr>
          <p:nvPr/>
        </p:nvSpPr>
        <p:spPr bwMode="auto">
          <a:xfrm>
            <a:off x="7550150" y="4173538"/>
            <a:ext cx="155575" cy="2286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ltLang="zh-CN" b="1"/>
          </a:p>
        </p:txBody>
      </p:sp>
      <p:sp>
        <p:nvSpPr>
          <p:cNvPr id="350277" name="Rectangle 69"/>
          <p:cNvSpPr>
            <a:spLocks noChangeArrowheads="1"/>
          </p:cNvSpPr>
          <p:nvPr/>
        </p:nvSpPr>
        <p:spPr bwMode="auto">
          <a:xfrm>
            <a:off x="8872538" y="4173538"/>
            <a:ext cx="155575" cy="2286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ltLang="zh-CN" b="1"/>
          </a:p>
        </p:txBody>
      </p:sp>
      <p:sp>
        <p:nvSpPr>
          <p:cNvPr id="350278" name="Rectangle 70"/>
          <p:cNvSpPr>
            <a:spLocks noChangeArrowheads="1"/>
          </p:cNvSpPr>
          <p:nvPr/>
        </p:nvSpPr>
        <p:spPr bwMode="auto">
          <a:xfrm>
            <a:off x="4554538" y="2763838"/>
            <a:ext cx="4965700" cy="4572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en-US" altLang="zh-CN" b="1"/>
          </a:p>
        </p:txBody>
      </p:sp>
      <p:sp>
        <p:nvSpPr>
          <p:cNvPr id="350279" name="Line 71"/>
          <p:cNvSpPr>
            <a:spLocks noChangeShapeType="1"/>
          </p:cNvSpPr>
          <p:nvPr/>
        </p:nvSpPr>
        <p:spPr bwMode="auto">
          <a:xfrm>
            <a:off x="4710113" y="27638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80" name="Line 72"/>
          <p:cNvSpPr>
            <a:spLocks noChangeShapeType="1"/>
          </p:cNvSpPr>
          <p:nvPr/>
        </p:nvSpPr>
        <p:spPr bwMode="auto">
          <a:xfrm>
            <a:off x="4865688" y="27638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81" name="Line 73"/>
          <p:cNvSpPr>
            <a:spLocks noChangeShapeType="1"/>
          </p:cNvSpPr>
          <p:nvPr/>
        </p:nvSpPr>
        <p:spPr bwMode="auto">
          <a:xfrm>
            <a:off x="5019675" y="27638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82" name="Line 74"/>
          <p:cNvSpPr>
            <a:spLocks noChangeShapeType="1"/>
          </p:cNvSpPr>
          <p:nvPr/>
        </p:nvSpPr>
        <p:spPr bwMode="auto">
          <a:xfrm>
            <a:off x="5175250" y="27638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83" name="Line 75"/>
          <p:cNvSpPr>
            <a:spLocks noChangeShapeType="1"/>
          </p:cNvSpPr>
          <p:nvPr/>
        </p:nvSpPr>
        <p:spPr bwMode="auto">
          <a:xfrm>
            <a:off x="5330825" y="27638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84" name="Line 76"/>
          <p:cNvSpPr>
            <a:spLocks noChangeShapeType="1"/>
          </p:cNvSpPr>
          <p:nvPr/>
        </p:nvSpPr>
        <p:spPr bwMode="auto">
          <a:xfrm>
            <a:off x="5486400" y="27638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85" name="Line 77"/>
          <p:cNvSpPr>
            <a:spLocks noChangeShapeType="1"/>
          </p:cNvSpPr>
          <p:nvPr/>
        </p:nvSpPr>
        <p:spPr bwMode="auto">
          <a:xfrm>
            <a:off x="5640388" y="27638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86" name="Line 78"/>
          <p:cNvSpPr>
            <a:spLocks noChangeShapeType="1"/>
          </p:cNvSpPr>
          <p:nvPr/>
        </p:nvSpPr>
        <p:spPr bwMode="auto">
          <a:xfrm>
            <a:off x="5795963" y="27638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87" name="Line 79"/>
          <p:cNvSpPr>
            <a:spLocks noChangeShapeType="1"/>
          </p:cNvSpPr>
          <p:nvPr/>
        </p:nvSpPr>
        <p:spPr bwMode="auto">
          <a:xfrm>
            <a:off x="5951538" y="27638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88" name="Rectangle 80"/>
          <p:cNvSpPr>
            <a:spLocks noChangeArrowheads="1"/>
          </p:cNvSpPr>
          <p:nvPr/>
        </p:nvSpPr>
        <p:spPr bwMode="auto">
          <a:xfrm>
            <a:off x="5951538" y="2782888"/>
            <a:ext cx="3562350" cy="42862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ltLang="zh-CN" b="1"/>
          </a:p>
        </p:txBody>
      </p:sp>
      <p:sp>
        <p:nvSpPr>
          <p:cNvPr id="350289" name="Line 81"/>
          <p:cNvSpPr>
            <a:spLocks noChangeShapeType="1"/>
          </p:cNvSpPr>
          <p:nvPr/>
        </p:nvSpPr>
        <p:spPr bwMode="auto">
          <a:xfrm>
            <a:off x="6107113" y="27638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90" name="Line 82"/>
          <p:cNvSpPr>
            <a:spLocks noChangeShapeType="1"/>
          </p:cNvSpPr>
          <p:nvPr/>
        </p:nvSpPr>
        <p:spPr bwMode="auto">
          <a:xfrm>
            <a:off x="6261100" y="27638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91" name="Line 83"/>
          <p:cNvSpPr>
            <a:spLocks noChangeShapeType="1"/>
          </p:cNvSpPr>
          <p:nvPr/>
        </p:nvSpPr>
        <p:spPr bwMode="auto">
          <a:xfrm>
            <a:off x="6416675" y="27638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92" name="Line 84"/>
          <p:cNvSpPr>
            <a:spLocks noChangeShapeType="1"/>
          </p:cNvSpPr>
          <p:nvPr/>
        </p:nvSpPr>
        <p:spPr bwMode="auto">
          <a:xfrm>
            <a:off x="6572250" y="27638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93" name="Line 85"/>
          <p:cNvSpPr>
            <a:spLocks noChangeShapeType="1"/>
          </p:cNvSpPr>
          <p:nvPr/>
        </p:nvSpPr>
        <p:spPr bwMode="auto">
          <a:xfrm>
            <a:off x="6727825" y="27638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94" name="Line 86"/>
          <p:cNvSpPr>
            <a:spLocks noChangeShapeType="1"/>
          </p:cNvSpPr>
          <p:nvPr/>
        </p:nvSpPr>
        <p:spPr bwMode="auto">
          <a:xfrm>
            <a:off x="6881813" y="27638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95" name="Line 87"/>
          <p:cNvSpPr>
            <a:spLocks noChangeShapeType="1"/>
          </p:cNvSpPr>
          <p:nvPr/>
        </p:nvSpPr>
        <p:spPr bwMode="auto">
          <a:xfrm>
            <a:off x="7037388" y="27638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96" name="Line 88"/>
          <p:cNvSpPr>
            <a:spLocks noChangeShapeType="1"/>
          </p:cNvSpPr>
          <p:nvPr/>
        </p:nvSpPr>
        <p:spPr bwMode="auto">
          <a:xfrm>
            <a:off x="7192963" y="27638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97" name="Line 89"/>
          <p:cNvSpPr>
            <a:spLocks noChangeShapeType="1"/>
          </p:cNvSpPr>
          <p:nvPr/>
        </p:nvSpPr>
        <p:spPr bwMode="auto">
          <a:xfrm>
            <a:off x="7348538" y="27638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98" name="Line 90"/>
          <p:cNvSpPr>
            <a:spLocks noChangeShapeType="1"/>
          </p:cNvSpPr>
          <p:nvPr/>
        </p:nvSpPr>
        <p:spPr bwMode="auto">
          <a:xfrm>
            <a:off x="7502525" y="27638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299" name="Line 91"/>
          <p:cNvSpPr>
            <a:spLocks noChangeShapeType="1"/>
          </p:cNvSpPr>
          <p:nvPr/>
        </p:nvSpPr>
        <p:spPr bwMode="auto">
          <a:xfrm>
            <a:off x="7658100" y="27638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300" name="Line 92"/>
          <p:cNvSpPr>
            <a:spLocks noChangeShapeType="1"/>
          </p:cNvSpPr>
          <p:nvPr/>
        </p:nvSpPr>
        <p:spPr bwMode="auto">
          <a:xfrm>
            <a:off x="7813675" y="27638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301" name="Line 93"/>
          <p:cNvSpPr>
            <a:spLocks noChangeShapeType="1"/>
          </p:cNvSpPr>
          <p:nvPr/>
        </p:nvSpPr>
        <p:spPr bwMode="auto">
          <a:xfrm>
            <a:off x="7969250" y="27638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302" name="Line 94"/>
          <p:cNvSpPr>
            <a:spLocks noChangeShapeType="1"/>
          </p:cNvSpPr>
          <p:nvPr/>
        </p:nvSpPr>
        <p:spPr bwMode="auto">
          <a:xfrm>
            <a:off x="8123238" y="27638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303" name="Line 95"/>
          <p:cNvSpPr>
            <a:spLocks noChangeShapeType="1"/>
          </p:cNvSpPr>
          <p:nvPr/>
        </p:nvSpPr>
        <p:spPr bwMode="auto">
          <a:xfrm>
            <a:off x="8278813" y="27638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304" name="Line 96"/>
          <p:cNvSpPr>
            <a:spLocks noChangeShapeType="1"/>
          </p:cNvSpPr>
          <p:nvPr/>
        </p:nvSpPr>
        <p:spPr bwMode="auto">
          <a:xfrm>
            <a:off x="8434388" y="27638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305" name="Line 97"/>
          <p:cNvSpPr>
            <a:spLocks noChangeShapeType="1"/>
          </p:cNvSpPr>
          <p:nvPr/>
        </p:nvSpPr>
        <p:spPr bwMode="auto">
          <a:xfrm>
            <a:off x="8589963" y="27638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306" name="Line 98"/>
          <p:cNvSpPr>
            <a:spLocks noChangeShapeType="1"/>
          </p:cNvSpPr>
          <p:nvPr/>
        </p:nvSpPr>
        <p:spPr bwMode="auto">
          <a:xfrm>
            <a:off x="8743950" y="27638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307" name="Line 99"/>
          <p:cNvSpPr>
            <a:spLocks noChangeShapeType="1"/>
          </p:cNvSpPr>
          <p:nvPr/>
        </p:nvSpPr>
        <p:spPr bwMode="auto">
          <a:xfrm>
            <a:off x="8899525" y="27638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308" name="Line 100"/>
          <p:cNvSpPr>
            <a:spLocks noChangeShapeType="1"/>
          </p:cNvSpPr>
          <p:nvPr/>
        </p:nvSpPr>
        <p:spPr bwMode="auto">
          <a:xfrm>
            <a:off x="9055100" y="27638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309" name="Line 101"/>
          <p:cNvSpPr>
            <a:spLocks noChangeShapeType="1"/>
          </p:cNvSpPr>
          <p:nvPr/>
        </p:nvSpPr>
        <p:spPr bwMode="auto">
          <a:xfrm>
            <a:off x="9210675" y="27638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310" name="Line 102"/>
          <p:cNvSpPr>
            <a:spLocks noChangeShapeType="1"/>
          </p:cNvSpPr>
          <p:nvPr/>
        </p:nvSpPr>
        <p:spPr bwMode="auto">
          <a:xfrm>
            <a:off x="9364663" y="27638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311" name="Rectangle 103"/>
          <p:cNvSpPr>
            <a:spLocks noChangeArrowheads="1"/>
          </p:cNvSpPr>
          <p:nvPr/>
        </p:nvSpPr>
        <p:spPr bwMode="auto">
          <a:xfrm>
            <a:off x="4632325" y="2840038"/>
            <a:ext cx="465138" cy="304800"/>
          </a:xfrm>
          <a:prstGeom prst="rect">
            <a:avLst/>
          </a:prstGeom>
          <a:solidFill>
            <a:schemeClr val="bg1"/>
          </a:solidFill>
          <a:ln w="9525">
            <a:solidFill>
              <a:schemeClr val="bg1"/>
            </a:solidFill>
            <a:miter lim="800000"/>
            <a:headEnd/>
            <a:tailEnd/>
          </a:ln>
        </p:spPr>
        <p:txBody>
          <a:bodyPr wrap="none" anchor="ctr"/>
          <a:lstStyle/>
          <a:p>
            <a:pPr eaLnBrk="1" hangingPunct="1"/>
            <a:endParaRPr lang="en-US" altLang="zh-CN" b="1"/>
          </a:p>
        </p:txBody>
      </p:sp>
      <p:sp>
        <p:nvSpPr>
          <p:cNvPr id="350312" name="Rectangle 104"/>
          <p:cNvSpPr>
            <a:spLocks noChangeArrowheads="1"/>
          </p:cNvSpPr>
          <p:nvPr/>
        </p:nvSpPr>
        <p:spPr bwMode="auto">
          <a:xfrm>
            <a:off x="5949950" y="2840038"/>
            <a:ext cx="388938" cy="3048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ltLang="zh-CN" b="1"/>
          </a:p>
        </p:txBody>
      </p:sp>
      <p:sp>
        <p:nvSpPr>
          <p:cNvPr id="350313" name="Rectangle 105"/>
          <p:cNvSpPr>
            <a:spLocks noChangeArrowheads="1"/>
          </p:cNvSpPr>
          <p:nvPr/>
        </p:nvSpPr>
        <p:spPr bwMode="auto">
          <a:xfrm>
            <a:off x="5253038" y="2840038"/>
            <a:ext cx="465137" cy="304800"/>
          </a:xfrm>
          <a:prstGeom prst="rect">
            <a:avLst/>
          </a:prstGeom>
          <a:solidFill>
            <a:schemeClr val="bg1"/>
          </a:solidFill>
          <a:ln w="9525">
            <a:solidFill>
              <a:schemeClr val="bg1"/>
            </a:solidFill>
            <a:miter lim="800000"/>
            <a:headEnd/>
            <a:tailEnd/>
          </a:ln>
        </p:spPr>
        <p:txBody>
          <a:bodyPr wrap="none" anchor="ctr"/>
          <a:lstStyle/>
          <a:p>
            <a:pPr eaLnBrk="1" hangingPunct="1"/>
            <a:endParaRPr lang="en-US" altLang="zh-CN" b="1"/>
          </a:p>
        </p:txBody>
      </p:sp>
      <p:sp>
        <p:nvSpPr>
          <p:cNvPr id="350314" name="Rectangle 106"/>
          <p:cNvSpPr>
            <a:spLocks noChangeArrowheads="1"/>
          </p:cNvSpPr>
          <p:nvPr/>
        </p:nvSpPr>
        <p:spPr bwMode="auto">
          <a:xfrm>
            <a:off x="6494463" y="2840038"/>
            <a:ext cx="465137" cy="3048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ltLang="zh-CN" b="1"/>
          </a:p>
        </p:txBody>
      </p:sp>
      <p:sp>
        <p:nvSpPr>
          <p:cNvPr id="350315" name="Rectangle 107"/>
          <p:cNvSpPr>
            <a:spLocks noChangeArrowheads="1"/>
          </p:cNvSpPr>
          <p:nvPr/>
        </p:nvSpPr>
        <p:spPr bwMode="auto">
          <a:xfrm>
            <a:off x="7115175" y="2840038"/>
            <a:ext cx="465138" cy="3048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ltLang="zh-CN" b="1"/>
          </a:p>
        </p:txBody>
      </p:sp>
      <p:sp>
        <p:nvSpPr>
          <p:cNvPr id="350316" name="Rectangle 108"/>
          <p:cNvSpPr>
            <a:spLocks noChangeArrowheads="1"/>
          </p:cNvSpPr>
          <p:nvPr/>
        </p:nvSpPr>
        <p:spPr bwMode="auto">
          <a:xfrm>
            <a:off x="7735888" y="2840038"/>
            <a:ext cx="465137" cy="3048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ltLang="zh-CN" b="1"/>
          </a:p>
        </p:txBody>
      </p:sp>
      <p:sp>
        <p:nvSpPr>
          <p:cNvPr id="350317" name="Rectangle 109"/>
          <p:cNvSpPr>
            <a:spLocks noChangeArrowheads="1"/>
          </p:cNvSpPr>
          <p:nvPr/>
        </p:nvSpPr>
        <p:spPr bwMode="auto">
          <a:xfrm>
            <a:off x="8356600" y="2840038"/>
            <a:ext cx="465138" cy="3048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ltLang="zh-CN" b="1"/>
          </a:p>
        </p:txBody>
      </p:sp>
      <p:sp>
        <p:nvSpPr>
          <p:cNvPr id="350318" name="Rectangle 110"/>
          <p:cNvSpPr>
            <a:spLocks noChangeArrowheads="1"/>
          </p:cNvSpPr>
          <p:nvPr/>
        </p:nvSpPr>
        <p:spPr bwMode="auto">
          <a:xfrm>
            <a:off x="8977313" y="2840038"/>
            <a:ext cx="465137" cy="3048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ltLang="zh-CN" b="1"/>
          </a:p>
        </p:txBody>
      </p:sp>
      <p:sp>
        <p:nvSpPr>
          <p:cNvPr id="350319" name="Rectangle 111"/>
          <p:cNvSpPr>
            <a:spLocks noChangeArrowheads="1"/>
          </p:cNvSpPr>
          <p:nvPr/>
        </p:nvSpPr>
        <p:spPr bwMode="auto">
          <a:xfrm>
            <a:off x="5110163" y="2878138"/>
            <a:ext cx="155575" cy="228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ltLang="zh-CN" b="1"/>
          </a:p>
        </p:txBody>
      </p:sp>
      <p:sp>
        <p:nvSpPr>
          <p:cNvPr id="350320" name="Rectangle 112"/>
          <p:cNvSpPr>
            <a:spLocks noChangeArrowheads="1"/>
          </p:cNvSpPr>
          <p:nvPr/>
        </p:nvSpPr>
        <p:spPr bwMode="auto">
          <a:xfrm>
            <a:off x="6326188" y="2878138"/>
            <a:ext cx="155575" cy="2286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ltLang="zh-CN" b="1"/>
          </a:p>
        </p:txBody>
      </p:sp>
      <p:sp>
        <p:nvSpPr>
          <p:cNvPr id="350321" name="Rectangle 113"/>
          <p:cNvSpPr>
            <a:spLocks noChangeArrowheads="1"/>
          </p:cNvSpPr>
          <p:nvPr/>
        </p:nvSpPr>
        <p:spPr bwMode="auto">
          <a:xfrm>
            <a:off x="7542213" y="2878138"/>
            <a:ext cx="153987" cy="2286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ltLang="zh-CN" b="1"/>
          </a:p>
        </p:txBody>
      </p:sp>
      <p:sp>
        <p:nvSpPr>
          <p:cNvPr id="350322" name="Rectangle 114"/>
          <p:cNvSpPr>
            <a:spLocks noChangeArrowheads="1"/>
          </p:cNvSpPr>
          <p:nvPr/>
        </p:nvSpPr>
        <p:spPr bwMode="auto">
          <a:xfrm>
            <a:off x="8861425" y="2878138"/>
            <a:ext cx="153988" cy="2286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ltLang="zh-CN" b="1"/>
          </a:p>
        </p:txBody>
      </p:sp>
      <p:sp>
        <p:nvSpPr>
          <p:cNvPr id="350323" name="Text Box 115"/>
          <p:cNvSpPr txBox="1">
            <a:spLocks noChangeArrowheads="1"/>
          </p:cNvSpPr>
          <p:nvPr/>
        </p:nvSpPr>
        <p:spPr bwMode="auto">
          <a:xfrm>
            <a:off x="3233738" y="4103688"/>
            <a:ext cx="1403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Courier New" pitchFamily="49" charset="0"/>
                <a:ea typeface="宋体" pitchFamily="2" charset="-122"/>
              </a:rPr>
              <a:t>00000000</a:t>
            </a:r>
          </a:p>
        </p:txBody>
      </p:sp>
      <p:sp>
        <p:nvSpPr>
          <p:cNvPr id="350324" name="Text Box 116"/>
          <p:cNvSpPr txBox="1">
            <a:spLocks noChangeArrowheads="1"/>
          </p:cNvSpPr>
          <p:nvPr/>
        </p:nvSpPr>
        <p:spPr bwMode="auto">
          <a:xfrm>
            <a:off x="1989138" y="4103688"/>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Courier New" pitchFamily="49" charset="0"/>
                <a:ea typeface="宋体" pitchFamily="2" charset="-122"/>
              </a:rPr>
              <a:t>00000001</a:t>
            </a:r>
          </a:p>
        </p:txBody>
      </p:sp>
      <p:sp>
        <p:nvSpPr>
          <p:cNvPr id="350325" name="Text Box 117"/>
          <p:cNvSpPr txBox="1">
            <a:spLocks noChangeArrowheads="1"/>
          </p:cNvSpPr>
          <p:nvPr/>
        </p:nvSpPr>
        <p:spPr bwMode="auto">
          <a:xfrm>
            <a:off x="4478338" y="4103688"/>
            <a:ext cx="1403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Courier New" pitchFamily="49" charset="0"/>
                <a:ea typeface="宋体" pitchFamily="2" charset="-122"/>
              </a:rPr>
              <a:t>01011110</a:t>
            </a:r>
          </a:p>
        </p:txBody>
      </p:sp>
      <p:sp>
        <p:nvSpPr>
          <p:cNvPr id="350326" name="Text Box 118"/>
          <p:cNvSpPr txBox="1">
            <a:spLocks noChangeArrowheads="1"/>
          </p:cNvSpPr>
          <p:nvPr/>
        </p:nvSpPr>
        <p:spPr bwMode="auto">
          <a:xfrm>
            <a:off x="5735638" y="4084638"/>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Times New Roman" pitchFamily="18" charset="0"/>
                <a:ea typeface="宋体" pitchFamily="2" charset="-122"/>
              </a:rPr>
              <a:t>0</a:t>
            </a:r>
          </a:p>
        </p:txBody>
      </p:sp>
      <p:sp>
        <p:nvSpPr>
          <p:cNvPr id="350327" name="Text Box 119"/>
          <p:cNvSpPr txBox="1">
            <a:spLocks noChangeArrowheads="1"/>
          </p:cNvSpPr>
          <p:nvPr/>
        </p:nvSpPr>
        <p:spPr bwMode="auto">
          <a:xfrm>
            <a:off x="4478338" y="2801938"/>
            <a:ext cx="7937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Courier New" pitchFamily="49" charset="0"/>
                <a:ea typeface="宋体" pitchFamily="2" charset="-122"/>
              </a:rPr>
              <a:t>1110</a:t>
            </a:r>
          </a:p>
        </p:txBody>
      </p:sp>
      <p:sp>
        <p:nvSpPr>
          <p:cNvPr id="350328" name="Line 120"/>
          <p:cNvSpPr>
            <a:spLocks noChangeShapeType="1"/>
          </p:cNvSpPr>
          <p:nvPr/>
        </p:nvSpPr>
        <p:spPr bwMode="auto">
          <a:xfrm>
            <a:off x="5951538" y="3297238"/>
            <a:ext cx="0" cy="76200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329" name="Line 121"/>
          <p:cNvSpPr>
            <a:spLocks noChangeShapeType="1"/>
          </p:cNvSpPr>
          <p:nvPr/>
        </p:nvSpPr>
        <p:spPr bwMode="auto">
          <a:xfrm>
            <a:off x="9532938" y="3297238"/>
            <a:ext cx="0" cy="76200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330" name="Text Box 122"/>
          <p:cNvSpPr txBox="1">
            <a:spLocks noChangeArrowheads="1"/>
          </p:cNvSpPr>
          <p:nvPr/>
        </p:nvSpPr>
        <p:spPr bwMode="auto">
          <a:xfrm>
            <a:off x="4465638" y="2379663"/>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Times New Roman" pitchFamily="18" charset="0"/>
                <a:ea typeface="宋体" pitchFamily="2" charset="-122"/>
              </a:rPr>
              <a:t>0</a:t>
            </a:r>
          </a:p>
        </p:txBody>
      </p:sp>
      <p:sp>
        <p:nvSpPr>
          <p:cNvPr id="350331" name="Text Box 123"/>
          <p:cNvSpPr txBox="1">
            <a:spLocks noChangeArrowheads="1"/>
          </p:cNvSpPr>
          <p:nvPr/>
        </p:nvSpPr>
        <p:spPr bwMode="auto">
          <a:xfrm>
            <a:off x="5710238" y="2379663"/>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Times New Roman" pitchFamily="18" charset="0"/>
                <a:ea typeface="宋体" pitchFamily="2" charset="-122"/>
              </a:rPr>
              <a:t>8</a:t>
            </a:r>
          </a:p>
        </p:txBody>
      </p:sp>
      <p:sp>
        <p:nvSpPr>
          <p:cNvPr id="350332" name="Text Box 124"/>
          <p:cNvSpPr txBox="1">
            <a:spLocks noChangeArrowheads="1"/>
          </p:cNvSpPr>
          <p:nvPr/>
        </p:nvSpPr>
        <p:spPr bwMode="auto">
          <a:xfrm>
            <a:off x="6942138" y="2379663"/>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Times New Roman" pitchFamily="18" charset="0"/>
                <a:ea typeface="宋体" pitchFamily="2" charset="-122"/>
              </a:rPr>
              <a:t>16</a:t>
            </a:r>
          </a:p>
        </p:txBody>
      </p:sp>
      <p:sp>
        <p:nvSpPr>
          <p:cNvPr id="350333" name="Text Box 125"/>
          <p:cNvSpPr txBox="1">
            <a:spLocks noChangeArrowheads="1"/>
          </p:cNvSpPr>
          <p:nvPr/>
        </p:nvSpPr>
        <p:spPr bwMode="auto">
          <a:xfrm>
            <a:off x="8161338" y="2379663"/>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Times New Roman" pitchFamily="18" charset="0"/>
                <a:ea typeface="宋体" pitchFamily="2" charset="-122"/>
              </a:rPr>
              <a:t>24</a:t>
            </a:r>
          </a:p>
        </p:txBody>
      </p:sp>
      <p:sp>
        <p:nvSpPr>
          <p:cNvPr id="350334" name="Text Box 126"/>
          <p:cNvSpPr txBox="1">
            <a:spLocks noChangeArrowheads="1"/>
          </p:cNvSpPr>
          <p:nvPr/>
        </p:nvSpPr>
        <p:spPr bwMode="auto">
          <a:xfrm>
            <a:off x="9240838" y="2379663"/>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Times New Roman" pitchFamily="18" charset="0"/>
                <a:ea typeface="宋体" pitchFamily="2" charset="-122"/>
              </a:rPr>
              <a:t>31</a:t>
            </a:r>
          </a:p>
        </p:txBody>
      </p:sp>
      <p:sp>
        <p:nvSpPr>
          <p:cNvPr id="350335" name="Text Box 127"/>
          <p:cNvSpPr txBox="1">
            <a:spLocks noChangeArrowheads="1"/>
          </p:cNvSpPr>
          <p:nvPr/>
        </p:nvSpPr>
        <p:spPr bwMode="auto">
          <a:xfrm>
            <a:off x="2716213" y="2754313"/>
            <a:ext cx="18572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400" b="1">
                <a:solidFill>
                  <a:srgbClr val="333399"/>
                </a:solidFill>
                <a:latin typeface="Times New Roman" pitchFamily="18" charset="0"/>
                <a:ea typeface="宋体" pitchFamily="2" charset="-122"/>
              </a:rPr>
              <a:t>D </a:t>
            </a:r>
            <a:r>
              <a:rPr kumimoji="1" lang="zh-CN" altLang="zh-CN" sz="2400" b="1">
                <a:solidFill>
                  <a:srgbClr val="333399"/>
                </a:solidFill>
                <a:latin typeface="Times New Roman" pitchFamily="18" charset="0"/>
                <a:ea typeface="宋体" pitchFamily="2" charset="-122"/>
              </a:rPr>
              <a:t>类 </a:t>
            </a:r>
            <a:r>
              <a:rPr kumimoji="1" lang="en-US" altLang="zh-CN" sz="2400" b="1">
                <a:solidFill>
                  <a:srgbClr val="333399"/>
                </a:solidFill>
                <a:latin typeface="Times New Roman" pitchFamily="18" charset="0"/>
                <a:ea typeface="宋体" pitchFamily="2" charset="-122"/>
              </a:rPr>
              <a:t>IP </a:t>
            </a:r>
            <a:r>
              <a:rPr kumimoji="1" lang="zh-CN" altLang="zh-CN" sz="2400" b="1">
                <a:solidFill>
                  <a:srgbClr val="333399"/>
                </a:solidFill>
                <a:latin typeface="Times New Roman" pitchFamily="18" charset="0"/>
                <a:ea typeface="宋体" pitchFamily="2" charset="-122"/>
              </a:rPr>
              <a:t>地址</a:t>
            </a:r>
            <a:endParaRPr kumimoji="1" lang="zh-CN" altLang="en-US" sz="2400" b="1">
              <a:solidFill>
                <a:srgbClr val="333399"/>
              </a:solidFill>
              <a:latin typeface="Times New Roman" pitchFamily="18" charset="0"/>
              <a:ea typeface="宋体" pitchFamily="2" charset="-122"/>
            </a:endParaRPr>
          </a:p>
        </p:txBody>
      </p:sp>
      <p:sp>
        <p:nvSpPr>
          <p:cNvPr id="350336" name="Line 128"/>
          <p:cNvSpPr>
            <a:spLocks noChangeShapeType="1"/>
          </p:cNvSpPr>
          <p:nvPr/>
        </p:nvSpPr>
        <p:spPr bwMode="auto">
          <a:xfrm flipV="1">
            <a:off x="5176838" y="2306638"/>
            <a:ext cx="0" cy="3810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337" name="Line 129"/>
          <p:cNvSpPr>
            <a:spLocks noChangeShapeType="1"/>
          </p:cNvSpPr>
          <p:nvPr/>
        </p:nvSpPr>
        <p:spPr bwMode="auto">
          <a:xfrm flipV="1">
            <a:off x="5951538" y="2306638"/>
            <a:ext cx="0" cy="90805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338" name="Line 130"/>
          <p:cNvSpPr>
            <a:spLocks noChangeShapeType="1"/>
          </p:cNvSpPr>
          <p:nvPr/>
        </p:nvSpPr>
        <p:spPr bwMode="auto">
          <a:xfrm>
            <a:off x="5189538" y="2382838"/>
            <a:ext cx="762000"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339" name="Line 131"/>
          <p:cNvSpPr>
            <a:spLocks noChangeShapeType="1"/>
          </p:cNvSpPr>
          <p:nvPr/>
        </p:nvSpPr>
        <p:spPr bwMode="auto">
          <a:xfrm>
            <a:off x="5961063" y="4781550"/>
            <a:ext cx="3581400"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340" name="Text Box 133"/>
          <p:cNvSpPr txBox="1">
            <a:spLocks noChangeArrowheads="1"/>
          </p:cNvSpPr>
          <p:nvPr/>
        </p:nvSpPr>
        <p:spPr bwMode="auto">
          <a:xfrm>
            <a:off x="5951538" y="1700213"/>
            <a:ext cx="203934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400" b="1">
                <a:solidFill>
                  <a:srgbClr val="333399"/>
                </a:solidFill>
                <a:latin typeface="Times New Roman" pitchFamily="18" charset="0"/>
                <a:ea typeface="宋体" pitchFamily="2" charset="-122"/>
              </a:rPr>
              <a:t>这</a:t>
            </a:r>
            <a:r>
              <a:rPr kumimoji="1" lang="zh-CN" altLang="zh-CN" sz="2400" b="1">
                <a:solidFill>
                  <a:srgbClr val="333399"/>
                </a:solidFill>
                <a:latin typeface="Times New Roman" pitchFamily="18" charset="0"/>
                <a:ea typeface="宋体" pitchFamily="2" charset="-122"/>
              </a:rPr>
              <a:t> 5</a:t>
            </a:r>
            <a:r>
              <a:rPr kumimoji="1" lang="en-US" altLang="zh-CN" sz="2400" b="1">
                <a:solidFill>
                  <a:srgbClr val="333399"/>
                </a:solidFill>
                <a:latin typeface="Times New Roman" pitchFamily="18" charset="0"/>
                <a:ea typeface="宋体" pitchFamily="2" charset="-122"/>
              </a:rPr>
              <a:t> </a:t>
            </a:r>
            <a:r>
              <a:rPr kumimoji="1" lang="zh-CN" altLang="en-US" sz="2400" b="1">
                <a:solidFill>
                  <a:srgbClr val="333399"/>
                </a:solidFill>
                <a:latin typeface="Times New Roman" pitchFamily="18" charset="0"/>
                <a:ea typeface="宋体" pitchFamily="2" charset="-122"/>
              </a:rPr>
              <a:t>位不使用</a:t>
            </a:r>
          </a:p>
        </p:txBody>
      </p:sp>
      <p:sp>
        <p:nvSpPr>
          <p:cNvPr id="350341" name="Arc 134"/>
          <p:cNvSpPr>
            <a:spLocks/>
          </p:cNvSpPr>
          <p:nvPr/>
        </p:nvSpPr>
        <p:spPr bwMode="auto">
          <a:xfrm flipH="1">
            <a:off x="5572125" y="2154238"/>
            <a:ext cx="498475" cy="228600"/>
          </a:xfrm>
          <a:custGeom>
            <a:avLst/>
            <a:gdLst>
              <a:gd name="T0" fmla="*/ 0 w 23556"/>
              <a:gd name="T1" fmla="*/ 2147483646 h 21600"/>
              <a:gd name="T2" fmla="*/ 2147483646 w 23556"/>
              <a:gd name="T3" fmla="*/ 2147483646 h 21600"/>
              <a:gd name="T4" fmla="*/ 2147483646 w 23556"/>
              <a:gd name="T5" fmla="*/ 2147483646 h 21600"/>
              <a:gd name="T6" fmla="*/ 0 60000 65536"/>
              <a:gd name="T7" fmla="*/ 0 60000 65536"/>
              <a:gd name="T8" fmla="*/ 0 60000 65536"/>
              <a:gd name="T9" fmla="*/ 0 w 23556"/>
              <a:gd name="T10" fmla="*/ 0 h 21600"/>
              <a:gd name="T11" fmla="*/ 23556 w 23556"/>
              <a:gd name="T12" fmla="*/ 21600 h 21600"/>
            </a:gdLst>
            <a:ahLst/>
            <a:cxnLst>
              <a:cxn ang="T6">
                <a:pos x="T0" y="T1"/>
              </a:cxn>
              <a:cxn ang="T7">
                <a:pos x="T2" y="T3"/>
              </a:cxn>
              <a:cxn ang="T8">
                <a:pos x="T4" y="T5"/>
              </a:cxn>
            </a:cxnLst>
            <a:rect l="T9" t="T10" r="T11" b="T12"/>
            <a:pathLst>
              <a:path w="23556" h="21600" fill="none" extrusionOk="0">
                <a:moveTo>
                  <a:pt x="-1" y="88"/>
                </a:moveTo>
                <a:cubicBezTo>
                  <a:pt x="650" y="29"/>
                  <a:pt x="1302" y="-1"/>
                  <a:pt x="1956" y="0"/>
                </a:cubicBezTo>
                <a:cubicBezTo>
                  <a:pt x="13885" y="0"/>
                  <a:pt x="23556" y="9670"/>
                  <a:pt x="23556" y="21600"/>
                </a:cubicBezTo>
              </a:path>
              <a:path w="23556" h="21600" stroke="0" extrusionOk="0">
                <a:moveTo>
                  <a:pt x="-1" y="88"/>
                </a:moveTo>
                <a:cubicBezTo>
                  <a:pt x="650" y="29"/>
                  <a:pt x="1302" y="-1"/>
                  <a:pt x="1956" y="0"/>
                </a:cubicBezTo>
                <a:cubicBezTo>
                  <a:pt x="13885" y="0"/>
                  <a:pt x="23556" y="9670"/>
                  <a:pt x="23556" y="21600"/>
                </a:cubicBezTo>
                <a:lnTo>
                  <a:pt x="1956" y="21600"/>
                </a:lnTo>
                <a:lnTo>
                  <a:pt x="-1" y="88"/>
                </a:lnTo>
                <a:close/>
              </a:path>
            </a:pathLst>
          </a:custGeom>
          <a:noFill/>
          <a:ln w="9525">
            <a:solidFill>
              <a:schemeClr val="tx1"/>
            </a:solidFill>
            <a:round/>
            <a:headEnd type="triangle" w="sm"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350342" name="Line 135"/>
          <p:cNvSpPr>
            <a:spLocks noChangeShapeType="1"/>
          </p:cNvSpPr>
          <p:nvPr/>
        </p:nvSpPr>
        <p:spPr bwMode="auto">
          <a:xfrm>
            <a:off x="2065338" y="4592638"/>
            <a:ext cx="0" cy="741362"/>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343" name="Line 136"/>
          <p:cNvSpPr>
            <a:spLocks noChangeShapeType="1"/>
          </p:cNvSpPr>
          <p:nvPr/>
        </p:nvSpPr>
        <p:spPr bwMode="auto">
          <a:xfrm flipH="1">
            <a:off x="9528175" y="4592638"/>
            <a:ext cx="4763" cy="690562"/>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344" name="Line 137"/>
          <p:cNvSpPr>
            <a:spLocks noChangeShapeType="1"/>
          </p:cNvSpPr>
          <p:nvPr/>
        </p:nvSpPr>
        <p:spPr bwMode="auto">
          <a:xfrm>
            <a:off x="2078038" y="5156200"/>
            <a:ext cx="7467600"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345" name="Text Box 138"/>
          <p:cNvSpPr txBox="1">
            <a:spLocks noChangeArrowheads="1"/>
          </p:cNvSpPr>
          <p:nvPr/>
        </p:nvSpPr>
        <p:spPr bwMode="auto">
          <a:xfrm>
            <a:off x="4732338" y="4940300"/>
            <a:ext cx="2053767"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zh-CN" sz="2000" b="1">
                <a:solidFill>
                  <a:srgbClr val="333399"/>
                </a:solidFill>
                <a:latin typeface="Times New Roman" pitchFamily="18" charset="0"/>
                <a:ea typeface="宋体" pitchFamily="2" charset="-122"/>
              </a:rPr>
              <a:t>48 </a:t>
            </a:r>
            <a:r>
              <a:rPr kumimoji="1" lang="zh-CN" altLang="en-US" sz="2000" b="1">
                <a:solidFill>
                  <a:srgbClr val="333399"/>
                </a:solidFill>
                <a:latin typeface="Times New Roman" pitchFamily="18" charset="0"/>
                <a:ea typeface="宋体" pitchFamily="2" charset="-122"/>
              </a:rPr>
              <a:t>位</a:t>
            </a:r>
            <a:r>
              <a:rPr kumimoji="1" lang="zh-CN" altLang="zh-CN" sz="2000" b="1">
                <a:solidFill>
                  <a:srgbClr val="333399"/>
                </a:solidFill>
                <a:latin typeface="Times New Roman" pitchFamily="18" charset="0"/>
                <a:ea typeface="宋体" pitchFamily="2" charset="-122"/>
              </a:rPr>
              <a:t>以太网地址</a:t>
            </a:r>
            <a:endParaRPr kumimoji="1" lang="zh-CN" altLang="en-US" sz="2000" b="1">
              <a:solidFill>
                <a:srgbClr val="333399"/>
              </a:solidFill>
              <a:latin typeface="Times New Roman" pitchFamily="18" charset="0"/>
              <a:ea typeface="宋体" pitchFamily="2" charset="-122"/>
            </a:endParaRPr>
          </a:p>
        </p:txBody>
      </p:sp>
      <p:sp>
        <p:nvSpPr>
          <p:cNvPr id="350346" name="Text Box 139"/>
          <p:cNvSpPr txBox="1">
            <a:spLocks noChangeArrowheads="1"/>
          </p:cNvSpPr>
          <p:nvPr/>
        </p:nvSpPr>
        <p:spPr bwMode="auto">
          <a:xfrm>
            <a:off x="2238375" y="3665538"/>
            <a:ext cx="343395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Times New Roman" pitchFamily="18" charset="0"/>
                <a:ea typeface="宋体" pitchFamily="2" charset="-122"/>
              </a:rPr>
              <a:t>0       1        0        0        5       E</a:t>
            </a:r>
          </a:p>
        </p:txBody>
      </p:sp>
      <p:sp>
        <p:nvSpPr>
          <p:cNvPr id="350347" name="Text Box 140"/>
          <p:cNvSpPr txBox="1">
            <a:spLocks noChangeArrowheads="1"/>
          </p:cNvSpPr>
          <p:nvPr/>
        </p:nvSpPr>
        <p:spPr bwMode="auto">
          <a:xfrm>
            <a:off x="2689225" y="4564063"/>
            <a:ext cx="1108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zh-CN" altLang="en-US" sz="1800" b="1">
                <a:solidFill>
                  <a:srgbClr val="333399"/>
                </a:solidFill>
                <a:latin typeface="Times New Roman" pitchFamily="18" charset="0"/>
                <a:ea typeface="宋体" pitchFamily="2" charset="-122"/>
              </a:rPr>
              <a:t>表示多播</a:t>
            </a:r>
          </a:p>
        </p:txBody>
      </p:sp>
      <p:sp>
        <p:nvSpPr>
          <p:cNvPr id="350348" name="Line 141"/>
          <p:cNvSpPr>
            <a:spLocks noChangeShapeType="1"/>
          </p:cNvSpPr>
          <p:nvPr/>
        </p:nvSpPr>
        <p:spPr bwMode="auto">
          <a:xfrm flipH="1" flipV="1">
            <a:off x="3233738" y="4414838"/>
            <a:ext cx="6350" cy="282575"/>
          </a:xfrm>
          <a:prstGeom prst="line">
            <a:avLst/>
          </a:prstGeom>
          <a:noFill/>
          <a:ln w="57150">
            <a:solidFill>
              <a:schemeClr va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350349" name="Text Box 132"/>
          <p:cNvSpPr txBox="1">
            <a:spLocks noChangeArrowheads="1"/>
          </p:cNvSpPr>
          <p:nvPr/>
        </p:nvSpPr>
        <p:spPr bwMode="auto">
          <a:xfrm>
            <a:off x="6315075" y="4594225"/>
            <a:ext cx="3006016"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800" b="1">
                <a:solidFill>
                  <a:srgbClr val="333399"/>
                </a:solidFill>
                <a:latin typeface="Times New Roman" pitchFamily="18" charset="0"/>
                <a:ea typeface="宋体" pitchFamily="2" charset="-122"/>
              </a:rPr>
              <a:t>最</a:t>
            </a:r>
            <a:r>
              <a:rPr kumimoji="1" lang="zh-CN" altLang="zh-CN" sz="1800" b="1">
                <a:solidFill>
                  <a:srgbClr val="333399"/>
                </a:solidFill>
                <a:latin typeface="Times New Roman" pitchFamily="18" charset="0"/>
                <a:ea typeface="宋体" pitchFamily="2" charset="-122"/>
              </a:rPr>
              <a:t>低 23</a:t>
            </a:r>
            <a:r>
              <a:rPr kumimoji="1" lang="en-US" altLang="zh-CN" sz="1800" b="1">
                <a:solidFill>
                  <a:srgbClr val="333399"/>
                </a:solidFill>
                <a:latin typeface="Times New Roman" pitchFamily="18" charset="0"/>
                <a:ea typeface="宋体" pitchFamily="2" charset="-122"/>
              </a:rPr>
              <a:t> </a:t>
            </a:r>
            <a:r>
              <a:rPr kumimoji="1" lang="zh-CN" altLang="en-US" sz="1800" b="1">
                <a:solidFill>
                  <a:srgbClr val="333399"/>
                </a:solidFill>
                <a:latin typeface="Times New Roman" pitchFamily="18" charset="0"/>
                <a:ea typeface="宋体" pitchFamily="2" charset="-122"/>
              </a:rPr>
              <a:t>位来自 </a:t>
            </a:r>
            <a:r>
              <a:rPr kumimoji="1" lang="en-US" altLang="zh-CN" sz="1800" b="1">
                <a:solidFill>
                  <a:srgbClr val="333399"/>
                </a:solidFill>
                <a:latin typeface="Times New Roman" pitchFamily="18" charset="0"/>
                <a:ea typeface="宋体" pitchFamily="2" charset="-122"/>
              </a:rPr>
              <a:t>D </a:t>
            </a:r>
            <a:r>
              <a:rPr kumimoji="1" lang="zh-CN" altLang="en-US" sz="1800" b="1">
                <a:solidFill>
                  <a:srgbClr val="333399"/>
                </a:solidFill>
                <a:latin typeface="Times New Roman" pitchFamily="18" charset="0"/>
                <a:ea typeface="宋体" pitchFamily="2" charset="-122"/>
              </a:rPr>
              <a:t>类 </a:t>
            </a:r>
            <a:r>
              <a:rPr kumimoji="1" lang="en-US" altLang="zh-CN" sz="1800" b="1">
                <a:solidFill>
                  <a:srgbClr val="333399"/>
                </a:solidFill>
                <a:latin typeface="Times New Roman" pitchFamily="18" charset="0"/>
                <a:ea typeface="宋体" pitchFamily="2" charset="-122"/>
              </a:rPr>
              <a:t>IP </a:t>
            </a:r>
            <a:r>
              <a:rPr kumimoji="1" lang="zh-CN" altLang="zh-CN" sz="1800" b="1">
                <a:solidFill>
                  <a:srgbClr val="333399"/>
                </a:solidFill>
                <a:latin typeface="Times New Roman" pitchFamily="18" charset="0"/>
                <a:ea typeface="宋体" pitchFamily="2" charset="-122"/>
              </a:rPr>
              <a:t>地址</a:t>
            </a:r>
            <a:endParaRPr kumimoji="1" lang="zh-CN" altLang="en-US" sz="1800" b="1">
              <a:solidFill>
                <a:srgbClr val="333399"/>
              </a:solidFill>
              <a:latin typeface="Times New Roman" pitchFamily="18" charset="0"/>
              <a:ea typeface="宋体" pitchFamily="2" charset="-122"/>
            </a:endParaRPr>
          </a:p>
        </p:txBody>
      </p:sp>
      <p:sp>
        <p:nvSpPr>
          <p:cNvPr id="350350" name="Line 142"/>
          <p:cNvSpPr>
            <a:spLocks noChangeShapeType="1"/>
          </p:cNvSpPr>
          <p:nvPr/>
        </p:nvSpPr>
        <p:spPr bwMode="auto">
          <a:xfrm>
            <a:off x="5956300" y="4579938"/>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50351" name="AutoShape 143"/>
          <p:cNvSpPr>
            <a:spLocks noChangeArrowheads="1"/>
          </p:cNvSpPr>
          <p:nvPr/>
        </p:nvSpPr>
        <p:spPr bwMode="auto">
          <a:xfrm>
            <a:off x="7467600" y="3211513"/>
            <a:ext cx="431800" cy="1079500"/>
          </a:xfrm>
          <a:prstGeom prst="downArrow">
            <a:avLst>
              <a:gd name="adj1" fmla="val 50000"/>
              <a:gd name="adj2" fmla="val 62500"/>
            </a:avLst>
          </a:prstGeom>
          <a:solidFill>
            <a:schemeClr val="hlink"/>
          </a:solidFill>
          <a:ln w="9525">
            <a:solidFill>
              <a:schemeClr val="hlink"/>
            </a:solidFill>
            <a:miter lim="800000"/>
            <a:headEnd/>
            <a:tailEnd/>
          </a:ln>
        </p:spPr>
        <p:txBody>
          <a:bodyPr vert="eaVert" wrap="none" anchor="ctr"/>
          <a:lstStyle/>
          <a:p>
            <a:pPr eaLnBrk="1" hangingPunct="1"/>
            <a:endParaRPr lang="en-US" altLang="zh-CN" b="1"/>
          </a:p>
        </p:txBody>
      </p:sp>
    </p:spTree>
  </p:cSld>
  <p:clrMapOvr>
    <a:masterClrMapping/>
  </p:clrMapOvr>
  <p:transition spd="slow"/>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2258" name="标题 2"/>
          <p:cNvSpPr>
            <a:spLocks noGrp="1" noChangeArrowheads="1"/>
          </p:cNvSpPr>
          <p:nvPr>
            <p:ph type="title"/>
          </p:nvPr>
        </p:nvSpPr>
        <p:spPr/>
        <p:txBody>
          <a:bodyPr/>
          <a:lstStyle/>
          <a:p>
            <a:r>
              <a:rPr lang="en-US" altLang="zh-CN" dirty="0" smtClean="0"/>
              <a:t>IP </a:t>
            </a:r>
            <a:r>
              <a:rPr lang="zh-CN" altLang="en-US" dirty="0" smtClean="0"/>
              <a:t>多播需要两种协议</a:t>
            </a:r>
          </a:p>
        </p:txBody>
      </p:sp>
      <p:sp>
        <p:nvSpPr>
          <p:cNvPr id="352259" name="内容占位符 1"/>
          <p:cNvSpPr>
            <a:spLocks noGrp="1" noChangeArrowheads="1"/>
          </p:cNvSpPr>
          <p:nvPr>
            <p:ph idx="1"/>
          </p:nvPr>
        </p:nvSpPr>
        <p:spPr/>
        <p:txBody>
          <a:bodyPr/>
          <a:lstStyle/>
          <a:p>
            <a:r>
              <a:rPr lang="en-US" altLang="zh-CN" b="1" dirty="0" smtClean="0"/>
              <a:t>IGMP </a:t>
            </a:r>
            <a:r>
              <a:rPr lang="zh-CN" altLang="en-US" b="1" dirty="0" smtClean="0"/>
              <a:t>网际组管理协议  </a:t>
            </a:r>
            <a:endParaRPr lang="en-US" altLang="zh-CN" b="1" dirty="0" smtClean="0"/>
          </a:p>
          <a:p>
            <a:r>
              <a:rPr lang="zh-CN" altLang="en-US" b="1" dirty="0" smtClean="0"/>
              <a:t>多播路由选择协议</a:t>
            </a:r>
          </a:p>
        </p:txBody>
      </p:sp>
    </p:spTree>
  </p:cSld>
  <p:clrMapOvr>
    <a:masterClrMapping/>
  </p:clrMapOvr>
  <p:transition spd="slow"/>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4306" name="Rectangle 4"/>
          <p:cNvSpPr>
            <a:spLocks noGrp="1" noChangeArrowheads="1"/>
          </p:cNvSpPr>
          <p:nvPr>
            <p:ph type="title"/>
          </p:nvPr>
        </p:nvSpPr>
        <p:spPr/>
        <p:txBody>
          <a:bodyPr/>
          <a:lstStyle/>
          <a:p>
            <a:r>
              <a:rPr lang="en-US" altLang="zh-CN" smtClean="0"/>
              <a:t>IGMP </a:t>
            </a:r>
            <a:r>
              <a:rPr lang="zh-CN" altLang="en-US" smtClean="0"/>
              <a:t>使多播路由器知道多播组成员信息 </a:t>
            </a:r>
          </a:p>
        </p:txBody>
      </p:sp>
      <p:sp>
        <p:nvSpPr>
          <p:cNvPr id="354307" name="Line 5"/>
          <p:cNvSpPr>
            <a:spLocks noChangeShapeType="1"/>
          </p:cNvSpPr>
          <p:nvPr/>
        </p:nvSpPr>
        <p:spPr bwMode="auto">
          <a:xfrm>
            <a:off x="6129338" y="4816475"/>
            <a:ext cx="0" cy="6619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4308" name="Line 6"/>
          <p:cNvSpPr>
            <a:spLocks noChangeShapeType="1"/>
          </p:cNvSpPr>
          <p:nvPr/>
        </p:nvSpPr>
        <p:spPr bwMode="auto">
          <a:xfrm>
            <a:off x="2325688" y="4827588"/>
            <a:ext cx="6048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4309" name="Line 7"/>
          <p:cNvSpPr>
            <a:spLocks noChangeShapeType="1"/>
          </p:cNvSpPr>
          <p:nvPr/>
        </p:nvSpPr>
        <p:spPr bwMode="auto">
          <a:xfrm>
            <a:off x="2325688" y="3500438"/>
            <a:ext cx="6048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4310" name="Line 8"/>
          <p:cNvSpPr>
            <a:spLocks noChangeShapeType="1"/>
          </p:cNvSpPr>
          <p:nvPr/>
        </p:nvSpPr>
        <p:spPr bwMode="auto">
          <a:xfrm>
            <a:off x="6129338" y="2835275"/>
            <a:ext cx="0" cy="6651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4311" name="Line 9"/>
          <p:cNvSpPr>
            <a:spLocks noChangeShapeType="1"/>
          </p:cNvSpPr>
          <p:nvPr/>
        </p:nvSpPr>
        <p:spPr bwMode="auto">
          <a:xfrm>
            <a:off x="7769225" y="4259263"/>
            <a:ext cx="14700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4312" name="Line 10"/>
          <p:cNvSpPr>
            <a:spLocks noChangeShapeType="1"/>
          </p:cNvSpPr>
          <p:nvPr/>
        </p:nvSpPr>
        <p:spPr bwMode="auto">
          <a:xfrm>
            <a:off x="2930525" y="4068763"/>
            <a:ext cx="13827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4313" name="Line 11"/>
          <p:cNvSpPr>
            <a:spLocks noChangeShapeType="1"/>
          </p:cNvSpPr>
          <p:nvPr/>
        </p:nvSpPr>
        <p:spPr bwMode="auto">
          <a:xfrm>
            <a:off x="9239250" y="5111750"/>
            <a:ext cx="6032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4314" name="Line 12"/>
          <p:cNvSpPr>
            <a:spLocks noChangeShapeType="1"/>
          </p:cNvSpPr>
          <p:nvPr/>
        </p:nvSpPr>
        <p:spPr bwMode="auto">
          <a:xfrm>
            <a:off x="9239250" y="3784600"/>
            <a:ext cx="5175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4315" name="Line 13"/>
          <p:cNvSpPr>
            <a:spLocks noChangeShapeType="1"/>
          </p:cNvSpPr>
          <p:nvPr/>
        </p:nvSpPr>
        <p:spPr bwMode="auto">
          <a:xfrm flipV="1">
            <a:off x="6818313" y="2266950"/>
            <a:ext cx="0" cy="5715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4316" name="Line 14"/>
          <p:cNvSpPr>
            <a:spLocks noChangeShapeType="1"/>
          </p:cNvSpPr>
          <p:nvPr/>
        </p:nvSpPr>
        <p:spPr bwMode="auto">
          <a:xfrm flipV="1">
            <a:off x="5264150" y="2266950"/>
            <a:ext cx="0" cy="5715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pic>
        <p:nvPicPr>
          <p:cNvPr id="354317" name="Picture 1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11838" y="2959100"/>
            <a:ext cx="606425"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354318" name="Picture 1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05388" y="1890713"/>
            <a:ext cx="600075"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4319" name="Text Box 17"/>
          <p:cNvSpPr txBox="1">
            <a:spLocks noChangeArrowheads="1"/>
          </p:cNvSpPr>
          <p:nvPr/>
        </p:nvSpPr>
        <p:spPr bwMode="auto">
          <a:xfrm>
            <a:off x="6096000" y="1412875"/>
            <a:ext cx="1965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400" b="1">
                <a:solidFill>
                  <a:schemeClr val="folHlink"/>
                </a:solidFill>
                <a:latin typeface="Arial" charset="0"/>
                <a:ea typeface="宋体" pitchFamily="2" charset="-122"/>
              </a:rPr>
              <a:t>128.56.24.34</a:t>
            </a:r>
          </a:p>
        </p:txBody>
      </p:sp>
      <p:sp>
        <p:nvSpPr>
          <p:cNvPr id="354320" name="Text Box 18"/>
          <p:cNvSpPr txBox="1">
            <a:spLocks noChangeArrowheads="1"/>
          </p:cNvSpPr>
          <p:nvPr/>
        </p:nvSpPr>
        <p:spPr bwMode="auto">
          <a:xfrm>
            <a:off x="1541463" y="2643188"/>
            <a:ext cx="1965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400" b="1">
                <a:solidFill>
                  <a:schemeClr val="folHlink"/>
                </a:solidFill>
                <a:latin typeface="Arial" charset="0"/>
                <a:ea typeface="宋体" pitchFamily="2" charset="-122"/>
              </a:rPr>
              <a:t>135.27.74.52</a:t>
            </a:r>
          </a:p>
        </p:txBody>
      </p:sp>
      <p:sp>
        <p:nvSpPr>
          <p:cNvPr id="354321" name="Text Box 19"/>
          <p:cNvSpPr txBox="1">
            <a:spLocks noChangeArrowheads="1"/>
          </p:cNvSpPr>
          <p:nvPr/>
        </p:nvSpPr>
        <p:spPr bwMode="auto">
          <a:xfrm>
            <a:off x="8634413" y="2898775"/>
            <a:ext cx="1965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400" b="1">
                <a:solidFill>
                  <a:schemeClr val="folHlink"/>
                </a:solidFill>
                <a:latin typeface="Arial" charset="0"/>
                <a:ea typeface="宋体" pitchFamily="2" charset="-122"/>
              </a:rPr>
              <a:t>130.12.14.56</a:t>
            </a:r>
          </a:p>
        </p:txBody>
      </p:sp>
      <p:sp>
        <p:nvSpPr>
          <p:cNvPr id="354322" name="Text Box 20"/>
          <p:cNvSpPr txBox="1">
            <a:spLocks noChangeArrowheads="1"/>
          </p:cNvSpPr>
          <p:nvPr/>
        </p:nvSpPr>
        <p:spPr bwMode="auto">
          <a:xfrm>
            <a:off x="8705850" y="5203825"/>
            <a:ext cx="1965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400" b="1">
                <a:solidFill>
                  <a:schemeClr val="folHlink"/>
                </a:solidFill>
                <a:latin typeface="Arial" charset="0"/>
                <a:ea typeface="宋体" pitchFamily="2" charset="-122"/>
              </a:rPr>
              <a:t>130.12.14.43</a:t>
            </a:r>
          </a:p>
        </p:txBody>
      </p:sp>
      <p:pic>
        <p:nvPicPr>
          <p:cNvPr id="354323" name="Picture 2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18275" y="1874838"/>
            <a:ext cx="600075"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4324" name="Picture 2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93888" y="4449763"/>
            <a:ext cx="600075"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4325" name="Picture 2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39925" y="3106738"/>
            <a:ext cx="600075"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4326" name="Picture 2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685338" y="4635500"/>
            <a:ext cx="600075"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4327" name="Picture 2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599613" y="3297238"/>
            <a:ext cx="600075"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4328" name="Line 26"/>
          <p:cNvSpPr>
            <a:spLocks noChangeShapeType="1"/>
          </p:cNvSpPr>
          <p:nvPr/>
        </p:nvSpPr>
        <p:spPr bwMode="auto">
          <a:xfrm>
            <a:off x="4745038" y="2835275"/>
            <a:ext cx="26781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4329" name="Line 27"/>
          <p:cNvSpPr>
            <a:spLocks noChangeShapeType="1"/>
          </p:cNvSpPr>
          <p:nvPr/>
        </p:nvSpPr>
        <p:spPr bwMode="auto">
          <a:xfrm flipV="1">
            <a:off x="5437188" y="5478463"/>
            <a:ext cx="0" cy="4746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4330" name="Line 28"/>
          <p:cNvSpPr>
            <a:spLocks noChangeShapeType="1"/>
          </p:cNvSpPr>
          <p:nvPr/>
        </p:nvSpPr>
        <p:spPr bwMode="auto">
          <a:xfrm>
            <a:off x="4657725" y="5478463"/>
            <a:ext cx="32845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pic>
        <p:nvPicPr>
          <p:cNvPr id="354331" name="Picture 2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48263" y="5680075"/>
            <a:ext cx="600075"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4332" name="Line 30"/>
          <p:cNvSpPr>
            <a:spLocks noChangeShapeType="1"/>
          </p:cNvSpPr>
          <p:nvPr/>
        </p:nvSpPr>
        <p:spPr bwMode="auto">
          <a:xfrm flipV="1">
            <a:off x="6905625" y="5478463"/>
            <a:ext cx="0" cy="4746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pic>
        <p:nvPicPr>
          <p:cNvPr id="354333" name="Picture 3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13525" y="5713413"/>
            <a:ext cx="600075"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4334" name="Line 32"/>
          <p:cNvSpPr>
            <a:spLocks noChangeShapeType="1"/>
          </p:cNvSpPr>
          <p:nvPr/>
        </p:nvSpPr>
        <p:spPr bwMode="auto">
          <a:xfrm rot="5400000">
            <a:off x="8148637" y="4306888"/>
            <a:ext cx="21812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54335" name="Line 33"/>
          <p:cNvSpPr>
            <a:spLocks noChangeShapeType="1"/>
          </p:cNvSpPr>
          <p:nvPr/>
        </p:nvSpPr>
        <p:spPr bwMode="auto">
          <a:xfrm rot="-5400000">
            <a:off x="1840706" y="4306094"/>
            <a:ext cx="21796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pic>
        <p:nvPicPr>
          <p:cNvPr id="354336" name="Picture 3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88338" y="4068763"/>
            <a:ext cx="606425"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354337" name="Picture 3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11838" y="4943475"/>
            <a:ext cx="606425" cy="37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354338" name="Picture 3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76600" y="3881438"/>
            <a:ext cx="606425"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nvGrpSpPr>
          <p:cNvPr id="354339" name="Group 37"/>
          <p:cNvGrpSpPr>
            <a:grpSpLocks/>
          </p:cNvGrpSpPr>
          <p:nvPr/>
        </p:nvGrpSpPr>
        <p:grpSpPr bwMode="auto">
          <a:xfrm>
            <a:off x="4313238" y="3500438"/>
            <a:ext cx="3629025" cy="1327150"/>
            <a:chOff x="912" y="768"/>
            <a:chExt cx="2400" cy="1584"/>
          </a:xfrm>
        </p:grpSpPr>
        <p:sp>
          <p:nvSpPr>
            <p:cNvPr id="354353" name="Oval 38"/>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54354" name="Oval 39"/>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54355" name="Oval 40"/>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54356" name="Oval 41"/>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54357" name="Oval 42"/>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54358" name="Oval 43"/>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54359" name="Oval 44"/>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54360" name="Oval 45"/>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54361" name="Oval 46"/>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grpSp>
          <p:nvGrpSpPr>
            <p:cNvPr id="354362" name="Group 47"/>
            <p:cNvGrpSpPr>
              <a:grpSpLocks/>
            </p:cNvGrpSpPr>
            <p:nvPr/>
          </p:nvGrpSpPr>
          <p:grpSpPr bwMode="auto">
            <a:xfrm>
              <a:off x="912" y="768"/>
              <a:ext cx="2386" cy="1553"/>
              <a:chOff x="912" y="768"/>
              <a:chExt cx="2386" cy="1553"/>
            </a:xfrm>
          </p:grpSpPr>
          <p:sp>
            <p:nvSpPr>
              <p:cNvPr id="354363" name="Oval 48"/>
              <p:cNvSpPr>
                <a:spLocks noChangeArrowheads="1"/>
              </p:cNvSpPr>
              <p:nvPr/>
            </p:nvSpPr>
            <p:spPr bwMode="auto">
              <a:xfrm>
                <a:off x="1736" y="768"/>
                <a:ext cx="1027" cy="627"/>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54364" name="Oval 49"/>
              <p:cNvSpPr>
                <a:spLocks noChangeArrowheads="1"/>
              </p:cNvSpPr>
              <p:nvPr/>
            </p:nvSpPr>
            <p:spPr bwMode="auto">
              <a:xfrm>
                <a:off x="1158" y="941"/>
                <a:ext cx="781" cy="627"/>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54365" name="Oval 50"/>
              <p:cNvSpPr>
                <a:spLocks noChangeArrowheads="1"/>
              </p:cNvSpPr>
              <p:nvPr/>
            </p:nvSpPr>
            <p:spPr bwMode="auto">
              <a:xfrm>
                <a:off x="912" y="1333"/>
                <a:ext cx="520" cy="501"/>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54366" name="Oval 51"/>
              <p:cNvSpPr>
                <a:spLocks noChangeArrowheads="1"/>
              </p:cNvSpPr>
              <p:nvPr/>
            </p:nvSpPr>
            <p:spPr bwMode="auto">
              <a:xfrm>
                <a:off x="1071" y="1568"/>
                <a:ext cx="795" cy="549"/>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54367" name="Oval 52"/>
              <p:cNvSpPr>
                <a:spLocks noChangeArrowheads="1"/>
              </p:cNvSpPr>
              <p:nvPr/>
            </p:nvSpPr>
            <p:spPr bwMode="auto">
              <a:xfrm>
                <a:off x="1649" y="1662"/>
                <a:ext cx="1200" cy="659"/>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54368" name="Oval 53"/>
              <p:cNvSpPr>
                <a:spLocks noChangeArrowheads="1"/>
              </p:cNvSpPr>
              <p:nvPr/>
            </p:nvSpPr>
            <p:spPr bwMode="auto">
              <a:xfrm>
                <a:off x="2430" y="956"/>
                <a:ext cx="752" cy="486"/>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54369" name="Oval 54"/>
              <p:cNvSpPr>
                <a:spLocks noChangeArrowheads="1"/>
              </p:cNvSpPr>
              <p:nvPr/>
            </p:nvSpPr>
            <p:spPr bwMode="auto">
              <a:xfrm>
                <a:off x="2546" y="1286"/>
                <a:ext cx="752" cy="486"/>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54370" name="Oval 55"/>
              <p:cNvSpPr>
                <a:spLocks noChangeArrowheads="1"/>
              </p:cNvSpPr>
              <p:nvPr/>
            </p:nvSpPr>
            <p:spPr bwMode="auto">
              <a:xfrm>
                <a:off x="2473" y="1395"/>
                <a:ext cx="752" cy="816"/>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54371" name="Oval 56"/>
              <p:cNvSpPr>
                <a:spLocks noChangeArrowheads="1"/>
              </p:cNvSpPr>
              <p:nvPr/>
            </p:nvSpPr>
            <p:spPr bwMode="auto">
              <a:xfrm>
                <a:off x="1346" y="1144"/>
                <a:ext cx="1547" cy="816"/>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grpSp>
      </p:grpSp>
      <p:sp>
        <p:nvSpPr>
          <p:cNvPr id="354340" name="Text Box 57"/>
          <p:cNvSpPr txBox="1">
            <a:spLocks noChangeArrowheads="1"/>
          </p:cNvSpPr>
          <p:nvPr/>
        </p:nvSpPr>
        <p:spPr bwMode="auto">
          <a:xfrm>
            <a:off x="5100638" y="3660775"/>
            <a:ext cx="2141537" cy="831850"/>
          </a:xfrm>
          <a:prstGeom prst="rect">
            <a:avLst/>
          </a:prstGeom>
          <a:solidFill>
            <a:srgbClr val="FFFFCC"/>
          </a:solidFill>
          <a:ln w="9525">
            <a:solidFill>
              <a:schemeClr val="folHlink"/>
            </a:solidFill>
            <a:miter lim="800000"/>
            <a:headEnd/>
            <a:tailEnd/>
          </a:ln>
          <a:effectLst>
            <a:outerShdw dist="45791" dir="3378596" algn="ctr" rotWithShape="0">
              <a:schemeClr val="bg2"/>
            </a:outerShdw>
          </a:effec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lang="zh-CN" altLang="en-US" sz="2400" b="1">
                <a:solidFill>
                  <a:schemeClr val="hlink"/>
                </a:solidFill>
                <a:latin typeface="Arial" charset="0"/>
                <a:ea typeface="宋体" pitchFamily="2" charset="-122"/>
              </a:rPr>
              <a:t>多播组</a:t>
            </a:r>
          </a:p>
          <a:p>
            <a:pPr algn="ctr" eaLnBrk="1" hangingPunct="1"/>
            <a:r>
              <a:rPr lang="en-US" altLang="zh-CN" sz="2400" b="1">
                <a:solidFill>
                  <a:schemeClr val="hlink"/>
                </a:solidFill>
                <a:latin typeface="Arial" charset="0"/>
                <a:ea typeface="宋体" pitchFamily="2" charset="-122"/>
              </a:rPr>
              <a:t>226.15.37.123</a:t>
            </a:r>
          </a:p>
        </p:txBody>
      </p:sp>
      <p:sp>
        <p:nvSpPr>
          <p:cNvPr id="354341" name="Freeform 58"/>
          <p:cNvSpPr>
            <a:spLocks/>
          </p:cNvSpPr>
          <p:nvPr/>
        </p:nvSpPr>
        <p:spPr bwMode="auto">
          <a:xfrm>
            <a:off x="2497138" y="3394075"/>
            <a:ext cx="1123950" cy="608013"/>
          </a:xfrm>
          <a:custGeom>
            <a:avLst/>
            <a:gdLst>
              <a:gd name="T0" fmla="*/ 0 w 872"/>
              <a:gd name="T1" fmla="*/ 2147483646 h 291"/>
              <a:gd name="T2" fmla="*/ 2147483646 w 872"/>
              <a:gd name="T3" fmla="*/ 2147483646 h 291"/>
              <a:gd name="T4" fmla="*/ 2147483646 w 872"/>
              <a:gd name="T5" fmla="*/ 2147483646 h 291"/>
              <a:gd name="T6" fmla="*/ 2147483646 w 872"/>
              <a:gd name="T7" fmla="*/ 2147483646 h 291"/>
              <a:gd name="T8" fmla="*/ 2147483646 w 872"/>
              <a:gd name="T9" fmla="*/ 2147483646 h 291"/>
              <a:gd name="T10" fmla="*/ 2147483646 w 872"/>
              <a:gd name="T11" fmla="*/ 2147483646 h 291"/>
              <a:gd name="T12" fmla="*/ 2147483646 w 872"/>
              <a:gd name="T13" fmla="*/ 2147483646 h 291"/>
              <a:gd name="T14" fmla="*/ 0 60000 65536"/>
              <a:gd name="T15" fmla="*/ 0 60000 65536"/>
              <a:gd name="T16" fmla="*/ 0 60000 65536"/>
              <a:gd name="T17" fmla="*/ 0 60000 65536"/>
              <a:gd name="T18" fmla="*/ 0 60000 65536"/>
              <a:gd name="T19" fmla="*/ 0 60000 65536"/>
              <a:gd name="T20" fmla="*/ 0 60000 65536"/>
              <a:gd name="T21" fmla="*/ 0 w 872"/>
              <a:gd name="T22" fmla="*/ 0 h 291"/>
              <a:gd name="T23" fmla="*/ 872 w 872"/>
              <a:gd name="T24" fmla="*/ 291 h 29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72" h="291">
                <a:moveTo>
                  <a:pt x="0" y="6"/>
                </a:moveTo>
                <a:cubicBezTo>
                  <a:pt x="68" y="6"/>
                  <a:pt x="137" y="0"/>
                  <a:pt x="182" y="6"/>
                </a:cubicBezTo>
                <a:cubicBezTo>
                  <a:pt x="227" y="12"/>
                  <a:pt x="252" y="11"/>
                  <a:pt x="269" y="44"/>
                </a:cubicBezTo>
                <a:cubicBezTo>
                  <a:pt x="286" y="77"/>
                  <a:pt x="260" y="167"/>
                  <a:pt x="284" y="206"/>
                </a:cubicBezTo>
                <a:cubicBezTo>
                  <a:pt x="308" y="245"/>
                  <a:pt x="330" y="265"/>
                  <a:pt x="413" y="278"/>
                </a:cubicBezTo>
                <a:cubicBezTo>
                  <a:pt x="496" y="291"/>
                  <a:pt x="706" y="284"/>
                  <a:pt x="782" y="284"/>
                </a:cubicBezTo>
                <a:cubicBezTo>
                  <a:pt x="858" y="284"/>
                  <a:pt x="853" y="282"/>
                  <a:pt x="872" y="281"/>
                </a:cubicBezTo>
              </a:path>
            </a:pathLst>
          </a:custGeom>
          <a:noFill/>
          <a:ln w="57150">
            <a:solidFill>
              <a:schemeClr val="hlink"/>
            </a:solidFill>
            <a:round/>
            <a:headEnd type="triangle" w="med" len="lg"/>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354342" name="Freeform 59"/>
          <p:cNvSpPr>
            <a:spLocks/>
          </p:cNvSpPr>
          <p:nvPr/>
        </p:nvSpPr>
        <p:spPr bwMode="auto">
          <a:xfrm>
            <a:off x="6215063" y="2159000"/>
            <a:ext cx="730250" cy="963613"/>
          </a:xfrm>
          <a:custGeom>
            <a:avLst/>
            <a:gdLst>
              <a:gd name="T0" fmla="*/ 2147483646 w 384"/>
              <a:gd name="T1" fmla="*/ 0 h 461"/>
              <a:gd name="T2" fmla="*/ 2147483646 w 384"/>
              <a:gd name="T3" fmla="*/ 2147483646 h 461"/>
              <a:gd name="T4" fmla="*/ 2147483646 w 384"/>
              <a:gd name="T5" fmla="*/ 2147483646 h 461"/>
              <a:gd name="T6" fmla="*/ 2147483646 w 384"/>
              <a:gd name="T7" fmla="*/ 2147483646 h 461"/>
              <a:gd name="T8" fmla="*/ 2147483646 w 384"/>
              <a:gd name="T9" fmla="*/ 2147483646 h 461"/>
              <a:gd name="T10" fmla="*/ 2147483646 w 384"/>
              <a:gd name="T11" fmla="*/ 2147483646 h 461"/>
              <a:gd name="T12" fmla="*/ 0 60000 65536"/>
              <a:gd name="T13" fmla="*/ 0 60000 65536"/>
              <a:gd name="T14" fmla="*/ 0 60000 65536"/>
              <a:gd name="T15" fmla="*/ 0 60000 65536"/>
              <a:gd name="T16" fmla="*/ 0 60000 65536"/>
              <a:gd name="T17" fmla="*/ 0 60000 65536"/>
              <a:gd name="T18" fmla="*/ 0 w 384"/>
              <a:gd name="T19" fmla="*/ 0 h 461"/>
              <a:gd name="T20" fmla="*/ 384 w 384"/>
              <a:gd name="T21" fmla="*/ 461 h 461"/>
            </a:gdLst>
            <a:ahLst/>
            <a:cxnLst>
              <a:cxn ang="T12">
                <a:pos x="T0" y="T1"/>
              </a:cxn>
              <a:cxn ang="T13">
                <a:pos x="T2" y="T3"/>
              </a:cxn>
              <a:cxn ang="T14">
                <a:pos x="T4" y="T5"/>
              </a:cxn>
              <a:cxn ang="T15">
                <a:pos x="T6" y="T7"/>
              </a:cxn>
              <a:cxn ang="T16">
                <a:pos x="T8" y="T9"/>
              </a:cxn>
              <a:cxn ang="T17">
                <a:pos x="T10" y="T11"/>
              </a:cxn>
            </a:cxnLst>
            <a:rect l="T18" t="T19" r="T20" b="T21"/>
            <a:pathLst>
              <a:path w="384" h="461">
                <a:moveTo>
                  <a:pt x="384" y="0"/>
                </a:moveTo>
                <a:cubicBezTo>
                  <a:pt x="382" y="35"/>
                  <a:pt x="384" y="186"/>
                  <a:pt x="374" y="229"/>
                </a:cubicBezTo>
                <a:cubicBezTo>
                  <a:pt x="364" y="272"/>
                  <a:pt x="368" y="253"/>
                  <a:pt x="324" y="259"/>
                </a:cubicBezTo>
                <a:cubicBezTo>
                  <a:pt x="281" y="264"/>
                  <a:pt x="163" y="256"/>
                  <a:pt x="112" y="264"/>
                </a:cubicBezTo>
                <a:cubicBezTo>
                  <a:pt x="60" y="272"/>
                  <a:pt x="34" y="274"/>
                  <a:pt x="17" y="307"/>
                </a:cubicBezTo>
                <a:cubicBezTo>
                  <a:pt x="0" y="340"/>
                  <a:pt x="14" y="435"/>
                  <a:pt x="13" y="461"/>
                </a:cubicBezTo>
              </a:path>
            </a:pathLst>
          </a:custGeom>
          <a:noFill/>
          <a:ln w="57150">
            <a:solidFill>
              <a:schemeClr val="hlink"/>
            </a:solidFill>
            <a:round/>
            <a:headEnd type="triangle" w="med" len="lg"/>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354343" name="Freeform 60"/>
          <p:cNvSpPr>
            <a:spLocks/>
          </p:cNvSpPr>
          <p:nvPr/>
        </p:nvSpPr>
        <p:spPr bwMode="auto">
          <a:xfrm>
            <a:off x="8718550" y="4449763"/>
            <a:ext cx="1443038" cy="563562"/>
          </a:xfrm>
          <a:custGeom>
            <a:avLst/>
            <a:gdLst>
              <a:gd name="T0" fmla="*/ 2147483646 w 757"/>
              <a:gd name="T1" fmla="*/ 2147483646 h 270"/>
              <a:gd name="T2" fmla="*/ 2147483646 w 757"/>
              <a:gd name="T3" fmla="*/ 2147483646 h 270"/>
              <a:gd name="T4" fmla="*/ 2147483646 w 757"/>
              <a:gd name="T5" fmla="*/ 2147483646 h 270"/>
              <a:gd name="T6" fmla="*/ 2147483646 w 757"/>
              <a:gd name="T7" fmla="*/ 2147483646 h 270"/>
              <a:gd name="T8" fmla="*/ 2147483646 w 757"/>
              <a:gd name="T9" fmla="*/ 2147483646 h 270"/>
              <a:gd name="T10" fmla="*/ 2147483646 w 757"/>
              <a:gd name="T11" fmla="*/ 2147483646 h 270"/>
              <a:gd name="T12" fmla="*/ 2147483646 w 757"/>
              <a:gd name="T13" fmla="*/ 2147483646 h 270"/>
              <a:gd name="T14" fmla="*/ 0 w 757"/>
              <a:gd name="T15" fmla="*/ 2147483646 h 270"/>
              <a:gd name="T16" fmla="*/ 0 60000 65536"/>
              <a:gd name="T17" fmla="*/ 0 60000 65536"/>
              <a:gd name="T18" fmla="*/ 0 60000 65536"/>
              <a:gd name="T19" fmla="*/ 0 60000 65536"/>
              <a:gd name="T20" fmla="*/ 0 60000 65536"/>
              <a:gd name="T21" fmla="*/ 0 60000 65536"/>
              <a:gd name="T22" fmla="*/ 0 60000 65536"/>
              <a:gd name="T23" fmla="*/ 0 60000 65536"/>
              <a:gd name="T24" fmla="*/ 0 w 757"/>
              <a:gd name="T25" fmla="*/ 0 h 270"/>
              <a:gd name="T26" fmla="*/ 757 w 757"/>
              <a:gd name="T27" fmla="*/ 270 h 27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7" h="270">
                <a:moveTo>
                  <a:pt x="757" y="269"/>
                </a:moveTo>
                <a:cubicBezTo>
                  <a:pt x="703" y="268"/>
                  <a:pt x="498" y="270"/>
                  <a:pt x="435" y="265"/>
                </a:cubicBezTo>
                <a:cubicBezTo>
                  <a:pt x="372" y="260"/>
                  <a:pt x="388" y="254"/>
                  <a:pt x="378" y="238"/>
                </a:cubicBezTo>
                <a:cubicBezTo>
                  <a:pt x="368" y="222"/>
                  <a:pt x="373" y="194"/>
                  <a:pt x="372" y="169"/>
                </a:cubicBezTo>
                <a:cubicBezTo>
                  <a:pt x="371" y="144"/>
                  <a:pt x="374" y="111"/>
                  <a:pt x="372" y="85"/>
                </a:cubicBezTo>
                <a:cubicBezTo>
                  <a:pt x="370" y="59"/>
                  <a:pt x="380" y="27"/>
                  <a:pt x="359" y="13"/>
                </a:cubicBezTo>
                <a:cubicBezTo>
                  <a:pt x="339" y="0"/>
                  <a:pt x="311" y="6"/>
                  <a:pt x="252" y="5"/>
                </a:cubicBezTo>
                <a:cubicBezTo>
                  <a:pt x="192" y="4"/>
                  <a:pt x="52" y="6"/>
                  <a:pt x="0" y="6"/>
                </a:cubicBezTo>
              </a:path>
            </a:pathLst>
          </a:custGeom>
          <a:noFill/>
          <a:ln w="57150">
            <a:solidFill>
              <a:schemeClr val="hlink"/>
            </a:solidFill>
            <a:round/>
            <a:headEnd type="triangle" w="med" len="lg"/>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354344" name="Freeform 61"/>
          <p:cNvSpPr>
            <a:spLocks/>
          </p:cNvSpPr>
          <p:nvPr/>
        </p:nvSpPr>
        <p:spPr bwMode="auto">
          <a:xfrm>
            <a:off x="8632825" y="3663950"/>
            <a:ext cx="1308100" cy="444500"/>
          </a:xfrm>
          <a:custGeom>
            <a:avLst/>
            <a:gdLst>
              <a:gd name="T0" fmla="*/ 2147483646 w 686"/>
              <a:gd name="T1" fmla="*/ 2147483646 h 213"/>
              <a:gd name="T2" fmla="*/ 2147483646 w 686"/>
              <a:gd name="T3" fmla="*/ 2147483646 h 213"/>
              <a:gd name="T4" fmla="*/ 2147483646 w 686"/>
              <a:gd name="T5" fmla="*/ 2147483646 h 213"/>
              <a:gd name="T6" fmla="*/ 2147483646 w 686"/>
              <a:gd name="T7" fmla="*/ 2147483646 h 213"/>
              <a:gd name="T8" fmla="*/ 2147483646 w 686"/>
              <a:gd name="T9" fmla="*/ 2147483646 h 213"/>
              <a:gd name="T10" fmla="*/ 0 w 686"/>
              <a:gd name="T11" fmla="*/ 2147483646 h 213"/>
              <a:gd name="T12" fmla="*/ 0 60000 65536"/>
              <a:gd name="T13" fmla="*/ 0 60000 65536"/>
              <a:gd name="T14" fmla="*/ 0 60000 65536"/>
              <a:gd name="T15" fmla="*/ 0 60000 65536"/>
              <a:gd name="T16" fmla="*/ 0 60000 65536"/>
              <a:gd name="T17" fmla="*/ 0 60000 65536"/>
              <a:gd name="T18" fmla="*/ 0 w 686"/>
              <a:gd name="T19" fmla="*/ 0 h 213"/>
              <a:gd name="T20" fmla="*/ 686 w 686"/>
              <a:gd name="T21" fmla="*/ 213 h 213"/>
            </a:gdLst>
            <a:ahLst/>
            <a:cxnLst>
              <a:cxn ang="T12">
                <a:pos x="T0" y="T1"/>
              </a:cxn>
              <a:cxn ang="T13">
                <a:pos x="T2" y="T3"/>
              </a:cxn>
              <a:cxn ang="T14">
                <a:pos x="T4" y="T5"/>
              </a:cxn>
              <a:cxn ang="T15">
                <a:pos x="T6" y="T7"/>
              </a:cxn>
              <a:cxn ang="T16">
                <a:pos x="T8" y="T9"/>
              </a:cxn>
              <a:cxn ang="T17">
                <a:pos x="T10" y="T11"/>
              </a:cxn>
            </a:cxnLst>
            <a:rect l="T18" t="T19" r="T20" b="T21"/>
            <a:pathLst>
              <a:path w="686" h="213">
                <a:moveTo>
                  <a:pt x="686" y="8"/>
                </a:moveTo>
                <a:cubicBezTo>
                  <a:pt x="650" y="8"/>
                  <a:pt x="510" y="5"/>
                  <a:pt x="462" y="8"/>
                </a:cubicBezTo>
                <a:cubicBezTo>
                  <a:pt x="414" y="11"/>
                  <a:pt x="411" y="0"/>
                  <a:pt x="399" y="26"/>
                </a:cubicBezTo>
                <a:cubicBezTo>
                  <a:pt x="387" y="52"/>
                  <a:pt x="400" y="137"/>
                  <a:pt x="388" y="167"/>
                </a:cubicBezTo>
                <a:cubicBezTo>
                  <a:pt x="376" y="197"/>
                  <a:pt x="392" y="199"/>
                  <a:pt x="327" y="206"/>
                </a:cubicBezTo>
                <a:cubicBezTo>
                  <a:pt x="263" y="213"/>
                  <a:pt x="68" y="210"/>
                  <a:pt x="0" y="211"/>
                </a:cubicBezTo>
              </a:path>
            </a:pathLst>
          </a:custGeom>
          <a:noFill/>
          <a:ln w="57150">
            <a:solidFill>
              <a:schemeClr val="hlink"/>
            </a:solidFill>
            <a:round/>
            <a:headEnd type="triangle" w="med" len="lg"/>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354345" name="Text Box 62"/>
          <p:cNvSpPr txBox="1">
            <a:spLocks noChangeArrowheads="1"/>
          </p:cNvSpPr>
          <p:nvPr/>
        </p:nvSpPr>
        <p:spPr bwMode="auto">
          <a:xfrm>
            <a:off x="2873375" y="3402013"/>
            <a:ext cx="962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400" b="1">
                <a:solidFill>
                  <a:schemeClr val="hlink"/>
                </a:solidFill>
                <a:latin typeface="Arial" charset="0"/>
                <a:ea typeface="宋体" pitchFamily="2" charset="-122"/>
              </a:rPr>
              <a:t>IGMP</a:t>
            </a:r>
          </a:p>
        </p:txBody>
      </p:sp>
      <p:sp>
        <p:nvSpPr>
          <p:cNvPr id="354346" name="Text Box 63"/>
          <p:cNvSpPr txBox="1">
            <a:spLocks noChangeArrowheads="1"/>
          </p:cNvSpPr>
          <p:nvPr/>
        </p:nvSpPr>
        <p:spPr bwMode="auto">
          <a:xfrm>
            <a:off x="8418513" y="3619500"/>
            <a:ext cx="962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400" b="1">
                <a:solidFill>
                  <a:schemeClr val="hlink"/>
                </a:solidFill>
                <a:latin typeface="Arial" charset="0"/>
                <a:ea typeface="宋体" pitchFamily="2" charset="-122"/>
              </a:rPr>
              <a:t>IGMP</a:t>
            </a:r>
          </a:p>
        </p:txBody>
      </p:sp>
      <p:sp>
        <p:nvSpPr>
          <p:cNvPr id="354347" name="Text Box 64"/>
          <p:cNvSpPr txBox="1">
            <a:spLocks noChangeArrowheads="1"/>
          </p:cNvSpPr>
          <p:nvPr/>
        </p:nvSpPr>
        <p:spPr bwMode="auto">
          <a:xfrm>
            <a:off x="6300788" y="2755900"/>
            <a:ext cx="9699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400" b="1">
                <a:solidFill>
                  <a:schemeClr val="hlink"/>
                </a:solidFill>
                <a:latin typeface="Arial" charset="0"/>
                <a:ea typeface="宋体" pitchFamily="2" charset="-122"/>
              </a:rPr>
              <a:t>IGMP</a:t>
            </a:r>
          </a:p>
        </p:txBody>
      </p:sp>
      <p:sp>
        <p:nvSpPr>
          <p:cNvPr id="354348" name="Text Box 65"/>
          <p:cNvSpPr txBox="1">
            <a:spLocks noChangeArrowheads="1"/>
          </p:cNvSpPr>
          <p:nvPr/>
        </p:nvSpPr>
        <p:spPr bwMode="auto">
          <a:xfrm>
            <a:off x="8464550" y="4483100"/>
            <a:ext cx="962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400" b="1">
                <a:solidFill>
                  <a:schemeClr val="hlink"/>
                </a:solidFill>
                <a:latin typeface="Arial" charset="0"/>
                <a:ea typeface="宋体" pitchFamily="2" charset="-122"/>
              </a:rPr>
              <a:t>IGMP</a:t>
            </a:r>
          </a:p>
        </p:txBody>
      </p:sp>
      <p:sp>
        <p:nvSpPr>
          <p:cNvPr id="354349" name="Text Box 66"/>
          <p:cNvSpPr txBox="1">
            <a:spLocks noChangeArrowheads="1"/>
          </p:cNvSpPr>
          <p:nvPr/>
        </p:nvSpPr>
        <p:spPr bwMode="auto">
          <a:xfrm>
            <a:off x="5380038" y="2898775"/>
            <a:ext cx="517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400" b="1">
                <a:solidFill>
                  <a:schemeClr val="folHlink"/>
                </a:solidFill>
                <a:latin typeface="Arial" charset="0"/>
                <a:ea typeface="宋体" pitchFamily="2" charset="-122"/>
              </a:rPr>
              <a:t>R</a:t>
            </a:r>
            <a:r>
              <a:rPr lang="en-US" altLang="zh-CN" sz="2400" b="1" baseline="-25000">
                <a:solidFill>
                  <a:schemeClr val="folHlink"/>
                </a:solidFill>
                <a:latin typeface="Arial" charset="0"/>
                <a:ea typeface="宋体" pitchFamily="2" charset="-122"/>
              </a:rPr>
              <a:t>1</a:t>
            </a:r>
          </a:p>
        </p:txBody>
      </p:sp>
      <p:sp>
        <p:nvSpPr>
          <p:cNvPr id="354350" name="Text Box 67"/>
          <p:cNvSpPr txBox="1">
            <a:spLocks noChangeArrowheads="1"/>
          </p:cNvSpPr>
          <p:nvPr/>
        </p:nvSpPr>
        <p:spPr bwMode="auto">
          <a:xfrm>
            <a:off x="5321300" y="4772025"/>
            <a:ext cx="517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400" b="1">
                <a:solidFill>
                  <a:schemeClr val="folHlink"/>
                </a:solidFill>
                <a:latin typeface="Arial" charset="0"/>
                <a:ea typeface="宋体" pitchFamily="2" charset="-122"/>
              </a:rPr>
              <a:t>R</a:t>
            </a:r>
            <a:r>
              <a:rPr lang="en-US" altLang="zh-CN" sz="2400" b="1" baseline="-25000">
                <a:solidFill>
                  <a:schemeClr val="folHlink"/>
                </a:solidFill>
                <a:latin typeface="Arial" charset="0"/>
                <a:ea typeface="宋体" pitchFamily="2" charset="-122"/>
              </a:rPr>
              <a:t>4</a:t>
            </a:r>
          </a:p>
        </p:txBody>
      </p:sp>
      <p:sp>
        <p:nvSpPr>
          <p:cNvPr id="354351" name="Text Box 68"/>
          <p:cNvSpPr txBox="1">
            <a:spLocks noChangeArrowheads="1"/>
          </p:cNvSpPr>
          <p:nvPr/>
        </p:nvSpPr>
        <p:spPr bwMode="auto">
          <a:xfrm>
            <a:off x="7913688" y="3763963"/>
            <a:ext cx="517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400" b="1">
                <a:solidFill>
                  <a:schemeClr val="folHlink"/>
                </a:solidFill>
                <a:latin typeface="Arial" charset="0"/>
                <a:ea typeface="宋体" pitchFamily="2" charset="-122"/>
              </a:rPr>
              <a:t>R</a:t>
            </a:r>
            <a:r>
              <a:rPr lang="en-US" altLang="zh-CN" sz="2400" b="1" baseline="-25000">
                <a:solidFill>
                  <a:schemeClr val="folHlink"/>
                </a:solidFill>
                <a:latin typeface="Arial" charset="0"/>
                <a:ea typeface="宋体" pitchFamily="2" charset="-122"/>
              </a:rPr>
              <a:t>3</a:t>
            </a:r>
          </a:p>
        </p:txBody>
      </p:sp>
      <p:sp>
        <p:nvSpPr>
          <p:cNvPr id="354352" name="Text Box 69"/>
          <p:cNvSpPr txBox="1">
            <a:spLocks noChangeArrowheads="1"/>
          </p:cNvSpPr>
          <p:nvPr/>
        </p:nvSpPr>
        <p:spPr bwMode="auto">
          <a:xfrm>
            <a:off x="3795713" y="3644900"/>
            <a:ext cx="517525"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400" b="1">
                <a:solidFill>
                  <a:schemeClr val="folHlink"/>
                </a:solidFill>
                <a:latin typeface="Arial" charset="0"/>
                <a:ea typeface="宋体" pitchFamily="2" charset="-122"/>
              </a:rPr>
              <a:t>R</a:t>
            </a:r>
            <a:r>
              <a:rPr lang="en-US" altLang="zh-CN" sz="2400" b="1" baseline="-25000">
                <a:solidFill>
                  <a:schemeClr val="folHlink"/>
                </a:solidFill>
                <a:latin typeface="Arial" charset="0"/>
                <a:ea typeface="宋体" pitchFamily="2" charset="-122"/>
              </a:rPr>
              <a:t>2</a:t>
            </a:r>
          </a:p>
        </p:txBody>
      </p:sp>
    </p:spTree>
  </p:cSld>
  <p:clrMapOvr>
    <a:masterClrMapping/>
  </p:clrMapOvr>
  <p:transition spd="slow"/>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6354" name="Rectangle 2"/>
          <p:cNvSpPr>
            <a:spLocks noGrp="1" noChangeArrowheads="1"/>
          </p:cNvSpPr>
          <p:nvPr>
            <p:ph type="title"/>
          </p:nvPr>
        </p:nvSpPr>
        <p:spPr/>
        <p:txBody>
          <a:bodyPr/>
          <a:lstStyle/>
          <a:p>
            <a:r>
              <a:rPr lang="en-US" altLang="zh-CN" smtClean="0"/>
              <a:t>IGMP </a:t>
            </a:r>
            <a:r>
              <a:rPr lang="zh-CN" altLang="en-US" smtClean="0"/>
              <a:t>可分为两个阶段 </a:t>
            </a:r>
          </a:p>
        </p:txBody>
      </p:sp>
      <p:sp>
        <p:nvSpPr>
          <p:cNvPr id="356355" name="Rectangle 3"/>
          <p:cNvSpPr>
            <a:spLocks noGrp="1" noChangeArrowheads="1"/>
          </p:cNvSpPr>
          <p:nvPr>
            <p:ph idx="1"/>
          </p:nvPr>
        </p:nvSpPr>
        <p:spPr>
          <a:xfrm>
            <a:off x="442913" y="1266825"/>
            <a:ext cx="10801350" cy="4895850"/>
          </a:xfrm>
        </p:spPr>
        <p:txBody>
          <a:bodyPr/>
          <a:lstStyle/>
          <a:p>
            <a:r>
              <a:rPr lang="zh-CN" altLang="en-US" b="1" dirty="0" smtClean="0"/>
              <a:t>第一阶段：当某个主机加入新的多播组时，该主机应向多播组的多播地址发送 </a:t>
            </a:r>
            <a:r>
              <a:rPr lang="en-US" altLang="zh-CN" b="1" dirty="0" smtClean="0"/>
              <a:t>IGMP </a:t>
            </a:r>
            <a:r>
              <a:rPr lang="zh-CN" altLang="en-US" b="1" dirty="0" smtClean="0"/>
              <a:t>报文，声明自己要成为该组的成员。本地的多播路由器收到 </a:t>
            </a:r>
            <a:r>
              <a:rPr lang="en-US" altLang="zh-CN" b="1" dirty="0" smtClean="0"/>
              <a:t>IGMP </a:t>
            </a:r>
            <a:r>
              <a:rPr lang="zh-CN" altLang="en-US" b="1" dirty="0" smtClean="0"/>
              <a:t>报文后，将组成员关系转发给</a:t>
            </a:r>
            <a:r>
              <a:rPr lang="zh-CN" altLang="en-US" b="1" dirty="0"/>
              <a:t>互联</a:t>
            </a:r>
            <a:r>
              <a:rPr lang="zh-CN" altLang="en-US" b="1" dirty="0" smtClean="0"/>
              <a:t>网上的其他多播路由器。</a:t>
            </a:r>
            <a:endParaRPr lang="en-US" altLang="zh-CN" b="1" dirty="0" smtClean="0"/>
          </a:p>
          <a:p>
            <a:r>
              <a:rPr lang="zh-CN" altLang="en-US" b="1" dirty="0" smtClean="0"/>
              <a:t>第二阶段：因为组成员关系是动态的，因此本地多播路由器要周期性地探询本地局域网上的主机，以便知道这些主机是否还继续是组的成员。</a:t>
            </a:r>
          </a:p>
          <a:p>
            <a:pPr>
              <a:buFont typeface="Wingdings" pitchFamily="2" charset="2"/>
              <a:buNone/>
            </a:pPr>
            <a:endParaRPr lang="zh-CN" altLang="en-US" sz="1800" b="1" dirty="0" smtClean="0"/>
          </a:p>
        </p:txBody>
      </p:sp>
    </p:spTree>
  </p:cSld>
  <p:clrMapOvr>
    <a:masterClrMapping/>
  </p:clrMapOvr>
  <p:transition spd="slow"/>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8402" name="Rectangle 2"/>
          <p:cNvSpPr>
            <a:spLocks noGrp="1" noChangeArrowheads="1"/>
          </p:cNvSpPr>
          <p:nvPr>
            <p:ph type="title"/>
          </p:nvPr>
        </p:nvSpPr>
        <p:spPr/>
        <p:txBody>
          <a:bodyPr/>
          <a:lstStyle/>
          <a:p>
            <a:r>
              <a:rPr lang="zh-CN" altLang="en-US" smtClean="0"/>
              <a:t>多播路由选择</a:t>
            </a:r>
          </a:p>
        </p:txBody>
      </p:sp>
      <p:sp>
        <p:nvSpPr>
          <p:cNvPr id="358403" name="Rectangle 3"/>
          <p:cNvSpPr>
            <a:spLocks noGrp="1" noChangeArrowheads="1"/>
          </p:cNvSpPr>
          <p:nvPr>
            <p:ph idx="1"/>
          </p:nvPr>
        </p:nvSpPr>
        <p:spPr/>
        <p:txBody>
          <a:bodyPr/>
          <a:lstStyle/>
          <a:p>
            <a:r>
              <a:rPr lang="zh-CN" altLang="en-US" b="1" dirty="0" smtClean="0"/>
              <a:t>洪泛和剪除</a:t>
            </a:r>
            <a:endParaRPr lang="en-US" altLang="zh-CN" b="1" dirty="0" smtClean="0"/>
          </a:p>
          <a:p>
            <a:r>
              <a:rPr lang="zh-CN" altLang="en-US" b="1" dirty="0" smtClean="0"/>
              <a:t>隧道技术</a:t>
            </a:r>
            <a:r>
              <a:rPr lang="en-US" altLang="zh-CN" b="1" dirty="0" smtClean="0"/>
              <a:t>(tunneling)</a:t>
            </a:r>
          </a:p>
          <a:p>
            <a:r>
              <a:rPr lang="zh-CN" altLang="en-US" b="1" dirty="0" smtClean="0"/>
              <a:t>基于核心的发现技术</a:t>
            </a:r>
            <a:r>
              <a:rPr lang="en-US" altLang="zh-CN" b="1" dirty="0" smtClean="0"/>
              <a:t> </a:t>
            </a:r>
            <a:endParaRPr lang="zh-CN" altLang="en-US" b="1" dirty="0" smtClean="0"/>
          </a:p>
        </p:txBody>
      </p:sp>
    </p:spTree>
  </p:cSld>
  <p:clrMapOvr>
    <a:masterClrMapping/>
  </p:clrMapOvr>
  <p:transition spd="slow"/>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114"/>
          <p:cNvGrpSpPr>
            <a:grpSpLocks/>
          </p:cNvGrpSpPr>
          <p:nvPr/>
        </p:nvGrpSpPr>
        <p:grpSpPr bwMode="auto">
          <a:xfrm>
            <a:off x="7475529" y="4543425"/>
            <a:ext cx="3444870" cy="1962150"/>
            <a:chOff x="3749" y="2981"/>
            <a:chExt cx="2170" cy="1236"/>
          </a:xfrm>
        </p:grpSpPr>
        <p:sp>
          <p:nvSpPr>
            <p:cNvPr id="360551" name="Oval 90"/>
            <p:cNvSpPr>
              <a:spLocks noChangeArrowheads="1"/>
            </p:cNvSpPr>
            <p:nvPr/>
          </p:nvSpPr>
          <p:spPr bwMode="auto">
            <a:xfrm rot="1323552">
              <a:off x="3749" y="3356"/>
              <a:ext cx="1272" cy="861"/>
            </a:xfrm>
            <a:prstGeom prst="ellipse">
              <a:avLst/>
            </a:prstGeom>
            <a:solidFill>
              <a:srgbClr val="FFCCFF"/>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p>
              <a:pPr eaLnBrk="1" hangingPunct="1"/>
              <a:endParaRPr lang="en-US" altLang="zh-CN" b="1"/>
            </a:p>
          </p:txBody>
        </p:sp>
        <p:sp>
          <p:nvSpPr>
            <p:cNvPr id="360552" name="Text Box 91"/>
            <p:cNvSpPr txBox="1">
              <a:spLocks noChangeArrowheads="1"/>
            </p:cNvSpPr>
            <p:nvPr/>
          </p:nvSpPr>
          <p:spPr bwMode="auto">
            <a:xfrm>
              <a:off x="4639" y="2981"/>
              <a:ext cx="1280"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lang="zh-CN" altLang="en-US" sz="2400" b="1" dirty="0">
                  <a:latin typeface="Arial" charset="0"/>
                  <a:ea typeface="宋体" pitchFamily="2" charset="-122"/>
                </a:rPr>
                <a:t>剪除没有</a:t>
              </a:r>
            </a:p>
            <a:p>
              <a:pPr algn="ctr" eaLnBrk="1" hangingPunct="1"/>
              <a:r>
                <a:rPr lang="zh-CN" altLang="en-US" sz="2400" b="1" dirty="0">
                  <a:latin typeface="Arial" charset="0"/>
                  <a:ea typeface="宋体" pitchFamily="2" charset="-122"/>
                </a:rPr>
                <a:t>组成员的树枝</a:t>
              </a:r>
            </a:p>
          </p:txBody>
        </p:sp>
      </p:grpSp>
      <p:sp>
        <p:nvSpPr>
          <p:cNvPr id="360451" name="Line 4"/>
          <p:cNvSpPr>
            <a:spLocks noChangeShapeType="1"/>
          </p:cNvSpPr>
          <p:nvPr/>
        </p:nvSpPr>
        <p:spPr bwMode="auto">
          <a:xfrm>
            <a:off x="8850313" y="6175375"/>
            <a:ext cx="744537" cy="2444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0452" name="Line 5"/>
          <p:cNvSpPr>
            <a:spLocks noChangeShapeType="1"/>
          </p:cNvSpPr>
          <p:nvPr/>
        </p:nvSpPr>
        <p:spPr bwMode="auto">
          <a:xfrm>
            <a:off x="5197475" y="1598613"/>
            <a:ext cx="0" cy="61753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0453" name="Line 6"/>
          <p:cNvSpPr>
            <a:spLocks noChangeShapeType="1"/>
          </p:cNvSpPr>
          <p:nvPr/>
        </p:nvSpPr>
        <p:spPr bwMode="auto">
          <a:xfrm flipV="1">
            <a:off x="3436938" y="2408238"/>
            <a:ext cx="1722437" cy="9207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0454" name="Line 7"/>
          <p:cNvSpPr>
            <a:spLocks noChangeShapeType="1"/>
          </p:cNvSpPr>
          <p:nvPr/>
        </p:nvSpPr>
        <p:spPr bwMode="auto">
          <a:xfrm>
            <a:off x="3648075" y="5184775"/>
            <a:ext cx="32908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0455" name="Line 8"/>
          <p:cNvSpPr>
            <a:spLocks noChangeShapeType="1"/>
          </p:cNvSpPr>
          <p:nvPr/>
        </p:nvSpPr>
        <p:spPr bwMode="auto">
          <a:xfrm>
            <a:off x="3648075" y="3328988"/>
            <a:ext cx="32908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0456" name="Text Box 9"/>
          <p:cNvSpPr txBox="1">
            <a:spLocks noChangeArrowheads="1"/>
          </p:cNvSpPr>
          <p:nvPr/>
        </p:nvSpPr>
        <p:spPr bwMode="auto">
          <a:xfrm>
            <a:off x="5453063" y="1138238"/>
            <a:ext cx="8034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zh-CN" altLang="en-US" sz="2400" b="1" dirty="0">
                <a:latin typeface="Arial" charset="0"/>
                <a:ea typeface="宋体" pitchFamily="2" charset="-122"/>
              </a:rPr>
              <a:t>源点</a:t>
            </a:r>
          </a:p>
        </p:txBody>
      </p:sp>
      <p:sp>
        <p:nvSpPr>
          <p:cNvPr id="360457" name="Line 10"/>
          <p:cNvSpPr>
            <a:spLocks noChangeShapeType="1"/>
          </p:cNvSpPr>
          <p:nvPr/>
        </p:nvSpPr>
        <p:spPr bwMode="auto">
          <a:xfrm>
            <a:off x="5438775" y="2490788"/>
            <a:ext cx="1592263" cy="863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0458" name="Line 11"/>
          <p:cNvSpPr>
            <a:spLocks noChangeShapeType="1"/>
          </p:cNvSpPr>
          <p:nvPr/>
        </p:nvSpPr>
        <p:spPr bwMode="auto">
          <a:xfrm>
            <a:off x="3436938" y="3455988"/>
            <a:ext cx="0" cy="160496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0459" name="Line 12"/>
          <p:cNvSpPr>
            <a:spLocks noChangeShapeType="1"/>
          </p:cNvSpPr>
          <p:nvPr/>
        </p:nvSpPr>
        <p:spPr bwMode="auto">
          <a:xfrm>
            <a:off x="3540125" y="5308600"/>
            <a:ext cx="1593850" cy="11112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0460" name="Line 13"/>
          <p:cNvSpPr>
            <a:spLocks noChangeShapeType="1"/>
          </p:cNvSpPr>
          <p:nvPr/>
        </p:nvSpPr>
        <p:spPr bwMode="auto">
          <a:xfrm>
            <a:off x="7150100" y="3455988"/>
            <a:ext cx="0" cy="172878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0461" name="Line 14"/>
          <p:cNvSpPr>
            <a:spLocks noChangeShapeType="1"/>
          </p:cNvSpPr>
          <p:nvPr/>
        </p:nvSpPr>
        <p:spPr bwMode="auto">
          <a:xfrm flipH="1">
            <a:off x="5453063" y="5184775"/>
            <a:ext cx="1697037" cy="12350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0462" name="Line 15"/>
          <p:cNvSpPr>
            <a:spLocks noChangeShapeType="1"/>
          </p:cNvSpPr>
          <p:nvPr/>
        </p:nvSpPr>
        <p:spPr bwMode="auto">
          <a:xfrm flipH="1">
            <a:off x="2162175" y="5184775"/>
            <a:ext cx="1168400" cy="990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0463" name="Line 16"/>
          <p:cNvSpPr>
            <a:spLocks noChangeShapeType="1"/>
          </p:cNvSpPr>
          <p:nvPr/>
        </p:nvSpPr>
        <p:spPr bwMode="auto">
          <a:xfrm>
            <a:off x="7258050" y="5184775"/>
            <a:ext cx="1485900" cy="990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pic>
        <p:nvPicPr>
          <p:cNvPr id="360464" name="Picture 1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7850" y="3084513"/>
            <a:ext cx="74453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360465" name="Picture 1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6475" y="981075"/>
            <a:ext cx="738188"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0466" name="Picture 19"/>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2838" y="6175375"/>
            <a:ext cx="744537"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360467" name="Picture 20"/>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7850" y="4938713"/>
            <a:ext cx="744538"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360468" name="Picture 21"/>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6238" y="4938713"/>
            <a:ext cx="744537"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360469" name="Picture 2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6238" y="3084513"/>
            <a:ext cx="744537"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360470" name="Picture 2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6725" y="6049963"/>
            <a:ext cx="746125"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360471" name="Picture 2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6913" y="5929313"/>
            <a:ext cx="744537"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nvGrpSpPr>
          <p:cNvPr id="3" name="Group 35"/>
          <p:cNvGrpSpPr>
            <a:grpSpLocks/>
          </p:cNvGrpSpPr>
          <p:nvPr/>
        </p:nvGrpSpPr>
        <p:grpSpPr bwMode="auto">
          <a:xfrm>
            <a:off x="5992813" y="3008313"/>
            <a:ext cx="212725" cy="247650"/>
            <a:chOff x="3470" y="572"/>
            <a:chExt cx="91" cy="91"/>
          </a:xfrm>
        </p:grpSpPr>
        <p:sp>
          <p:nvSpPr>
            <p:cNvPr id="360549" name="Line 36"/>
            <p:cNvSpPr>
              <a:spLocks noChangeShapeType="1"/>
            </p:cNvSpPr>
            <p:nvPr/>
          </p:nvSpPr>
          <p:spPr bwMode="auto">
            <a:xfrm>
              <a:off x="3470" y="572"/>
              <a:ext cx="90" cy="91"/>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0550" name="Line 37"/>
            <p:cNvSpPr>
              <a:spLocks noChangeShapeType="1"/>
            </p:cNvSpPr>
            <p:nvPr/>
          </p:nvSpPr>
          <p:spPr bwMode="auto">
            <a:xfrm rot="5400000">
              <a:off x="3471" y="571"/>
              <a:ext cx="90" cy="91"/>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4" name="Group 110"/>
          <p:cNvGrpSpPr>
            <a:grpSpLocks/>
          </p:cNvGrpSpPr>
          <p:nvPr/>
        </p:nvGrpSpPr>
        <p:grpSpPr bwMode="auto">
          <a:xfrm>
            <a:off x="4333875" y="3403600"/>
            <a:ext cx="3133725" cy="1285875"/>
            <a:chOff x="1770" y="2263"/>
            <a:chExt cx="1974" cy="810"/>
          </a:xfrm>
        </p:grpSpPr>
        <p:grpSp>
          <p:nvGrpSpPr>
            <p:cNvPr id="360543" name="Group 25"/>
            <p:cNvGrpSpPr>
              <a:grpSpLocks/>
            </p:cNvGrpSpPr>
            <p:nvPr/>
          </p:nvGrpSpPr>
          <p:grpSpPr bwMode="auto">
            <a:xfrm rot="5400000">
              <a:off x="3406" y="2735"/>
              <a:ext cx="544" cy="132"/>
              <a:chOff x="4105" y="1253"/>
              <a:chExt cx="317" cy="90"/>
            </a:xfrm>
          </p:grpSpPr>
          <p:sp>
            <p:nvSpPr>
              <p:cNvPr id="360547" name="Rectangle 26"/>
              <p:cNvSpPr>
                <a:spLocks noChangeArrowheads="1"/>
              </p:cNvSpPr>
              <p:nvPr/>
            </p:nvSpPr>
            <p:spPr bwMode="auto">
              <a:xfrm>
                <a:off x="4105" y="1253"/>
                <a:ext cx="181" cy="90"/>
              </a:xfrm>
              <a:prstGeom prst="rect">
                <a:avLst/>
              </a:prstGeom>
              <a:solidFill>
                <a:schemeClr val="folHlink"/>
              </a:solidFill>
              <a:ln w="9525">
                <a:solidFill>
                  <a:schemeClr val="folHlink"/>
                </a:solidFill>
                <a:miter lim="800000"/>
                <a:headEnd/>
                <a:tailEnd/>
              </a:ln>
            </p:spPr>
            <p:txBody>
              <a:bodyPr wrap="none" anchor="ctr"/>
              <a:lstStyle/>
              <a:p>
                <a:pPr eaLnBrk="1" hangingPunct="1"/>
                <a:endParaRPr lang="en-US" altLang="zh-CN" b="1"/>
              </a:p>
            </p:txBody>
          </p:sp>
          <p:sp>
            <p:nvSpPr>
              <p:cNvPr id="360548" name="Line 27"/>
              <p:cNvSpPr>
                <a:spLocks noChangeShapeType="1"/>
              </p:cNvSpPr>
              <p:nvPr/>
            </p:nvSpPr>
            <p:spPr bwMode="auto">
              <a:xfrm flipV="1">
                <a:off x="4150" y="1298"/>
                <a:ext cx="272" cy="0"/>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grpSp>
        <p:grpSp>
          <p:nvGrpSpPr>
            <p:cNvPr id="360544" name="Group 39"/>
            <p:cNvGrpSpPr>
              <a:grpSpLocks/>
            </p:cNvGrpSpPr>
            <p:nvPr/>
          </p:nvGrpSpPr>
          <p:grpSpPr bwMode="auto">
            <a:xfrm flipH="1">
              <a:off x="1770" y="2263"/>
              <a:ext cx="468" cy="155"/>
              <a:chOff x="4105" y="1253"/>
              <a:chExt cx="317" cy="90"/>
            </a:xfrm>
          </p:grpSpPr>
          <p:sp>
            <p:nvSpPr>
              <p:cNvPr id="360545" name="Rectangle 40"/>
              <p:cNvSpPr>
                <a:spLocks noChangeArrowheads="1"/>
              </p:cNvSpPr>
              <p:nvPr/>
            </p:nvSpPr>
            <p:spPr bwMode="auto">
              <a:xfrm>
                <a:off x="4105" y="1253"/>
                <a:ext cx="181" cy="90"/>
              </a:xfrm>
              <a:prstGeom prst="rect">
                <a:avLst/>
              </a:prstGeom>
              <a:solidFill>
                <a:schemeClr val="folHlink"/>
              </a:solidFill>
              <a:ln w="9525">
                <a:solidFill>
                  <a:schemeClr val="folHlink"/>
                </a:solidFill>
                <a:miter lim="800000"/>
                <a:headEnd/>
                <a:tailEnd/>
              </a:ln>
            </p:spPr>
            <p:txBody>
              <a:bodyPr wrap="none" anchor="ctr"/>
              <a:lstStyle/>
              <a:p>
                <a:pPr eaLnBrk="1" hangingPunct="1"/>
                <a:endParaRPr lang="en-US" altLang="zh-CN" b="1"/>
              </a:p>
            </p:txBody>
          </p:sp>
          <p:sp>
            <p:nvSpPr>
              <p:cNvPr id="360546" name="Line 41"/>
              <p:cNvSpPr>
                <a:spLocks noChangeShapeType="1"/>
              </p:cNvSpPr>
              <p:nvPr/>
            </p:nvSpPr>
            <p:spPr bwMode="auto">
              <a:xfrm flipV="1">
                <a:off x="4150" y="1298"/>
                <a:ext cx="272" cy="0"/>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grpSp>
      </p:grpSp>
      <p:grpSp>
        <p:nvGrpSpPr>
          <p:cNvPr id="7" name="Group 42"/>
          <p:cNvGrpSpPr>
            <a:grpSpLocks/>
          </p:cNvGrpSpPr>
          <p:nvPr/>
        </p:nvGrpSpPr>
        <p:grpSpPr bwMode="auto">
          <a:xfrm flipH="1">
            <a:off x="4121150" y="3403600"/>
            <a:ext cx="212725" cy="249238"/>
            <a:chOff x="3470" y="572"/>
            <a:chExt cx="91" cy="91"/>
          </a:xfrm>
        </p:grpSpPr>
        <p:sp>
          <p:nvSpPr>
            <p:cNvPr id="360541" name="Line 43"/>
            <p:cNvSpPr>
              <a:spLocks noChangeShapeType="1"/>
            </p:cNvSpPr>
            <p:nvPr/>
          </p:nvSpPr>
          <p:spPr bwMode="auto">
            <a:xfrm>
              <a:off x="3470" y="572"/>
              <a:ext cx="90" cy="91"/>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0542" name="Line 44"/>
            <p:cNvSpPr>
              <a:spLocks noChangeShapeType="1"/>
            </p:cNvSpPr>
            <p:nvPr/>
          </p:nvSpPr>
          <p:spPr bwMode="auto">
            <a:xfrm rot="5400000">
              <a:off x="3471" y="571"/>
              <a:ext cx="90" cy="91"/>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8" name="Group 109"/>
          <p:cNvGrpSpPr>
            <a:grpSpLocks/>
          </p:cNvGrpSpPr>
          <p:nvPr/>
        </p:nvGrpSpPr>
        <p:grpSpPr bwMode="auto">
          <a:xfrm>
            <a:off x="3540125" y="3008313"/>
            <a:ext cx="2452688" cy="1557337"/>
            <a:chOff x="1270" y="2014"/>
            <a:chExt cx="1545" cy="981"/>
          </a:xfrm>
        </p:grpSpPr>
        <p:grpSp>
          <p:nvGrpSpPr>
            <p:cNvPr id="360535" name="Group 32"/>
            <p:cNvGrpSpPr>
              <a:grpSpLocks/>
            </p:cNvGrpSpPr>
            <p:nvPr/>
          </p:nvGrpSpPr>
          <p:grpSpPr bwMode="auto">
            <a:xfrm>
              <a:off x="2349" y="2014"/>
              <a:ext cx="466" cy="154"/>
              <a:chOff x="4105" y="1253"/>
              <a:chExt cx="317" cy="90"/>
            </a:xfrm>
          </p:grpSpPr>
          <p:sp>
            <p:nvSpPr>
              <p:cNvPr id="360539" name="Rectangle 33"/>
              <p:cNvSpPr>
                <a:spLocks noChangeArrowheads="1"/>
              </p:cNvSpPr>
              <p:nvPr/>
            </p:nvSpPr>
            <p:spPr bwMode="auto">
              <a:xfrm>
                <a:off x="4105" y="1253"/>
                <a:ext cx="181" cy="90"/>
              </a:xfrm>
              <a:prstGeom prst="rect">
                <a:avLst/>
              </a:prstGeom>
              <a:solidFill>
                <a:schemeClr val="folHlink"/>
              </a:solidFill>
              <a:ln w="9525">
                <a:solidFill>
                  <a:schemeClr val="folHlink"/>
                </a:solidFill>
                <a:miter lim="800000"/>
                <a:headEnd/>
                <a:tailEnd/>
              </a:ln>
            </p:spPr>
            <p:txBody>
              <a:bodyPr wrap="none" anchor="ctr"/>
              <a:lstStyle/>
              <a:p>
                <a:pPr eaLnBrk="1" hangingPunct="1"/>
                <a:endParaRPr lang="en-US" altLang="zh-CN" b="1"/>
              </a:p>
            </p:txBody>
          </p:sp>
          <p:sp>
            <p:nvSpPr>
              <p:cNvPr id="360540" name="Line 34"/>
              <p:cNvSpPr>
                <a:spLocks noChangeShapeType="1"/>
              </p:cNvSpPr>
              <p:nvPr/>
            </p:nvSpPr>
            <p:spPr bwMode="auto">
              <a:xfrm flipV="1">
                <a:off x="4150" y="1298"/>
                <a:ext cx="272" cy="0"/>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grpSp>
        <p:grpSp>
          <p:nvGrpSpPr>
            <p:cNvPr id="360536" name="Group 45"/>
            <p:cNvGrpSpPr>
              <a:grpSpLocks/>
            </p:cNvGrpSpPr>
            <p:nvPr/>
          </p:nvGrpSpPr>
          <p:grpSpPr bwMode="auto">
            <a:xfrm rot="5400000">
              <a:off x="1064" y="2656"/>
              <a:ext cx="545" cy="134"/>
              <a:chOff x="4105" y="1253"/>
              <a:chExt cx="317" cy="90"/>
            </a:xfrm>
          </p:grpSpPr>
          <p:sp>
            <p:nvSpPr>
              <p:cNvPr id="360537" name="Rectangle 46"/>
              <p:cNvSpPr>
                <a:spLocks noChangeArrowheads="1"/>
              </p:cNvSpPr>
              <p:nvPr/>
            </p:nvSpPr>
            <p:spPr bwMode="auto">
              <a:xfrm>
                <a:off x="4105" y="1253"/>
                <a:ext cx="181" cy="90"/>
              </a:xfrm>
              <a:prstGeom prst="rect">
                <a:avLst/>
              </a:prstGeom>
              <a:solidFill>
                <a:schemeClr val="folHlink"/>
              </a:solidFill>
              <a:ln w="9525">
                <a:solidFill>
                  <a:schemeClr val="folHlink"/>
                </a:solidFill>
                <a:miter lim="800000"/>
                <a:headEnd/>
                <a:tailEnd/>
              </a:ln>
            </p:spPr>
            <p:txBody>
              <a:bodyPr wrap="none" anchor="ctr"/>
              <a:lstStyle/>
              <a:p>
                <a:pPr eaLnBrk="1" hangingPunct="1"/>
                <a:endParaRPr lang="en-US" altLang="zh-CN" b="1"/>
              </a:p>
            </p:txBody>
          </p:sp>
          <p:sp>
            <p:nvSpPr>
              <p:cNvPr id="360538" name="Line 47"/>
              <p:cNvSpPr>
                <a:spLocks noChangeShapeType="1"/>
              </p:cNvSpPr>
              <p:nvPr/>
            </p:nvSpPr>
            <p:spPr bwMode="auto">
              <a:xfrm flipV="1">
                <a:off x="4150" y="1298"/>
                <a:ext cx="272" cy="0"/>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grpSp>
      </p:grpSp>
      <p:grpSp>
        <p:nvGrpSpPr>
          <p:cNvPr id="11" name="Group 52"/>
          <p:cNvGrpSpPr>
            <a:grpSpLocks/>
          </p:cNvGrpSpPr>
          <p:nvPr/>
        </p:nvGrpSpPr>
        <p:grpSpPr bwMode="auto">
          <a:xfrm>
            <a:off x="6416675" y="5256213"/>
            <a:ext cx="212725" cy="246062"/>
            <a:chOff x="3470" y="572"/>
            <a:chExt cx="91" cy="91"/>
          </a:xfrm>
        </p:grpSpPr>
        <p:sp>
          <p:nvSpPr>
            <p:cNvPr id="360533" name="Line 53"/>
            <p:cNvSpPr>
              <a:spLocks noChangeShapeType="1"/>
            </p:cNvSpPr>
            <p:nvPr/>
          </p:nvSpPr>
          <p:spPr bwMode="auto">
            <a:xfrm>
              <a:off x="3470" y="572"/>
              <a:ext cx="90" cy="91"/>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0534" name="Line 54"/>
            <p:cNvSpPr>
              <a:spLocks noChangeShapeType="1"/>
            </p:cNvSpPr>
            <p:nvPr/>
          </p:nvSpPr>
          <p:spPr bwMode="auto">
            <a:xfrm rot="5400000">
              <a:off x="3471" y="571"/>
              <a:ext cx="90" cy="91"/>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12" name="Group 111"/>
          <p:cNvGrpSpPr>
            <a:grpSpLocks/>
          </p:cNvGrpSpPr>
          <p:nvPr/>
        </p:nvGrpSpPr>
        <p:grpSpPr bwMode="auto">
          <a:xfrm>
            <a:off x="2190750" y="5256213"/>
            <a:ext cx="4225925" cy="546100"/>
            <a:chOff x="420" y="3430"/>
            <a:chExt cx="2662" cy="344"/>
          </a:xfrm>
        </p:grpSpPr>
        <p:grpSp>
          <p:nvGrpSpPr>
            <p:cNvPr id="360524" name="Group 49"/>
            <p:cNvGrpSpPr>
              <a:grpSpLocks/>
            </p:cNvGrpSpPr>
            <p:nvPr/>
          </p:nvGrpSpPr>
          <p:grpSpPr bwMode="auto">
            <a:xfrm>
              <a:off x="2614" y="3430"/>
              <a:ext cx="468" cy="153"/>
              <a:chOff x="4105" y="1253"/>
              <a:chExt cx="317" cy="90"/>
            </a:xfrm>
          </p:grpSpPr>
          <p:sp>
            <p:nvSpPr>
              <p:cNvPr id="360531" name="Rectangle 50"/>
              <p:cNvSpPr>
                <a:spLocks noChangeArrowheads="1"/>
              </p:cNvSpPr>
              <p:nvPr/>
            </p:nvSpPr>
            <p:spPr bwMode="auto">
              <a:xfrm>
                <a:off x="4105" y="1253"/>
                <a:ext cx="181" cy="90"/>
              </a:xfrm>
              <a:prstGeom prst="rect">
                <a:avLst/>
              </a:prstGeom>
              <a:solidFill>
                <a:schemeClr val="folHlink"/>
              </a:solidFill>
              <a:ln w="9525">
                <a:solidFill>
                  <a:schemeClr val="folHlink"/>
                </a:solidFill>
                <a:miter lim="800000"/>
                <a:headEnd/>
                <a:tailEnd/>
              </a:ln>
            </p:spPr>
            <p:txBody>
              <a:bodyPr wrap="none" anchor="ctr"/>
              <a:lstStyle/>
              <a:p>
                <a:pPr eaLnBrk="1" hangingPunct="1"/>
                <a:endParaRPr lang="en-US" altLang="zh-CN" b="1"/>
              </a:p>
            </p:txBody>
          </p:sp>
          <p:sp>
            <p:nvSpPr>
              <p:cNvPr id="360532" name="Line 51"/>
              <p:cNvSpPr>
                <a:spLocks noChangeShapeType="1"/>
              </p:cNvSpPr>
              <p:nvPr/>
            </p:nvSpPr>
            <p:spPr bwMode="auto">
              <a:xfrm flipV="1">
                <a:off x="4150" y="1298"/>
                <a:ext cx="272" cy="0"/>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grpSp>
        <p:grpSp>
          <p:nvGrpSpPr>
            <p:cNvPr id="360525" name="Group 62"/>
            <p:cNvGrpSpPr>
              <a:grpSpLocks/>
            </p:cNvGrpSpPr>
            <p:nvPr/>
          </p:nvGrpSpPr>
          <p:grpSpPr bwMode="auto">
            <a:xfrm rot="19424285" flipH="1">
              <a:off x="420" y="3551"/>
              <a:ext cx="468" cy="154"/>
              <a:chOff x="4105" y="1253"/>
              <a:chExt cx="317" cy="90"/>
            </a:xfrm>
          </p:grpSpPr>
          <p:sp>
            <p:nvSpPr>
              <p:cNvPr id="360529" name="Rectangle 63"/>
              <p:cNvSpPr>
                <a:spLocks noChangeArrowheads="1"/>
              </p:cNvSpPr>
              <p:nvPr/>
            </p:nvSpPr>
            <p:spPr bwMode="auto">
              <a:xfrm>
                <a:off x="4105" y="1253"/>
                <a:ext cx="181" cy="90"/>
              </a:xfrm>
              <a:prstGeom prst="rect">
                <a:avLst/>
              </a:prstGeom>
              <a:solidFill>
                <a:schemeClr val="folHlink"/>
              </a:solidFill>
              <a:ln w="9525">
                <a:solidFill>
                  <a:schemeClr val="folHlink"/>
                </a:solidFill>
                <a:miter lim="800000"/>
                <a:headEnd/>
                <a:tailEnd/>
              </a:ln>
            </p:spPr>
            <p:txBody>
              <a:bodyPr wrap="none" anchor="ctr"/>
              <a:lstStyle/>
              <a:p>
                <a:pPr eaLnBrk="1" hangingPunct="1"/>
                <a:endParaRPr lang="en-US" altLang="zh-CN" b="1"/>
              </a:p>
            </p:txBody>
          </p:sp>
          <p:sp>
            <p:nvSpPr>
              <p:cNvPr id="360530" name="Line 64"/>
              <p:cNvSpPr>
                <a:spLocks noChangeShapeType="1"/>
              </p:cNvSpPr>
              <p:nvPr/>
            </p:nvSpPr>
            <p:spPr bwMode="auto">
              <a:xfrm flipV="1">
                <a:off x="4150" y="1298"/>
                <a:ext cx="272" cy="0"/>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grpSp>
        <p:grpSp>
          <p:nvGrpSpPr>
            <p:cNvPr id="360526" name="Group 65"/>
            <p:cNvGrpSpPr>
              <a:grpSpLocks/>
            </p:cNvGrpSpPr>
            <p:nvPr/>
          </p:nvGrpSpPr>
          <p:grpSpPr bwMode="auto">
            <a:xfrm rot="1818208">
              <a:off x="1606" y="3619"/>
              <a:ext cx="467" cy="155"/>
              <a:chOff x="4105" y="1253"/>
              <a:chExt cx="317" cy="90"/>
            </a:xfrm>
          </p:grpSpPr>
          <p:sp>
            <p:nvSpPr>
              <p:cNvPr id="360527" name="Rectangle 66"/>
              <p:cNvSpPr>
                <a:spLocks noChangeArrowheads="1"/>
              </p:cNvSpPr>
              <p:nvPr/>
            </p:nvSpPr>
            <p:spPr bwMode="auto">
              <a:xfrm>
                <a:off x="4105" y="1253"/>
                <a:ext cx="181" cy="90"/>
              </a:xfrm>
              <a:prstGeom prst="rect">
                <a:avLst/>
              </a:prstGeom>
              <a:solidFill>
                <a:schemeClr val="folHlink"/>
              </a:solidFill>
              <a:ln w="9525">
                <a:solidFill>
                  <a:schemeClr val="folHlink"/>
                </a:solidFill>
                <a:miter lim="800000"/>
                <a:headEnd/>
                <a:tailEnd/>
              </a:ln>
            </p:spPr>
            <p:txBody>
              <a:bodyPr wrap="none" anchor="ctr"/>
              <a:lstStyle/>
              <a:p>
                <a:pPr eaLnBrk="1" hangingPunct="1"/>
                <a:endParaRPr lang="en-US" altLang="zh-CN" b="1"/>
              </a:p>
            </p:txBody>
          </p:sp>
          <p:sp>
            <p:nvSpPr>
              <p:cNvPr id="360528" name="Line 67"/>
              <p:cNvSpPr>
                <a:spLocks noChangeShapeType="1"/>
              </p:cNvSpPr>
              <p:nvPr/>
            </p:nvSpPr>
            <p:spPr bwMode="auto">
              <a:xfrm flipV="1">
                <a:off x="4150" y="1298"/>
                <a:ext cx="272" cy="0"/>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grpSp>
      </p:grpSp>
      <p:grpSp>
        <p:nvGrpSpPr>
          <p:cNvPr id="16" name="Group 108"/>
          <p:cNvGrpSpPr>
            <a:grpSpLocks/>
          </p:cNvGrpSpPr>
          <p:nvPr/>
        </p:nvGrpSpPr>
        <p:grpSpPr bwMode="auto">
          <a:xfrm>
            <a:off x="3881438" y="2520950"/>
            <a:ext cx="2746375" cy="312738"/>
            <a:chOff x="1485" y="1707"/>
            <a:chExt cx="1730" cy="197"/>
          </a:xfrm>
        </p:grpSpPr>
        <p:grpSp>
          <p:nvGrpSpPr>
            <p:cNvPr id="360518" name="Group 28"/>
            <p:cNvGrpSpPr>
              <a:grpSpLocks/>
            </p:cNvGrpSpPr>
            <p:nvPr/>
          </p:nvGrpSpPr>
          <p:grpSpPr bwMode="auto">
            <a:xfrm rot="1498195">
              <a:off x="2747" y="1749"/>
              <a:ext cx="468" cy="155"/>
              <a:chOff x="4105" y="1253"/>
              <a:chExt cx="317" cy="90"/>
            </a:xfrm>
          </p:grpSpPr>
          <p:sp>
            <p:nvSpPr>
              <p:cNvPr id="360522" name="Rectangle 29"/>
              <p:cNvSpPr>
                <a:spLocks noChangeArrowheads="1"/>
              </p:cNvSpPr>
              <p:nvPr/>
            </p:nvSpPr>
            <p:spPr bwMode="auto">
              <a:xfrm>
                <a:off x="4105" y="1253"/>
                <a:ext cx="181" cy="90"/>
              </a:xfrm>
              <a:prstGeom prst="rect">
                <a:avLst/>
              </a:prstGeom>
              <a:solidFill>
                <a:schemeClr val="folHlink"/>
              </a:solidFill>
              <a:ln w="9525">
                <a:solidFill>
                  <a:schemeClr val="folHlink"/>
                </a:solidFill>
                <a:miter lim="800000"/>
                <a:headEnd/>
                <a:tailEnd/>
              </a:ln>
            </p:spPr>
            <p:txBody>
              <a:bodyPr wrap="none" anchor="ctr"/>
              <a:lstStyle/>
              <a:p>
                <a:pPr eaLnBrk="1" hangingPunct="1"/>
                <a:endParaRPr lang="en-US" altLang="zh-CN" b="1"/>
              </a:p>
            </p:txBody>
          </p:sp>
          <p:sp>
            <p:nvSpPr>
              <p:cNvPr id="360523" name="Line 30"/>
              <p:cNvSpPr>
                <a:spLocks noChangeShapeType="1"/>
              </p:cNvSpPr>
              <p:nvPr/>
            </p:nvSpPr>
            <p:spPr bwMode="auto">
              <a:xfrm flipV="1">
                <a:off x="4150" y="1298"/>
                <a:ext cx="272" cy="0"/>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grpSp>
        <p:grpSp>
          <p:nvGrpSpPr>
            <p:cNvPr id="360519" name="Group 71"/>
            <p:cNvGrpSpPr>
              <a:grpSpLocks/>
            </p:cNvGrpSpPr>
            <p:nvPr/>
          </p:nvGrpSpPr>
          <p:grpSpPr bwMode="auto">
            <a:xfrm rot="20121053" flipH="1">
              <a:off x="1485" y="1707"/>
              <a:ext cx="467" cy="156"/>
              <a:chOff x="4105" y="1253"/>
              <a:chExt cx="317" cy="90"/>
            </a:xfrm>
          </p:grpSpPr>
          <p:sp>
            <p:nvSpPr>
              <p:cNvPr id="360520" name="Rectangle 72"/>
              <p:cNvSpPr>
                <a:spLocks noChangeArrowheads="1"/>
              </p:cNvSpPr>
              <p:nvPr/>
            </p:nvSpPr>
            <p:spPr bwMode="auto">
              <a:xfrm>
                <a:off x="4105" y="1253"/>
                <a:ext cx="181" cy="90"/>
              </a:xfrm>
              <a:prstGeom prst="rect">
                <a:avLst/>
              </a:prstGeom>
              <a:solidFill>
                <a:schemeClr val="folHlink"/>
              </a:solidFill>
              <a:ln w="9525">
                <a:solidFill>
                  <a:schemeClr val="folHlink"/>
                </a:solidFill>
                <a:miter lim="800000"/>
                <a:headEnd/>
                <a:tailEnd/>
              </a:ln>
            </p:spPr>
            <p:txBody>
              <a:bodyPr wrap="none" anchor="ctr"/>
              <a:lstStyle/>
              <a:p>
                <a:pPr eaLnBrk="1" hangingPunct="1"/>
                <a:endParaRPr lang="en-US" altLang="zh-CN" b="1"/>
              </a:p>
            </p:txBody>
          </p:sp>
          <p:sp>
            <p:nvSpPr>
              <p:cNvPr id="360521" name="Line 73"/>
              <p:cNvSpPr>
                <a:spLocks noChangeShapeType="1"/>
              </p:cNvSpPr>
              <p:nvPr/>
            </p:nvSpPr>
            <p:spPr bwMode="auto">
              <a:xfrm flipV="1">
                <a:off x="4150" y="1298"/>
                <a:ext cx="272" cy="0"/>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grpSp>
      </p:grpSp>
      <p:sp>
        <p:nvSpPr>
          <p:cNvPr id="360479" name="Text Box 74"/>
          <p:cNvSpPr txBox="1">
            <a:spLocks noChangeArrowheads="1"/>
          </p:cNvSpPr>
          <p:nvPr/>
        </p:nvSpPr>
        <p:spPr bwMode="auto">
          <a:xfrm>
            <a:off x="7413625" y="3078163"/>
            <a:ext cx="5207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400" b="1">
                <a:solidFill>
                  <a:schemeClr val="tx2">
                    <a:lumMod val="60000"/>
                    <a:lumOff val="40000"/>
                  </a:schemeClr>
                </a:solidFill>
                <a:latin typeface="Arial" charset="0"/>
                <a:ea typeface="宋体" pitchFamily="2" charset="-122"/>
              </a:rPr>
              <a:t>R</a:t>
            </a:r>
            <a:r>
              <a:rPr lang="en-US" altLang="zh-CN" sz="2400" b="1" baseline="-25000">
                <a:solidFill>
                  <a:schemeClr val="tx2">
                    <a:lumMod val="60000"/>
                    <a:lumOff val="40000"/>
                  </a:schemeClr>
                </a:solidFill>
                <a:latin typeface="Arial" charset="0"/>
                <a:ea typeface="宋体" pitchFamily="2" charset="-122"/>
              </a:rPr>
              <a:t>3</a:t>
            </a:r>
          </a:p>
        </p:txBody>
      </p:sp>
      <p:sp>
        <p:nvSpPr>
          <p:cNvPr id="360480" name="Text Box 75"/>
          <p:cNvSpPr txBox="1">
            <a:spLocks noChangeArrowheads="1"/>
          </p:cNvSpPr>
          <p:nvPr/>
        </p:nvSpPr>
        <p:spPr bwMode="auto">
          <a:xfrm>
            <a:off x="2798763" y="4548188"/>
            <a:ext cx="517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400" b="1">
                <a:solidFill>
                  <a:schemeClr val="tx2">
                    <a:lumMod val="60000"/>
                    <a:lumOff val="40000"/>
                  </a:schemeClr>
                </a:solidFill>
                <a:latin typeface="Arial" charset="0"/>
                <a:ea typeface="宋体" pitchFamily="2" charset="-122"/>
              </a:rPr>
              <a:t>R</a:t>
            </a:r>
            <a:r>
              <a:rPr lang="en-US" altLang="zh-CN" sz="2400" b="1" baseline="-25000">
                <a:solidFill>
                  <a:schemeClr val="tx2">
                    <a:lumMod val="60000"/>
                    <a:lumOff val="40000"/>
                  </a:schemeClr>
                </a:solidFill>
                <a:latin typeface="Arial" charset="0"/>
                <a:ea typeface="宋体" pitchFamily="2" charset="-122"/>
              </a:rPr>
              <a:t>4</a:t>
            </a:r>
          </a:p>
        </p:txBody>
      </p:sp>
      <p:sp>
        <p:nvSpPr>
          <p:cNvPr id="360481" name="Text Box 76"/>
          <p:cNvSpPr txBox="1">
            <a:spLocks noChangeArrowheads="1"/>
          </p:cNvSpPr>
          <p:nvPr/>
        </p:nvSpPr>
        <p:spPr bwMode="auto">
          <a:xfrm>
            <a:off x="1524000" y="5556250"/>
            <a:ext cx="517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400" b="1">
                <a:solidFill>
                  <a:schemeClr val="tx2">
                    <a:lumMod val="60000"/>
                    <a:lumOff val="40000"/>
                  </a:schemeClr>
                </a:solidFill>
                <a:latin typeface="Arial" charset="0"/>
                <a:ea typeface="宋体" pitchFamily="2" charset="-122"/>
              </a:rPr>
              <a:t>R</a:t>
            </a:r>
            <a:r>
              <a:rPr lang="en-US" altLang="zh-CN" sz="2400" b="1" baseline="-25000">
                <a:solidFill>
                  <a:schemeClr val="tx2">
                    <a:lumMod val="60000"/>
                    <a:lumOff val="40000"/>
                  </a:schemeClr>
                </a:solidFill>
                <a:latin typeface="Arial" charset="0"/>
                <a:ea typeface="宋体" pitchFamily="2" charset="-122"/>
              </a:rPr>
              <a:t>6</a:t>
            </a:r>
          </a:p>
        </p:txBody>
      </p:sp>
      <p:sp>
        <p:nvSpPr>
          <p:cNvPr id="360482" name="Text Box 77"/>
          <p:cNvSpPr txBox="1">
            <a:spLocks noChangeArrowheads="1"/>
          </p:cNvSpPr>
          <p:nvPr/>
        </p:nvSpPr>
        <p:spPr bwMode="auto">
          <a:xfrm>
            <a:off x="4922838" y="5711825"/>
            <a:ext cx="517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400" b="1">
                <a:solidFill>
                  <a:schemeClr val="tx2">
                    <a:lumMod val="60000"/>
                    <a:lumOff val="40000"/>
                  </a:schemeClr>
                </a:solidFill>
                <a:latin typeface="Arial" charset="0"/>
                <a:ea typeface="宋体" pitchFamily="2" charset="-122"/>
              </a:rPr>
              <a:t>R</a:t>
            </a:r>
            <a:r>
              <a:rPr lang="en-US" altLang="zh-CN" sz="2400" b="1" baseline="-25000">
                <a:solidFill>
                  <a:schemeClr val="tx2">
                    <a:lumMod val="60000"/>
                    <a:lumOff val="40000"/>
                  </a:schemeClr>
                </a:solidFill>
                <a:latin typeface="Arial" charset="0"/>
                <a:ea typeface="宋体" pitchFamily="2" charset="-122"/>
              </a:rPr>
              <a:t>7</a:t>
            </a:r>
          </a:p>
        </p:txBody>
      </p:sp>
      <p:sp>
        <p:nvSpPr>
          <p:cNvPr id="360483" name="Text Box 78"/>
          <p:cNvSpPr txBox="1">
            <a:spLocks noChangeArrowheads="1"/>
          </p:cNvSpPr>
          <p:nvPr/>
        </p:nvSpPr>
        <p:spPr bwMode="auto">
          <a:xfrm>
            <a:off x="8529638" y="5480050"/>
            <a:ext cx="517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400" b="1" dirty="0">
                <a:solidFill>
                  <a:schemeClr val="tx2">
                    <a:lumMod val="60000"/>
                    <a:lumOff val="40000"/>
                  </a:schemeClr>
                </a:solidFill>
                <a:latin typeface="Arial" charset="0"/>
                <a:ea typeface="宋体" pitchFamily="2" charset="-122"/>
              </a:rPr>
              <a:t>R</a:t>
            </a:r>
            <a:r>
              <a:rPr lang="en-US" altLang="zh-CN" sz="2400" b="1" baseline="-25000" dirty="0">
                <a:solidFill>
                  <a:schemeClr val="tx2">
                    <a:lumMod val="60000"/>
                    <a:lumOff val="40000"/>
                  </a:schemeClr>
                </a:solidFill>
                <a:latin typeface="Arial" charset="0"/>
                <a:ea typeface="宋体" pitchFamily="2" charset="-122"/>
              </a:rPr>
              <a:t>8</a:t>
            </a:r>
          </a:p>
        </p:txBody>
      </p:sp>
      <p:grpSp>
        <p:nvGrpSpPr>
          <p:cNvPr id="19" name="Group 113"/>
          <p:cNvGrpSpPr>
            <a:grpSpLocks/>
          </p:cNvGrpSpPr>
          <p:nvPr/>
        </p:nvGrpSpPr>
        <p:grpSpPr bwMode="auto">
          <a:xfrm>
            <a:off x="4152900" y="4849813"/>
            <a:ext cx="4322763" cy="1154112"/>
            <a:chOff x="1656" y="3174"/>
            <a:chExt cx="2723" cy="727"/>
          </a:xfrm>
        </p:grpSpPr>
        <p:grpSp>
          <p:nvGrpSpPr>
            <p:cNvPr id="360509" name="Group 56"/>
            <p:cNvGrpSpPr>
              <a:grpSpLocks/>
            </p:cNvGrpSpPr>
            <p:nvPr/>
          </p:nvGrpSpPr>
          <p:grpSpPr bwMode="auto">
            <a:xfrm flipH="1">
              <a:off x="1656" y="3174"/>
              <a:ext cx="467" cy="155"/>
              <a:chOff x="4105" y="1253"/>
              <a:chExt cx="317" cy="90"/>
            </a:xfrm>
          </p:grpSpPr>
          <p:sp>
            <p:nvSpPr>
              <p:cNvPr id="360516" name="Rectangle 57"/>
              <p:cNvSpPr>
                <a:spLocks noChangeArrowheads="1"/>
              </p:cNvSpPr>
              <p:nvPr/>
            </p:nvSpPr>
            <p:spPr bwMode="auto">
              <a:xfrm>
                <a:off x="4105" y="1253"/>
                <a:ext cx="181" cy="90"/>
              </a:xfrm>
              <a:prstGeom prst="rect">
                <a:avLst/>
              </a:prstGeom>
              <a:solidFill>
                <a:schemeClr val="folHlink"/>
              </a:solidFill>
              <a:ln w="9525">
                <a:solidFill>
                  <a:schemeClr val="folHlink"/>
                </a:solidFill>
                <a:miter lim="800000"/>
                <a:headEnd/>
                <a:tailEnd/>
              </a:ln>
            </p:spPr>
            <p:txBody>
              <a:bodyPr wrap="none" anchor="ctr"/>
              <a:lstStyle/>
              <a:p>
                <a:pPr eaLnBrk="1" hangingPunct="1"/>
                <a:endParaRPr lang="en-US" altLang="zh-CN" b="1"/>
              </a:p>
            </p:txBody>
          </p:sp>
          <p:sp>
            <p:nvSpPr>
              <p:cNvPr id="360517" name="Line 58"/>
              <p:cNvSpPr>
                <a:spLocks noChangeShapeType="1"/>
              </p:cNvSpPr>
              <p:nvPr/>
            </p:nvSpPr>
            <p:spPr bwMode="auto">
              <a:xfrm flipV="1">
                <a:off x="4150" y="1298"/>
                <a:ext cx="272" cy="0"/>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grpSp>
        <p:grpSp>
          <p:nvGrpSpPr>
            <p:cNvPr id="360510" name="Group 68"/>
            <p:cNvGrpSpPr>
              <a:grpSpLocks/>
            </p:cNvGrpSpPr>
            <p:nvPr/>
          </p:nvGrpSpPr>
          <p:grpSpPr bwMode="auto">
            <a:xfrm rot="1818208">
              <a:off x="3910" y="3523"/>
              <a:ext cx="469" cy="154"/>
              <a:chOff x="4105" y="1253"/>
              <a:chExt cx="317" cy="90"/>
            </a:xfrm>
          </p:grpSpPr>
          <p:sp>
            <p:nvSpPr>
              <p:cNvPr id="360514" name="Rectangle 69"/>
              <p:cNvSpPr>
                <a:spLocks noChangeArrowheads="1"/>
              </p:cNvSpPr>
              <p:nvPr/>
            </p:nvSpPr>
            <p:spPr bwMode="auto">
              <a:xfrm>
                <a:off x="4105" y="1253"/>
                <a:ext cx="181" cy="90"/>
              </a:xfrm>
              <a:prstGeom prst="rect">
                <a:avLst/>
              </a:prstGeom>
              <a:solidFill>
                <a:schemeClr val="folHlink"/>
              </a:solidFill>
              <a:ln w="9525">
                <a:solidFill>
                  <a:schemeClr val="folHlink"/>
                </a:solidFill>
                <a:miter lim="800000"/>
                <a:headEnd/>
                <a:tailEnd/>
              </a:ln>
            </p:spPr>
            <p:txBody>
              <a:bodyPr wrap="none" anchor="ctr"/>
              <a:lstStyle/>
              <a:p>
                <a:pPr eaLnBrk="1" hangingPunct="1"/>
                <a:endParaRPr lang="en-US" altLang="zh-CN" b="1"/>
              </a:p>
            </p:txBody>
          </p:sp>
          <p:sp>
            <p:nvSpPr>
              <p:cNvPr id="360515" name="Line 70"/>
              <p:cNvSpPr>
                <a:spLocks noChangeShapeType="1"/>
              </p:cNvSpPr>
              <p:nvPr/>
            </p:nvSpPr>
            <p:spPr bwMode="auto">
              <a:xfrm flipV="1">
                <a:off x="4150" y="1298"/>
                <a:ext cx="272" cy="0"/>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grpSp>
        <p:grpSp>
          <p:nvGrpSpPr>
            <p:cNvPr id="360511" name="Group 80"/>
            <p:cNvGrpSpPr>
              <a:grpSpLocks/>
            </p:cNvGrpSpPr>
            <p:nvPr/>
          </p:nvGrpSpPr>
          <p:grpSpPr bwMode="auto">
            <a:xfrm rot="19765545" flipH="1">
              <a:off x="2955" y="3747"/>
              <a:ext cx="469" cy="154"/>
              <a:chOff x="4105" y="1253"/>
              <a:chExt cx="317" cy="90"/>
            </a:xfrm>
          </p:grpSpPr>
          <p:sp>
            <p:nvSpPr>
              <p:cNvPr id="360512" name="Rectangle 81"/>
              <p:cNvSpPr>
                <a:spLocks noChangeArrowheads="1"/>
              </p:cNvSpPr>
              <p:nvPr/>
            </p:nvSpPr>
            <p:spPr bwMode="auto">
              <a:xfrm>
                <a:off x="4105" y="1253"/>
                <a:ext cx="181" cy="90"/>
              </a:xfrm>
              <a:prstGeom prst="rect">
                <a:avLst/>
              </a:prstGeom>
              <a:solidFill>
                <a:schemeClr val="folHlink"/>
              </a:solidFill>
              <a:ln w="9525">
                <a:solidFill>
                  <a:schemeClr val="folHlink"/>
                </a:solidFill>
                <a:miter lim="800000"/>
                <a:headEnd/>
                <a:tailEnd/>
              </a:ln>
            </p:spPr>
            <p:txBody>
              <a:bodyPr wrap="none" anchor="ctr"/>
              <a:lstStyle/>
              <a:p>
                <a:pPr eaLnBrk="1" hangingPunct="1"/>
                <a:endParaRPr lang="en-US" altLang="zh-CN" b="1"/>
              </a:p>
            </p:txBody>
          </p:sp>
          <p:sp>
            <p:nvSpPr>
              <p:cNvPr id="360513" name="Line 82"/>
              <p:cNvSpPr>
                <a:spLocks noChangeShapeType="1"/>
              </p:cNvSpPr>
              <p:nvPr/>
            </p:nvSpPr>
            <p:spPr bwMode="auto">
              <a:xfrm flipV="1">
                <a:off x="4150" y="1298"/>
                <a:ext cx="272" cy="0"/>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grpSp>
      </p:grpSp>
      <p:grpSp>
        <p:nvGrpSpPr>
          <p:cNvPr id="23" name="Group 112"/>
          <p:cNvGrpSpPr>
            <a:grpSpLocks/>
          </p:cNvGrpSpPr>
          <p:nvPr/>
        </p:nvGrpSpPr>
        <p:grpSpPr bwMode="auto">
          <a:xfrm>
            <a:off x="3935413" y="4824413"/>
            <a:ext cx="2341562" cy="1400175"/>
            <a:chOff x="1522" y="3174"/>
            <a:chExt cx="1475" cy="882"/>
          </a:xfrm>
        </p:grpSpPr>
        <p:grpSp>
          <p:nvGrpSpPr>
            <p:cNvPr id="360503" name="Group 59"/>
            <p:cNvGrpSpPr>
              <a:grpSpLocks/>
            </p:cNvGrpSpPr>
            <p:nvPr/>
          </p:nvGrpSpPr>
          <p:grpSpPr bwMode="auto">
            <a:xfrm flipH="1">
              <a:off x="1522" y="3174"/>
              <a:ext cx="134" cy="157"/>
              <a:chOff x="3470" y="572"/>
              <a:chExt cx="91" cy="91"/>
            </a:xfrm>
          </p:grpSpPr>
          <p:sp>
            <p:nvSpPr>
              <p:cNvPr id="360507" name="Line 60"/>
              <p:cNvSpPr>
                <a:spLocks noChangeShapeType="1"/>
              </p:cNvSpPr>
              <p:nvPr/>
            </p:nvSpPr>
            <p:spPr bwMode="auto">
              <a:xfrm>
                <a:off x="3470" y="572"/>
                <a:ext cx="90" cy="91"/>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0508" name="Line 61"/>
              <p:cNvSpPr>
                <a:spLocks noChangeShapeType="1"/>
              </p:cNvSpPr>
              <p:nvPr/>
            </p:nvSpPr>
            <p:spPr bwMode="auto">
              <a:xfrm rot="5400000">
                <a:off x="3471" y="571"/>
                <a:ext cx="90" cy="91"/>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360504" name="Group 83"/>
            <p:cNvGrpSpPr>
              <a:grpSpLocks/>
            </p:cNvGrpSpPr>
            <p:nvPr/>
          </p:nvGrpSpPr>
          <p:grpSpPr bwMode="auto">
            <a:xfrm rot="19765545" flipH="1">
              <a:off x="2863" y="3900"/>
              <a:ext cx="134" cy="156"/>
              <a:chOff x="3470" y="572"/>
              <a:chExt cx="91" cy="91"/>
            </a:xfrm>
          </p:grpSpPr>
          <p:sp>
            <p:nvSpPr>
              <p:cNvPr id="360505" name="Line 84"/>
              <p:cNvSpPr>
                <a:spLocks noChangeShapeType="1"/>
              </p:cNvSpPr>
              <p:nvPr/>
            </p:nvSpPr>
            <p:spPr bwMode="auto">
              <a:xfrm>
                <a:off x="3470" y="572"/>
                <a:ext cx="90" cy="91"/>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0506" name="Line 85"/>
              <p:cNvSpPr>
                <a:spLocks noChangeShapeType="1"/>
              </p:cNvSpPr>
              <p:nvPr/>
            </p:nvSpPr>
            <p:spPr bwMode="auto">
              <a:xfrm rot="5400000">
                <a:off x="3471" y="571"/>
                <a:ext cx="90" cy="91"/>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pic>
        <p:nvPicPr>
          <p:cNvPr id="360486" name="Picture 8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6475" y="2216150"/>
            <a:ext cx="744538"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360487" name="Text Box 87"/>
          <p:cNvSpPr txBox="1">
            <a:spLocks noChangeArrowheads="1"/>
          </p:cNvSpPr>
          <p:nvPr/>
        </p:nvSpPr>
        <p:spPr bwMode="auto">
          <a:xfrm>
            <a:off x="5240338" y="1835150"/>
            <a:ext cx="517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400" b="1" dirty="0">
                <a:solidFill>
                  <a:schemeClr val="tx2">
                    <a:lumMod val="60000"/>
                    <a:lumOff val="40000"/>
                  </a:schemeClr>
                </a:solidFill>
                <a:latin typeface="Arial" charset="0"/>
                <a:ea typeface="宋体" pitchFamily="2" charset="-122"/>
              </a:rPr>
              <a:t>R</a:t>
            </a:r>
            <a:r>
              <a:rPr lang="en-US" altLang="zh-CN" sz="2400" b="1" baseline="-25000" dirty="0">
                <a:solidFill>
                  <a:schemeClr val="tx2">
                    <a:lumMod val="60000"/>
                    <a:lumOff val="40000"/>
                  </a:schemeClr>
                </a:solidFill>
                <a:latin typeface="Arial" charset="0"/>
                <a:ea typeface="宋体" pitchFamily="2" charset="-122"/>
              </a:rPr>
              <a:t>1</a:t>
            </a:r>
          </a:p>
        </p:txBody>
      </p:sp>
      <p:sp>
        <p:nvSpPr>
          <p:cNvPr id="360488" name="Text Box 88"/>
          <p:cNvSpPr txBox="1">
            <a:spLocks noChangeArrowheads="1"/>
          </p:cNvSpPr>
          <p:nvPr/>
        </p:nvSpPr>
        <p:spPr bwMode="auto">
          <a:xfrm>
            <a:off x="6513513" y="4468813"/>
            <a:ext cx="517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400" b="1">
                <a:solidFill>
                  <a:schemeClr val="tx2">
                    <a:lumMod val="60000"/>
                    <a:lumOff val="40000"/>
                  </a:schemeClr>
                </a:solidFill>
                <a:latin typeface="Arial" charset="0"/>
                <a:ea typeface="宋体" pitchFamily="2" charset="-122"/>
              </a:rPr>
              <a:t>R</a:t>
            </a:r>
            <a:r>
              <a:rPr lang="en-US" altLang="zh-CN" sz="2400" b="1" baseline="-25000">
                <a:solidFill>
                  <a:schemeClr val="tx2">
                    <a:lumMod val="60000"/>
                    <a:lumOff val="40000"/>
                  </a:schemeClr>
                </a:solidFill>
                <a:latin typeface="Arial" charset="0"/>
                <a:ea typeface="宋体" pitchFamily="2" charset="-122"/>
              </a:rPr>
              <a:t>5</a:t>
            </a:r>
          </a:p>
        </p:txBody>
      </p:sp>
      <p:sp>
        <p:nvSpPr>
          <p:cNvPr id="360489" name="Text Box 89"/>
          <p:cNvSpPr txBox="1">
            <a:spLocks noChangeArrowheads="1"/>
          </p:cNvSpPr>
          <p:nvPr/>
        </p:nvSpPr>
        <p:spPr bwMode="auto">
          <a:xfrm>
            <a:off x="2689225" y="2846388"/>
            <a:ext cx="517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en-US" altLang="zh-CN" sz="2400" b="1">
                <a:solidFill>
                  <a:schemeClr val="tx2">
                    <a:lumMod val="60000"/>
                    <a:lumOff val="40000"/>
                  </a:schemeClr>
                </a:solidFill>
                <a:latin typeface="Arial" charset="0"/>
                <a:ea typeface="宋体" pitchFamily="2" charset="-122"/>
              </a:rPr>
              <a:t>R</a:t>
            </a:r>
            <a:r>
              <a:rPr lang="en-US" altLang="zh-CN" sz="2400" b="1" baseline="-25000">
                <a:solidFill>
                  <a:schemeClr val="tx2">
                    <a:lumMod val="60000"/>
                    <a:lumOff val="40000"/>
                  </a:schemeClr>
                </a:solidFill>
                <a:latin typeface="Arial" charset="0"/>
                <a:ea typeface="宋体" pitchFamily="2" charset="-122"/>
              </a:rPr>
              <a:t>2</a:t>
            </a:r>
          </a:p>
        </p:txBody>
      </p:sp>
      <p:grpSp>
        <p:nvGrpSpPr>
          <p:cNvPr id="360490" name="Group 92"/>
          <p:cNvGrpSpPr>
            <a:grpSpLocks/>
          </p:cNvGrpSpPr>
          <p:nvPr/>
        </p:nvGrpSpPr>
        <p:grpSpPr bwMode="auto">
          <a:xfrm>
            <a:off x="6677025" y="1968500"/>
            <a:ext cx="954088" cy="247650"/>
            <a:chOff x="3107" y="572"/>
            <a:chExt cx="408" cy="91"/>
          </a:xfrm>
        </p:grpSpPr>
        <p:grpSp>
          <p:nvGrpSpPr>
            <p:cNvPr id="360497" name="Group 93"/>
            <p:cNvGrpSpPr>
              <a:grpSpLocks/>
            </p:cNvGrpSpPr>
            <p:nvPr/>
          </p:nvGrpSpPr>
          <p:grpSpPr bwMode="auto">
            <a:xfrm>
              <a:off x="3107" y="572"/>
              <a:ext cx="317" cy="90"/>
              <a:chOff x="4105" y="1253"/>
              <a:chExt cx="317" cy="90"/>
            </a:xfrm>
          </p:grpSpPr>
          <p:sp>
            <p:nvSpPr>
              <p:cNvPr id="360501" name="Rectangle 94"/>
              <p:cNvSpPr>
                <a:spLocks noChangeArrowheads="1"/>
              </p:cNvSpPr>
              <p:nvPr/>
            </p:nvSpPr>
            <p:spPr bwMode="auto">
              <a:xfrm>
                <a:off x="4105" y="1253"/>
                <a:ext cx="181" cy="90"/>
              </a:xfrm>
              <a:prstGeom prst="rect">
                <a:avLst/>
              </a:prstGeom>
              <a:solidFill>
                <a:schemeClr val="folHlink"/>
              </a:solidFill>
              <a:ln w="9525">
                <a:solidFill>
                  <a:schemeClr val="tx1"/>
                </a:solidFill>
                <a:miter lim="800000"/>
                <a:headEnd/>
                <a:tailEnd/>
              </a:ln>
            </p:spPr>
            <p:txBody>
              <a:bodyPr wrap="none" anchor="ctr"/>
              <a:lstStyle/>
              <a:p>
                <a:pPr eaLnBrk="1" hangingPunct="1"/>
                <a:endParaRPr lang="en-US" altLang="zh-CN" b="1"/>
              </a:p>
            </p:txBody>
          </p:sp>
          <p:sp>
            <p:nvSpPr>
              <p:cNvPr id="360502" name="Line 95"/>
              <p:cNvSpPr>
                <a:spLocks noChangeShapeType="1"/>
              </p:cNvSpPr>
              <p:nvPr/>
            </p:nvSpPr>
            <p:spPr bwMode="auto">
              <a:xfrm flipV="1">
                <a:off x="4150" y="1298"/>
                <a:ext cx="272" cy="0"/>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grpSp>
        <p:grpSp>
          <p:nvGrpSpPr>
            <p:cNvPr id="360498" name="Group 96"/>
            <p:cNvGrpSpPr>
              <a:grpSpLocks/>
            </p:cNvGrpSpPr>
            <p:nvPr/>
          </p:nvGrpSpPr>
          <p:grpSpPr bwMode="auto">
            <a:xfrm>
              <a:off x="3424" y="572"/>
              <a:ext cx="91" cy="91"/>
              <a:chOff x="3470" y="572"/>
              <a:chExt cx="91" cy="91"/>
            </a:xfrm>
          </p:grpSpPr>
          <p:sp>
            <p:nvSpPr>
              <p:cNvPr id="360499" name="Line 97"/>
              <p:cNvSpPr>
                <a:spLocks noChangeShapeType="1"/>
              </p:cNvSpPr>
              <p:nvPr/>
            </p:nvSpPr>
            <p:spPr bwMode="auto">
              <a:xfrm>
                <a:off x="3470" y="572"/>
                <a:ext cx="90" cy="91"/>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0500" name="Line 98"/>
              <p:cNvSpPr>
                <a:spLocks noChangeShapeType="1"/>
              </p:cNvSpPr>
              <p:nvPr/>
            </p:nvSpPr>
            <p:spPr bwMode="auto">
              <a:xfrm rot="5400000">
                <a:off x="3471" y="571"/>
                <a:ext cx="90" cy="91"/>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grpSp>
        <p:nvGrpSpPr>
          <p:cNvPr id="360491" name="Group 99"/>
          <p:cNvGrpSpPr>
            <a:grpSpLocks/>
          </p:cNvGrpSpPr>
          <p:nvPr/>
        </p:nvGrpSpPr>
        <p:grpSpPr bwMode="auto">
          <a:xfrm>
            <a:off x="6677025" y="1350963"/>
            <a:ext cx="741363" cy="244475"/>
            <a:chOff x="4105" y="1253"/>
            <a:chExt cx="317" cy="90"/>
          </a:xfrm>
        </p:grpSpPr>
        <p:sp>
          <p:nvSpPr>
            <p:cNvPr id="360495" name="Rectangle 100"/>
            <p:cNvSpPr>
              <a:spLocks noChangeArrowheads="1"/>
            </p:cNvSpPr>
            <p:nvPr/>
          </p:nvSpPr>
          <p:spPr bwMode="auto">
            <a:xfrm>
              <a:off x="4105" y="1253"/>
              <a:ext cx="181" cy="90"/>
            </a:xfrm>
            <a:prstGeom prst="rect">
              <a:avLst/>
            </a:prstGeom>
            <a:solidFill>
              <a:schemeClr val="folHlink"/>
            </a:solidFill>
            <a:ln w="9525">
              <a:solidFill>
                <a:schemeClr val="folHlink"/>
              </a:solidFill>
              <a:miter lim="800000"/>
              <a:headEnd/>
              <a:tailEnd/>
            </a:ln>
          </p:spPr>
          <p:txBody>
            <a:bodyPr wrap="none" anchor="ctr"/>
            <a:lstStyle/>
            <a:p>
              <a:pPr eaLnBrk="1" hangingPunct="1"/>
              <a:endParaRPr lang="en-US" altLang="zh-CN" b="1"/>
            </a:p>
          </p:txBody>
        </p:sp>
        <p:sp>
          <p:nvSpPr>
            <p:cNvPr id="360496" name="Line 101"/>
            <p:cNvSpPr>
              <a:spLocks noChangeShapeType="1"/>
            </p:cNvSpPr>
            <p:nvPr/>
          </p:nvSpPr>
          <p:spPr bwMode="auto">
            <a:xfrm flipV="1">
              <a:off x="4150" y="1298"/>
              <a:ext cx="272" cy="0"/>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grpSp>
      <p:sp>
        <p:nvSpPr>
          <p:cNvPr id="360492" name="Text Box 102"/>
          <p:cNvSpPr txBox="1">
            <a:spLocks noChangeArrowheads="1"/>
          </p:cNvSpPr>
          <p:nvPr/>
        </p:nvSpPr>
        <p:spPr bwMode="auto">
          <a:xfrm>
            <a:off x="7504113" y="1214438"/>
            <a:ext cx="23503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zh-CN" altLang="en-US" sz="2400" b="1">
                <a:latin typeface="Arial" charset="0"/>
                <a:ea typeface="宋体" pitchFamily="2" charset="-122"/>
              </a:rPr>
              <a:t>转发多播数据报</a:t>
            </a:r>
          </a:p>
        </p:txBody>
      </p:sp>
      <p:sp>
        <p:nvSpPr>
          <p:cNvPr id="360493" name="Text Box 103"/>
          <p:cNvSpPr txBox="1">
            <a:spLocks noChangeArrowheads="1"/>
          </p:cNvSpPr>
          <p:nvPr/>
        </p:nvSpPr>
        <p:spPr bwMode="auto">
          <a:xfrm>
            <a:off x="7653338" y="1835150"/>
            <a:ext cx="20409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lang="zh-CN" altLang="en-US" sz="2400" b="1">
                <a:latin typeface="Arial" charset="0"/>
                <a:ea typeface="宋体" pitchFamily="2" charset="-122"/>
              </a:rPr>
              <a:t>收到后即丢弃</a:t>
            </a:r>
          </a:p>
        </p:txBody>
      </p:sp>
      <p:sp>
        <p:nvSpPr>
          <p:cNvPr id="9" name="标题 8"/>
          <p:cNvSpPr>
            <a:spLocks noGrp="1"/>
          </p:cNvSpPr>
          <p:nvPr>
            <p:ph type="title"/>
          </p:nvPr>
        </p:nvSpPr>
        <p:spPr/>
        <p:txBody>
          <a:bodyPr/>
          <a:lstStyle/>
          <a:p>
            <a:r>
              <a:rPr lang="zh-CN" altLang="en-US" dirty="0"/>
              <a:t>洪泛和</a:t>
            </a:r>
            <a:r>
              <a:rPr lang="zh-CN" altLang="en-US" dirty="0" smtClean="0"/>
              <a:t>剪除及 </a:t>
            </a:r>
            <a:r>
              <a:rPr lang="en-US" altLang="zh-CN" dirty="0" smtClean="0"/>
              <a:t>RPB</a:t>
            </a:r>
            <a:r>
              <a:rPr lang="zh-CN" altLang="en-US" dirty="0" smtClean="0"/>
              <a:t>、多播转发树 </a:t>
            </a:r>
            <a:endParaRPr lang="zh-CN" alt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1500"/>
                                  </p:stCondLst>
                                  <p:childTnLst>
                                    <p:set>
                                      <p:cBhvr>
                                        <p:cTn id="9" dur="1" fill="hold">
                                          <p:stCondLst>
                                            <p:cond delay="0"/>
                                          </p:stCondLst>
                                        </p:cTn>
                                        <p:tgtEl>
                                          <p:spTgt spid="8"/>
                                        </p:tgtEl>
                                        <p:attrNameLst>
                                          <p:attrName>style.visibility</p:attrName>
                                        </p:attrNameLst>
                                      </p:cBhvr>
                                      <p:to>
                                        <p:strVal val="visible"/>
                                      </p:to>
                                    </p:set>
                                  </p:childTnLst>
                                </p:cTn>
                              </p:par>
                            </p:childTnLst>
                          </p:cTn>
                        </p:par>
                        <p:par>
                          <p:cTn id="10" fill="hold" nodeType="afterGroup">
                            <p:stCondLst>
                              <p:cond delay="1500"/>
                            </p:stCondLst>
                            <p:childTnLst>
                              <p:par>
                                <p:cTn id="11" presetID="1" presetClass="entr" presetSubtype="0" fill="hold" nodeType="afterEffect">
                                  <p:stCondLst>
                                    <p:cond delay="1500"/>
                                  </p:stCondLst>
                                  <p:childTnLst>
                                    <p:set>
                                      <p:cBhvr>
                                        <p:cTn id="12" dur="1" fill="hold">
                                          <p:stCondLst>
                                            <p:cond delay="0"/>
                                          </p:stCondLst>
                                        </p:cTn>
                                        <p:tgtEl>
                                          <p:spTgt spid="3"/>
                                        </p:tgtEl>
                                        <p:attrNameLst>
                                          <p:attrName>style.visibility</p:attrName>
                                        </p:attrNameLst>
                                      </p:cBhvr>
                                      <p:to>
                                        <p:strVal val="visible"/>
                                      </p:to>
                                    </p:set>
                                  </p:childTnLst>
                                </p:cTn>
                              </p:par>
                            </p:childTnLst>
                          </p:cTn>
                        </p:par>
                        <p:par>
                          <p:cTn id="13" fill="hold" nodeType="afterGroup">
                            <p:stCondLst>
                              <p:cond delay="3000"/>
                            </p:stCondLst>
                            <p:childTnLst>
                              <p:par>
                                <p:cTn id="14" presetID="1" presetClass="entr" presetSubtype="0" fill="hold" nodeType="afterEffect">
                                  <p:stCondLst>
                                    <p:cond delay="1500"/>
                                  </p:stCondLst>
                                  <p:childTnLst>
                                    <p:set>
                                      <p:cBhvr>
                                        <p:cTn id="15" dur="1" fill="hold">
                                          <p:stCondLst>
                                            <p:cond delay="0"/>
                                          </p:stCondLst>
                                        </p:cTn>
                                        <p:tgtEl>
                                          <p:spTgt spid="4"/>
                                        </p:tgtEl>
                                        <p:attrNameLst>
                                          <p:attrName>style.visibility</p:attrName>
                                        </p:attrNameLst>
                                      </p:cBhvr>
                                      <p:to>
                                        <p:strVal val="visible"/>
                                      </p:to>
                                    </p:set>
                                  </p:childTnLst>
                                </p:cTn>
                              </p:par>
                            </p:childTnLst>
                          </p:cTn>
                        </p:par>
                        <p:par>
                          <p:cTn id="16" fill="hold" nodeType="afterGroup">
                            <p:stCondLst>
                              <p:cond delay="4500"/>
                            </p:stCondLst>
                            <p:childTnLst>
                              <p:par>
                                <p:cTn id="17" presetID="1" presetClass="entr" presetSubtype="0" fill="hold" nodeType="afterEffect">
                                  <p:stCondLst>
                                    <p:cond delay="1500"/>
                                  </p:stCondLst>
                                  <p:childTnLst>
                                    <p:set>
                                      <p:cBhvr>
                                        <p:cTn id="18" dur="1" fill="hold">
                                          <p:stCondLst>
                                            <p:cond delay="0"/>
                                          </p:stCondLst>
                                        </p:cTn>
                                        <p:tgtEl>
                                          <p:spTgt spid="7"/>
                                        </p:tgtEl>
                                        <p:attrNameLst>
                                          <p:attrName>style.visibility</p:attrName>
                                        </p:attrNameLst>
                                      </p:cBhvr>
                                      <p:to>
                                        <p:strVal val="visible"/>
                                      </p:to>
                                    </p:set>
                                  </p:childTnLst>
                                </p:cTn>
                              </p:par>
                            </p:childTnLst>
                          </p:cTn>
                        </p:par>
                        <p:par>
                          <p:cTn id="19" fill="hold" nodeType="afterGroup">
                            <p:stCondLst>
                              <p:cond delay="6000"/>
                            </p:stCondLst>
                            <p:childTnLst>
                              <p:par>
                                <p:cTn id="20" presetID="1" presetClass="entr" presetSubtype="0" fill="hold" nodeType="afterEffect">
                                  <p:stCondLst>
                                    <p:cond delay="1500"/>
                                  </p:stCondLst>
                                  <p:childTnLst>
                                    <p:set>
                                      <p:cBhvr>
                                        <p:cTn id="21" dur="1" fill="hold">
                                          <p:stCondLst>
                                            <p:cond delay="0"/>
                                          </p:stCondLst>
                                        </p:cTn>
                                        <p:tgtEl>
                                          <p:spTgt spid="12"/>
                                        </p:tgtEl>
                                        <p:attrNameLst>
                                          <p:attrName>style.visibility</p:attrName>
                                        </p:attrNameLst>
                                      </p:cBhvr>
                                      <p:to>
                                        <p:strVal val="visible"/>
                                      </p:to>
                                    </p:set>
                                  </p:childTnLst>
                                </p:cTn>
                              </p:par>
                            </p:childTnLst>
                          </p:cTn>
                        </p:par>
                        <p:par>
                          <p:cTn id="22" fill="hold" nodeType="afterGroup">
                            <p:stCondLst>
                              <p:cond delay="7500"/>
                            </p:stCondLst>
                            <p:childTnLst>
                              <p:par>
                                <p:cTn id="23" presetID="1" presetClass="entr" presetSubtype="0" fill="hold" nodeType="afterEffect">
                                  <p:stCondLst>
                                    <p:cond delay="1500"/>
                                  </p:stCondLst>
                                  <p:childTnLst>
                                    <p:set>
                                      <p:cBhvr>
                                        <p:cTn id="24" dur="1" fill="hold">
                                          <p:stCondLst>
                                            <p:cond delay="0"/>
                                          </p:stCondLst>
                                        </p:cTn>
                                        <p:tgtEl>
                                          <p:spTgt spid="11"/>
                                        </p:tgtEl>
                                        <p:attrNameLst>
                                          <p:attrName>style.visibility</p:attrName>
                                        </p:attrNameLst>
                                      </p:cBhvr>
                                      <p:to>
                                        <p:strVal val="visible"/>
                                      </p:to>
                                    </p:set>
                                  </p:childTnLst>
                                </p:cTn>
                              </p:par>
                            </p:childTnLst>
                          </p:cTn>
                        </p:par>
                        <p:par>
                          <p:cTn id="25" fill="hold" nodeType="afterGroup">
                            <p:stCondLst>
                              <p:cond delay="9000"/>
                            </p:stCondLst>
                            <p:childTnLst>
                              <p:par>
                                <p:cTn id="26" presetID="1" presetClass="entr" presetSubtype="0" fill="hold" nodeType="afterEffect">
                                  <p:stCondLst>
                                    <p:cond delay="1500"/>
                                  </p:stCondLst>
                                  <p:childTnLst>
                                    <p:set>
                                      <p:cBhvr>
                                        <p:cTn id="27" dur="1" fill="hold">
                                          <p:stCondLst>
                                            <p:cond delay="0"/>
                                          </p:stCondLst>
                                        </p:cTn>
                                        <p:tgtEl>
                                          <p:spTgt spid="19"/>
                                        </p:tgtEl>
                                        <p:attrNameLst>
                                          <p:attrName>style.visibility</p:attrName>
                                        </p:attrNameLst>
                                      </p:cBhvr>
                                      <p:to>
                                        <p:strVal val="visible"/>
                                      </p:to>
                                    </p:set>
                                  </p:childTnLst>
                                </p:cTn>
                              </p:par>
                            </p:childTnLst>
                          </p:cTn>
                        </p:par>
                        <p:par>
                          <p:cTn id="28" fill="hold" nodeType="afterGroup">
                            <p:stCondLst>
                              <p:cond delay="10500"/>
                            </p:stCondLst>
                            <p:childTnLst>
                              <p:par>
                                <p:cTn id="29" presetID="1" presetClass="entr" presetSubtype="0" fill="hold" nodeType="afterEffect">
                                  <p:stCondLst>
                                    <p:cond delay="1000"/>
                                  </p:stCondLst>
                                  <p:childTnLst>
                                    <p:set>
                                      <p:cBhvr>
                                        <p:cTn id="30" dur="1" fill="hold">
                                          <p:stCondLst>
                                            <p:cond delay="0"/>
                                          </p:stCondLst>
                                        </p:cTn>
                                        <p:tgtEl>
                                          <p:spTgt spid="23"/>
                                        </p:tgtEl>
                                        <p:attrNameLst>
                                          <p:attrName>style.visibility</p:attrName>
                                        </p:attrNameLst>
                                      </p:cBhvr>
                                      <p:to>
                                        <p:strVal val="visible"/>
                                      </p:to>
                                    </p:set>
                                  </p:childTnLst>
                                </p:cTn>
                              </p:par>
                            </p:childTnLst>
                          </p:cTn>
                        </p:par>
                        <p:par>
                          <p:cTn id="31" fill="hold" nodeType="afterGroup">
                            <p:stCondLst>
                              <p:cond delay="11500"/>
                            </p:stCondLst>
                            <p:childTnLst>
                              <p:par>
                                <p:cTn id="32" presetID="1" presetClass="entr" presetSubtype="0" fill="hold" nodeType="afterEffect">
                                  <p:stCondLst>
                                    <p:cond delay="1500"/>
                                  </p:stCondLst>
                                  <p:childTnLst>
                                    <p:set>
                                      <p:cBhvr>
                                        <p:cTn id="33"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2498" name="AutoShape 60"/>
          <p:cNvSpPr>
            <a:spLocks noChangeArrowheads="1"/>
          </p:cNvSpPr>
          <p:nvPr/>
        </p:nvSpPr>
        <p:spPr bwMode="auto">
          <a:xfrm>
            <a:off x="1919288" y="5734050"/>
            <a:ext cx="576262" cy="215900"/>
          </a:xfrm>
          <a:prstGeom prst="leftArrow">
            <a:avLst>
              <a:gd name="adj1" fmla="val 50000"/>
              <a:gd name="adj2" fmla="val 66728"/>
            </a:avLst>
          </a:prstGeom>
          <a:solidFill>
            <a:schemeClr val="hlink"/>
          </a:solidFill>
          <a:ln w="9525">
            <a:solidFill>
              <a:schemeClr val="tx1"/>
            </a:solidFill>
            <a:miter lim="800000"/>
            <a:headEnd/>
            <a:tailEnd/>
          </a:ln>
        </p:spPr>
        <p:txBody>
          <a:bodyPr wrap="none" anchor="ctr"/>
          <a:lstStyle/>
          <a:p>
            <a:pPr eaLnBrk="1" hangingPunct="1"/>
            <a:endParaRPr lang="en-US" altLang="zh-CN" b="1"/>
          </a:p>
        </p:txBody>
      </p:sp>
      <p:sp>
        <p:nvSpPr>
          <p:cNvPr id="362499" name="AutoShape 2"/>
          <p:cNvSpPr>
            <a:spLocks noChangeArrowheads="1"/>
          </p:cNvSpPr>
          <p:nvPr/>
        </p:nvSpPr>
        <p:spPr bwMode="auto">
          <a:xfrm>
            <a:off x="7959725" y="4092575"/>
            <a:ext cx="882650" cy="388938"/>
          </a:xfrm>
          <a:prstGeom prst="wedgeRoundRectCallout">
            <a:avLst>
              <a:gd name="adj1" fmla="val -65366"/>
              <a:gd name="adj2" fmla="val -201565"/>
              <a:gd name="adj3" fmla="val 16667"/>
            </a:avLst>
          </a:prstGeom>
          <a:solidFill>
            <a:srgbClr val="FFFF99"/>
          </a:solidFill>
          <a:ln w="9525">
            <a:solidFill>
              <a:schemeClr val="tx1"/>
            </a:solidFill>
            <a:miter lim="800000"/>
            <a:headEnd/>
            <a:tailEnd/>
          </a:ln>
        </p:spPr>
        <p:txBody>
          <a:bodyPr wrap="none" anchor="ctr"/>
          <a:lstStyle/>
          <a:p>
            <a:pPr algn="ctr" eaLnBrk="1" hangingPunct="1"/>
            <a:endParaRPr kumimoji="1" lang="en-US" altLang="zh-CN" sz="2000" b="1">
              <a:solidFill>
                <a:srgbClr val="333399"/>
              </a:solidFill>
            </a:endParaRPr>
          </a:p>
        </p:txBody>
      </p:sp>
      <p:sp>
        <p:nvSpPr>
          <p:cNvPr id="362500" name="Rectangle 3"/>
          <p:cNvSpPr>
            <a:spLocks noGrp="1" noChangeArrowheads="1"/>
          </p:cNvSpPr>
          <p:nvPr>
            <p:ph type="title"/>
          </p:nvPr>
        </p:nvSpPr>
        <p:spPr/>
        <p:txBody>
          <a:bodyPr/>
          <a:lstStyle/>
          <a:p>
            <a:r>
              <a:rPr lang="zh-CN" altLang="en-US" dirty="0" smtClean="0"/>
              <a:t>隧道技术</a:t>
            </a:r>
            <a:r>
              <a:rPr lang="en-US" altLang="zh-CN" dirty="0" smtClean="0"/>
              <a:t>(tunneling) </a:t>
            </a:r>
          </a:p>
        </p:txBody>
      </p:sp>
      <p:graphicFrame>
        <p:nvGraphicFramePr>
          <p:cNvPr id="362501" name="Object 4"/>
          <p:cNvGraphicFramePr>
            <a:graphicFrameLocks noChangeAspect="1"/>
          </p:cNvGraphicFramePr>
          <p:nvPr>
            <p:extLst>
              <p:ext uri="{D42A27DB-BD31-4B8C-83A1-F6EECF244321}">
                <p14:modId xmlns:p14="http://schemas.microsoft.com/office/powerpoint/2010/main" val="3664344995"/>
              </p:ext>
            </p:extLst>
          </p:nvPr>
        </p:nvGraphicFramePr>
        <p:xfrm>
          <a:off x="3819525" y="1731963"/>
          <a:ext cx="4513263" cy="2478087"/>
        </p:xfrm>
        <a:graphic>
          <a:graphicData uri="http://schemas.openxmlformats.org/presentationml/2006/ole">
            <mc:AlternateContent xmlns:mc="http://schemas.openxmlformats.org/markup-compatibility/2006">
              <mc:Choice xmlns:v="urn:schemas-microsoft-com:vml" Requires="v">
                <p:oleObj spid="_x0000_s376949" name="VISIO" r:id="rId4" imgW="1687068" imgH="964692" progId="">
                  <p:embed/>
                </p:oleObj>
              </mc:Choice>
              <mc:Fallback>
                <p:oleObj name="VISIO" r:id="rId4" imgW="1687068" imgH="964692" progId="">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9525" y="1731963"/>
                        <a:ext cx="4513263" cy="2478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62502" name="Line 5"/>
          <p:cNvSpPr>
            <a:spLocks noChangeShapeType="1"/>
          </p:cNvSpPr>
          <p:nvPr/>
        </p:nvSpPr>
        <p:spPr bwMode="auto">
          <a:xfrm>
            <a:off x="8883650" y="2024063"/>
            <a:ext cx="0" cy="11684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pic>
        <p:nvPicPr>
          <p:cNvPr id="362503" name="Picture 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42325" y="3094038"/>
            <a:ext cx="990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362504" name="Line 7"/>
          <p:cNvSpPr>
            <a:spLocks noChangeShapeType="1"/>
          </p:cNvSpPr>
          <p:nvPr/>
        </p:nvSpPr>
        <p:spPr bwMode="auto">
          <a:xfrm>
            <a:off x="3397250" y="4408488"/>
            <a:ext cx="3136900"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62505" name="Line 8"/>
          <p:cNvSpPr>
            <a:spLocks noChangeShapeType="1"/>
          </p:cNvSpPr>
          <p:nvPr/>
        </p:nvSpPr>
        <p:spPr bwMode="auto">
          <a:xfrm>
            <a:off x="2387600" y="6354763"/>
            <a:ext cx="4073525"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62506" name="Line 9"/>
          <p:cNvSpPr>
            <a:spLocks noChangeShapeType="1"/>
          </p:cNvSpPr>
          <p:nvPr/>
        </p:nvSpPr>
        <p:spPr bwMode="auto">
          <a:xfrm>
            <a:off x="3268663" y="2024063"/>
            <a:ext cx="0" cy="12652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62507" name="Text Box 10"/>
          <p:cNvSpPr txBox="1">
            <a:spLocks noChangeArrowheads="1"/>
          </p:cNvSpPr>
          <p:nvPr/>
        </p:nvSpPr>
        <p:spPr bwMode="auto">
          <a:xfrm>
            <a:off x="5016500" y="2247900"/>
            <a:ext cx="13382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1800" b="1">
                <a:solidFill>
                  <a:srgbClr val="333399"/>
                </a:solidFill>
                <a:latin typeface="Arial" charset="0"/>
                <a:ea typeface="宋体" pitchFamily="2" charset="-122"/>
              </a:rPr>
              <a:t>不支持多播</a:t>
            </a:r>
          </a:p>
          <a:p>
            <a:pPr eaLnBrk="1" hangingPunct="1"/>
            <a:r>
              <a:rPr kumimoji="1" lang="zh-CN" altLang="en-US" sz="1800" b="1">
                <a:solidFill>
                  <a:srgbClr val="333399"/>
                </a:solidFill>
                <a:latin typeface="Arial" charset="0"/>
                <a:ea typeface="宋体" pitchFamily="2" charset="-122"/>
              </a:rPr>
              <a:t>   的网络</a:t>
            </a:r>
          </a:p>
        </p:txBody>
      </p:sp>
      <p:sp>
        <p:nvSpPr>
          <p:cNvPr id="362508" name="Rectangle 11"/>
          <p:cNvSpPr>
            <a:spLocks noChangeArrowheads="1"/>
          </p:cNvSpPr>
          <p:nvPr/>
        </p:nvSpPr>
        <p:spPr bwMode="auto">
          <a:xfrm>
            <a:off x="8199438" y="1727200"/>
            <a:ext cx="773112" cy="4254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ltLang="zh-CN" b="1"/>
          </a:p>
        </p:txBody>
      </p:sp>
      <p:sp>
        <p:nvSpPr>
          <p:cNvPr id="362509" name="Text Box 12"/>
          <p:cNvSpPr txBox="1">
            <a:spLocks noChangeArrowheads="1"/>
          </p:cNvSpPr>
          <p:nvPr/>
        </p:nvSpPr>
        <p:spPr bwMode="auto">
          <a:xfrm>
            <a:off x="8067675" y="4084638"/>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宋体" pitchFamily="2" charset="-122"/>
              </a:rPr>
              <a:t>隧道</a:t>
            </a:r>
          </a:p>
        </p:txBody>
      </p:sp>
      <p:sp>
        <p:nvSpPr>
          <p:cNvPr id="362510" name="Rectangle 13"/>
          <p:cNvSpPr>
            <a:spLocks noChangeArrowheads="1"/>
          </p:cNvSpPr>
          <p:nvPr/>
        </p:nvSpPr>
        <p:spPr bwMode="auto">
          <a:xfrm>
            <a:off x="4057650" y="4262438"/>
            <a:ext cx="1687513" cy="307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ltLang="zh-CN" b="1"/>
          </a:p>
        </p:txBody>
      </p:sp>
      <p:sp>
        <p:nvSpPr>
          <p:cNvPr id="362511" name="Rectangle 14"/>
          <p:cNvSpPr>
            <a:spLocks noChangeArrowheads="1"/>
          </p:cNvSpPr>
          <p:nvPr/>
        </p:nvSpPr>
        <p:spPr bwMode="auto">
          <a:xfrm>
            <a:off x="3562350" y="6159500"/>
            <a:ext cx="2000250" cy="438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ltLang="zh-CN" b="1"/>
          </a:p>
        </p:txBody>
      </p:sp>
      <p:sp>
        <p:nvSpPr>
          <p:cNvPr id="362512" name="Text Box 15"/>
          <p:cNvSpPr txBox="1">
            <a:spLocks noChangeArrowheads="1"/>
          </p:cNvSpPr>
          <p:nvPr/>
        </p:nvSpPr>
        <p:spPr bwMode="auto">
          <a:xfrm>
            <a:off x="4210050" y="4183063"/>
            <a:ext cx="14750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宋体" pitchFamily="2" charset="-122"/>
              </a:rPr>
              <a:t>多播数据报</a:t>
            </a:r>
          </a:p>
        </p:txBody>
      </p:sp>
      <p:sp>
        <p:nvSpPr>
          <p:cNvPr id="362513" name="Text Box 16"/>
          <p:cNvSpPr txBox="1">
            <a:spLocks noChangeArrowheads="1"/>
          </p:cNvSpPr>
          <p:nvPr/>
        </p:nvSpPr>
        <p:spPr bwMode="auto">
          <a:xfrm>
            <a:off x="3489325" y="6127750"/>
            <a:ext cx="18535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宋体" pitchFamily="2" charset="-122"/>
              </a:rPr>
              <a:t>单播 </a:t>
            </a:r>
            <a:r>
              <a:rPr kumimoji="1" lang="en-US" altLang="zh-CN" sz="2000" b="1">
                <a:solidFill>
                  <a:srgbClr val="333399"/>
                </a:solidFill>
                <a:latin typeface="Arial" charset="0"/>
                <a:ea typeface="宋体" pitchFamily="2" charset="-122"/>
              </a:rPr>
              <a:t>IP </a:t>
            </a:r>
            <a:r>
              <a:rPr kumimoji="1" lang="zh-CN" altLang="en-US" sz="2000" b="1">
                <a:solidFill>
                  <a:srgbClr val="333399"/>
                </a:solidFill>
                <a:latin typeface="Arial" charset="0"/>
                <a:ea typeface="宋体" pitchFamily="2" charset="-122"/>
              </a:rPr>
              <a:t>数据报</a:t>
            </a:r>
          </a:p>
        </p:txBody>
      </p:sp>
      <p:sp>
        <p:nvSpPr>
          <p:cNvPr id="362514" name="Rectangle 17"/>
          <p:cNvSpPr>
            <a:spLocks noChangeArrowheads="1"/>
          </p:cNvSpPr>
          <p:nvPr/>
        </p:nvSpPr>
        <p:spPr bwMode="auto">
          <a:xfrm>
            <a:off x="3397250" y="4651375"/>
            <a:ext cx="3081338" cy="487363"/>
          </a:xfrm>
          <a:prstGeom prst="rect">
            <a:avLst/>
          </a:prstGeom>
          <a:solidFill>
            <a:srgbClr val="CCECFF"/>
          </a:solidFill>
          <a:ln w="19050">
            <a:solidFill>
              <a:schemeClr val="tx1"/>
            </a:solidFill>
            <a:miter lim="800000"/>
            <a:headEnd/>
            <a:tailEnd/>
          </a:ln>
        </p:spPr>
        <p:txBody>
          <a:bodyPr wrap="none" anchor="ctr"/>
          <a:lstStyle/>
          <a:p>
            <a:pPr eaLnBrk="1" hangingPunct="1"/>
            <a:endParaRPr lang="en-US" altLang="zh-CN" b="1"/>
          </a:p>
        </p:txBody>
      </p:sp>
      <p:sp>
        <p:nvSpPr>
          <p:cNvPr id="362515" name="Text Box 18"/>
          <p:cNvSpPr txBox="1">
            <a:spLocks noChangeArrowheads="1"/>
          </p:cNvSpPr>
          <p:nvPr/>
        </p:nvSpPr>
        <p:spPr bwMode="auto">
          <a:xfrm>
            <a:off x="3548063" y="4670425"/>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宋体" pitchFamily="2" charset="-122"/>
              </a:rPr>
              <a:t>首部</a:t>
            </a:r>
          </a:p>
        </p:txBody>
      </p:sp>
      <p:sp>
        <p:nvSpPr>
          <p:cNvPr id="362516" name="Text Box 19"/>
          <p:cNvSpPr txBox="1">
            <a:spLocks noChangeArrowheads="1"/>
          </p:cNvSpPr>
          <p:nvPr/>
        </p:nvSpPr>
        <p:spPr bwMode="auto">
          <a:xfrm>
            <a:off x="4978400" y="4687888"/>
            <a:ext cx="838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宋体" pitchFamily="2" charset="-122"/>
              </a:rPr>
              <a:t>数  据</a:t>
            </a:r>
          </a:p>
        </p:txBody>
      </p:sp>
      <p:sp>
        <p:nvSpPr>
          <p:cNvPr id="362517" name="Line 20"/>
          <p:cNvSpPr>
            <a:spLocks noChangeShapeType="1"/>
          </p:cNvSpPr>
          <p:nvPr/>
        </p:nvSpPr>
        <p:spPr bwMode="auto">
          <a:xfrm>
            <a:off x="4387850" y="4651375"/>
            <a:ext cx="0" cy="487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62518" name="Rectangle 21"/>
          <p:cNvSpPr>
            <a:spLocks noChangeArrowheads="1"/>
          </p:cNvSpPr>
          <p:nvPr/>
        </p:nvSpPr>
        <p:spPr bwMode="auto">
          <a:xfrm>
            <a:off x="2406650" y="5624513"/>
            <a:ext cx="4071938" cy="487362"/>
          </a:xfrm>
          <a:prstGeom prst="rect">
            <a:avLst/>
          </a:prstGeom>
          <a:solidFill>
            <a:schemeClr val="bg1"/>
          </a:solidFill>
          <a:ln w="19050">
            <a:solidFill>
              <a:schemeClr val="tx1"/>
            </a:solidFill>
            <a:miter lim="800000"/>
            <a:headEnd/>
            <a:tailEnd/>
          </a:ln>
        </p:spPr>
        <p:txBody>
          <a:bodyPr wrap="none" anchor="ctr"/>
          <a:lstStyle/>
          <a:p>
            <a:pPr eaLnBrk="1" hangingPunct="1"/>
            <a:endParaRPr lang="en-US" altLang="zh-CN" b="1"/>
          </a:p>
        </p:txBody>
      </p:sp>
      <p:sp>
        <p:nvSpPr>
          <p:cNvPr id="362519" name="Rectangle 22"/>
          <p:cNvSpPr>
            <a:spLocks noChangeArrowheads="1"/>
          </p:cNvSpPr>
          <p:nvPr/>
        </p:nvSpPr>
        <p:spPr bwMode="auto">
          <a:xfrm>
            <a:off x="2428875" y="5651500"/>
            <a:ext cx="966788" cy="4445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ltLang="zh-CN" b="1"/>
          </a:p>
        </p:txBody>
      </p:sp>
      <p:sp>
        <p:nvSpPr>
          <p:cNvPr id="362520" name="Rectangle 23"/>
          <p:cNvSpPr>
            <a:spLocks noChangeArrowheads="1"/>
          </p:cNvSpPr>
          <p:nvPr/>
        </p:nvSpPr>
        <p:spPr bwMode="auto">
          <a:xfrm>
            <a:off x="3395663" y="5645150"/>
            <a:ext cx="3059112" cy="44291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altLang="zh-CN" b="1"/>
          </a:p>
        </p:txBody>
      </p:sp>
      <p:sp>
        <p:nvSpPr>
          <p:cNvPr id="362521" name="Line 24"/>
          <p:cNvSpPr>
            <a:spLocks noChangeShapeType="1"/>
          </p:cNvSpPr>
          <p:nvPr/>
        </p:nvSpPr>
        <p:spPr bwMode="auto">
          <a:xfrm>
            <a:off x="3397250" y="5624513"/>
            <a:ext cx="0" cy="4873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62522" name="Text Box 25"/>
          <p:cNvSpPr txBox="1">
            <a:spLocks noChangeArrowheads="1"/>
          </p:cNvSpPr>
          <p:nvPr/>
        </p:nvSpPr>
        <p:spPr bwMode="auto">
          <a:xfrm>
            <a:off x="2559050" y="5667375"/>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宋体" pitchFamily="2" charset="-122"/>
              </a:rPr>
              <a:t>首部</a:t>
            </a:r>
          </a:p>
        </p:txBody>
      </p:sp>
      <p:sp>
        <p:nvSpPr>
          <p:cNvPr id="362523" name="Text Box 26"/>
          <p:cNvSpPr txBox="1">
            <a:spLocks noChangeArrowheads="1"/>
          </p:cNvSpPr>
          <p:nvPr/>
        </p:nvSpPr>
        <p:spPr bwMode="auto">
          <a:xfrm>
            <a:off x="4338638" y="5668963"/>
            <a:ext cx="11207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宋体" pitchFamily="2" charset="-122"/>
              </a:rPr>
              <a:t>数      据</a:t>
            </a:r>
          </a:p>
        </p:txBody>
      </p:sp>
      <p:sp>
        <p:nvSpPr>
          <p:cNvPr id="362524" name="AutoShape 27"/>
          <p:cNvSpPr>
            <a:spLocks noChangeArrowheads="1"/>
          </p:cNvSpPr>
          <p:nvPr/>
        </p:nvSpPr>
        <p:spPr bwMode="auto">
          <a:xfrm>
            <a:off x="4773613" y="5170488"/>
            <a:ext cx="219075" cy="584200"/>
          </a:xfrm>
          <a:prstGeom prst="downArrow">
            <a:avLst>
              <a:gd name="adj1" fmla="val 50000"/>
              <a:gd name="adj2" fmla="val 66667"/>
            </a:avLst>
          </a:prstGeom>
          <a:solidFill>
            <a:schemeClr val="accent1"/>
          </a:solidFill>
          <a:ln w="9525">
            <a:solidFill>
              <a:schemeClr val="tx1"/>
            </a:solidFill>
            <a:miter lim="800000"/>
            <a:headEnd/>
            <a:tailEnd/>
          </a:ln>
        </p:spPr>
        <p:txBody>
          <a:bodyPr vert="eaVert" wrap="none" anchor="ctr"/>
          <a:lstStyle/>
          <a:p>
            <a:pPr eaLnBrk="1" hangingPunct="1"/>
            <a:endParaRPr lang="en-US" altLang="zh-CN" b="1"/>
          </a:p>
        </p:txBody>
      </p:sp>
      <p:sp>
        <p:nvSpPr>
          <p:cNvPr id="362525" name="Line 28"/>
          <p:cNvSpPr>
            <a:spLocks noChangeShapeType="1"/>
          </p:cNvSpPr>
          <p:nvPr/>
        </p:nvSpPr>
        <p:spPr bwMode="auto">
          <a:xfrm>
            <a:off x="3397250" y="5138738"/>
            <a:ext cx="0" cy="48577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62526" name="Line 29"/>
          <p:cNvSpPr>
            <a:spLocks noChangeShapeType="1"/>
          </p:cNvSpPr>
          <p:nvPr/>
        </p:nvSpPr>
        <p:spPr bwMode="auto">
          <a:xfrm>
            <a:off x="6478588" y="5138738"/>
            <a:ext cx="0" cy="48577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362527" name="AutoShape 30"/>
          <p:cNvSpPr>
            <a:spLocks noChangeArrowheads="1"/>
          </p:cNvSpPr>
          <p:nvPr/>
        </p:nvSpPr>
        <p:spPr bwMode="auto">
          <a:xfrm rot="-5400000">
            <a:off x="5874544" y="1026319"/>
            <a:ext cx="292100" cy="4624388"/>
          </a:xfrm>
          <a:prstGeom prst="can">
            <a:avLst>
              <a:gd name="adj" fmla="val 58855"/>
            </a:avLst>
          </a:prstGeom>
          <a:gradFill rotWithShape="1">
            <a:gsLst>
              <a:gs pos="0">
                <a:srgbClr val="185E76"/>
              </a:gs>
              <a:gs pos="50000">
                <a:srgbClr val="33CCFF"/>
              </a:gs>
              <a:gs pos="100000">
                <a:srgbClr val="185E76"/>
              </a:gs>
            </a:gsLst>
            <a:lin ang="0" scaled="1"/>
          </a:gradFill>
          <a:ln w="12700">
            <a:solidFill>
              <a:schemeClr val="tx1"/>
            </a:solidFill>
            <a:round/>
            <a:headEnd/>
            <a:tailEnd/>
          </a:ln>
        </p:spPr>
        <p:txBody>
          <a:bodyPr wrap="none" anchor="ctr"/>
          <a:lstStyle/>
          <a:p>
            <a:pPr eaLnBrk="1" hangingPunct="1"/>
            <a:endParaRPr lang="en-US" altLang="zh-CN" b="1"/>
          </a:p>
        </p:txBody>
      </p:sp>
      <p:sp>
        <p:nvSpPr>
          <p:cNvPr id="362528" name="Text Box 31"/>
          <p:cNvSpPr txBox="1">
            <a:spLocks noChangeArrowheads="1"/>
          </p:cNvSpPr>
          <p:nvPr/>
        </p:nvSpPr>
        <p:spPr bwMode="auto">
          <a:xfrm>
            <a:off x="6524625" y="4687888"/>
            <a:ext cx="327685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宋体" pitchFamily="2" charset="-122"/>
              </a:rPr>
              <a:t>网</a:t>
            </a:r>
            <a:r>
              <a:rPr kumimoji="1" lang="zh-CN" altLang="en-US" sz="1000" b="1">
                <a:solidFill>
                  <a:srgbClr val="333399"/>
                </a:solidFill>
                <a:latin typeface="Arial" charset="0"/>
                <a:ea typeface="宋体" pitchFamily="2" charset="-122"/>
              </a:rPr>
              <a:t> </a:t>
            </a:r>
            <a:r>
              <a:rPr kumimoji="1" lang="en-US" altLang="zh-CN" sz="2000" b="1">
                <a:solidFill>
                  <a:srgbClr val="333399"/>
                </a:solidFill>
                <a:latin typeface="Arial" charset="0"/>
                <a:ea typeface="宋体" pitchFamily="2" charset="-122"/>
              </a:rPr>
              <a:t>1</a:t>
            </a:r>
            <a:r>
              <a:rPr kumimoji="1" lang="en-US" altLang="zh-CN" sz="1400" b="1">
                <a:solidFill>
                  <a:srgbClr val="333399"/>
                </a:solidFill>
                <a:latin typeface="Arial" charset="0"/>
                <a:ea typeface="宋体" pitchFamily="2" charset="-122"/>
              </a:rPr>
              <a:t> </a:t>
            </a:r>
            <a:r>
              <a:rPr kumimoji="1" lang="zh-CN" altLang="en-US" sz="2000" b="1">
                <a:solidFill>
                  <a:srgbClr val="333399"/>
                </a:solidFill>
                <a:latin typeface="Arial" charset="0"/>
                <a:ea typeface="宋体" pitchFamily="2" charset="-122"/>
              </a:rPr>
              <a:t>和网 </a:t>
            </a:r>
            <a:r>
              <a:rPr kumimoji="1" lang="en-US" altLang="zh-CN" sz="2000" b="1">
                <a:solidFill>
                  <a:srgbClr val="333399"/>
                </a:solidFill>
                <a:latin typeface="Arial" charset="0"/>
                <a:ea typeface="宋体" pitchFamily="2" charset="-122"/>
              </a:rPr>
              <a:t>2 </a:t>
            </a:r>
            <a:r>
              <a:rPr kumimoji="1" lang="zh-CN" altLang="en-US" sz="2000" b="1">
                <a:solidFill>
                  <a:srgbClr val="333399"/>
                </a:solidFill>
                <a:latin typeface="Arial" charset="0"/>
                <a:ea typeface="宋体" pitchFamily="2" charset="-122"/>
              </a:rPr>
              <a:t>中的多播数据报</a:t>
            </a:r>
          </a:p>
        </p:txBody>
      </p:sp>
      <p:sp>
        <p:nvSpPr>
          <p:cNvPr id="362529" name="Text Box 32"/>
          <p:cNvSpPr txBox="1">
            <a:spLocks noChangeArrowheads="1"/>
          </p:cNvSpPr>
          <p:nvPr/>
        </p:nvSpPr>
        <p:spPr bwMode="auto">
          <a:xfrm>
            <a:off x="6524625" y="5695950"/>
            <a:ext cx="340208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宋体" pitchFamily="2" charset="-122"/>
              </a:rPr>
              <a:t>隧道中通行的单播 </a:t>
            </a:r>
            <a:r>
              <a:rPr kumimoji="1" lang="en-US" altLang="zh-CN" sz="2000" b="1">
                <a:solidFill>
                  <a:srgbClr val="333399"/>
                </a:solidFill>
                <a:latin typeface="Arial" charset="0"/>
                <a:ea typeface="宋体" pitchFamily="2" charset="-122"/>
              </a:rPr>
              <a:t>IP </a:t>
            </a:r>
            <a:r>
              <a:rPr kumimoji="1" lang="zh-CN" altLang="en-US" sz="2000" b="1">
                <a:solidFill>
                  <a:srgbClr val="333399"/>
                </a:solidFill>
                <a:latin typeface="Arial" charset="0"/>
                <a:ea typeface="宋体" pitchFamily="2" charset="-122"/>
              </a:rPr>
              <a:t>数据报</a:t>
            </a:r>
          </a:p>
        </p:txBody>
      </p:sp>
      <p:pic>
        <p:nvPicPr>
          <p:cNvPr id="362530" name="Picture 33"/>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08263" y="3094038"/>
            <a:ext cx="990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nvGrpSpPr>
          <p:cNvPr id="362531" name="Group 34"/>
          <p:cNvGrpSpPr>
            <a:grpSpLocks/>
          </p:cNvGrpSpPr>
          <p:nvPr/>
        </p:nvGrpSpPr>
        <p:grpSpPr bwMode="auto">
          <a:xfrm>
            <a:off x="2071688" y="981075"/>
            <a:ext cx="2297112" cy="1335088"/>
            <a:chOff x="1350" y="493"/>
            <a:chExt cx="1002" cy="659"/>
          </a:xfrm>
        </p:grpSpPr>
        <p:sp>
          <p:nvSpPr>
            <p:cNvPr id="362548" name="Oval 35"/>
            <p:cNvSpPr>
              <a:spLocks noChangeArrowheads="1"/>
            </p:cNvSpPr>
            <p:nvPr/>
          </p:nvSpPr>
          <p:spPr bwMode="auto">
            <a:xfrm>
              <a:off x="1696" y="493"/>
              <a:ext cx="431" cy="26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2549" name="Oval 36"/>
            <p:cNvSpPr>
              <a:spLocks noChangeArrowheads="1"/>
            </p:cNvSpPr>
            <p:nvPr/>
          </p:nvSpPr>
          <p:spPr bwMode="auto">
            <a:xfrm>
              <a:off x="1453" y="566"/>
              <a:ext cx="328" cy="26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2550" name="Oval 37"/>
            <p:cNvSpPr>
              <a:spLocks noChangeArrowheads="1"/>
            </p:cNvSpPr>
            <p:nvPr/>
          </p:nvSpPr>
          <p:spPr bwMode="auto">
            <a:xfrm>
              <a:off x="1350" y="733"/>
              <a:ext cx="219" cy="2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2551" name="Oval 38"/>
            <p:cNvSpPr>
              <a:spLocks noChangeArrowheads="1"/>
            </p:cNvSpPr>
            <p:nvPr/>
          </p:nvSpPr>
          <p:spPr bwMode="auto">
            <a:xfrm>
              <a:off x="1417" y="833"/>
              <a:ext cx="334" cy="23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2552" name="Oval 39"/>
            <p:cNvSpPr>
              <a:spLocks noChangeArrowheads="1"/>
            </p:cNvSpPr>
            <p:nvPr/>
          </p:nvSpPr>
          <p:spPr bwMode="auto">
            <a:xfrm>
              <a:off x="1660" y="873"/>
              <a:ext cx="504" cy="27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2553" name="Oval 40"/>
            <p:cNvSpPr>
              <a:spLocks noChangeArrowheads="1"/>
            </p:cNvSpPr>
            <p:nvPr/>
          </p:nvSpPr>
          <p:spPr bwMode="auto">
            <a:xfrm>
              <a:off x="1988" y="573"/>
              <a:ext cx="315" cy="20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2554" name="Oval 41"/>
            <p:cNvSpPr>
              <a:spLocks noChangeArrowheads="1"/>
            </p:cNvSpPr>
            <p:nvPr/>
          </p:nvSpPr>
          <p:spPr bwMode="auto">
            <a:xfrm>
              <a:off x="2036" y="713"/>
              <a:ext cx="316" cy="20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2555" name="Oval 42"/>
            <p:cNvSpPr>
              <a:spLocks noChangeArrowheads="1"/>
            </p:cNvSpPr>
            <p:nvPr/>
          </p:nvSpPr>
          <p:spPr bwMode="auto">
            <a:xfrm>
              <a:off x="2006" y="759"/>
              <a:ext cx="316" cy="34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2556" name="Oval 43"/>
            <p:cNvSpPr>
              <a:spLocks noChangeArrowheads="1"/>
            </p:cNvSpPr>
            <p:nvPr/>
          </p:nvSpPr>
          <p:spPr bwMode="auto">
            <a:xfrm>
              <a:off x="1532" y="653"/>
              <a:ext cx="650" cy="34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grpSp>
      <p:grpSp>
        <p:nvGrpSpPr>
          <p:cNvPr id="362532" name="Group 44"/>
          <p:cNvGrpSpPr>
            <a:grpSpLocks/>
          </p:cNvGrpSpPr>
          <p:nvPr/>
        </p:nvGrpSpPr>
        <p:grpSpPr bwMode="auto">
          <a:xfrm>
            <a:off x="2057400" y="954088"/>
            <a:ext cx="2298700" cy="1336675"/>
            <a:chOff x="1344" y="480"/>
            <a:chExt cx="1002" cy="659"/>
          </a:xfrm>
        </p:grpSpPr>
        <p:sp>
          <p:nvSpPr>
            <p:cNvPr id="362539" name="Oval 45"/>
            <p:cNvSpPr>
              <a:spLocks noChangeArrowheads="1"/>
            </p:cNvSpPr>
            <p:nvPr/>
          </p:nvSpPr>
          <p:spPr bwMode="auto">
            <a:xfrm>
              <a:off x="1690" y="480"/>
              <a:ext cx="431" cy="266"/>
            </a:xfrm>
            <a:prstGeom prst="ellipse">
              <a:avLst/>
            </a:prstGeom>
            <a:solidFill>
              <a:srgbClr val="CEDAD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2540" name="Oval 46"/>
            <p:cNvSpPr>
              <a:spLocks noChangeArrowheads="1"/>
            </p:cNvSpPr>
            <p:nvPr/>
          </p:nvSpPr>
          <p:spPr bwMode="auto">
            <a:xfrm>
              <a:off x="1447" y="553"/>
              <a:ext cx="328" cy="266"/>
            </a:xfrm>
            <a:prstGeom prst="ellipse">
              <a:avLst/>
            </a:prstGeom>
            <a:solidFill>
              <a:srgbClr val="CEDAD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2541" name="Oval 47"/>
            <p:cNvSpPr>
              <a:spLocks noChangeArrowheads="1"/>
            </p:cNvSpPr>
            <p:nvPr/>
          </p:nvSpPr>
          <p:spPr bwMode="auto">
            <a:xfrm>
              <a:off x="1344" y="720"/>
              <a:ext cx="219" cy="212"/>
            </a:xfrm>
            <a:prstGeom prst="ellipse">
              <a:avLst/>
            </a:prstGeom>
            <a:solidFill>
              <a:srgbClr val="CEDAD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2542" name="Oval 48"/>
            <p:cNvSpPr>
              <a:spLocks noChangeArrowheads="1"/>
            </p:cNvSpPr>
            <p:nvPr/>
          </p:nvSpPr>
          <p:spPr bwMode="auto">
            <a:xfrm>
              <a:off x="1411" y="819"/>
              <a:ext cx="334" cy="233"/>
            </a:xfrm>
            <a:prstGeom prst="ellipse">
              <a:avLst/>
            </a:prstGeom>
            <a:solidFill>
              <a:srgbClr val="CEDAD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2543" name="Oval 49"/>
            <p:cNvSpPr>
              <a:spLocks noChangeArrowheads="1"/>
            </p:cNvSpPr>
            <p:nvPr/>
          </p:nvSpPr>
          <p:spPr bwMode="auto">
            <a:xfrm>
              <a:off x="1654" y="859"/>
              <a:ext cx="504" cy="280"/>
            </a:xfrm>
            <a:prstGeom prst="ellipse">
              <a:avLst/>
            </a:prstGeom>
            <a:solidFill>
              <a:srgbClr val="CEDAD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2544" name="Oval 50"/>
            <p:cNvSpPr>
              <a:spLocks noChangeArrowheads="1"/>
            </p:cNvSpPr>
            <p:nvPr/>
          </p:nvSpPr>
          <p:spPr bwMode="auto">
            <a:xfrm>
              <a:off x="1982" y="560"/>
              <a:ext cx="315" cy="206"/>
            </a:xfrm>
            <a:prstGeom prst="ellipse">
              <a:avLst/>
            </a:prstGeom>
            <a:solidFill>
              <a:srgbClr val="CEDAD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2545" name="Oval 51"/>
            <p:cNvSpPr>
              <a:spLocks noChangeArrowheads="1"/>
            </p:cNvSpPr>
            <p:nvPr/>
          </p:nvSpPr>
          <p:spPr bwMode="auto">
            <a:xfrm>
              <a:off x="2030" y="700"/>
              <a:ext cx="316" cy="206"/>
            </a:xfrm>
            <a:prstGeom prst="ellipse">
              <a:avLst/>
            </a:prstGeom>
            <a:solidFill>
              <a:srgbClr val="CEDAD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2546" name="Oval 52"/>
            <p:cNvSpPr>
              <a:spLocks noChangeArrowheads="1"/>
            </p:cNvSpPr>
            <p:nvPr/>
          </p:nvSpPr>
          <p:spPr bwMode="auto">
            <a:xfrm>
              <a:off x="2000" y="746"/>
              <a:ext cx="316" cy="346"/>
            </a:xfrm>
            <a:prstGeom prst="ellipse">
              <a:avLst/>
            </a:prstGeom>
            <a:solidFill>
              <a:srgbClr val="CEDAD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2547" name="Oval 53"/>
            <p:cNvSpPr>
              <a:spLocks noChangeArrowheads="1"/>
            </p:cNvSpPr>
            <p:nvPr/>
          </p:nvSpPr>
          <p:spPr bwMode="auto">
            <a:xfrm>
              <a:off x="1526" y="640"/>
              <a:ext cx="650" cy="346"/>
            </a:xfrm>
            <a:prstGeom prst="ellipse">
              <a:avLst/>
            </a:prstGeom>
            <a:solidFill>
              <a:srgbClr val="CEDAD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grpSp>
      <p:sp>
        <p:nvSpPr>
          <p:cNvPr id="362533" name="Text Box 54"/>
          <p:cNvSpPr txBox="1">
            <a:spLocks noChangeArrowheads="1"/>
          </p:cNvSpPr>
          <p:nvPr/>
        </p:nvSpPr>
        <p:spPr bwMode="auto">
          <a:xfrm>
            <a:off x="8978900" y="2708275"/>
            <a:ext cx="4619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宋体" pitchFamily="2" charset="-122"/>
              </a:rPr>
              <a:t>R</a:t>
            </a:r>
            <a:r>
              <a:rPr kumimoji="1" lang="en-US" altLang="zh-CN" sz="2000" b="1" baseline="-25000">
                <a:solidFill>
                  <a:srgbClr val="333399"/>
                </a:solidFill>
                <a:latin typeface="Arial" charset="0"/>
                <a:ea typeface="宋体" pitchFamily="2" charset="-122"/>
              </a:rPr>
              <a:t>2</a:t>
            </a:r>
            <a:endParaRPr kumimoji="1" lang="en-US" altLang="zh-CN" sz="2000" b="1">
              <a:solidFill>
                <a:srgbClr val="333399"/>
              </a:solidFill>
              <a:latin typeface="Arial" charset="0"/>
              <a:ea typeface="宋体" pitchFamily="2" charset="-122"/>
            </a:endParaRPr>
          </a:p>
        </p:txBody>
      </p:sp>
      <p:sp>
        <p:nvSpPr>
          <p:cNvPr id="362534" name="Text Box 55"/>
          <p:cNvSpPr txBox="1">
            <a:spLocks noChangeArrowheads="1"/>
          </p:cNvSpPr>
          <p:nvPr/>
        </p:nvSpPr>
        <p:spPr bwMode="auto">
          <a:xfrm>
            <a:off x="2484438" y="2732088"/>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宋体" pitchFamily="2" charset="-122"/>
              </a:rPr>
              <a:t>R</a:t>
            </a:r>
            <a:r>
              <a:rPr kumimoji="1" lang="en-US" altLang="zh-CN" sz="2000" b="1" baseline="-25000">
                <a:solidFill>
                  <a:srgbClr val="333399"/>
                </a:solidFill>
                <a:latin typeface="Arial" charset="0"/>
                <a:ea typeface="宋体" pitchFamily="2" charset="-122"/>
              </a:rPr>
              <a:t>1</a:t>
            </a:r>
            <a:endParaRPr kumimoji="1" lang="en-US" altLang="zh-CN" sz="2000" b="1">
              <a:solidFill>
                <a:srgbClr val="333399"/>
              </a:solidFill>
              <a:latin typeface="Arial" charset="0"/>
              <a:ea typeface="宋体" pitchFamily="2" charset="-122"/>
            </a:endParaRPr>
          </a:p>
        </p:txBody>
      </p:sp>
      <p:sp>
        <p:nvSpPr>
          <p:cNvPr id="362535" name="Text Box 56"/>
          <p:cNvSpPr txBox="1">
            <a:spLocks noChangeArrowheads="1"/>
          </p:cNvSpPr>
          <p:nvPr/>
        </p:nvSpPr>
        <p:spPr bwMode="auto">
          <a:xfrm>
            <a:off x="2459038" y="1114425"/>
            <a:ext cx="15684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zh-CN" altLang="en-US" sz="1800" b="1" dirty="0">
                <a:solidFill>
                  <a:srgbClr val="333399"/>
                </a:solidFill>
                <a:latin typeface="Arial" charset="0"/>
                <a:ea typeface="宋体" pitchFamily="2" charset="-122"/>
              </a:rPr>
              <a:t>网 </a:t>
            </a:r>
            <a:r>
              <a:rPr kumimoji="1" lang="en-US" altLang="zh-CN" sz="1800" b="1" dirty="0">
                <a:solidFill>
                  <a:srgbClr val="333399"/>
                </a:solidFill>
                <a:latin typeface="Arial" charset="0"/>
                <a:ea typeface="宋体" pitchFamily="2" charset="-122"/>
              </a:rPr>
              <a:t>1</a:t>
            </a:r>
          </a:p>
          <a:p>
            <a:pPr algn="ctr" eaLnBrk="1" hangingPunct="1"/>
            <a:r>
              <a:rPr kumimoji="1" lang="zh-CN" altLang="en-US" sz="1800" b="1" dirty="0">
                <a:solidFill>
                  <a:srgbClr val="333399"/>
                </a:solidFill>
                <a:latin typeface="Arial" charset="0"/>
                <a:ea typeface="宋体" pitchFamily="2" charset="-122"/>
              </a:rPr>
              <a:t>（支持多播）</a:t>
            </a:r>
          </a:p>
        </p:txBody>
      </p:sp>
      <p:pic>
        <p:nvPicPr>
          <p:cNvPr id="362536" name="Picture 57"/>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72388" y="954088"/>
            <a:ext cx="2311400"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2537" name="Freeform 58"/>
          <p:cNvSpPr>
            <a:spLocks/>
          </p:cNvSpPr>
          <p:nvPr/>
        </p:nvSpPr>
        <p:spPr bwMode="auto">
          <a:xfrm>
            <a:off x="3314700" y="2382838"/>
            <a:ext cx="5407025" cy="960437"/>
          </a:xfrm>
          <a:custGeom>
            <a:avLst/>
            <a:gdLst>
              <a:gd name="T0" fmla="*/ 2147483646 w 2358"/>
              <a:gd name="T1" fmla="*/ 2147483646 h 492"/>
              <a:gd name="T2" fmla="*/ 2147483646 w 2358"/>
              <a:gd name="T3" fmla="*/ 2147483646 h 492"/>
              <a:gd name="T4" fmla="*/ 2147483646 w 2358"/>
              <a:gd name="T5" fmla="*/ 2147483646 h 492"/>
              <a:gd name="T6" fmla="*/ 2147483646 w 2358"/>
              <a:gd name="T7" fmla="*/ 2147483646 h 492"/>
              <a:gd name="T8" fmla="*/ 2147483646 w 2358"/>
              <a:gd name="T9" fmla="*/ 2147483646 h 492"/>
              <a:gd name="T10" fmla="*/ 2147483646 w 2358"/>
              <a:gd name="T11" fmla="*/ 0 h 492"/>
              <a:gd name="T12" fmla="*/ 0 60000 65536"/>
              <a:gd name="T13" fmla="*/ 0 60000 65536"/>
              <a:gd name="T14" fmla="*/ 0 60000 65536"/>
              <a:gd name="T15" fmla="*/ 0 60000 65536"/>
              <a:gd name="T16" fmla="*/ 0 60000 65536"/>
              <a:gd name="T17" fmla="*/ 0 60000 65536"/>
              <a:gd name="T18" fmla="*/ 0 w 2358"/>
              <a:gd name="T19" fmla="*/ 0 h 492"/>
              <a:gd name="T20" fmla="*/ 2358 w 2358"/>
              <a:gd name="T21" fmla="*/ 492 h 492"/>
            </a:gdLst>
            <a:ahLst/>
            <a:cxnLst>
              <a:cxn ang="T12">
                <a:pos x="T0" y="T1"/>
              </a:cxn>
              <a:cxn ang="T13">
                <a:pos x="T2" y="T3"/>
              </a:cxn>
              <a:cxn ang="T14">
                <a:pos x="T4" y="T5"/>
              </a:cxn>
              <a:cxn ang="T15">
                <a:pos x="T6" y="T7"/>
              </a:cxn>
              <a:cxn ang="T16">
                <a:pos x="T8" y="T9"/>
              </a:cxn>
              <a:cxn ang="T17">
                <a:pos x="T10" y="T11"/>
              </a:cxn>
            </a:cxnLst>
            <a:rect l="T18" t="T19" r="T20" b="T21"/>
            <a:pathLst>
              <a:path w="2358" h="492">
                <a:moveTo>
                  <a:pt x="22" y="42"/>
                </a:moveTo>
                <a:cubicBezTo>
                  <a:pt x="27" y="103"/>
                  <a:pt x="0" y="327"/>
                  <a:pt x="52" y="402"/>
                </a:cubicBezTo>
                <a:cubicBezTo>
                  <a:pt x="105" y="469"/>
                  <a:pt x="17" y="487"/>
                  <a:pt x="331" y="492"/>
                </a:cubicBezTo>
                <a:lnTo>
                  <a:pt x="2026" y="492"/>
                </a:lnTo>
                <a:cubicBezTo>
                  <a:pt x="2358" y="471"/>
                  <a:pt x="2271" y="448"/>
                  <a:pt x="2326" y="366"/>
                </a:cubicBezTo>
                <a:cubicBezTo>
                  <a:pt x="2358" y="284"/>
                  <a:pt x="2349" y="79"/>
                  <a:pt x="2356" y="0"/>
                </a:cubicBezTo>
              </a:path>
            </a:pathLst>
          </a:custGeom>
          <a:noFill/>
          <a:ln w="76200">
            <a:solidFill>
              <a:schemeClr val="hlink"/>
            </a:solidFill>
            <a:round/>
            <a:headEnd/>
            <a:tailEnd type="triangle"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p>
        </p:txBody>
      </p:sp>
      <p:sp>
        <p:nvSpPr>
          <p:cNvPr id="362538" name="Text Box 59"/>
          <p:cNvSpPr txBox="1">
            <a:spLocks noChangeArrowheads="1"/>
          </p:cNvSpPr>
          <p:nvPr/>
        </p:nvSpPr>
        <p:spPr bwMode="auto">
          <a:xfrm>
            <a:off x="8110538" y="1114425"/>
            <a:ext cx="15684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kumimoji="1" lang="zh-CN" altLang="en-US" sz="1800" b="1">
                <a:solidFill>
                  <a:srgbClr val="333399"/>
                </a:solidFill>
                <a:latin typeface="Arial" charset="0"/>
                <a:ea typeface="宋体" pitchFamily="2" charset="-122"/>
              </a:rPr>
              <a:t>网 </a:t>
            </a:r>
            <a:r>
              <a:rPr kumimoji="1" lang="en-US" altLang="zh-CN" sz="1800" b="1">
                <a:solidFill>
                  <a:srgbClr val="333399"/>
                </a:solidFill>
                <a:latin typeface="Arial" charset="0"/>
                <a:ea typeface="宋体" pitchFamily="2" charset="-122"/>
              </a:rPr>
              <a:t>2</a:t>
            </a:r>
          </a:p>
          <a:p>
            <a:pPr algn="ctr" eaLnBrk="1" hangingPunct="1"/>
            <a:r>
              <a:rPr kumimoji="1" lang="zh-CN" altLang="en-US" sz="1800" b="1">
                <a:solidFill>
                  <a:srgbClr val="333399"/>
                </a:solidFill>
                <a:latin typeface="Arial" charset="0"/>
                <a:ea typeface="宋体" pitchFamily="2" charset="-122"/>
              </a:rPr>
              <a:t>（支持多播）</a:t>
            </a:r>
          </a:p>
        </p:txBody>
      </p:sp>
    </p:spTree>
  </p:cSld>
  <p:clrMapOvr>
    <a:masterClrMapping/>
  </p:clrMapOvr>
  <p:transition spd="slow"/>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4546" name="Rectangle 2"/>
          <p:cNvSpPr>
            <a:spLocks noGrp="1" noChangeArrowheads="1"/>
          </p:cNvSpPr>
          <p:nvPr>
            <p:ph type="title"/>
          </p:nvPr>
        </p:nvSpPr>
        <p:spPr/>
        <p:txBody>
          <a:bodyPr/>
          <a:lstStyle/>
          <a:p>
            <a:r>
              <a:rPr lang="zh-CN" altLang="en-US" smtClean="0"/>
              <a:t>基于核心的发现技术 </a:t>
            </a:r>
          </a:p>
        </p:txBody>
      </p:sp>
      <p:sp>
        <p:nvSpPr>
          <p:cNvPr id="364547" name="Rectangle 3"/>
          <p:cNvSpPr>
            <a:spLocks noGrp="1" noChangeArrowheads="1"/>
          </p:cNvSpPr>
          <p:nvPr>
            <p:ph idx="1"/>
          </p:nvPr>
        </p:nvSpPr>
        <p:spPr>
          <a:xfrm>
            <a:off x="443706" y="1267200"/>
            <a:ext cx="11052894" cy="4895850"/>
          </a:xfrm>
        </p:spPr>
        <p:txBody>
          <a:bodyPr/>
          <a:lstStyle/>
          <a:p>
            <a:r>
              <a:rPr lang="zh-CN" altLang="en-US" b="1" dirty="0" smtClean="0"/>
              <a:t>这种方法对于多播组的大小在较大范围内变化时都适合。</a:t>
            </a:r>
          </a:p>
          <a:p>
            <a:r>
              <a:rPr lang="zh-CN" altLang="en-US" b="1" dirty="0" smtClean="0"/>
              <a:t>这种方法是对每一个多播组 </a:t>
            </a:r>
            <a:r>
              <a:rPr lang="en-US" altLang="zh-CN" b="1" dirty="0" smtClean="0"/>
              <a:t>G </a:t>
            </a:r>
            <a:r>
              <a:rPr lang="zh-CN" altLang="en-US" b="1" dirty="0" smtClean="0"/>
              <a:t>指定一个</a:t>
            </a:r>
            <a:r>
              <a:rPr lang="zh-CN" altLang="en-US" b="1" dirty="0" smtClean="0">
                <a:solidFill>
                  <a:srgbClr val="FF0000"/>
                </a:solidFill>
              </a:rPr>
              <a:t>核心</a:t>
            </a:r>
            <a:r>
              <a:rPr lang="en-US" altLang="zh-CN" b="1" dirty="0" smtClean="0"/>
              <a:t>(core)</a:t>
            </a:r>
            <a:r>
              <a:rPr lang="zh-CN" altLang="en-US" b="1" dirty="0" smtClean="0"/>
              <a:t>路由器，给出它的 </a:t>
            </a:r>
            <a:r>
              <a:rPr lang="en-US" altLang="zh-CN" b="1" dirty="0" smtClean="0"/>
              <a:t>IP </a:t>
            </a:r>
            <a:r>
              <a:rPr lang="zh-CN" altLang="en-US" b="1" dirty="0" smtClean="0"/>
              <a:t>单播地址。</a:t>
            </a:r>
          </a:p>
          <a:p>
            <a:r>
              <a:rPr lang="zh-CN" altLang="en-US" b="1" dirty="0" smtClean="0"/>
              <a:t>核心路由器按照前面讲过的方法创建出对应于多播组 </a:t>
            </a:r>
            <a:r>
              <a:rPr lang="en-US" altLang="zh-CN" b="1" dirty="0" smtClean="0"/>
              <a:t>G </a:t>
            </a:r>
            <a:r>
              <a:rPr lang="zh-CN" altLang="en-US" b="1" dirty="0" smtClean="0"/>
              <a:t>的转发树。 </a:t>
            </a:r>
          </a:p>
        </p:txBody>
      </p:sp>
    </p:spTree>
  </p:cSld>
  <p:clrMapOvr>
    <a:masterClrMapping/>
  </p:clrMapOvr>
  <p:transition spd="slow"/>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4" name="Rectangle 2"/>
          <p:cNvSpPr>
            <a:spLocks noGrp="1" noChangeArrowheads="1"/>
          </p:cNvSpPr>
          <p:nvPr>
            <p:ph type="title"/>
          </p:nvPr>
        </p:nvSpPr>
        <p:spPr/>
        <p:txBody>
          <a:bodyPr/>
          <a:lstStyle/>
          <a:p>
            <a:pPr eaLnBrk="1" hangingPunct="1"/>
            <a:r>
              <a:rPr lang="zh-CN" altLang="en-US" smtClean="0"/>
              <a:t>指引</a:t>
            </a:r>
            <a:endParaRPr lang="en-US" altLang="zh-CN" smtClean="0"/>
          </a:p>
        </p:txBody>
      </p:sp>
      <p:grpSp>
        <p:nvGrpSpPr>
          <p:cNvPr id="26" name="Group 24"/>
          <p:cNvGrpSpPr>
            <a:grpSpLocks/>
          </p:cNvGrpSpPr>
          <p:nvPr/>
        </p:nvGrpSpPr>
        <p:grpSpPr bwMode="auto">
          <a:xfrm>
            <a:off x="7967663" y="1773238"/>
            <a:ext cx="2514600" cy="3600450"/>
            <a:chOff x="3379" y="1207"/>
            <a:chExt cx="1584" cy="2268"/>
          </a:xfrm>
        </p:grpSpPr>
        <p:sp>
          <p:nvSpPr>
            <p:cNvPr id="27" name="AutoShape 4">
              <a:extLst>
                <a:ext uri="{FF2B5EF4-FFF2-40B4-BE49-F238E27FC236}"/>
              </a:extLst>
            </p:cNvPr>
            <p:cNvSpPr>
              <a:spLocks noChangeArrowheads="1"/>
            </p:cNvSpPr>
            <p:nvPr/>
          </p:nvSpPr>
          <p:spPr bwMode="auto">
            <a:xfrm>
              <a:off x="3379" y="1207"/>
              <a:ext cx="1584" cy="2268"/>
            </a:xfrm>
            <a:prstGeom prst="cube">
              <a:avLst>
                <a:gd name="adj" fmla="val 12185"/>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nchor="ctr"/>
            <a:lstStyle/>
            <a:p>
              <a:pPr algn="ctr" eaLnBrk="1" hangingPunct="1">
                <a:defRPr/>
              </a:pPr>
              <a:endParaRPr kumimoji="1" lang="zh-CN" altLang="en-US" sz="2400" b="1">
                <a:solidFill>
                  <a:srgbClr val="FF0000"/>
                </a:solidFill>
                <a:effectLst>
                  <a:outerShdw blurRad="38100" dist="38100" dir="2700000" algn="tl">
                    <a:srgbClr val="000000"/>
                  </a:outerShdw>
                </a:effectLst>
              </a:endParaRPr>
            </a:p>
            <a:p>
              <a:pPr algn="ctr" eaLnBrk="1" hangingPunct="1">
                <a:defRPr/>
              </a:pPr>
              <a:endParaRPr kumimoji="1" lang="zh-CN" altLang="en-US" sz="2400" b="1">
                <a:solidFill>
                  <a:srgbClr val="FF0000"/>
                </a:solidFill>
                <a:effectLst>
                  <a:outerShdw blurRad="38100" dist="38100" dir="2700000" algn="tl">
                    <a:srgbClr val="000000"/>
                  </a:outerShdw>
                </a:effectLst>
              </a:endParaRPr>
            </a:p>
            <a:p>
              <a:pPr algn="ctr" eaLnBrk="1" hangingPunct="1">
                <a:defRPr/>
              </a:pPr>
              <a:endParaRPr kumimoji="1" lang="zh-CN" altLang="en-US" sz="2400" b="1">
                <a:solidFill>
                  <a:srgbClr val="FF0000"/>
                </a:solidFill>
                <a:effectLst>
                  <a:outerShdw blurRad="38100" dist="38100" dir="2700000" algn="tl">
                    <a:srgbClr val="000000"/>
                  </a:outerShdw>
                </a:effectLst>
              </a:endParaRPr>
            </a:p>
          </p:txBody>
        </p:sp>
        <p:sp>
          <p:nvSpPr>
            <p:cNvPr id="28" name="Rectangle 6">
              <a:extLst>
                <a:ext uri="{FF2B5EF4-FFF2-40B4-BE49-F238E27FC236}"/>
              </a:extLst>
            </p:cNvPr>
            <p:cNvSpPr>
              <a:spLocks noChangeArrowheads="1"/>
            </p:cNvSpPr>
            <p:nvPr/>
          </p:nvSpPr>
          <p:spPr bwMode="auto">
            <a:xfrm>
              <a:off x="3379" y="1399"/>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rPr>
                <a:t>应用层</a:t>
              </a:r>
            </a:p>
          </p:txBody>
        </p:sp>
        <p:sp>
          <p:nvSpPr>
            <p:cNvPr id="29" name="Line 8">
              <a:extLst>
                <a:ext uri="{FF2B5EF4-FFF2-40B4-BE49-F238E27FC236}"/>
              </a:extLst>
            </p:cNvPr>
            <p:cNvSpPr>
              <a:spLocks noChangeShapeType="1"/>
            </p:cNvSpPr>
            <p:nvPr/>
          </p:nvSpPr>
          <p:spPr bwMode="auto">
            <a:xfrm>
              <a:off x="3379" y="1831"/>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0" name="Line 9">
              <a:extLst>
                <a:ext uri="{FF2B5EF4-FFF2-40B4-BE49-F238E27FC236}"/>
              </a:extLst>
            </p:cNvPr>
            <p:cNvSpPr>
              <a:spLocks noChangeShapeType="1"/>
            </p:cNvSpPr>
            <p:nvPr/>
          </p:nvSpPr>
          <p:spPr bwMode="auto">
            <a:xfrm>
              <a:off x="3379"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1" name="Line 10">
              <a:extLst>
                <a:ext uri="{FF2B5EF4-FFF2-40B4-BE49-F238E27FC236}"/>
              </a:extLst>
            </p:cNvPr>
            <p:cNvSpPr>
              <a:spLocks noChangeShapeType="1"/>
            </p:cNvSpPr>
            <p:nvPr/>
          </p:nvSpPr>
          <p:spPr bwMode="auto">
            <a:xfrm>
              <a:off x="4771" y="1399"/>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2" name="Rectangle 21">
              <a:extLst>
                <a:ext uri="{FF2B5EF4-FFF2-40B4-BE49-F238E27FC236}"/>
              </a:extLst>
            </p:cNvPr>
            <p:cNvSpPr>
              <a:spLocks noChangeArrowheads="1"/>
            </p:cNvSpPr>
            <p:nvPr/>
          </p:nvSpPr>
          <p:spPr bwMode="auto">
            <a:xfrm>
              <a:off x="3379" y="1831"/>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rPr>
                <a:t>运输层</a:t>
              </a:r>
              <a:endParaRPr kumimoji="1" lang="zh-CN" altLang="en-US" sz="2400" dirty="0">
                <a:solidFill>
                  <a:srgbClr val="FF0000"/>
                </a:solidFill>
                <a:effectLst>
                  <a:outerShdw blurRad="38100" dist="38100" dir="2700000" algn="tl">
                    <a:srgbClr val="000000"/>
                  </a:outerShdw>
                </a:effectLst>
              </a:endParaRPr>
            </a:p>
          </p:txBody>
        </p:sp>
        <p:sp>
          <p:nvSpPr>
            <p:cNvPr id="33" name="Line 23">
              <a:extLst>
                <a:ext uri="{FF2B5EF4-FFF2-40B4-BE49-F238E27FC236}"/>
              </a:extLst>
            </p:cNvPr>
            <p:cNvSpPr>
              <a:spLocks noChangeShapeType="1"/>
            </p:cNvSpPr>
            <p:nvPr/>
          </p:nvSpPr>
          <p:spPr bwMode="auto">
            <a:xfrm>
              <a:off x="3379" y="2263"/>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4" name="Line 24">
              <a:extLst>
                <a:ext uri="{FF2B5EF4-FFF2-40B4-BE49-F238E27FC236}"/>
              </a:extLst>
            </p:cNvPr>
            <p:cNvSpPr>
              <a:spLocks noChangeShapeType="1"/>
            </p:cNvSpPr>
            <p:nvPr/>
          </p:nvSpPr>
          <p:spPr bwMode="auto">
            <a:xfrm>
              <a:off x="3379"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5" name="Line 25">
              <a:extLst>
                <a:ext uri="{FF2B5EF4-FFF2-40B4-BE49-F238E27FC236}"/>
              </a:extLst>
            </p:cNvPr>
            <p:cNvSpPr>
              <a:spLocks noChangeShapeType="1"/>
            </p:cNvSpPr>
            <p:nvPr/>
          </p:nvSpPr>
          <p:spPr bwMode="auto">
            <a:xfrm>
              <a:off x="4771" y="1831"/>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6" name="Line 28">
              <a:extLst>
                <a:ext uri="{FF2B5EF4-FFF2-40B4-BE49-F238E27FC236}"/>
              </a:extLst>
            </p:cNvPr>
            <p:cNvSpPr>
              <a:spLocks noChangeShapeType="1"/>
            </p:cNvSpPr>
            <p:nvPr/>
          </p:nvSpPr>
          <p:spPr bwMode="auto">
            <a:xfrm>
              <a:off x="3379" y="2695"/>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7" name="Line 29">
              <a:extLst>
                <a:ext uri="{FF2B5EF4-FFF2-40B4-BE49-F238E27FC236}"/>
              </a:extLst>
            </p:cNvPr>
            <p:cNvSpPr>
              <a:spLocks noChangeShapeType="1"/>
            </p:cNvSpPr>
            <p:nvPr/>
          </p:nvSpPr>
          <p:spPr bwMode="auto">
            <a:xfrm>
              <a:off x="3379" y="3366"/>
              <a:ext cx="1392" cy="0"/>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8" name="Line 30">
              <a:extLst>
                <a:ext uri="{FF2B5EF4-FFF2-40B4-BE49-F238E27FC236}"/>
              </a:extLst>
            </p:cNvPr>
            <p:cNvSpPr>
              <a:spLocks noChangeShapeType="1"/>
            </p:cNvSpPr>
            <p:nvPr/>
          </p:nvSpPr>
          <p:spPr bwMode="auto">
            <a:xfrm>
              <a:off x="3379"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39" name="Line 31">
              <a:extLst>
                <a:ext uri="{FF2B5EF4-FFF2-40B4-BE49-F238E27FC236}"/>
              </a:extLst>
            </p:cNvPr>
            <p:cNvSpPr>
              <a:spLocks noChangeShapeType="1"/>
            </p:cNvSpPr>
            <p:nvPr/>
          </p:nvSpPr>
          <p:spPr bwMode="auto">
            <a:xfrm>
              <a:off x="4771" y="2695"/>
              <a:ext cx="0" cy="671"/>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40" name="Rectangle 33">
              <a:extLst>
                <a:ext uri="{FF2B5EF4-FFF2-40B4-BE49-F238E27FC236}"/>
              </a:extLst>
            </p:cNvPr>
            <p:cNvSpPr>
              <a:spLocks noChangeArrowheads="1"/>
            </p:cNvSpPr>
            <p:nvPr/>
          </p:nvSpPr>
          <p:spPr bwMode="auto">
            <a:xfrm>
              <a:off x="3379" y="2263"/>
              <a:ext cx="1392" cy="43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spcBef>
                  <a:spcPct val="20000"/>
                </a:spcBef>
                <a:buClr>
                  <a:schemeClr val="tx2"/>
                </a:buClr>
                <a:buSzPct val="90000"/>
                <a:buFont typeface="Symbol" pitchFamily="18" charset="2"/>
                <a:buNone/>
                <a:defRPr/>
              </a:pPr>
              <a:r>
                <a:rPr kumimoji="1" lang="zh-CN" altLang="en-US" sz="2800" dirty="0">
                  <a:solidFill>
                    <a:schemeClr val="tx2">
                      <a:lumMod val="60000"/>
                      <a:lumOff val="40000"/>
                    </a:schemeClr>
                  </a:solidFill>
                  <a:effectLst>
                    <a:outerShdw blurRad="38100" dist="38100" dir="2700000" algn="tl">
                      <a:srgbClr val="000000"/>
                    </a:outerShdw>
                  </a:effectLst>
                  <a:latin typeface="Franklin Gothic Book" pitchFamily="34" charset="0"/>
                </a:rPr>
                <a:t>网络层</a:t>
              </a:r>
              <a:endParaRPr kumimoji="1" lang="zh-CN" altLang="en-US" sz="2400" dirty="0">
                <a:solidFill>
                  <a:schemeClr val="tx2">
                    <a:lumMod val="60000"/>
                    <a:lumOff val="40000"/>
                  </a:schemeClr>
                </a:solidFill>
                <a:effectLst>
                  <a:outerShdw blurRad="38100" dist="38100" dir="2700000" algn="tl">
                    <a:srgbClr val="000000"/>
                  </a:outerShdw>
                </a:effectLst>
                <a:latin typeface="Franklin Gothic Book" pitchFamily="34" charset="0"/>
              </a:endParaRPr>
            </a:p>
          </p:txBody>
        </p:sp>
        <p:sp>
          <p:nvSpPr>
            <p:cNvPr id="41" name="Line 36">
              <a:extLst>
                <a:ext uri="{FF2B5EF4-FFF2-40B4-BE49-F238E27FC236}"/>
              </a:extLst>
            </p:cNvPr>
            <p:cNvSpPr>
              <a:spLocks noChangeShapeType="1"/>
            </p:cNvSpPr>
            <p:nvPr/>
          </p:nvSpPr>
          <p:spPr bwMode="auto">
            <a:xfrm>
              <a:off x="3379" y="2263"/>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42" name="Line 37">
              <a:extLst>
                <a:ext uri="{FF2B5EF4-FFF2-40B4-BE49-F238E27FC236}"/>
              </a:extLst>
            </p:cNvPr>
            <p:cNvSpPr>
              <a:spLocks noChangeShapeType="1"/>
            </p:cNvSpPr>
            <p:nvPr/>
          </p:nvSpPr>
          <p:spPr bwMode="auto">
            <a:xfrm>
              <a:off x="4771" y="2263"/>
              <a:ext cx="0" cy="432"/>
            </a:xfrm>
            <a:prstGeom prst="line">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wrap="none"/>
            <a:lstStyle/>
            <a:p>
              <a:pPr eaLnBrk="1" hangingPunct="1">
                <a:defRPr/>
              </a:pPr>
              <a:endParaRPr kumimoji="1" lang="zh-CN" altLang="en-US" sz="2400" b="1">
                <a:solidFill>
                  <a:srgbClr val="FF0000"/>
                </a:solidFill>
                <a:effectLst>
                  <a:outerShdw blurRad="38100" dist="38100" dir="2700000" algn="tl">
                    <a:srgbClr val="000000">
                      <a:alpha val="43137"/>
                    </a:srgbClr>
                  </a:outerShdw>
                </a:effectLst>
              </a:endParaRPr>
            </a:p>
          </p:txBody>
        </p:sp>
        <p:sp>
          <p:nvSpPr>
            <p:cNvPr id="44" name="Rectangle 27">
              <a:extLst>
                <a:ext uri="{FF2B5EF4-FFF2-40B4-BE49-F238E27FC236}"/>
              </a:extLst>
            </p:cNvPr>
            <p:cNvSpPr>
              <a:spLocks noChangeArrowheads="1"/>
            </p:cNvSpPr>
            <p:nvPr/>
          </p:nvSpPr>
          <p:spPr bwMode="auto">
            <a:xfrm>
              <a:off x="3379" y="2695"/>
              <a:ext cx="1392" cy="372"/>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latin typeface="Franklin Gothic Book" pitchFamily="34" charset="0"/>
                </a:rPr>
                <a:t>数据链路层</a:t>
              </a:r>
              <a:endParaRPr kumimoji="1" lang="zh-CN" altLang="en-US" sz="2400" dirty="0">
                <a:solidFill>
                  <a:srgbClr val="FF0000"/>
                </a:solidFill>
                <a:effectLst>
                  <a:outerShdw blurRad="38100" dist="38100" dir="2700000" algn="tl">
                    <a:srgbClr val="000000"/>
                  </a:outerShdw>
                </a:effectLst>
                <a:latin typeface="Franklin Gothic Book" pitchFamily="34" charset="0"/>
              </a:endParaRPr>
            </a:p>
          </p:txBody>
        </p:sp>
        <p:sp>
          <p:nvSpPr>
            <p:cNvPr id="43" name="Rectangle 39">
              <a:extLst>
                <a:ext uri="{FF2B5EF4-FFF2-40B4-BE49-F238E27FC236}"/>
              </a:extLst>
            </p:cNvPr>
            <p:cNvSpPr>
              <a:spLocks noChangeArrowheads="1"/>
            </p:cNvSpPr>
            <p:nvPr/>
          </p:nvSpPr>
          <p:spPr bwMode="auto">
            <a:xfrm>
              <a:off x="3379" y="3067"/>
              <a:ext cx="1392" cy="408"/>
            </a:xfrm>
            <a:prstGeom prst="rect">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nchor="ctr"/>
            <a:lstStyle/>
            <a:p>
              <a:pPr algn="ctr" eaLnBrk="1" hangingPunct="1">
                <a:spcBef>
                  <a:spcPct val="20000"/>
                </a:spcBef>
                <a:buClr>
                  <a:schemeClr val="tx2"/>
                </a:buClr>
                <a:buSzPct val="90000"/>
                <a:buFont typeface="Symbol" pitchFamily="18" charset="2"/>
                <a:buNone/>
                <a:defRPr/>
              </a:pPr>
              <a:r>
                <a:rPr kumimoji="1" lang="zh-CN" altLang="en-US" sz="2800" dirty="0">
                  <a:solidFill>
                    <a:srgbClr val="FF0000"/>
                  </a:solidFill>
                  <a:effectLst>
                    <a:outerShdw blurRad="38100" dist="38100" dir="2700000" algn="tl">
                      <a:srgbClr val="000000"/>
                    </a:outerShdw>
                  </a:effectLst>
                  <a:latin typeface="Franklin Gothic Book" pitchFamily="34" charset="0"/>
                </a:rPr>
                <a:t>物理层</a:t>
              </a:r>
              <a:endParaRPr kumimoji="1" lang="zh-CN" altLang="en-US" sz="2400" dirty="0">
                <a:solidFill>
                  <a:srgbClr val="FF0000"/>
                </a:solidFill>
                <a:effectLst>
                  <a:outerShdw blurRad="38100" dist="38100" dir="2700000" algn="tl">
                    <a:srgbClr val="000000"/>
                  </a:outerShdw>
                </a:effectLst>
                <a:latin typeface="Franklin Gothic Book" pitchFamily="34" charset="0"/>
              </a:endParaRPr>
            </a:p>
          </p:txBody>
        </p:sp>
      </p:grpSp>
      <p:sp>
        <p:nvSpPr>
          <p:cNvPr id="24" name="Rectangle 3"/>
          <p:cNvSpPr>
            <a:spLocks noGrp="1" noChangeArrowheads="1"/>
          </p:cNvSpPr>
          <p:nvPr>
            <p:ph idx="1"/>
          </p:nvPr>
        </p:nvSpPr>
        <p:spPr>
          <a:xfrm>
            <a:off x="2135188" y="1341438"/>
            <a:ext cx="8281987" cy="5327650"/>
          </a:xfrm>
        </p:spPr>
        <p:txBody>
          <a:bodyPr/>
          <a:lstStyle/>
          <a:p>
            <a:pPr eaLnBrk="1" hangingPunct="1"/>
            <a:r>
              <a:rPr lang="zh-CN" altLang="en-US" sz="2800" b="1" dirty="0" smtClean="0"/>
              <a:t>网络层的几个重要概念</a:t>
            </a:r>
          </a:p>
          <a:p>
            <a:pPr eaLnBrk="1" hangingPunct="1"/>
            <a:r>
              <a:rPr lang="zh-CN" altLang="en-US" sz="2800" b="1" dirty="0" smtClean="0"/>
              <a:t>网际协议 </a:t>
            </a:r>
            <a:r>
              <a:rPr lang="en-US" altLang="zh-CN" sz="2800" b="1" dirty="0" smtClean="0"/>
              <a:t>IP</a:t>
            </a:r>
          </a:p>
          <a:p>
            <a:pPr eaLnBrk="1" hangingPunct="1"/>
            <a:r>
              <a:rPr lang="en-US" altLang="zh-CN" sz="2800" b="1" dirty="0" smtClean="0"/>
              <a:t>IP </a:t>
            </a:r>
            <a:r>
              <a:rPr lang="zh-CN" altLang="en-US" sz="2800" b="1" dirty="0" smtClean="0"/>
              <a:t>层转发分组的过程</a:t>
            </a:r>
          </a:p>
          <a:p>
            <a:pPr eaLnBrk="1" hangingPunct="1"/>
            <a:r>
              <a:rPr lang="zh-CN" altLang="en-US" sz="2800" b="1" dirty="0" smtClean="0"/>
              <a:t>网际控制报文协议 </a:t>
            </a:r>
            <a:r>
              <a:rPr lang="en-US" altLang="zh-CN" sz="2800" b="1" dirty="0" smtClean="0"/>
              <a:t>ICMP</a:t>
            </a:r>
          </a:p>
          <a:p>
            <a:pPr eaLnBrk="1" hangingPunct="1"/>
            <a:r>
              <a:rPr lang="en-US" altLang="zh-CN" sz="2800" b="1" dirty="0" smtClean="0"/>
              <a:t>IPv6</a:t>
            </a:r>
          </a:p>
          <a:p>
            <a:pPr eaLnBrk="1" hangingPunct="1"/>
            <a:r>
              <a:rPr lang="zh-CN" altLang="en-US" sz="2800" b="1" dirty="0" smtClean="0"/>
              <a:t>互联网</a:t>
            </a:r>
            <a:r>
              <a:rPr lang="zh-CN" altLang="en-US" sz="2800" b="1" dirty="0"/>
              <a:t>的路由选择协议</a:t>
            </a:r>
          </a:p>
          <a:p>
            <a:pPr eaLnBrk="1" hangingPunct="1"/>
            <a:r>
              <a:rPr lang="en-US" altLang="zh-CN" sz="2800" b="1" dirty="0" smtClean="0"/>
              <a:t>IP </a:t>
            </a:r>
            <a:r>
              <a:rPr lang="zh-CN" altLang="en-US" sz="2800" b="1" dirty="0" smtClean="0"/>
              <a:t>多播</a:t>
            </a:r>
          </a:p>
          <a:p>
            <a:pPr eaLnBrk="1" hangingPunct="1"/>
            <a:r>
              <a:rPr lang="zh-CN" altLang="en-US" sz="2800" b="1" dirty="0" smtClean="0">
                <a:solidFill>
                  <a:srgbClr val="FF0000"/>
                </a:solidFill>
              </a:rPr>
              <a:t>虚拟专用网 </a:t>
            </a:r>
            <a:r>
              <a:rPr lang="en-US" altLang="zh-CN" sz="2800" b="1" dirty="0" smtClean="0">
                <a:solidFill>
                  <a:srgbClr val="FF0000"/>
                </a:solidFill>
              </a:rPr>
              <a:t>VPN </a:t>
            </a:r>
            <a:r>
              <a:rPr lang="zh-CN" altLang="en-US" sz="2800" b="1" dirty="0" smtClean="0">
                <a:solidFill>
                  <a:srgbClr val="FF0000"/>
                </a:solidFill>
              </a:rPr>
              <a:t>和网络地址转换 </a:t>
            </a:r>
            <a:r>
              <a:rPr lang="en-US" altLang="zh-CN" sz="2800" b="1" dirty="0" smtClean="0">
                <a:solidFill>
                  <a:srgbClr val="FF0000"/>
                </a:solidFill>
              </a:rPr>
              <a:t>NAT</a:t>
            </a:r>
          </a:p>
          <a:p>
            <a:pPr eaLnBrk="1" hangingPunct="1">
              <a:buFontTx/>
              <a:buNone/>
            </a:pPr>
            <a:endParaRPr lang="en-US" altLang="zh-CN" sz="1800" b="1" dirty="0" smtClean="0"/>
          </a:p>
          <a:p>
            <a:pPr eaLnBrk="1" hangingPunct="1">
              <a:buFontTx/>
              <a:buNone/>
            </a:pPr>
            <a:endParaRPr lang="en-US" altLang="zh-CN" b="1" dirty="0" smtClean="0"/>
          </a:p>
          <a:p>
            <a:pPr eaLnBrk="1" hangingPunct="1">
              <a:buFont typeface="Wingdings" pitchFamily="2" charset="2"/>
              <a:buNone/>
            </a:pPr>
            <a:endParaRPr lang="zh-CN" altLang="en-US" b="1" dirty="0" smtClean="0"/>
          </a:p>
        </p:txBody>
      </p:sp>
    </p:spTree>
  </p:cSld>
  <p:clrMapOvr>
    <a:masterClrMapping/>
  </p:clrMapOvr>
  <p:transition spd="slow"/>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2"/>
          <p:cNvSpPr>
            <a:spLocks noGrp="1" noChangeArrowheads="1"/>
          </p:cNvSpPr>
          <p:nvPr>
            <p:ph type="title"/>
          </p:nvPr>
        </p:nvSpPr>
        <p:spPr/>
        <p:txBody>
          <a:bodyPr/>
          <a:lstStyle/>
          <a:p>
            <a:r>
              <a:rPr lang="zh-CN" altLang="en-US" dirty="0" smtClean="0"/>
              <a:t>专用地址和全球地址</a:t>
            </a:r>
            <a:endParaRPr lang="en-US" altLang="zh-CN" dirty="0" smtClean="0"/>
          </a:p>
        </p:txBody>
      </p:sp>
      <p:sp>
        <p:nvSpPr>
          <p:cNvPr id="367619" name="Rectangle 3"/>
          <p:cNvSpPr>
            <a:spLocks noGrp="1" noChangeArrowheads="1"/>
          </p:cNvSpPr>
          <p:nvPr>
            <p:ph idx="1"/>
          </p:nvPr>
        </p:nvSpPr>
        <p:spPr>
          <a:xfrm>
            <a:off x="442912" y="1266825"/>
            <a:ext cx="11341719" cy="4895850"/>
          </a:xfrm>
        </p:spPr>
        <p:txBody>
          <a:bodyPr/>
          <a:lstStyle/>
          <a:p>
            <a:r>
              <a:rPr lang="zh-CN" altLang="en-US" b="1" dirty="0" smtClean="0"/>
              <a:t>考虑到 </a:t>
            </a:r>
            <a:r>
              <a:rPr lang="en-US" altLang="zh-CN" b="1" dirty="0" smtClean="0"/>
              <a:t>IP </a:t>
            </a:r>
            <a:r>
              <a:rPr lang="zh-CN" altLang="en-US" b="1" dirty="0" smtClean="0"/>
              <a:t>地址的紧缺，以及某些主机只需要和本机构内部的其他主机进行通信，互联网管理机构将一部分 </a:t>
            </a:r>
            <a:r>
              <a:rPr lang="en-US" altLang="zh-CN" b="1" dirty="0" smtClean="0"/>
              <a:t>IP </a:t>
            </a:r>
            <a:r>
              <a:rPr lang="zh-CN" altLang="en-US" b="1" dirty="0" smtClean="0"/>
              <a:t>地址作为</a:t>
            </a:r>
            <a:r>
              <a:rPr lang="zh-CN" altLang="en-US" b="1" dirty="0" smtClean="0">
                <a:solidFill>
                  <a:srgbClr val="FF0000"/>
                </a:solidFill>
              </a:rPr>
              <a:t>专用地址</a:t>
            </a:r>
            <a:r>
              <a:rPr lang="zh-CN" altLang="en-US" b="1" dirty="0" smtClean="0"/>
              <a:t>（</a:t>
            </a:r>
            <a:r>
              <a:rPr lang="en-US" altLang="zh-CN" b="1" dirty="0" smtClean="0"/>
              <a:t>private address</a:t>
            </a:r>
            <a:r>
              <a:rPr lang="zh-CN" altLang="en-US" b="1" dirty="0" smtClean="0"/>
              <a:t>）供机构内部</a:t>
            </a:r>
            <a:r>
              <a:rPr lang="zh-CN" altLang="en-US" b="1" dirty="0" smtClean="0">
                <a:solidFill>
                  <a:schemeClr val="tx2">
                    <a:lumMod val="60000"/>
                    <a:lumOff val="40000"/>
                  </a:schemeClr>
                </a:solidFill>
              </a:rPr>
              <a:t>自行分配</a:t>
            </a:r>
            <a:r>
              <a:rPr lang="zh-CN" altLang="en-US" b="1" dirty="0" smtClean="0"/>
              <a:t>使用。</a:t>
            </a:r>
            <a:endParaRPr lang="en-US" altLang="zh-CN" b="1" dirty="0" smtClean="0"/>
          </a:p>
          <a:p>
            <a:r>
              <a:rPr lang="zh-CN" altLang="en-US" b="1" dirty="0" smtClean="0"/>
              <a:t>专用地址只能用于一个机构的内部通信，不能用于和互联网上的</a:t>
            </a:r>
            <a:r>
              <a:rPr lang="zh-CN" altLang="en-US" b="1" dirty="0"/>
              <a:t>主机通信（互联网中的所有路由器对目的地址是专用地址的数据报一律不进行</a:t>
            </a:r>
            <a:r>
              <a:rPr lang="zh-CN" altLang="en-US" b="1" dirty="0" smtClean="0"/>
              <a:t>转发）。不同的机构在内部可使用相同的专用地址。</a:t>
            </a:r>
            <a:endParaRPr lang="en-US" altLang="zh-CN" b="1" dirty="0" smtClean="0"/>
          </a:p>
        </p:txBody>
      </p:sp>
    </p:spTree>
    <p:extLst>
      <p:ext uri="{BB962C8B-B14F-4D97-AF65-F5344CB8AC3E}">
        <p14:creationId xmlns:p14="http://schemas.microsoft.com/office/powerpoint/2010/main" val="3222099356"/>
      </p:ext>
    </p:extLst>
  </p:cSld>
  <p:clrMapOvr>
    <a:masterClrMapping/>
  </p:clrMapOvr>
  <p:transition spd="slow"/>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2"/>
          <p:cNvSpPr>
            <a:spLocks noGrp="1" noChangeArrowheads="1"/>
          </p:cNvSpPr>
          <p:nvPr>
            <p:ph type="title"/>
          </p:nvPr>
        </p:nvSpPr>
        <p:spPr/>
        <p:txBody>
          <a:bodyPr/>
          <a:lstStyle/>
          <a:p>
            <a:r>
              <a:rPr lang="zh-CN" altLang="en-US" dirty="0" smtClean="0"/>
              <a:t>专用地址和全球地址</a:t>
            </a:r>
            <a:endParaRPr lang="en-US" altLang="zh-CN" dirty="0" smtClean="0"/>
          </a:p>
        </p:txBody>
      </p:sp>
      <p:sp>
        <p:nvSpPr>
          <p:cNvPr id="367619" name="Rectangle 3"/>
          <p:cNvSpPr>
            <a:spLocks noGrp="1" noChangeArrowheads="1"/>
          </p:cNvSpPr>
          <p:nvPr>
            <p:ph idx="1"/>
          </p:nvPr>
        </p:nvSpPr>
        <p:spPr>
          <a:xfrm>
            <a:off x="442913" y="1266825"/>
            <a:ext cx="11269662" cy="4895850"/>
          </a:xfrm>
        </p:spPr>
        <p:txBody>
          <a:bodyPr/>
          <a:lstStyle/>
          <a:p>
            <a:r>
              <a:rPr lang="zh-CN" altLang="en-US" b="1" dirty="0" smtClean="0"/>
              <a:t>与专用地址相对的是</a:t>
            </a:r>
            <a:r>
              <a:rPr lang="zh-CN" altLang="en-US" b="1" dirty="0">
                <a:solidFill>
                  <a:srgbClr val="FF0000"/>
                </a:solidFill>
              </a:rPr>
              <a:t>全球地址</a:t>
            </a:r>
            <a:r>
              <a:rPr lang="zh-CN" altLang="en-US" b="1" dirty="0" smtClean="0"/>
              <a:t>，这是互联网主机通信所必须具有的、全球</a:t>
            </a:r>
            <a:r>
              <a:rPr lang="zh-CN" altLang="en-US" b="1" dirty="0"/>
              <a:t>唯一的 </a:t>
            </a:r>
            <a:r>
              <a:rPr lang="en-US" altLang="zh-CN" b="1" dirty="0"/>
              <a:t>IP </a:t>
            </a:r>
            <a:r>
              <a:rPr lang="zh-CN" altLang="en-US" b="1" dirty="0"/>
              <a:t>地址，必须向互联网的管理机构</a:t>
            </a:r>
            <a:r>
              <a:rPr lang="zh-CN" altLang="en-US" b="1" dirty="0" smtClean="0"/>
              <a:t>申请才可以使用。</a:t>
            </a:r>
            <a:endParaRPr lang="en-US" altLang="zh-CN" b="1" dirty="0" smtClean="0"/>
          </a:p>
          <a:p>
            <a:r>
              <a:rPr lang="zh-CN" altLang="en-US" b="1" dirty="0" smtClean="0"/>
              <a:t>互联网管理机构划分的三个 </a:t>
            </a:r>
            <a:r>
              <a:rPr lang="en-US" altLang="zh-CN" b="1" dirty="0" smtClean="0"/>
              <a:t>IPv4 </a:t>
            </a:r>
            <a:r>
              <a:rPr lang="zh-CN" altLang="en-US" b="1" dirty="0" smtClean="0"/>
              <a:t>专用地址块如下：</a:t>
            </a:r>
            <a:endParaRPr lang="en-US" altLang="zh-CN" b="1" dirty="0" smtClean="0"/>
          </a:p>
          <a:p>
            <a:pPr lvl="1"/>
            <a:r>
              <a:rPr lang="en-US" altLang="zh-CN" b="1" dirty="0" smtClean="0"/>
              <a:t>10.0.0.0/8</a:t>
            </a:r>
            <a:r>
              <a:rPr lang="zh-CN" altLang="en-US" b="1" dirty="0"/>
              <a:t>，即从 </a:t>
            </a:r>
            <a:r>
              <a:rPr lang="en-US" altLang="zh-CN" b="1" dirty="0"/>
              <a:t>10.0.0.0 </a:t>
            </a:r>
            <a:r>
              <a:rPr lang="zh-CN" altLang="en-US" b="1" dirty="0"/>
              <a:t>到 </a:t>
            </a:r>
            <a:r>
              <a:rPr lang="en-US" altLang="zh-CN" b="1" dirty="0"/>
              <a:t>10.255.255.255</a:t>
            </a:r>
            <a:r>
              <a:rPr lang="zh-CN" altLang="en-US" b="1" dirty="0" smtClean="0"/>
              <a:t>。</a:t>
            </a:r>
            <a:endParaRPr lang="en-US" altLang="zh-CN" b="1" dirty="0" smtClean="0"/>
          </a:p>
          <a:p>
            <a:pPr lvl="1"/>
            <a:r>
              <a:rPr lang="en-US" altLang="zh-CN" b="1" dirty="0" smtClean="0"/>
              <a:t>172.16.0.0/12</a:t>
            </a:r>
            <a:r>
              <a:rPr lang="zh-CN" altLang="en-US" b="1" dirty="0" smtClean="0"/>
              <a:t>，即从 </a:t>
            </a:r>
            <a:r>
              <a:rPr lang="en-US" altLang="zh-CN" b="1" dirty="0"/>
              <a:t>172.16.0.0 </a:t>
            </a:r>
            <a:r>
              <a:rPr lang="zh-CN" altLang="en-US" b="1" dirty="0"/>
              <a:t>到 </a:t>
            </a:r>
            <a:r>
              <a:rPr lang="en-US" altLang="zh-CN" b="1" dirty="0" smtClean="0"/>
              <a:t>172.31.255.255</a:t>
            </a:r>
            <a:r>
              <a:rPr lang="zh-CN" altLang="en-US" b="1" dirty="0" smtClean="0"/>
              <a:t>。</a:t>
            </a:r>
            <a:endParaRPr lang="en-US" altLang="zh-CN" b="1" dirty="0" smtClean="0"/>
          </a:p>
          <a:p>
            <a:pPr lvl="1"/>
            <a:r>
              <a:rPr lang="en-US" altLang="zh-CN" b="1" dirty="0" smtClean="0"/>
              <a:t>192.168.0.0/16</a:t>
            </a:r>
            <a:r>
              <a:rPr lang="zh-CN" altLang="en-US" b="1" dirty="0"/>
              <a:t>，即从 </a:t>
            </a:r>
            <a:r>
              <a:rPr lang="en-US" altLang="zh-CN" b="1" dirty="0"/>
              <a:t>192.168.0.0 </a:t>
            </a:r>
            <a:r>
              <a:rPr lang="zh-CN" altLang="en-US" b="1" dirty="0"/>
              <a:t>到 </a:t>
            </a:r>
            <a:r>
              <a:rPr lang="en-US" altLang="zh-CN" b="1" dirty="0" smtClean="0"/>
              <a:t>192.168.255.255</a:t>
            </a:r>
            <a:r>
              <a:rPr lang="zh-CN" altLang="en-US" b="1" dirty="0" smtClean="0"/>
              <a:t>。</a:t>
            </a:r>
            <a:endParaRPr lang="zh-CN" altLang="en-US" b="1" dirty="0"/>
          </a:p>
        </p:txBody>
      </p:sp>
    </p:spTree>
    <p:extLst>
      <p:ext uri="{BB962C8B-B14F-4D97-AF65-F5344CB8AC3E}">
        <p14:creationId xmlns:p14="http://schemas.microsoft.com/office/powerpoint/2010/main" val="2440287619"/>
      </p:ext>
    </p:extLst>
  </p:cSld>
  <p:clrMapOvr>
    <a:masterClrMapping/>
  </p:clrMapOvr>
  <p:transition spd="slow"/>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2"/>
          <p:cNvSpPr>
            <a:spLocks noGrp="1" noChangeArrowheads="1"/>
          </p:cNvSpPr>
          <p:nvPr>
            <p:ph type="title"/>
          </p:nvPr>
        </p:nvSpPr>
        <p:spPr/>
        <p:txBody>
          <a:bodyPr/>
          <a:lstStyle/>
          <a:p>
            <a:r>
              <a:rPr lang="en-US" altLang="zh-CN" dirty="0" smtClean="0"/>
              <a:t>4.8.1 </a:t>
            </a:r>
            <a:r>
              <a:rPr lang="zh-CN" altLang="en-US" dirty="0" smtClean="0"/>
              <a:t>虚拟专用网 </a:t>
            </a:r>
            <a:r>
              <a:rPr lang="en-US" altLang="zh-CN" dirty="0" smtClean="0"/>
              <a:t>VPN</a:t>
            </a:r>
          </a:p>
        </p:txBody>
      </p:sp>
      <p:sp>
        <p:nvSpPr>
          <p:cNvPr id="367619" name="Rectangle 3"/>
          <p:cNvSpPr>
            <a:spLocks noGrp="1" noChangeArrowheads="1"/>
          </p:cNvSpPr>
          <p:nvPr>
            <p:ph idx="1"/>
          </p:nvPr>
        </p:nvSpPr>
        <p:spPr>
          <a:xfrm>
            <a:off x="442913" y="1266825"/>
            <a:ext cx="11269662" cy="4895850"/>
          </a:xfrm>
        </p:spPr>
        <p:txBody>
          <a:bodyPr/>
          <a:lstStyle/>
          <a:p>
            <a:r>
              <a:rPr lang="zh-CN" altLang="en-US" b="1" dirty="0" smtClean="0"/>
              <a:t>采用专用 </a:t>
            </a:r>
            <a:r>
              <a:rPr lang="en-US" altLang="zh-CN" b="1" dirty="0" smtClean="0"/>
              <a:t>IP </a:t>
            </a:r>
            <a:r>
              <a:rPr lang="zh-CN" altLang="en-US" b="1" dirty="0" smtClean="0"/>
              <a:t>地址的互连网络称为</a:t>
            </a:r>
            <a:r>
              <a:rPr lang="zh-CN" altLang="en-US" b="1" dirty="0" smtClean="0">
                <a:solidFill>
                  <a:srgbClr val="FF0000"/>
                </a:solidFill>
              </a:rPr>
              <a:t>专用网</a:t>
            </a:r>
            <a:r>
              <a:rPr lang="zh-CN" altLang="en-US" b="1" dirty="0" smtClean="0"/>
              <a:t>。</a:t>
            </a:r>
            <a:endParaRPr lang="en-US" altLang="zh-CN" b="1" dirty="0" smtClean="0"/>
          </a:p>
          <a:p>
            <a:r>
              <a:rPr lang="zh-CN" altLang="en-US" b="1" dirty="0" smtClean="0"/>
              <a:t>如果一个机构有很多部门且分布在世界各地，就可以利用公用的互联网作为此机构</a:t>
            </a:r>
            <a:r>
              <a:rPr lang="zh-CN" altLang="en-US" b="1" dirty="0"/>
              <a:t>各专用网之间的通信载体</a:t>
            </a:r>
            <a:r>
              <a:rPr lang="zh-CN" altLang="en-US" b="1" dirty="0" smtClean="0"/>
              <a:t>，形成一个更大的专用网，这样</a:t>
            </a:r>
            <a:r>
              <a:rPr lang="zh-CN" altLang="en-US" b="1" dirty="0"/>
              <a:t>的</a:t>
            </a:r>
            <a:r>
              <a:rPr lang="zh-CN" altLang="en-US" b="1" dirty="0" smtClean="0"/>
              <a:t>专用网称为</a:t>
            </a:r>
            <a:r>
              <a:rPr lang="zh-CN" altLang="en-US" b="1" dirty="0">
                <a:solidFill>
                  <a:srgbClr val="FF0000"/>
                </a:solidFill>
              </a:rPr>
              <a:t>虚拟专用网</a:t>
            </a:r>
            <a:r>
              <a:rPr lang="zh-CN" altLang="en-US" b="1" dirty="0"/>
              <a:t> </a:t>
            </a:r>
            <a:r>
              <a:rPr lang="en-US" altLang="zh-CN" b="1" dirty="0"/>
              <a:t>VPN (Virtual Private Network)</a:t>
            </a:r>
            <a:r>
              <a:rPr lang="zh-CN" altLang="en-US" b="1" dirty="0"/>
              <a:t>。</a:t>
            </a:r>
          </a:p>
          <a:p>
            <a:r>
              <a:rPr lang="zh-CN" altLang="en-US" b="1" dirty="0"/>
              <a:t>虚拟</a:t>
            </a:r>
            <a:r>
              <a:rPr lang="zh-CN" altLang="en-US" b="1" dirty="0" smtClean="0"/>
              <a:t>专用网用于</a:t>
            </a:r>
            <a:r>
              <a:rPr lang="zh-CN" altLang="en-US" b="1" dirty="0"/>
              <a:t>一个</a:t>
            </a:r>
            <a:r>
              <a:rPr lang="zh-CN" altLang="en-US" b="1" dirty="0" smtClean="0"/>
              <a:t>机构内部的主机通信</a:t>
            </a:r>
            <a:r>
              <a:rPr lang="zh-CN" altLang="en-US" b="1" dirty="0"/>
              <a:t>，而不是用于</a:t>
            </a:r>
            <a:r>
              <a:rPr lang="zh-CN" altLang="en-US" b="1" dirty="0" smtClean="0"/>
              <a:t>和机构外的主机</a:t>
            </a:r>
            <a:r>
              <a:rPr lang="zh-CN" altLang="en-US" b="1" dirty="0"/>
              <a:t>通信。</a:t>
            </a:r>
          </a:p>
          <a:p>
            <a:endParaRPr lang="zh-CN" altLang="en-US" b="1" dirty="0" smtClean="0"/>
          </a:p>
        </p:txBody>
      </p:sp>
    </p:spTree>
  </p:cSld>
  <p:clrMapOvr>
    <a:masterClrMapping/>
  </p:clrMapOvr>
  <p:transition spd="slow"/>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11"/>
          <p:cNvSpPr>
            <a:spLocks noGrp="1" noChangeArrowheads="1"/>
          </p:cNvSpPr>
          <p:nvPr>
            <p:ph type="title"/>
          </p:nvPr>
        </p:nvSpPr>
        <p:spPr/>
        <p:txBody>
          <a:bodyPr/>
          <a:lstStyle/>
          <a:p>
            <a:r>
              <a:rPr lang="zh-CN" altLang="en-US" smtClean="0"/>
              <a:t>用隧道技术实现虚拟专用网 </a:t>
            </a:r>
          </a:p>
        </p:txBody>
      </p:sp>
      <p:grpSp>
        <p:nvGrpSpPr>
          <p:cNvPr id="2" name="Group 2"/>
          <p:cNvGrpSpPr>
            <a:grpSpLocks/>
          </p:cNvGrpSpPr>
          <p:nvPr/>
        </p:nvGrpSpPr>
        <p:grpSpPr bwMode="auto">
          <a:xfrm>
            <a:off x="1624328" y="2529496"/>
            <a:ext cx="1576388" cy="1789113"/>
            <a:chOff x="63" y="1384"/>
            <a:chExt cx="993" cy="1127"/>
          </a:xfrm>
        </p:grpSpPr>
        <p:sp>
          <p:nvSpPr>
            <p:cNvPr id="369738" name="Line 3"/>
            <p:cNvSpPr>
              <a:spLocks noChangeShapeType="1"/>
            </p:cNvSpPr>
            <p:nvPr/>
          </p:nvSpPr>
          <p:spPr bwMode="auto">
            <a:xfrm flipV="1">
              <a:off x="816" y="2248"/>
              <a:ext cx="240" cy="192"/>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9739" name="Line 4"/>
            <p:cNvSpPr>
              <a:spLocks noChangeShapeType="1"/>
            </p:cNvSpPr>
            <p:nvPr/>
          </p:nvSpPr>
          <p:spPr bwMode="auto">
            <a:xfrm>
              <a:off x="624" y="1576"/>
              <a:ext cx="240" cy="144"/>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9740" name="Line 5"/>
            <p:cNvSpPr>
              <a:spLocks noChangeShapeType="1"/>
            </p:cNvSpPr>
            <p:nvPr/>
          </p:nvSpPr>
          <p:spPr bwMode="auto">
            <a:xfrm flipV="1">
              <a:off x="432" y="1967"/>
              <a:ext cx="288" cy="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pic>
          <p:nvPicPr>
            <p:cNvPr id="369741" name="Picture 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6" y="1823"/>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9742" name="Text Box 7"/>
            <p:cNvSpPr txBox="1">
              <a:spLocks noChangeArrowheads="1"/>
            </p:cNvSpPr>
            <p:nvPr/>
          </p:nvSpPr>
          <p:spPr bwMode="auto">
            <a:xfrm>
              <a:off x="113" y="1797"/>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宋体" pitchFamily="2" charset="-122"/>
                </a:rPr>
                <a:t>X</a:t>
              </a:r>
            </a:p>
          </p:txBody>
        </p:sp>
        <p:sp>
          <p:nvSpPr>
            <p:cNvPr id="369743" name="Text Box 8"/>
            <p:cNvSpPr txBox="1">
              <a:spLocks noChangeArrowheads="1"/>
            </p:cNvSpPr>
            <p:nvPr/>
          </p:nvSpPr>
          <p:spPr bwMode="auto">
            <a:xfrm>
              <a:off x="63" y="2031"/>
              <a:ext cx="69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a:r>
                <a:rPr kumimoji="1" lang="en-US" altLang="zh-CN" sz="2000" b="1">
                  <a:solidFill>
                    <a:srgbClr val="333399"/>
                  </a:solidFill>
                  <a:latin typeface="Arial" charset="0"/>
                  <a:ea typeface="宋体" pitchFamily="2" charset="-122"/>
                </a:rPr>
                <a:t>10.1.0.1</a:t>
              </a:r>
            </a:p>
          </p:txBody>
        </p:sp>
        <p:pic>
          <p:nvPicPr>
            <p:cNvPr id="369744" name="Picture 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0" y="1384"/>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9745" name="Picture 1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2" y="2296"/>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69668" name="Group 12"/>
          <p:cNvGrpSpPr>
            <a:grpSpLocks/>
          </p:cNvGrpSpPr>
          <p:nvPr/>
        </p:nvGrpSpPr>
        <p:grpSpPr bwMode="auto">
          <a:xfrm>
            <a:off x="2497453" y="2716821"/>
            <a:ext cx="1511300" cy="1225550"/>
            <a:chOff x="385" y="2795"/>
            <a:chExt cx="1769" cy="816"/>
          </a:xfrm>
        </p:grpSpPr>
        <p:sp>
          <p:nvSpPr>
            <p:cNvPr id="369721" name="Oval 13"/>
            <p:cNvSpPr>
              <a:spLocks noChangeArrowheads="1"/>
            </p:cNvSpPr>
            <p:nvPr/>
          </p:nvSpPr>
          <p:spPr bwMode="auto">
            <a:xfrm>
              <a:off x="1589" y="3060"/>
              <a:ext cx="554" cy="245"/>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9722" name="Oval 14"/>
            <p:cNvSpPr>
              <a:spLocks noChangeArrowheads="1"/>
            </p:cNvSpPr>
            <p:nvPr/>
          </p:nvSpPr>
          <p:spPr bwMode="auto">
            <a:xfrm>
              <a:off x="928" y="3274"/>
              <a:ext cx="885" cy="337"/>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9723" name="Oval 15"/>
            <p:cNvSpPr>
              <a:spLocks noChangeArrowheads="1"/>
            </p:cNvSpPr>
            <p:nvPr/>
          </p:nvSpPr>
          <p:spPr bwMode="auto">
            <a:xfrm>
              <a:off x="502" y="3204"/>
              <a:ext cx="585"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9724" name="Oval 16"/>
            <p:cNvSpPr>
              <a:spLocks noChangeArrowheads="1"/>
            </p:cNvSpPr>
            <p:nvPr/>
          </p:nvSpPr>
          <p:spPr bwMode="auto">
            <a:xfrm>
              <a:off x="385" y="3084"/>
              <a:ext cx="385" cy="259"/>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9725" name="Oval 17"/>
            <p:cNvSpPr>
              <a:spLocks noChangeArrowheads="1"/>
            </p:cNvSpPr>
            <p:nvPr/>
          </p:nvSpPr>
          <p:spPr bwMode="auto">
            <a:xfrm>
              <a:off x="565" y="2883"/>
              <a:ext cx="57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9726" name="Oval 18"/>
            <p:cNvSpPr>
              <a:spLocks noChangeArrowheads="1"/>
            </p:cNvSpPr>
            <p:nvPr/>
          </p:nvSpPr>
          <p:spPr bwMode="auto">
            <a:xfrm>
              <a:off x="993" y="2795"/>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9727" name="Oval 19"/>
            <p:cNvSpPr>
              <a:spLocks noChangeArrowheads="1"/>
            </p:cNvSpPr>
            <p:nvPr/>
          </p:nvSpPr>
          <p:spPr bwMode="auto">
            <a:xfrm>
              <a:off x="1504" y="2891"/>
              <a:ext cx="554" cy="24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9728" name="Oval 20"/>
            <p:cNvSpPr>
              <a:spLocks noChangeArrowheads="1"/>
            </p:cNvSpPr>
            <p:nvPr/>
          </p:nvSpPr>
          <p:spPr bwMode="auto">
            <a:xfrm>
              <a:off x="705" y="2987"/>
              <a:ext cx="1141" cy="41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9729" name="Oval 21"/>
            <p:cNvSpPr>
              <a:spLocks noChangeArrowheads="1"/>
            </p:cNvSpPr>
            <p:nvPr/>
          </p:nvSpPr>
          <p:spPr bwMode="auto">
            <a:xfrm rot="1336630">
              <a:off x="1474" y="3067"/>
              <a:ext cx="556" cy="424"/>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9730" name="Oval 22"/>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9731" name="Oval 23"/>
            <p:cNvSpPr>
              <a:spLocks noChangeArrowheads="1"/>
            </p:cNvSpPr>
            <p:nvPr/>
          </p:nvSpPr>
          <p:spPr bwMode="auto">
            <a:xfrm>
              <a:off x="576" y="2899"/>
              <a:ext cx="576" cy="320"/>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9732" name="Oval 24"/>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9733" name="Oval 25"/>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9734" name="Oval 26"/>
            <p:cNvSpPr>
              <a:spLocks noChangeArrowheads="1"/>
            </p:cNvSpPr>
            <p:nvPr/>
          </p:nvSpPr>
          <p:spPr bwMode="auto">
            <a:xfrm>
              <a:off x="1598" y="3075"/>
              <a:ext cx="556" cy="248"/>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9735" name="Oval 27"/>
            <p:cNvSpPr>
              <a:spLocks noChangeArrowheads="1"/>
            </p:cNvSpPr>
            <p:nvPr/>
          </p:nvSpPr>
          <p:spPr bwMode="auto">
            <a:xfrm>
              <a:off x="716" y="3003"/>
              <a:ext cx="1141" cy="413"/>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9736" name="Oval 28"/>
            <p:cNvSpPr>
              <a:spLocks noChangeArrowheads="1"/>
            </p:cNvSpPr>
            <p:nvPr/>
          </p:nvSpPr>
          <p:spPr bwMode="auto">
            <a:xfrm>
              <a:off x="513" y="3219"/>
              <a:ext cx="585" cy="282"/>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9737" name="Freeform 29"/>
            <p:cNvSpPr>
              <a:spLocks/>
            </p:cNvSpPr>
            <p:nvPr/>
          </p:nvSpPr>
          <p:spPr bwMode="auto">
            <a:xfrm>
              <a:off x="567" y="2924"/>
              <a:ext cx="1451" cy="597"/>
            </a:xfrm>
            <a:custGeom>
              <a:avLst/>
              <a:gdLst>
                <a:gd name="T0" fmla="*/ 0 w 1447"/>
                <a:gd name="T1" fmla="*/ 1 h 1128"/>
                <a:gd name="T2" fmla="*/ 80 w 1447"/>
                <a:gd name="T3" fmla="*/ 1 h 1128"/>
                <a:gd name="T4" fmla="*/ 56 w 1447"/>
                <a:gd name="T5" fmla="*/ 1 h 1128"/>
                <a:gd name="T6" fmla="*/ 24 w 1447"/>
                <a:gd name="T7" fmla="*/ 1 h 1128"/>
                <a:gd name="T8" fmla="*/ 40 w 1447"/>
                <a:gd name="T9" fmla="*/ 1 h 1128"/>
                <a:gd name="T10" fmla="*/ 64 w 1447"/>
                <a:gd name="T11" fmla="*/ 1 h 1128"/>
                <a:gd name="T12" fmla="*/ 96 w 1447"/>
                <a:gd name="T13" fmla="*/ 1 h 1128"/>
                <a:gd name="T14" fmla="*/ 104 w 1447"/>
                <a:gd name="T15" fmla="*/ 1 h 1128"/>
                <a:gd name="T16" fmla="*/ 152 w 1447"/>
                <a:gd name="T17" fmla="*/ 1 h 1128"/>
                <a:gd name="T18" fmla="*/ 168 w 1447"/>
                <a:gd name="T19" fmla="*/ 1 h 1128"/>
                <a:gd name="T20" fmla="*/ 223 w 1447"/>
                <a:gd name="T21" fmla="*/ 1 h 1128"/>
                <a:gd name="T22" fmla="*/ 311 w 1447"/>
                <a:gd name="T23" fmla="*/ 1 h 1128"/>
                <a:gd name="T24" fmla="*/ 351 w 1447"/>
                <a:gd name="T25" fmla="*/ 1 h 1128"/>
                <a:gd name="T26" fmla="*/ 375 w 1447"/>
                <a:gd name="T27" fmla="*/ 1 h 1128"/>
                <a:gd name="T28" fmla="*/ 447 w 1447"/>
                <a:gd name="T29" fmla="*/ 1 h 1128"/>
                <a:gd name="T30" fmla="*/ 527 w 1447"/>
                <a:gd name="T31" fmla="*/ 0 h 1128"/>
                <a:gd name="T32" fmla="*/ 854 w 1447"/>
                <a:gd name="T33" fmla="*/ 1 h 1128"/>
                <a:gd name="T34" fmla="*/ 1125 w 1447"/>
                <a:gd name="T35" fmla="*/ 1 h 1128"/>
                <a:gd name="T36" fmla="*/ 1149 w 1447"/>
                <a:gd name="T37" fmla="*/ 1 h 1128"/>
                <a:gd name="T38" fmla="*/ 1173 w 1447"/>
                <a:gd name="T39" fmla="*/ 1 h 1128"/>
                <a:gd name="T40" fmla="*/ 1301 w 1447"/>
                <a:gd name="T41" fmla="*/ 1 h 1128"/>
                <a:gd name="T42" fmla="*/ 1388 w 1447"/>
                <a:gd name="T43" fmla="*/ 1 h 1128"/>
                <a:gd name="T44" fmla="*/ 1436 w 1447"/>
                <a:gd name="T45" fmla="*/ 1 h 1128"/>
                <a:gd name="T46" fmla="*/ 1452 w 1447"/>
                <a:gd name="T47" fmla="*/ 1 h 1128"/>
                <a:gd name="T48" fmla="*/ 1484 w 1447"/>
                <a:gd name="T49" fmla="*/ 1 h 1128"/>
                <a:gd name="T50" fmla="*/ 1508 w 1447"/>
                <a:gd name="T51" fmla="*/ 1 h 1128"/>
                <a:gd name="T52" fmla="*/ 1524 w 1447"/>
                <a:gd name="T53" fmla="*/ 1 h 1128"/>
                <a:gd name="T54" fmla="*/ 1524 w 1447"/>
                <a:gd name="T55" fmla="*/ 1 h 1128"/>
                <a:gd name="T56" fmla="*/ 1508 w 1447"/>
                <a:gd name="T57" fmla="*/ 1 h 1128"/>
                <a:gd name="T58" fmla="*/ 1460 w 1447"/>
                <a:gd name="T59" fmla="*/ 1 h 1128"/>
                <a:gd name="T60" fmla="*/ 1444 w 1447"/>
                <a:gd name="T61" fmla="*/ 1 h 1128"/>
                <a:gd name="T62" fmla="*/ 1396 w 1447"/>
                <a:gd name="T63" fmla="*/ 1 h 1128"/>
                <a:gd name="T64" fmla="*/ 1291 w 1447"/>
                <a:gd name="T65" fmla="*/ 1 h 1128"/>
                <a:gd name="T66" fmla="*/ 1237 w 1447"/>
                <a:gd name="T67" fmla="*/ 1 h 1128"/>
                <a:gd name="T68" fmla="*/ 1181 w 1447"/>
                <a:gd name="T69" fmla="*/ 1 h 1128"/>
                <a:gd name="T70" fmla="*/ 463 w 1447"/>
                <a:gd name="T71" fmla="*/ 1 h 1128"/>
                <a:gd name="T72" fmla="*/ 383 w 1447"/>
                <a:gd name="T73" fmla="*/ 1 h 1128"/>
                <a:gd name="T74" fmla="*/ 327 w 1447"/>
                <a:gd name="T75" fmla="*/ 1 h 1128"/>
                <a:gd name="T76" fmla="*/ 263 w 1447"/>
                <a:gd name="T77" fmla="*/ 1 h 1128"/>
                <a:gd name="T78" fmla="*/ 223 w 1447"/>
                <a:gd name="T79" fmla="*/ 1 h 1128"/>
                <a:gd name="T80" fmla="*/ 120 w 1447"/>
                <a:gd name="T81" fmla="*/ 1 h 1128"/>
                <a:gd name="T82" fmla="*/ 56 w 1447"/>
                <a:gd name="T83" fmla="*/ 1 h 1128"/>
                <a:gd name="T84" fmla="*/ 16 w 1447"/>
                <a:gd name="T85" fmla="*/ 1 h 1128"/>
                <a:gd name="T86" fmla="*/ 8 w 1447"/>
                <a:gd name="T87" fmla="*/ 1 h 1128"/>
                <a:gd name="T88" fmla="*/ 0 w 1447"/>
                <a:gd name="T89" fmla="*/ 1 h 112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447"/>
                <a:gd name="T136" fmla="*/ 0 h 1128"/>
                <a:gd name="T137" fmla="*/ 1447 w 1447"/>
                <a:gd name="T138" fmla="*/ 1128 h 1128"/>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b="1"/>
            </a:p>
          </p:txBody>
        </p:sp>
      </p:grpSp>
      <p:grpSp>
        <p:nvGrpSpPr>
          <p:cNvPr id="369669" name="Group 30"/>
          <p:cNvGrpSpPr>
            <a:grpSpLocks/>
          </p:cNvGrpSpPr>
          <p:nvPr/>
        </p:nvGrpSpPr>
        <p:grpSpPr bwMode="auto">
          <a:xfrm>
            <a:off x="7752078" y="2646971"/>
            <a:ext cx="1511300" cy="1225550"/>
            <a:chOff x="385" y="2795"/>
            <a:chExt cx="1769" cy="816"/>
          </a:xfrm>
        </p:grpSpPr>
        <p:sp>
          <p:nvSpPr>
            <p:cNvPr id="369704" name="Oval 31"/>
            <p:cNvSpPr>
              <a:spLocks noChangeArrowheads="1"/>
            </p:cNvSpPr>
            <p:nvPr/>
          </p:nvSpPr>
          <p:spPr bwMode="auto">
            <a:xfrm>
              <a:off x="1589" y="3060"/>
              <a:ext cx="554" cy="245"/>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9705" name="Oval 32"/>
            <p:cNvSpPr>
              <a:spLocks noChangeArrowheads="1"/>
            </p:cNvSpPr>
            <p:nvPr/>
          </p:nvSpPr>
          <p:spPr bwMode="auto">
            <a:xfrm>
              <a:off x="928" y="3274"/>
              <a:ext cx="885" cy="337"/>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9706" name="Oval 33"/>
            <p:cNvSpPr>
              <a:spLocks noChangeArrowheads="1"/>
            </p:cNvSpPr>
            <p:nvPr/>
          </p:nvSpPr>
          <p:spPr bwMode="auto">
            <a:xfrm>
              <a:off x="502" y="3204"/>
              <a:ext cx="585"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9707" name="Oval 34"/>
            <p:cNvSpPr>
              <a:spLocks noChangeArrowheads="1"/>
            </p:cNvSpPr>
            <p:nvPr/>
          </p:nvSpPr>
          <p:spPr bwMode="auto">
            <a:xfrm>
              <a:off x="385" y="3084"/>
              <a:ext cx="385" cy="259"/>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9708" name="Oval 35"/>
            <p:cNvSpPr>
              <a:spLocks noChangeArrowheads="1"/>
            </p:cNvSpPr>
            <p:nvPr/>
          </p:nvSpPr>
          <p:spPr bwMode="auto">
            <a:xfrm>
              <a:off x="565" y="2883"/>
              <a:ext cx="57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9709" name="Oval 36"/>
            <p:cNvSpPr>
              <a:spLocks noChangeArrowheads="1"/>
            </p:cNvSpPr>
            <p:nvPr/>
          </p:nvSpPr>
          <p:spPr bwMode="auto">
            <a:xfrm>
              <a:off x="993" y="2795"/>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9710" name="Oval 37"/>
            <p:cNvSpPr>
              <a:spLocks noChangeArrowheads="1"/>
            </p:cNvSpPr>
            <p:nvPr/>
          </p:nvSpPr>
          <p:spPr bwMode="auto">
            <a:xfrm>
              <a:off x="1504" y="2891"/>
              <a:ext cx="554" cy="24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9711" name="Oval 38"/>
            <p:cNvSpPr>
              <a:spLocks noChangeArrowheads="1"/>
            </p:cNvSpPr>
            <p:nvPr/>
          </p:nvSpPr>
          <p:spPr bwMode="auto">
            <a:xfrm>
              <a:off x="705" y="2987"/>
              <a:ext cx="1141" cy="41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9712" name="Oval 39"/>
            <p:cNvSpPr>
              <a:spLocks noChangeArrowheads="1"/>
            </p:cNvSpPr>
            <p:nvPr/>
          </p:nvSpPr>
          <p:spPr bwMode="auto">
            <a:xfrm rot="1336630">
              <a:off x="1474" y="3067"/>
              <a:ext cx="556" cy="424"/>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9713" name="Oval 40"/>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9714" name="Oval 41"/>
            <p:cNvSpPr>
              <a:spLocks noChangeArrowheads="1"/>
            </p:cNvSpPr>
            <p:nvPr/>
          </p:nvSpPr>
          <p:spPr bwMode="auto">
            <a:xfrm>
              <a:off x="576" y="2899"/>
              <a:ext cx="576" cy="320"/>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9715" name="Oval 42"/>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9716" name="Oval 43"/>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9717" name="Oval 44"/>
            <p:cNvSpPr>
              <a:spLocks noChangeArrowheads="1"/>
            </p:cNvSpPr>
            <p:nvPr/>
          </p:nvSpPr>
          <p:spPr bwMode="auto">
            <a:xfrm>
              <a:off x="1598" y="3075"/>
              <a:ext cx="556" cy="248"/>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9718" name="Oval 45"/>
            <p:cNvSpPr>
              <a:spLocks noChangeArrowheads="1"/>
            </p:cNvSpPr>
            <p:nvPr/>
          </p:nvSpPr>
          <p:spPr bwMode="auto">
            <a:xfrm>
              <a:off x="716" y="3003"/>
              <a:ext cx="1141" cy="413"/>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9719" name="Oval 46"/>
            <p:cNvSpPr>
              <a:spLocks noChangeArrowheads="1"/>
            </p:cNvSpPr>
            <p:nvPr/>
          </p:nvSpPr>
          <p:spPr bwMode="auto">
            <a:xfrm>
              <a:off x="513" y="3219"/>
              <a:ext cx="585" cy="282"/>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69720" name="Freeform 47"/>
            <p:cNvSpPr>
              <a:spLocks/>
            </p:cNvSpPr>
            <p:nvPr/>
          </p:nvSpPr>
          <p:spPr bwMode="auto">
            <a:xfrm>
              <a:off x="567" y="2924"/>
              <a:ext cx="1451" cy="597"/>
            </a:xfrm>
            <a:custGeom>
              <a:avLst/>
              <a:gdLst>
                <a:gd name="T0" fmla="*/ 0 w 1447"/>
                <a:gd name="T1" fmla="*/ 1 h 1128"/>
                <a:gd name="T2" fmla="*/ 80 w 1447"/>
                <a:gd name="T3" fmla="*/ 1 h 1128"/>
                <a:gd name="T4" fmla="*/ 56 w 1447"/>
                <a:gd name="T5" fmla="*/ 1 h 1128"/>
                <a:gd name="T6" fmla="*/ 24 w 1447"/>
                <a:gd name="T7" fmla="*/ 1 h 1128"/>
                <a:gd name="T8" fmla="*/ 40 w 1447"/>
                <a:gd name="T9" fmla="*/ 1 h 1128"/>
                <a:gd name="T10" fmla="*/ 64 w 1447"/>
                <a:gd name="T11" fmla="*/ 1 h 1128"/>
                <a:gd name="T12" fmla="*/ 96 w 1447"/>
                <a:gd name="T13" fmla="*/ 1 h 1128"/>
                <a:gd name="T14" fmla="*/ 104 w 1447"/>
                <a:gd name="T15" fmla="*/ 1 h 1128"/>
                <a:gd name="T16" fmla="*/ 152 w 1447"/>
                <a:gd name="T17" fmla="*/ 1 h 1128"/>
                <a:gd name="T18" fmla="*/ 168 w 1447"/>
                <a:gd name="T19" fmla="*/ 1 h 1128"/>
                <a:gd name="T20" fmla="*/ 223 w 1447"/>
                <a:gd name="T21" fmla="*/ 1 h 1128"/>
                <a:gd name="T22" fmla="*/ 311 w 1447"/>
                <a:gd name="T23" fmla="*/ 1 h 1128"/>
                <a:gd name="T24" fmla="*/ 351 w 1447"/>
                <a:gd name="T25" fmla="*/ 1 h 1128"/>
                <a:gd name="T26" fmla="*/ 375 w 1447"/>
                <a:gd name="T27" fmla="*/ 1 h 1128"/>
                <a:gd name="T28" fmla="*/ 447 w 1447"/>
                <a:gd name="T29" fmla="*/ 1 h 1128"/>
                <a:gd name="T30" fmla="*/ 527 w 1447"/>
                <a:gd name="T31" fmla="*/ 0 h 1128"/>
                <a:gd name="T32" fmla="*/ 854 w 1447"/>
                <a:gd name="T33" fmla="*/ 1 h 1128"/>
                <a:gd name="T34" fmla="*/ 1125 w 1447"/>
                <a:gd name="T35" fmla="*/ 1 h 1128"/>
                <a:gd name="T36" fmla="*/ 1149 w 1447"/>
                <a:gd name="T37" fmla="*/ 1 h 1128"/>
                <a:gd name="T38" fmla="*/ 1173 w 1447"/>
                <a:gd name="T39" fmla="*/ 1 h 1128"/>
                <a:gd name="T40" fmla="*/ 1301 w 1447"/>
                <a:gd name="T41" fmla="*/ 1 h 1128"/>
                <a:gd name="T42" fmla="*/ 1388 w 1447"/>
                <a:gd name="T43" fmla="*/ 1 h 1128"/>
                <a:gd name="T44" fmla="*/ 1436 w 1447"/>
                <a:gd name="T45" fmla="*/ 1 h 1128"/>
                <a:gd name="T46" fmla="*/ 1452 w 1447"/>
                <a:gd name="T47" fmla="*/ 1 h 1128"/>
                <a:gd name="T48" fmla="*/ 1484 w 1447"/>
                <a:gd name="T49" fmla="*/ 1 h 1128"/>
                <a:gd name="T50" fmla="*/ 1508 w 1447"/>
                <a:gd name="T51" fmla="*/ 1 h 1128"/>
                <a:gd name="T52" fmla="*/ 1524 w 1447"/>
                <a:gd name="T53" fmla="*/ 1 h 1128"/>
                <a:gd name="T54" fmla="*/ 1524 w 1447"/>
                <a:gd name="T55" fmla="*/ 1 h 1128"/>
                <a:gd name="T56" fmla="*/ 1508 w 1447"/>
                <a:gd name="T57" fmla="*/ 1 h 1128"/>
                <a:gd name="T58" fmla="*/ 1460 w 1447"/>
                <a:gd name="T59" fmla="*/ 1 h 1128"/>
                <a:gd name="T60" fmla="*/ 1444 w 1447"/>
                <a:gd name="T61" fmla="*/ 1 h 1128"/>
                <a:gd name="T62" fmla="*/ 1396 w 1447"/>
                <a:gd name="T63" fmla="*/ 1 h 1128"/>
                <a:gd name="T64" fmla="*/ 1291 w 1447"/>
                <a:gd name="T65" fmla="*/ 1 h 1128"/>
                <a:gd name="T66" fmla="*/ 1237 w 1447"/>
                <a:gd name="T67" fmla="*/ 1 h 1128"/>
                <a:gd name="T68" fmla="*/ 1181 w 1447"/>
                <a:gd name="T69" fmla="*/ 1 h 1128"/>
                <a:gd name="T70" fmla="*/ 463 w 1447"/>
                <a:gd name="T71" fmla="*/ 1 h 1128"/>
                <a:gd name="T72" fmla="*/ 383 w 1447"/>
                <a:gd name="T73" fmla="*/ 1 h 1128"/>
                <a:gd name="T74" fmla="*/ 327 w 1447"/>
                <a:gd name="T75" fmla="*/ 1 h 1128"/>
                <a:gd name="T76" fmla="*/ 263 w 1447"/>
                <a:gd name="T77" fmla="*/ 1 h 1128"/>
                <a:gd name="T78" fmla="*/ 223 w 1447"/>
                <a:gd name="T79" fmla="*/ 1 h 1128"/>
                <a:gd name="T80" fmla="*/ 120 w 1447"/>
                <a:gd name="T81" fmla="*/ 1 h 1128"/>
                <a:gd name="T82" fmla="*/ 56 w 1447"/>
                <a:gd name="T83" fmla="*/ 1 h 1128"/>
                <a:gd name="T84" fmla="*/ 16 w 1447"/>
                <a:gd name="T85" fmla="*/ 1 h 1128"/>
                <a:gd name="T86" fmla="*/ 8 w 1447"/>
                <a:gd name="T87" fmla="*/ 1 h 1128"/>
                <a:gd name="T88" fmla="*/ 0 w 1447"/>
                <a:gd name="T89" fmla="*/ 1 h 112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447"/>
                <a:gd name="T136" fmla="*/ 0 h 1128"/>
                <a:gd name="T137" fmla="*/ 1447 w 1447"/>
                <a:gd name="T138" fmla="*/ 1128 h 1128"/>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b="1"/>
            </a:p>
          </p:txBody>
        </p:sp>
      </p:grpSp>
      <p:graphicFrame>
        <p:nvGraphicFramePr>
          <p:cNvPr id="369670" name="Object 48"/>
          <p:cNvGraphicFramePr>
            <a:graphicFrameLocks noChangeAspect="1"/>
          </p:cNvGraphicFramePr>
          <p:nvPr>
            <p:extLst>
              <p:ext uri="{D42A27DB-BD31-4B8C-83A1-F6EECF244321}">
                <p14:modId xmlns:p14="http://schemas.microsoft.com/office/powerpoint/2010/main" val="4144699957"/>
              </p:ext>
            </p:extLst>
          </p:nvPr>
        </p:nvGraphicFramePr>
        <p:xfrm>
          <a:off x="4648516" y="2554896"/>
          <a:ext cx="2743200" cy="1703388"/>
        </p:xfrm>
        <a:graphic>
          <a:graphicData uri="http://schemas.openxmlformats.org/presentationml/2006/ole">
            <mc:AlternateContent xmlns:mc="http://schemas.openxmlformats.org/markup-compatibility/2006">
              <mc:Choice xmlns:v="urn:schemas-microsoft-com:vml" Requires="v">
                <p:oleObj spid="_x0000_s373900" name="VISIO" r:id="rId5" imgW="1687068" imgH="964692" progId="">
                  <p:embed/>
                </p:oleObj>
              </mc:Choice>
              <mc:Fallback>
                <p:oleObj name="VISIO" r:id="rId5" imgW="1687068" imgH="964692" progId="">
                  <p:embed/>
                  <p:pic>
                    <p:nvPicPr>
                      <p:cNvPr id="0" name="Object 4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8516" y="2554896"/>
                        <a:ext cx="2743200" cy="1703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369671" name="Picture 49"/>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474266" y="3089884"/>
            <a:ext cx="5207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369672" name="Picture 50"/>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856353" y="3091471"/>
            <a:ext cx="5207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369673" name="Text Box 51"/>
          <p:cNvSpPr txBox="1">
            <a:spLocks noChangeArrowheads="1"/>
          </p:cNvSpPr>
          <p:nvPr/>
        </p:nvSpPr>
        <p:spPr bwMode="auto">
          <a:xfrm>
            <a:off x="2711766" y="3164496"/>
            <a:ext cx="94782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宋体" pitchFamily="2" charset="-122"/>
              </a:rPr>
              <a:t>部门 </a:t>
            </a:r>
            <a:r>
              <a:rPr kumimoji="1" lang="en-US" altLang="zh-CN" sz="2000" b="1">
                <a:solidFill>
                  <a:srgbClr val="333399"/>
                </a:solidFill>
                <a:latin typeface="Arial" charset="0"/>
                <a:ea typeface="宋体" pitchFamily="2" charset="-122"/>
              </a:rPr>
              <a:t>A</a:t>
            </a:r>
          </a:p>
        </p:txBody>
      </p:sp>
      <p:sp>
        <p:nvSpPr>
          <p:cNvPr id="369674" name="AutoShape 52"/>
          <p:cNvSpPr>
            <a:spLocks noChangeArrowheads="1"/>
          </p:cNvSpPr>
          <p:nvPr/>
        </p:nvSpPr>
        <p:spPr bwMode="auto">
          <a:xfrm rot="16200000">
            <a:off x="5706584" y="1963553"/>
            <a:ext cx="360363" cy="2514600"/>
          </a:xfrm>
          <a:prstGeom prst="can">
            <a:avLst>
              <a:gd name="adj" fmla="val 25521"/>
            </a:avLst>
          </a:prstGeom>
          <a:gradFill rotWithShape="1">
            <a:gsLst>
              <a:gs pos="0">
                <a:srgbClr val="185E76"/>
              </a:gs>
              <a:gs pos="50000">
                <a:srgbClr val="33CCFF"/>
              </a:gs>
              <a:gs pos="100000">
                <a:srgbClr val="185E76"/>
              </a:gs>
            </a:gsLst>
            <a:lin ang="0" scaled="1"/>
          </a:gradFill>
          <a:ln w="9525">
            <a:solidFill>
              <a:schemeClr val="tx1"/>
            </a:solidFill>
            <a:round/>
            <a:headEnd/>
            <a:tailEnd/>
          </a:ln>
        </p:spPr>
        <p:txBody>
          <a:bodyPr wrap="none" anchor="ctr"/>
          <a:lstStyle/>
          <a:p>
            <a:pPr eaLnBrk="1" hangingPunct="1"/>
            <a:endParaRPr lang="en-US" altLang="zh-CN" b="1"/>
          </a:p>
        </p:txBody>
      </p:sp>
      <p:sp>
        <p:nvSpPr>
          <p:cNvPr id="369675" name="Text Box 53"/>
          <p:cNvSpPr txBox="1">
            <a:spLocks noChangeArrowheads="1"/>
          </p:cNvSpPr>
          <p:nvPr/>
        </p:nvSpPr>
        <p:spPr bwMode="auto">
          <a:xfrm>
            <a:off x="5620066" y="3543909"/>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a:solidFill>
                  <a:srgbClr val="333399"/>
                </a:solidFill>
                <a:latin typeface="Arial" charset="0"/>
                <a:ea typeface="宋体" pitchFamily="2" charset="-122"/>
              </a:rPr>
              <a:t>互联</a:t>
            </a:r>
            <a:r>
              <a:rPr kumimoji="1" lang="zh-CN" altLang="en-US" sz="2000" b="1" dirty="0" smtClean="0">
                <a:solidFill>
                  <a:srgbClr val="333399"/>
                </a:solidFill>
                <a:latin typeface="Arial" charset="0"/>
                <a:ea typeface="宋体" pitchFamily="2" charset="-122"/>
              </a:rPr>
              <a:t>网</a:t>
            </a:r>
            <a:endParaRPr kumimoji="1" lang="zh-CN" altLang="en-US" sz="2000" b="1" dirty="0">
              <a:solidFill>
                <a:srgbClr val="333399"/>
              </a:solidFill>
              <a:latin typeface="Arial" charset="0"/>
              <a:ea typeface="宋体" pitchFamily="2" charset="-122"/>
            </a:endParaRPr>
          </a:p>
        </p:txBody>
      </p:sp>
      <p:sp>
        <p:nvSpPr>
          <p:cNvPr id="369676" name="Text Box 54"/>
          <p:cNvSpPr txBox="1">
            <a:spLocks noChangeArrowheads="1"/>
          </p:cNvSpPr>
          <p:nvPr/>
        </p:nvSpPr>
        <p:spPr bwMode="auto">
          <a:xfrm>
            <a:off x="7967978" y="3012096"/>
            <a:ext cx="9573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宋体" pitchFamily="2" charset="-122"/>
              </a:rPr>
              <a:t>部门 </a:t>
            </a:r>
            <a:r>
              <a:rPr kumimoji="1" lang="en-US" altLang="zh-CN" sz="2000" b="1">
                <a:solidFill>
                  <a:srgbClr val="333399"/>
                </a:solidFill>
                <a:latin typeface="Arial" charset="0"/>
                <a:ea typeface="宋体" pitchFamily="2" charset="-122"/>
              </a:rPr>
              <a:t>B</a:t>
            </a:r>
          </a:p>
        </p:txBody>
      </p:sp>
      <p:sp>
        <p:nvSpPr>
          <p:cNvPr id="369677" name="Text Box 55"/>
          <p:cNvSpPr txBox="1">
            <a:spLocks noChangeArrowheads="1"/>
          </p:cNvSpPr>
          <p:nvPr/>
        </p:nvSpPr>
        <p:spPr bwMode="auto">
          <a:xfrm>
            <a:off x="3977003" y="3394684"/>
            <a:ext cx="466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lnSpc>
                <a:spcPct val="90000"/>
              </a:lnSpc>
            </a:pPr>
            <a:r>
              <a:rPr kumimoji="1" lang="en-US" altLang="zh-CN" sz="2000" b="1">
                <a:solidFill>
                  <a:srgbClr val="333399"/>
                </a:solidFill>
                <a:latin typeface="Arial" charset="0"/>
                <a:ea typeface="宋体" pitchFamily="2" charset="-122"/>
              </a:rPr>
              <a:t>R</a:t>
            </a:r>
            <a:r>
              <a:rPr kumimoji="1" lang="en-US" altLang="zh-CN" sz="2000" b="1" baseline="-25000">
                <a:solidFill>
                  <a:srgbClr val="333399"/>
                </a:solidFill>
                <a:latin typeface="Arial" charset="0"/>
                <a:ea typeface="宋体" pitchFamily="2" charset="-122"/>
              </a:rPr>
              <a:t>1</a:t>
            </a:r>
            <a:endParaRPr kumimoji="1" lang="en-US" altLang="zh-CN" sz="2000" b="1">
              <a:solidFill>
                <a:srgbClr val="333399"/>
              </a:solidFill>
              <a:latin typeface="Arial" charset="0"/>
              <a:ea typeface="宋体" pitchFamily="2" charset="-122"/>
            </a:endParaRPr>
          </a:p>
        </p:txBody>
      </p:sp>
      <p:sp>
        <p:nvSpPr>
          <p:cNvPr id="369678" name="Text Box 56"/>
          <p:cNvSpPr txBox="1">
            <a:spLocks noChangeArrowheads="1"/>
          </p:cNvSpPr>
          <p:nvPr/>
        </p:nvSpPr>
        <p:spPr bwMode="auto">
          <a:xfrm>
            <a:off x="7461566" y="3323246"/>
            <a:ext cx="466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lnSpc>
                <a:spcPct val="90000"/>
              </a:lnSpc>
            </a:pPr>
            <a:r>
              <a:rPr kumimoji="1" lang="en-US" altLang="zh-CN" sz="2000" b="1">
                <a:solidFill>
                  <a:srgbClr val="333399"/>
                </a:solidFill>
                <a:latin typeface="Arial" charset="0"/>
                <a:ea typeface="宋体" pitchFamily="2" charset="-122"/>
              </a:rPr>
              <a:t>R</a:t>
            </a:r>
            <a:r>
              <a:rPr kumimoji="1" lang="en-US" altLang="zh-CN" sz="2000" b="1" baseline="-25000">
                <a:solidFill>
                  <a:srgbClr val="333399"/>
                </a:solidFill>
                <a:latin typeface="Arial" charset="0"/>
                <a:ea typeface="宋体" pitchFamily="2" charset="-122"/>
              </a:rPr>
              <a:t>2</a:t>
            </a:r>
            <a:endParaRPr kumimoji="1" lang="en-US" altLang="zh-CN" sz="2000" b="1">
              <a:solidFill>
                <a:srgbClr val="333399"/>
              </a:solidFill>
              <a:latin typeface="Arial" charset="0"/>
              <a:ea typeface="宋体" pitchFamily="2" charset="-122"/>
            </a:endParaRPr>
          </a:p>
        </p:txBody>
      </p:sp>
      <p:sp>
        <p:nvSpPr>
          <p:cNvPr id="369679" name="Text Box 57"/>
          <p:cNvSpPr txBox="1">
            <a:spLocks noChangeArrowheads="1"/>
          </p:cNvSpPr>
          <p:nvPr/>
        </p:nvSpPr>
        <p:spPr bwMode="auto">
          <a:xfrm>
            <a:off x="5696266" y="3030807"/>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a:solidFill>
                  <a:srgbClr val="FFFF00"/>
                </a:solidFill>
                <a:latin typeface="Arial" charset="0"/>
                <a:ea typeface="宋体" pitchFamily="2" charset="-122"/>
              </a:rPr>
              <a:t>隧道</a:t>
            </a:r>
          </a:p>
        </p:txBody>
      </p:sp>
      <p:sp>
        <p:nvSpPr>
          <p:cNvPr id="369680" name="Line 58"/>
          <p:cNvSpPr>
            <a:spLocks noChangeShapeType="1"/>
          </p:cNvSpPr>
          <p:nvPr/>
        </p:nvSpPr>
        <p:spPr bwMode="auto">
          <a:xfrm>
            <a:off x="4324666" y="3215296"/>
            <a:ext cx="38100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9681" name="Line 59"/>
          <p:cNvSpPr>
            <a:spLocks noChangeShapeType="1"/>
          </p:cNvSpPr>
          <p:nvPr/>
        </p:nvSpPr>
        <p:spPr bwMode="auto">
          <a:xfrm>
            <a:off x="7144066" y="3215296"/>
            <a:ext cx="38100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5" name="Group 60"/>
          <p:cNvGrpSpPr>
            <a:grpSpLocks/>
          </p:cNvGrpSpPr>
          <p:nvPr/>
        </p:nvGrpSpPr>
        <p:grpSpPr bwMode="auto">
          <a:xfrm>
            <a:off x="3719828" y="2572359"/>
            <a:ext cx="4321175" cy="642937"/>
            <a:chOff x="1383" y="1411"/>
            <a:chExt cx="2722" cy="405"/>
          </a:xfrm>
        </p:grpSpPr>
        <p:sp>
          <p:nvSpPr>
            <p:cNvPr id="369700" name="Text Box 61"/>
            <p:cNvSpPr txBox="1">
              <a:spLocks noChangeArrowheads="1"/>
            </p:cNvSpPr>
            <p:nvPr/>
          </p:nvSpPr>
          <p:spPr bwMode="auto">
            <a:xfrm>
              <a:off x="1383" y="1411"/>
              <a:ext cx="7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a:r>
                <a:rPr kumimoji="1" lang="en-US" altLang="zh-CN" sz="2000" b="1">
                  <a:solidFill>
                    <a:srgbClr val="333399"/>
                  </a:solidFill>
                  <a:latin typeface="Arial" charset="0"/>
                  <a:ea typeface="宋体" pitchFamily="2" charset="-122"/>
                </a:rPr>
                <a:t>125.1.2.3</a:t>
              </a:r>
            </a:p>
          </p:txBody>
        </p:sp>
        <p:sp>
          <p:nvSpPr>
            <p:cNvPr id="369701" name="Line 62"/>
            <p:cNvSpPr>
              <a:spLocks noChangeShapeType="1"/>
            </p:cNvSpPr>
            <p:nvPr/>
          </p:nvSpPr>
          <p:spPr bwMode="auto">
            <a:xfrm>
              <a:off x="1837" y="1616"/>
              <a:ext cx="23" cy="200"/>
            </a:xfrm>
            <a:prstGeom prst="line">
              <a:avLst/>
            </a:prstGeom>
            <a:noFill/>
            <a:ln w="38100">
              <a:solidFill>
                <a:schemeClr va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369702" name="Text Box 63"/>
            <p:cNvSpPr txBox="1">
              <a:spLocks noChangeArrowheads="1"/>
            </p:cNvSpPr>
            <p:nvPr/>
          </p:nvSpPr>
          <p:spPr bwMode="auto">
            <a:xfrm>
              <a:off x="3323" y="1430"/>
              <a:ext cx="78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lnSpc>
                  <a:spcPct val="90000"/>
                </a:lnSpc>
              </a:pPr>
              <a:r>
                <a:rPr kumimoji="1" lang="en-US" altLang="zh-CN" sz="2000" b="1">
                  <a:solidFill>
                    <a:srgbClr val="333399"/>
                  </a:solidFill>
                  <a:latin typeface="Arial" charset="0"/>
                  <a:ea typeface="宋体" pitchFamily="2" charset="-122"/>
                </a:rPr>
                <a:t>194.4.5.6</a:t>
              </a:r>
            </a:p>
          </p:txBody>
        </p:sp>
        <p:sp>
          <p:nvSpPr>
            <p:cNvPr id="369703" name="Line 64"/>
            <p:cNvSpPr>
              <a:spLocks noChangeShapeType="1"/>
            </p:cNvSpPr>
            <p:nvPr/>
          </p:nvSpPr>
          <p:spPr bwMode="auto">
            <a:xfrm flipH="1">
              <a:off x="3636" y="1616"/>
              <a:ext cx="60" cy="200"/>
            </a:xfrm>
            <a:prstGeom prst="line">
              <a:avLst/>
            </a:prstGeom>
            <a:noFill/>
            <a:ln w="38100">
              <a:solidFill>
                <a:schemeClr va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grpSp>
      <p:grpSp>
        <p:nvGrpSpPr>
          <p:cNvPr id="6" name="Group 65"/>
          <p:cNvGrpSpPr>
            <a:grpSpLocks/>
          </p:cNvGrpSpPr>
          <p:nvPr/>
        </p:nvGrpSpPr>
        <p:grpSpPr bwMode="auto">
          <a:xfrm>
            <a:off x="8915721" y="2453298"/>
            <a:ext cx="1428751" cy="1712915"/>
            <a:chOff x="4656" y="1336"/>
            <a:chExt cx="900" cy="1079"/>
          </a:xfrm>
        </p:grpSpPr>
        <p:sp>
          <p:nvSpPr>
            <p:cNvPr id="369692" name="Line 66"/>
            <p:cNvSpPr>
              <a:spLocks noChangeShapeType="1"/>
            </p:cNvSpPr>
            <p:nvPr/>
          </p:nvSpPr>
          <p:spPr bwMode="auto">
            <a:xfrm flipH="1" flipV="1">
              <a:off x="4863" y="1912"/>
              <a:ext cx="285" cy="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9693" name="Line 67"/>
            <p:cNvSpPr>
              <a:spLocks noChangeShapeType="1"/>
            </p:cNvSpPr>
            <p:nvPr/>
          </p:nvSpPr>
          <p:spPr bwMode="auto">
            <a:xfrm flipH="1" flipV="1">
              <a:off x="4656" y="2152"/>
              <a:ext cx="336" cy="192"/>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69694" name="Line 68"/>
            <p:cNvSpPr>
              <a:spLocks noChangeShapeType="1"/>
            </p:cNvSpPr>
            <p:nvPr/>
          </p:nvSpPr>
          <p:spPr bwMode="auto">
            <a:xfrm flipH="1">
              <a:off x="4800" y="1528"/>
              <a:ext cx="240" cy="96"/>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pic>
          <p:nvPicPr>
            <p:cNvPr id="369695" name="Picture 6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88" y="1768"/>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9696" name="Text Box 70"/>
            <p:cNvSpPr txBox="1">
              <a:spLocks noChangeArrowheads="1"/>
            </p:cNvSpPr>
            <p:nvPr/>
          </p:nvSpPr>
          <p:spPr bwMode="auto">
            <a:xfrm>
              <a:off x="5284" y="1729"/>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宋体" pitchFamily="2" charset="-122"/>
                </a:rPr>
                <a:t>Y</a:t>
              </a:r>
            </a:p>
          </p:txBody>
        </p:sp>
        <p:sp>
          <p:nvSpPr>
            <p:cNvPr id="369697" name="Text Box 71"/>
            <p:cNvSpPr txBox="1">
              <a:spLocks noChangeArrowheads="1"/>
            </p:cNvSpPr>
            <p:nvPr/>
          </p:nvSpPr>
          <p:spPr bwMode="auto">
            <a:xfrm>
              <a:off x="4863" y="1955"/>
              <a:ext cx="69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a:r>
                <a:rPr kumimoji="1" lang="en-US" altLang="zh-CN" sz="2000" b="1">
                  <a:solidFill>
                    <a:srgbClr val="333399"/>
                  </a:solidFill>
                  <a:latin typeface="Arial" charset="0"/>
                  <a:ea typeface="宋体" pitchFamily="2" charset="-122"/>
                </a:rPr>
                <a:t>10.2.0.3</a:t>
              </a:r>
            </a:p>
          </p:txBody>
        </p:sp>
        <p:pic>
          <p:nvPicPr>
            <p:cNvPr id="369698" name="Picture 7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92" y="1336"/>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9699" name="Picture 7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44" y="2200"/>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25739" name="Text Box 75"/>
          <p:cNvSpPr txBox="1">
            <a:spLocks noChangeArrowheads="1"/>
          </p:cNvSpPr>
          <p:nvPr/>
        </p:nvSpPr>
        <p:spPr bwMode="auto">
          <a:xfrm>
            <a:off x="2062617" y="1816709"/>
            <a:ext cx="1415772" cy="461665"/>
          </a:xfrm>
          <a:prstGeom prst="rect">
            <a:avLst/>
          </a:prstGeom>
          <a:solidFill>
            <a:srgbClr val="FFFF99"/>
          </a:solidFill>
          <a:ln w="9525">
            <a:solidFill>
              <a:srgbClr val="333399"/>
            </a:solidFill>
            <a:miter lim="800000"/>
            <a:headEnd/>
            <a:tailEnd/>
          </a:ln>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a:r>
              <a:rPr kumimoji="1" lang="zh-CN" altLang="en-US" sz="2400" b="1" dirty="0">
                <a:solidFill>
                  <a:srgbClr val="333399"/>
                </a:solidFill>
                <a:latin typeface="Arial" charset="0"/>
                <a:ea typeface="宋体" pitchFamily="2" charset="-122"/>
              </a:rPr>
              <a:t>专用</a:t>
            </a:r>
            <a:r>
              <a:rPr kumimoji="1" lang="zh-CN" altLang="en-US" sz="2400" b="1" dirty="0" smtClean="0">
                <a:solidFill>
                  <a:srgbClr val="333399"/>
                </a:solidFill>
                <a:latin typeface="Arial" charset="0"/>
                <a:ea typeface="宋体" pitchFamily="2" charset="-122"/>
              </a:rPr>
              <a:t>地址</a:t>
            </a:r>
            <a:endParaRPr kumimoji="1" lang="zh-CN" altLang="en-US" sz="2400" b="1" dirty="0">
              <a:solidFill>
                <a:srgbClr val="333399"/>
              </a:solidFill>
              <a:latin typeface="Arial" charset="0"/>
              <a:ea typeface="宋体" pitchFamily="2" charset="-122"/>
            </a:endParaRPr>
          </a:p>
        </p:txBody>
      </p:sp>
      <p:sp>
        <p:nvSpPr>
          <p:cNvPr id="625740" name="Text Box 76"/>
          <p:cNvSpPr txBox="1">
            <a:spLocks noChangeArrowheads="1"/>
          </p:cNvSpPr>
          <p:nvPr/>
        </p:nvSpPr>
        <p:spPr bwMode="auto">
          <a:xfrm>
            <a:off x="8110992" y="1850809"/>
            <a:ext cx="1415772" cy="461665"/>
          </a:xfrm>
          <a:prstGeom prst="rect">
            <a:avLst/>
          </a:prstGeom>
          <a:solidFill>
            <a:srgbClr val="FFFF99"/>
          </a:solidFill>
          <a:ln w="9525">
            <a:solidFill>
              <a:srgbClr val="333399"/>
            </a:solidFill>
            <a:miter lim="800000"/>
            <a:headEnd/>
            <a:tailEnd/>
          </a:ln>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a:r>
              <a:rPr kumimoji="1" lang="zh-CN" altLang="en-US" sz="2400" b="1" dirty="0">
                <a:solidFill>
                  <a:srgbClr val="333399"/>
                </a:solidFill>
                <a:latin typeface="Arial" charset="0"/>
                <a:ea typeface="宋体" pitchFamily="2" charset="-122"/>
              </a:rPr>
              <a:t>专用</a:t>
            </a:r>
            <a:r>
              <a:rPr kumimoji="1" lang="zh-CN" altLang="en-US" sz="2400" b="1" dirty="0" smtClean="0">
                <a:solidFill>
                  <a:srgbClr val="333399"/>
                </a:solidFill>
                <a:latin typeface="Arial" charset="0"/>
                <a:ea typeface="宋体" pitchFamily="2" charset="-122"/>
              </a:rPr>
              <a:t>地址</a:t>
            </a:r>
            <a:endParaRPr kumimoji="1" lang="zh-CN" altLang="en-US" sz="2400" b="1" dirty="0">
              <a:solidFill>
                <a:srgbClr val="333399"/>
              </a:solidFill>
              <a:latin typeface="Arial" charset="0"/>
              <a:ea typeface="宋体" pitchFamily="2" charset="-122"/>
            </a:endParaRPr>
          </a:p>
        </p:txBody>
      </p:sp>
      <p:sp>
        <p:nvSpPr>
          <p:cNvPr id="625741" name="Text Box 77"/>
          <p:cNvSpPr txBox="1">
            <a:spLocks noChangeArrowheads="1"/>
          </p:cNvSpPr>
          <p:nvPr/>
        </p:nvSpPr>
        <p:spPr bwMode="auto">
          <a:xfrm>
            <a:off x="5304153" y="1745271"/>
            <a:ext cx="1412875" cy="466725"/>
          </a:xfrm>
          <a:prstGeom prst="rect">
            <a:avLst/>
          </a:prstGeom>
          <a:solidFill>
            <a:srgbClr val="FFCCFF"/>
          </a:solidFill>
          <a:ln w="9525">
            <a:solidFill>
              <a:srgbClr val="333399"/>
            </a:solidFill>
            <a:miter lim="800000"/>
            <a:headEnd/>
            <a:tailEnd/>
          </a:ln>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a:r>
              <a:rPr kumimoji="1" lang="zh-CN" altLang="en-US" sz="2400" b="1">
                <a:solidFill>
                  <a:srgbClr val="333399"/>
                </a:solidFill>
                <a:latin typeface="Arial" charset="0"/>
                <a:ea typeface="宋体" pitchFamily="2" charset="-122"/>
              </a:rPr>
              <a:t>全球地址</a:t>
            </a:r>
          </a:p>
        </p:txBody>
      </p:sp>
      <p:sp>
        <p:nvSpPr>
          <p:cNvPr id="369688" name="AutoShape 78"/>
          <p:cNvSpPr>
            <a:spLocks noChangeArrowheads="1"/>
          </p:cNvSpPr>
          <p:nvPr/>
        </p:nvSpPr>
        <p:spPr bwMode="auto">
          <a:xfrm>
            <a:off x="2346642" y="4913921"/>
            <a:ext cx="3663948" cy="1008063"/>
          </a:xfrm>
          <a:prstGeom prst="wedgeRoundRectCallout">
            <a:avLst>
              <a:gd name="adj1" fmla="val -24394"/>
              <a:gd name="adj2" fmla="val -166065"/>
              <a:gd name="adj3" fmla="val 16667"/>
            </a:avLst>
          </a:prstGeom>
          <a:solidFill>
            <a:srgbClr val="FFFF99"/>
          </a:solidFill>
          <a:ln w="9525">
            <a:solidFill>
              <a:schemeClr val="tx1"/>
            </a:solidFill>
            <a:miter lim="800000"/>
            <a:headEnd/>
            <a:tailEnd/>
          </a:ln>
        </p:spPr>
        <p:txBody>
          <a:bodyPr/>
          <a:lstStyle/>
          <a:p>
            <a:pPr algn="ctr" eaLnBrk="1" hangingPunct="1"/>
            <a:endParaRPr lang="en-US" altLang="zh-CN" b="1">
              <a:solidFill>
                <a:srgbClr val="4D4D4D"/>
              </a:solidFill>
            </a:endParaRPr>
          </a:p>
        </p:txBody>
      </p:sp>
      <p:sp>
        <p:nvSpPr>
          <p:cNvPr id="369689" name="Text Box 81"/>
          <p:cNvSpPr txBox="1">
            <a:spLocks noChangeArrowheads="1"/>
          </p:cNvSpPr>
          <p:nvPr/>
        </p:nvSpPr>
        <p:spPr bwMode="auto">
          <a:xfrm>
            <a:off x="2263669" y="4939321"/>
            <a:ext cx="3829896"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lang="zh-CN" altLang="en-US" sz="2800" b="1" dirty="0">
                <a:latin typeface="Arial" charset="0"/>
                <a:ea typeface="宋体" pitchFamily="2" charset="-122"/>
              </a:rPr>
              <a:t>网络地址 </a:t>
            </a:r>
            <a:r>
              <a:rPr lang="en-US" altLang="zh-CN" sz="2800" b="1" dirty="0">
                <a:latin typeface="Arial" charset="0"/>
                <a:ea typeface="宋体" pitchFamily="2" charset="-122"/>
              </a:rPr>
              <a:t>= </a:t>
            </a:r>
            <a:r>
              <a:rPr lang="en-US" altLang="zh-CN" sz="2800" b="1" dirty="0" smtClean="0">
                <a:latin typeface="Arial" charset="0"/>
                <a:ea typeface="宋体" pitchFamily="2" charset="-122"/>
              </a:rPr>
              <a:t>10.1.0.0/24</a:t>
            </a:r>
          </a:p>
          <a:p>
            <a:pPr algn="ctr" eaLnBrk="1" hangingPunct="1"/>
            <a:r>
              <a:rPr lang="zh-CN" altLang="en-US" sz="2800" b="1" dirty="0" smtClean="0">
                <a:latin typeface="Arial" charset="0"/>
                <a:ea typeface="宋体" pitchFamily="2" charset="-122"/>
              </a:rPr>
              <a:t>（</a:t>
            </a:r>
            <a:r>
              <a:rPr lang="zh-CN" altLang="en-US" sz="2800" b="1" dirty="0">
                <a:latin typeface="Arial" charset="0"/>
                <a:ea typeface="宋体" pitchFamily="2" charset="-122"/>
              </a:rPr>
              <a:t>专用</a:t>
            </a:r>
            <a:r>
              <a:rPr lang="zh-CN" altLang="en-US" sz="2800" b="1" dirty="0" smtClean="0">
                <a:latin typeface="Arial" charset="0"/>
                <a:ea typeface="宋体" pitchFamily="2" charset="-122"/>
              </a:rPr>
              <a:t>地址）</a:t>
            </a:r>
            <a:endParaRPr lang="zh-CN" altLang="en-US" sz="2800" b="1" dirty="0">
              <a:latin typeface="Arial" charset="0"/>
              <a:ea typeface="宋体" pitchFamily="2" charset="-122"/>
            </a:endParaRPr>
          </a:p>
        </p:txBody>
      </p:sp>
      <p:sp>
        <p:nvSpPr>
          <p:cNvPr id="369690" name="AutoShape 83"/>
          <p:cNvSpPr>
            <a:spLocks noChangeArrowheads="1"/>
          </p:cNvSpPr>
          <p:nvPr/>
        </p:nvSpPr>
        <p:spPr bwMode="auto">
          <a:xfrm>
            <a:off x="6574173" y="4913921"/>
            <a:ext cx="3692505" cy="1008063"/>
          </a:xfrm>
          <a:prstGeom prst="wedgeRoundRectCallout">
            <a:avLst>
              <a:gd name="adj1" fmla="val -2116"/>
              <a:gd name="adj2" fmla="val -191574"/>
              <a:gd name="adj3" fmla="val 16667"/>
            </a:avLst>
          </a:prstGeom>
          <a:solidFill>
            <a:srgbClr val="CCFF99"/>
          </a:solidFill>
          <a:ln w="9525">
            <a:solidFill>
              <a:schemeClr val="tx1"/>
            </a:solidFill>
            <a:miter lim="800000"/>
            <a:headEnd/>
            <a:tailEnd/>
          </a:ln>
        </p:spPr>
        <p:txBody>
          <a:bodyPr/>
          <a:lstStyle/>
          <a:p>
            <a:pPr algn="ctr" eaLnBrk="1" hangingPunct="1"/>
            <a:endParaRPr lang="en-US" altLang="zh-CN" b="1"/>
          </a:p>
        </p:txBody>
      </p:sp>
      <p:sp>
        <p:nvSpPr>
          <p:cNvPr id="369691" name="Text Box 82"/>
          <p:cNvSpPr txBox="1">
            <a:spLocks noChangeArrowheads="1"/>
          </p:cNvSpPr>
          <p:nvPr/>
        </p:nvSpPr>
        <p:spPr bwMode="auto">
          <a:xfrm>
            <a:off x="6511819" y="4934559"/>
            <a:ext cx="3829896"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r>
              <a:rPr lang="zh-CN" altLang="en-US" sz="2800" b="1" dirty="0">
                <a:latin typeface="Arial" charset="0"/>
                <a:ea typeface="宋体" pitchFamily="2" charset="-122"/>
              </a:rPr>
              <a:t>网络地址 </a:t>
            </a:r>
            <a:r>
              <a:rPr lang="en-US" altLang="zh-CN" sz="2800" b="1" dirty="0">
                <a:latin typeface="Arial" charset="0"/>
                <a:ea typeface="宋体" pitchFamily="2" charset="-122"/>
              </a:rPr>
              <a:t>= </a:t>
            </a:r>
            <a:r>
              <a:rPr lang="en-US" altLang="zh-CN" sz="2800" b="1" dirty="0" smtClean="0">
                <a:latin typeface="Arial" charset="0"/>
                <a:ea typeface="宋体" pitchFamily="2" charset="-122"/>
              </a:rPr>
              <a:t>10.2.0.0/24</a:t>
            </a:r>
            <a:endParaRPr lang="en-US" altLang="zh-CN" sz="2800" b="1" dirty="0">
              <a:latin typeface="Arial" charset="0"/>
              <a:ea typeface="宋体" pitchFamily="2" charset="-122"/>
            </a:endParaRPr>
          </a:p>
          <a:p>
            <a:pPr algn="ctr" eaLnBrk="1" hangingPunct="1"/>
            <a:r>
              <a:rPr lang="zh-CN" altLang="en-US" sz="2800" b="1" dirty="0" smtClean="0">
                <a:latin typeface="Arial" charset="0"/>
                <a:ea typeface="宋体" pitchFamily="2" charset="-122"/>
              </a:rPr>
              <a:t>（</a:t>
            </a:r>
            <a:r>
              <a:rPr lang="zh-CN" altLang="en-US" sz="2800" b="1" dirty="0">
                <a:latin typeface="Arial" charset="0"/>
                <a:ea typeface="宋体" pitchFamily="2" charset="-122"/>
              </a:rPr>
              <a:t>专用</a:t>
            </a:r>
            <a:r>
              <a:rPr lang="zh-CN" altLang="en-US" sz="2800" b="1" dirty="0" smtClean="0">
                <a:latin typeface="Arial" charset="0"/>
                <a:ea typeface="宋体" pitchFamily="2" charset="-122"/>
              </a:rPr>
              <a:t>地址</a:t>
            </a:r>
            <a:r>
              <a:rPr lang="zh-CN" altLang="en-US" sz="2800" b="1" dirty="0">
                <a:latin typeface="Arial" charset="0"/>
                <a:ea typeface="宋体" pitchFamily="2" charset="-122"/>
              </a:rPr>
              <a: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57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25740"/>
                                        </p:tgtEl>
                                        <p:attrNameLst>
                                          <p:attrName>style.visibility</p:attrName>
                                        </p:attrNameLst>
                                      </p:cBhvr>
                                      <p:to>
                                        <p:strVal val="visible"/>
                                      </p:to>
                                    </p:set>
                                  </p:childTnLst>
                                </p:cTn>
                              </p:par>
                            </p:childTnLst>
                          </p:cTn>
                        </p:par>
                        <p:par>
                          <p:cTn id="9" fill="hold" nodeType="afterGroup">
                            <p:stCondLst>
                              <p:cond delay="0"/>
                            </p:stCondLst>
                            <p:childTnLst>
                              <p:par>
                                <p:cTn id="10" presetID="35" presetClass="emph" presetSubtype="0" repeatCount="3000" fill="hold" nodeType="afterEffect">
                                  <p:stCondLst>
                                    <p:cond delay="500"/>
                                  </p:stCondLst>
                                  <p:childTnLst>
                                    <p:anim calcmode="discrete" valueType="str">
                                      <p:cBhvr>
                                        <p:cTn id="11" dur="1000" fill="hold"/>
                                        <p:tgtEl>
                                          <p:spTgt spid="2"/>
                                        </p:tgtEl>
                                        <p:attrNameLst>
                                          <p:attrName>style.visibility</p:attrName>
                                        </p:attrNameLst>
                                      </p:cBhvr>
                                      <p:tavLst>
                                        <p:tav tm="0">
                                          <p:val>
                                            <p:strVal val="hidden"/>
                                          </p:val>
                                        </p:tav>
                                        <p:tav tm="50000">
                                          <p:val>
                                            <p:strVal val="visible"/>
                                          </p:val>
                                        </p:tav>
                                      </p:tavLst>
                                    </p:anim>
                                  </p:childTnLst>
                                </p:cTn>
                              </p:par>
                              <p:par>
                                <p:cTn id="12" presetID="35" presetClass="emph" presetSubtype="0" repeatCount="3000" fill="hold" nodeType="withEffect">
                                  <p:stCondLst>
                                    <p:cond delay="500"/>
                                  </p:stCondLst>
                                  <p:childTnLst>
                                    <p:anim calcmode="discrete" valueType="str">
                                      <p:cBhvr>
                                        <p:cTn id="13" dur="1000" fill="hold"/>
                                        <p:tgtEl>
                                          <p:spTgt spid="6"/>
                                        </p:tgtEl>
                                        <p:attrNameLst>
                                          <p:attrName>style.visibility</p:attrName>
                                        </p:attrNameLst>
                                      </p:cBhvr>
                                      <p:tavLst>
                                        <p:tav tm="0">
                                          <p:val>
                                            <p:strVal val="hidden"/>
                                          </p:val>
                                        </p:tav>
                                        <p:tav tm="50000">
                                          <p:val>
                                            <p:strVal val="visible"/>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25741"/>
                                        </p:tgtEl>
                                        <p:attrNameLst>
                                          <p:attrName>style.visibility</p:attrName>
                                        </p:attrNameLst>
                                      </p:cBhvr>
                                      <p:to>
                                        <p:strVal val="visible"/>
                                      </p:to>
                                    </p:set>
                                  </p:childTnLst>
                                </p:cTn>
                              </p:par>
                            </p:childTnLst>
                          </p:cTn>
                        </p:par>
                        <p:par>
                          <p:cTn id="18" fill="hold" nodeType="afterGroup">
                            <p:stCondLst>
                              <p:cond delay="0"/>
                            </p:stCondLst>
                            <p:childTnLst>
                              <p:par>
                                <p:cTn id="19" presetID="35" presetClass="emph" presetSubtype="0" repeatCount="3000" fill="hold" nodeType="afterEffect">
                                  <p:stCondLst>
                                    <p:cond delay="500"/>
                                  </p:stCondLst>
                                  <p:childTnLst>
                                    <p:anim calcmode="discrete" valueType="str">
                                      <p:cBhvr>
                                        <p:cTn id="20" dur="1000" fill="hold"/>
                                        <p:tgtEl>
                                          <p:spTgt spid="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5739" grpId="0" animBg="1"/>
      <p:bldP spid="625740" grpId="0" animBg="1"/>
      <p:bldP spid="625741" grpId="0" animBg="1"/>
    </p:bld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808" name="Line 66"/>
          <p:cNvSpPr>
            <a:spLocks noChangeShapeType="1"/>
          </p:cNvSpPr>
          <p:nvPr/>
        </p:nvSpPr>
        <p:spPr bwMode="auto">
          <a:xfrm flipH="1" flipV="1">
            <a:off x="9144000" y="3375025"/>
            <a:ext cx="552450" cy="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2" name="Group 2"/>
          <p:cNvGrpSpPr>
            <a:grpSpLocks/>
          </p:cNvGrpSpPr>
          <p:nvPr/>
        </p:nvGrpSpPr>
        <p:grpSpPr bwMode="auto">
          <a:xfrm>
            <a:off x="1624013" y="2536825"/>
            <a:ext cx="1576387" cy="1789113"/>
            <a:chOff x="63" y="1384"/>
            <a:chExt cx="993" cy="1127"/>
          </a:xfrm>
        </p:grpSpPr>
        <p:sp>
          <p:nvSpPr>
            <p:cNvPr id="371854" name="Line 3"/>
            <p:cNvSpPr>
              <a:spLocks noChangeShapeType="1"/>
            </p:cNvSpPr>
            <p:nvPr/>
          </p:nvSpPr>
          <p:spPr bwMode="auto">
            <a:xfrm flipV="1">
              <a:off x="816" y="2248"/>
              <a:ext cx="240" cy="192"/>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1855" name="Line 4"/>
            <p:cNvSpPr>
              <a:spLocks noChangeShapeType="1"/>
            </p:cNvSpPr>
            <p:nvPr/>
          </p:nvSpPr>
          <p:spPr bwMode="auto">
            <a:xfrm>
              <a:off x="624" y="1576"/>
              <a:ext cx="240" cy="144"/>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1856" name="Line 5"/>
            <p:cNvSpPr>
              <a:spLocks noChangeShapeType="1"/>
            </p:cNvSpPr>
            <p:nvPr/>
          </p:nvSpPr>
          <p:spPr bwMode="auto">
            <a:xfrm flipV="1">
              <a:off x="432" y="1967"/>
              <a:ext cx="288" cy="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pic>
          <p:nvPicPr>
            <p:cNvPr id="371857" name="Picture 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6" y="1823"/>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1858" name="Text Box 7"/>
            <p:cNvSpPr txBox="1">
              <a:spLocks noChangeArrowheads="1"/>
            </p:cNvSpPr>
            <p:nvPr/>
          </p:nvSpPr>
          <p:spPr bwMode="auto">
            <a:xfrm>
              <a:off x="113" y="1797"/>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宋体" pitchFamily="2" charset="-122"/>
                </a:rPr>
                <a:t>X</a:t>
              </a:r>
            </a:p>
          </p:txBody>
        </p:sp>
        <p:sp>
          <p:nvSpPr>
            <p:cNvPr id="371859" name="Text Box 8"/>
            <p:cNvSpPr txBox="1">
              <a:spLocks noChangeArrowheads="1"/>
            </p:cNvSpPr>
            <p:nvPr/>
          </p:nvSpPr>
          <p:spPr bwMode="auto">
            <a:xfrm>
              <a:off x="63" y="2031"/>
              <a:ext cx="69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a:r>
                <a:rPr kumimoji="1" lang="en-US" altLang="zh-CN" sz="2000" b="1">
                  <a:solidFill>
                    <a:srgbClr val="333399"/>
                  </a:solidFill>
                  <a:latin typeface="Arial" charset="0"/>
                  <a:ea typeface="宋体" pitchFamily="2" charset="-122"/>
                </a:rPr>
                <a:t>10.1.0.1</a:t>
              </a:r>
            </a:p>
          </p:txBody>
        </p:sp>
        <p:pic>
          <p:nvPicPr>
            <p:cNvPr id="371860" name="Picture 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0" y="1384"/>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1861" name="Picture 1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2" y="2296"/>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71715" name="Rectangle 11"/>
          <p:cNvSpPr>
            <a:spLocks noGrp="1" noChangeArrowheads="1"/>
          </p:cNvSpPr>
          <p:nvPr>
            <p:ph type="title"/>
          </p:nvPr>
        </p:nvSpPr>
        <p:spPr/>
        <p:txBody>
          <a:bodyPr/>
          <a:lstStyle/>
          <a:p>
            <a:r>
              <a:rPr lang="zh-CN" altLang="en-US" smtClean="0"/>
              <a:t>用隧道技术实现虚拟专用网 </a:t>
            </a:r>
          </a:p>
        </p:txBody>
      </p:sp>
      <p:grpSp>
        <p:nvGrpSpPr>
          <p:cNvPr id="371716" name="Group 12"/>
          <p:cNvGrpSpPr>
            <a:grpSpLocks/>
          </p:cNvGrpSpPr>
          <p:nvPr/>
        </p:nvGrpSpPr>
        <p:grpSpPr bwMode="auto">
          <a:xfrm>
            <a:off x="2497138" y="2724150"/>
            <a:ext cx="1511300" cy="1225550"/>
            <a:chOff x="385" y="2795"/>
            <a:chExt cx="1769" cy="816"/>
          </a:xfrm>
        </p:grpSpPr>
        <p:sp>
          <p:nvSpPr>
            <p:cNvPr id="371837" name="Oval 13"/>
            <p:cNvSpPr>
              <a:spLocks noChangeArrowheads="1"/>
            </p:cNvSpPr>
            <p:nvPr/>
          </p:nvSpPr>
          <p:spPr bwMode="auto">
            <a:xfrm>
              <a:off x="1589" y="3060"/>
              <a:ext cx="554" cy="245"/>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838" name="Oval 14"/>
            <p:cNvSpPr>
              <a:spLocks noChangeArrowheads="1"/>
            </p:cNvSpPr>
            <p:nvPr/>
          </p:nvSpPr>
          <p:spPr bwMode="auto">
            <a:xfrm>
              <a:off x="928" y="3274"/>
              <a:ext cx="885" cy="337"/>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839" name="Oval 15"/>
            <p:cNvSpPr>
              <a:spLocks noChangeArrowheads="1"/>
            </p:cNvSpPr>
            <p:nvPr/>
          </p:nvSpPr>
          <p:spPr bwMode="auto">
            <a:xfrm>
              <a:off x="502" y="3204"/>
              <a:ext cx="585"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840" name="Oval 16"/>
            <p:cNvSpPr>
              <a:spLocks noChangeArrowheads="1"/>
            </p:cNvSpPr>
            <p:nvPr/>
          </p:nvSpPr>
          <p:spPr bwMode="auto">
            <a:xfrm>
              <a:off x="385" y="3084"/>
              <a:ext cx="385" cy="259"/>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841" name="Oval 17"/>
            <p:cNvSpPr>
              <a:spLocks noChangeArrowheads="1"/>
            </p:cNvSpPr>
            <p:nvPr/>
          </p:nvSpPr>
          <p:spPr bwMode="auto">
            <a:xfrm>
              <a:off x="565" y="2883"/>
              <a:ext cx="57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842" name="Oval 18"/>
            <p:cNvSpPr>
              <a:spLocks noChangeArrowheads="1"/>
            </p:cNvSpPr>
            <p:nvPr/>
          </p:nvSpPr>
          <p:spPr bwMode="auto">
            <a:xfrm>
              <a:off x="993" y="2795"/>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843" name="Oval 19"/>
            <p:cNvSpPr>
              <a:spLocks noChangeArrowheads="1"/>
            </p:cNvSpPr>
            <p:nvPr/>
          </p:nvSpPr>
          <p:spPr bwMode="auto">
            <a:xfrm>
              <a:off x="1504" y="2891"/>
              <a:ext cx="554" cy="24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844" name="Oval 20"/>
            <p:cNvSpPr>
              <a:spLocks noChangeArrowheads="1"/>
            </p:cNvSpPr>
            <p:nvPr/>
          </p:nvSpPr>
          <p:spPr bwMode="auto">
            <a:xfrm>
              <a:off x="705" y="2987"/>
              <a:ext cx="1141" cy="41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845" name="Oval 21"/>
            <p:cNvSpPr>
              <a:spLocks noChangeArrowheads="1"/>
            </p:cNvSpPr>
            <p:nvPr/>
          </p:nvSpPr>
          <p:spPr bwMode="auto">
            <a:xfrm rot="1336630">
              <a:off x="1474" y="3067"/>
              <a:ext cx="556" cy="424"/>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846" name="Oval 22"/>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847" name="Oval 23"/>
            <p:cNvSpPr>
              <a:spLocks noChangeArrowheads="1"/>
            </p:cNvSpPr>
            <p:nvPr/>
          </p:nvSpPr>
          <p:spPr bwMode="auto">
            <a:xfrm>
              <a:off x="576" y="2899"/>
              <a:ext cx="576" cy="320"/>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848" name="Oval 24"/>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849" name="Oval 25"/>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850" name="Oval 26"/>
            <p:cNvSpPr>
              <a:spLocks noChangeArrowheads="1"/>
            </p:cNvSpPr>
            <p:nvPr/>
          </p:nvSpPr>
          <p:spPr bwMode="auto">
            <a:xfrm>
              <a:off x="1598" y="3075"/>
              <a:ext cx="556" cy="248"/>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851" name="Oval 27"/>
            <p:cNvSpPr>
              <a:spLocks noChangeArrowheads="1"/>
            </p:cNvSpPr>
            <p:nvPr/>
          </p:nvSpPr>
          <p:spPr bwMode="auto">
            <a:xfrm>
              <a:off x="716" y="3003"/>
              <a:ext cx="1141" cy="413"/>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852" name="Oval 28"/>
            <p:cNvSpPr>
              <a:spLocks noChangeArrowheads="1"/>
            </p:cNvSpPr>
            <p:nvPr/>
          </p:nvSpPr>
          <p:spPr bwMode="auto">
            <a:xfrm>
              <a:off x="513" y="3219"/>
              <a:ext cx="585" cy="282"/>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853" name="Freeform 29"/>
            <p:cNvSpPr>
              <a:spLocks/>
            </p:cNvSpPr>
            <p:nvPr/>
          </p:nvSpPr>
          <p:spPr bwMode="auto">
            <a:xfrm>
              <a:off x="567" y="2924"/>
              <a:ext cx="1451" cy="597"/>
            </a:xfrm>
            <a:custGeom>
              <a:avLst/>
              <a:gdLst>
                <a:gd name="T0" fmla="*/ 0 w 1447"/>
                <a:gd name="T1" fmla="*/ 1 h 1128"/>
                <a:gd name="T2" fmla="*/ 80 w 1447"/>
                <a:gd name="T3" fmla="*/ 1 h 1128"/>
                <a:gd name="T4" fmla="*/ 56 w 1447"/>
                <a:gd name="T5" fmla="*/ 1 h 1128"/>
                <a:gd name="T6" fmla="*/ 24 w 1447"/>
                <a:gd name="T7" fmla="*/ 1 h 1128"/>
                <a:gd name="T8" fmla="*/ 40 w 1447"/>
                <a:gd name="T9" fmla="*/ 1 h 1128"/>
                <a:gd name="T10" fmla="*/ 64 w 1447"/>
                <a:gd name="T11" fmla="*/ 1 h 1128"/>
                <a:gd name="T12" fmla="*/ 96 w 1447"/>
                <a:gd name="T13" fmla="*/ 1 h 1128"/>
                <a:gd name="T14" fmla="*/ 104 w 1447"/>
                <a:gd name="T15" fmla="*/ 1 h 1128"/>
                <a:gd name="T16" fmla="*/ 152 w 1447"/>
                <a:gd name="T17" fmla="*/ 1 h 1128"/>
                <a:gd name="T18" fmla="*/ 168 w 1447"/>
                <a:gd name="T19" fmla="*/ 1 h 1128"/>
                <a:gd name="T20" fmla="*/ 223 w 1447"/>
                <a:gd name="T21" fmla="*/ 1 h 1128"/>
                <a:gd name="T22" fmla="*/ 311 w 1447"/>
                <a:gd name="T23" fmla="*/ 1 h 1128"/>
                <a:gd name="T24" fmla="*/ 351 w 1447"/>
                <a:gd name="T25" fmla="*/ 1 h 1128"/>
                <a:gd name="T26" fmla="*/ 375 w 1447"/>
                <a:gd name="T27" fmla="*/ 1 h 1128"/>
                <a:gd name="T28" fmla="*/ 447 w 1447"/>
                <a:gd name="T29" fmla="*/ 1 h 1128"/>
                <a:gd name="T30" fmla="*/ 527 w 1447"/>
                <a:gd name="T31" fmla="*/ 0 h 1128"/>
                <a:gd name="T32" fmla="*/ 854 w 1447"/>
                <a:gd name="T33" fmla="*/ 1 h 1128"/>
                <a:gd name="T34" fmla="*/ 1125 w 1447"/>
                <a:gd name="T35" fmla="*/ 1 h 1128"/>
                <a:gd name="T36" fmla="*/ 1149 w 1447"/>
                <a:gd name="T37" fmla="*/ 1 h 1128"/>
                <a:gd name="T38" fmla="*/ 1173 w 1447"/>
                <a:gd name="T39" fmla="*/ 1 h 1128"/>
                <a:gd name="T40" fmla="*/ 1301 w 1447"/>
                <a:gd name="T41" fmla="*/ 1 h 1128"/>
                <a:gd name="T42" fmla="*/ 1388 w 1447"/>
                <a:gd name="T43" fmla="*/ 1 h 1128"/>
                <a:gd name="T44" fmla="*/ 1436 w 1447"/>
                <a:gd name="T45" fmla="*/ 1 h 1128"/>
                <a:gd name="T46" fmla="*/ 1452 w 1447"/>
                <a:gd name="T47" fmla="*/ 1 h 1128"/>
                <a:gd name="T48" fmla="*/ 1484 w 1447"/>
                <a:gd name="T49" fmla="*/ 1 h 1128"/>
                <a:gd name="T50" fmla="*/ 1508 w 1447"/>
                <a:gd name="T51" fmla="*/ 1 h 1128"/>
                <a:gd name="T52" fmla="*/ 1524 w 1447"/>
                <a:gd name="T53" fmla="*/ 1 h 1128"/>
                <a:gd name="T54" fmla="*/ 1524 w 1447"/>
                <a:gd name="T55" fmla="*/ 1 h 1128"/>
                <a:gd name="T56" fmla="*/ 1508 w 1447"/>
                <a:gd name="T57" fmla="*/ 1 h 1128"/>
                <a:gd name="T58" fmla="*/ 1460 w 1447"/>
                <a:gd name="T59" fmla="*/ 1 h 1128"/>
                <a:gd name="T60" fmla="*/ 1444 w 1447"/>
                <a:gd name="T61" fmla="*/ 1 h 1128"/>
                <a:gd name="T62" fmla="*/ 1396 w 1447"/>
                <a:gd name="T63" fmla="*/ 1 h 1128"/>
                <a:gd name="T64" fmla="*/ 1291 w 1447"/>
                <a:gd name="T65" fmla="*/ 1 h 1128"/>
                <a:gd name="T66" fmla="*/ 1237 w 1447"/>
                <a:gd name="T67" fmla="*/ 1 h 1128"/>
                <a:gd name="T68" fmla="*/ 1181 w 1447"/>
                <a:gd name="T69" fmla="*/ 1 h 1128"/>
                <a:gd name="T70" fmla="*/ 463 w 1447"/>
                <a:gd name="T71" fmla="*/ 1 h 1128"/>
                <a:gd name="T72" fmla="*/ 383 w 1447"/>
                <a:gd name="T73" fmla="*/ 1 h 1128"/>
                <a:gd name="T74" fmla="*/ 327 w 1447"/>
                <a:gd name="T75" fmla="*/ 1 h 1128"/>
                <a:gd name="T76" fmla="*/ 263 w 1447"/>
                <a:gd name="T77" fmla="*/ 1 h 1128"/>
                <a:gd name="T78" fmla="*/ 223 w 1447"/>
                <a:gd name="T79" fmla="*/ 1 h 1128"/>
                <a:gd name="T80" fmla="*/ 120 w 1447"/>
                <a:gd name="T81" fmla="*/ 1 h 1128"/>
                <a:gd name="T82" fmla="*/ 56 w 1447"/>
                <a:gd name="T83" fmla="*/ 1 h 1128"/>
                <a:gd name="T84" fmla="*/ 16 w 1447"/>
                <a:gd name="T85" fmla="*/ 1 h 1128"/>
                <a:gd name="T86" fmla="*/ 8 w 1447"/>
                <a:gd name="T87" fmla="*/ 1 h 1128"/>
                <a:gd name="T88" fmla="*/ 0 w 1447"/>
                <a:gd name="T89" fmla="*/ 1 h 112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447"/>
                <a:gd name="T136" fmla="*/ 0 h 1128"/>
                <a:gd name="T137" fmla="*/ 1447 w 1447"/>
                <a:gd name="T138" fmla="*/ 1128 h 1128"/>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b="1"/>
            </a:p>
          </p:txBody>
        </p:sp>
      </p:grpSp>
      <p:grpSp>
        <p:nvGrpSpPr>
          <p:cNvPr id="371717" name="Group 30"/>
          <p:cNvGrpSpPr>
            <a:grpSpLocks/>
          </p:cNvGrpSpPr>
          <p:nvPr/>
        </p:nvGrpSpPr>
        <p:grpSpPr bwMode="auto">
          <a:xfrm>
            <a:off x="7751763" y="2654300"/>
            <a:ext cx="1511300" cy="1225550"/>
            <a:chOff x="385" y="2795"/>
            <a:chExt cx="1769" cy="816"/>
          </a:xfrm>
        </p:grpSpPr>
        <p:sp>
          <p:nvSpPr>
            <p:cNvPr id="371820" name="Oval 31"/>
            <p:cNvSpPr>
              <a:spLocks noChangeArrowheads="1"/>
            </p:cNvSpPr>
            <p:nvPr/>
          </p:nvSpPr>
          <p:spPr bwMode="auto">
            <a:xfrm>
              <a:off x="1589" y="3060"/>
              <a:ext cx="554" cy="245"/>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821" name="Oval 32"/>
            <p:cNvSpPr>
              <a:spLocks noChangeArrowheads="1"/>
            </p:cNvSpPr>
            <p:nvPr/>
          </p:nvSpPr>
          <p:spPr bwMode="auto">
            <a:xfrm>
              <a:off x="928" y="3274"/>
              <a:ext cx="885" cy="337"/>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822" name="Oval 33"/>
            <p:cNvSpPr>
              <a:spLocks noChangeArrowheads="1"/>
            </p:cNvSpPr>
            <p:nvPr/>
          </p:nvSpPr>
          <p:spPr bwMode="auto">
            <a:xfrm>
              <a:off x="502" y="3204"/>
              <a:ext cx="585"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823" name="Oval 34"/>
            <p:cNvSpPr>
              <a:spLocks noChangeArrowheads="1"/>
            </p:cNvSpPr>
            <p:nvPr/>
          </p:nvSpPr>
          <p:spPr bwMode="auto">
            <a:xfrm>
              <a:off x="385" y="3084"/>
              <a:ext cx="385" cy="259"/>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824" name="Oval 35"/>
            <p:cNvSpPr>
              <a:spLocks noChangeArrowheads="1"/>
            </p:cNvSpPr>
            <p:nvPr/>
          </p:nvSpPr>
          <p:spPr bwMode="auto">
            <a:xfrm>
              <a:off x="565" y="2883"/>
              <a:ext cx="57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825" name="Oval 36"/>
            <p:cNvSpPr>
              <a:spLocks noChangeArrowheads="1"/>
            </p:cNvSpPr>
            <p:nvPr/>
          </p:nvSpPr>
          <p:spPr bwMode="auto">
            <a:xfrm>
              <a:off x="993" y="2795"/>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826" name="Oval 37"/>
            <p:cNvSpPr>
              <a:spLocks noChangeArrowheads="1"/>
            </p:cNvSpPr>
            <p:nvPr/>
          </p:nvSpPr>
          <p:spPr bwMode="auto">
            <a:xfrm>
              <a:off x="1504" y="2891"/>
              <a:ext cx="554" cy="24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827" name="Oval 38"/>
            <p:cNvSpPr>
              <a:spLocks noChangeArrowheads="1"/>
            </p:cNvSpPr>
            <p:nvPr/>
          </p:nvSpPr>
          <p:spPr bwMode="auto">
            <a:xfrm>
              <a:off x="705" y="2987"/>
              <a:ext cx="1141" cy="41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828" name="Oval 39"/>
            <p:cNvSpPr>
              <a:spLocks noChangeArrowheads="1"/>
            </p:cNvSpPr>
            <p:nvPr/>
          </p:nvSpPr>
          <p:spPr bwMode="auto">
            <a:xfrm rot="1336630">
              <a:off x="1474" y="3067"/>
              <a:ext cx="556" cy="424"/>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829" name="Oval 40"/>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830" name="Oval 41"/>
            <p:cNvSpPr>
              <a:spLocks noChangeArrowheads="1"/>
            </p:cNvSpPr>
            <p:nvPr/>
          </p:nvSpPr>
          <p:spPr bwMode="auto">
            <a:xfrm>
              <a:off x="576" y="2899"/>
              <a:ext cx="576" cy="320"/>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831" name="Oval 42"/>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832" name="Oval 43"/>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833" name="Oval 44"/>
            <p:cNvSpPr>
              <a:spLocks noChangeArrowheads="1"/>
            </p:cNvSpPr>
            <p:nvPr/>
          </p:nvSpPr>
          <p:spPr bwMode="auto">
            <a:xfrm>
              <a:off x="1598" y="3075"/>
              <a:ext cx="556" cy="248"/>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834" name="Oval 45"/>
            <p:cNvSpPr>
              <a:spLocks noChangeArrowheads="1"/>
            </p:cNvSpPr>
            <p:nvPr/>
          </p:nvSpPr>
          <p:spPr bwMode="auto">
            <a:xfrm>
              <a:off x="716" y="3003"/>
              <a:ext cx="1141" cy="413"/>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835" name="Oval 46"/>
            <p:cNvSpPr>
              <a:spLocks noChangeArrowheads="1"/>
            </p:cNvSpPr>
            <p:nvPr/>
          </p:nvSpPr>
          <p:spPr bwMode="auto">
            <a:xfrm>
              <a:off x="513" y="3219"/>
              <a:ext cx="585" cy="282"/>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836" name="Freeform 47"/>
            <p:cNvSpPr>
              <a:spLocks/>
            </p:cNvSpPr>
            <p:nvPr/>
          </p:nvSpPr>
          <p:spPr bwMode="auto">
            <a:xfrm>
              <a:off x="567" y="2924"/>
              <a:ext cx="1451" cy="597"/>
            </a:xfrm>
            <a:custGeom>
              <a:avLst/>
              <a:gdLst>
                <a:gd name="T0" fmla="*/ 0 w 1447"/>
                <a:gd name="T1" fmla="*/ 1 h 1128"/>
                <a:gd name="T2" fmla="*/ 80 w 1447"/>
                <a:gd name="T3" fmla="*/ 1 h 1128"/>
                <a:gd name="T4" fmla="*/ 56 w 1447"/>
                <a:gd name="T5" fmla="*/ 1 h 1128"/>
                <a:gd name="T6" fmla="*/ 24 w 1447"/>
                <a:gd name="T7" fmla="*/ 1 h 1128"/>
                <a:gd name="T8" fmla="*/ 40 w 1447"/>
                <a:gd name="T9" fmla="*/ 1 h 1128"/>
                <a:gd name="T10" fmla="*/ 64 w 1447"/>
                <a:gd name="T11" fmla="*/ 1 h 1128"/>
                <a:gd name="T12" fmla="*/ 96 w 1447"/>
                <a:gd name="T13" fmla="*/ 1 h 1128"/>
                <a:gd name="T14" fmla="*/ 104 w 1447"/>
                <a:gd name="T15" fmla="*/ 1 h 1128"/>
                <a:gd name="T16" fmla="*/ 152 w 1447"/>
                <a:gd name="T17" fmla="*/ 1 h 1128"/>
                <a:gd name="T18" fmla="*/ 168 w 1447"/>
                <a:gd name="T19" fmla="*/ 1 h 1128"/>
                <a:gd name="T20" fmla="*/ 223 w 1447"/>
                <a:gd name="T21" fmla="*/ 1 h 1128"/>
                <a:gd name="T22" fmla="*/ 311 w 1447"/>
                <a:gd name="T23" fmla="*/ 1 h 1128"/>
                <a:gd name="T24" fmla="*/ 351 w 1447"/>
                <a:gd name="T25" fmla="*/ 1 h 1128"/>
                <a:gd name="T26" fmla="*/ 375 w 1447"/>
                <a:gd name="T27" fmla="*/ 1 h 1128"/>
                <a:gd name="T28" fmla="*/ 447 w 1447"/>
                <a:gd name="T29" fmla="*/ 1 h 1128"/>
                <a:gd name="T30" fmla="*/ 527 w 1447"/>
                <a:gd name="T31" fmla="*/ 0 h 1128"/>
                <a:gd name="T32" fmla="*/ 854 w 1447"/>
                <a:gd name="T33" fmla="*/ 1 h 1128"/>
                <a:gd name="T34" fmla="*/ 1125 w 1447"/>
                <a:gd name="T35" fmla="*/ 1 h 1128"/>
                <a:gd name="T36" fmla="*/ 1149 w 1447"/>
                <a:gd name="T37" fmla="*/ 1 h 1128"/>
                <a:gd name="T38" fmla="*/ 1173 w 1447"/>
                <a:gd name="T39" fmla="*/ 1 h 1128"/>
                <a:gd name="T40" fmla="*/ 1301 w 1447"/>
                <a:gd name="T41" fmla="*/ 1 h 1128"/>
                <a:gd name="T42" fmla="*/ 1388 w 1447"/>
                <a:gd name="T43" fmla="*/ 1 h 1128"/>
                <a:gd name="T44" fmla="*/ 1436 w 1447"/>
                <a:gd name="T45" fmla="*/ 1 h 1128"/>
                <a:gd name="T46" fmla="*/ 1452 w 1447"/>
                <a:gd name="T47" fmla="*/ 1 h 1128"/>
                <a:gd name="T48" fmla="*/ 1484 w 1447"/>
                <a:gd name="T49" fmla="*/ 1 h 1128"/>
                <a:gd name="T50" fmla="*/ 1508 w 1447"/>
                <a:gd name="T51" fmla="*/ 1 h 1128"/>
                <a:gd name="T52" fmla="*/ 1524 w 1447"/>
                <a:gd name="T53" fmla="*/ 1 h 1128"/>
                <a:gd name="T54" fmla="*/ 1524 w 1447"/>
                <a:gd name="T55" fmla="*/ 1 h 1128"/>
                <a:gd name="T56" fmla="*/ 1508 w 1447"/>
                <a:gd name="T57" fmla="*/ 1 h 1128"/>
                <a:gd name="T58" fmla="*/ 1460 w 1447"/>
                <a:gd name="T59" fmla="*/ 1 h 1128"/>
                <a:gd name="T60" fmla="*/ 1444 w 1447"/>
                <a:gd name="T61" fmla="*/ 1 h 1128"/>
                <a:gd name="T62" fmla="*/ 1396 w 1447"/>
                <a:gd name="T63" fmla="*/ 1 h 1128"/>
                <a:gd name="T64" fmla="*/ 1291 w 1447"/>
                <a:gd name="T65" fmla="*/ 1 h 1128"/>
                <a:gd name="T66" fmla="*/ 1237 w 1447"/>
                <a:gd name="T67" fmla="*/ 1 h 1128"/>
                <a:gd name="T68" fmla="*/ 1181 w 1447"/>
                <a:gd name="T69" fmla="*/ 1 h 1128"/>
                <a:gd name="T70" fmla="*/ 463 w 1447"/>
                <a:gd name="T71" fmla="*/ 1 h 1128"/>
                <a:gd name="T72" fmla="*/ 383 w 1447"/>
                <a:gd name="T73" fmla="*/ 1 h 1128"/>
                <a:gd name="T74" fmla="*/ 327 w 1447"/>
                <a:gd name="T75" fmla="*/ 1 h 1128"/>
                <a:gd name="T76" fmla="*/ 263 w 1447"/>
                <a:gd name="T77" fmla="*/ 1 h 1128"/>
                <a:gd name="T78" fmla="*/ 223 w 1447"/>
                <a:gd name="T79" fmla="*/ 1 h 1128"/>
                <a:gd name="T80" fmla="*/ 120 w 1447"/>
                <a:gd name="T81" fmla="*/ 1 h 1128"/>
                <a:gd name="T82" fmla="*/ 56 w 1447"/>
                <a:gd name="T83" fmla="*/ 1 h 1128"/>
                <a:gd name="T84" fmla="*/ 16 w 1447"/>
                <a:gd name="T85" fmla="*/ 1 h 1128"/>
                <a:gd name="T86" fmla="*/ 8 w 1447"/>
                <a:gd name="T87" fmla="*/ 1 h 1128"/>
                <a:gd name="T88" fmla="*/ 0 w 1447"/>
                <a:gd name="T89" fmla="*/ 1 h 112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447"/>
                <a:gd name="T136" fmla="*/ 0 h 1128"/>
                <a:gd name="T137" fmla="*/ 1447 w 1447"/>
                <a:gd name="T138" fmla="*/ 1128 h 1128"/>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b="1"/>
            </a:p>
          </p:txBody>
        </p:sp>
      </p:grpSp>
      <p:graphicFrame>
        <p:nvGraphicFramePr>
          <p:cNvPr id="371718" name="Object 48"/>
          <p:cNvGraphicFramePr>
            <a:graphicFrameLocks noChangeAspect="1"/>
          </p:cNvGraphicFramePr>
          <p:nvPr>
            <p:extLst>
              <p:ext uri="{D42A27DB-BD31-4B8C-83A1-F6EECF244321}">
                <p14:modId xmlns:p14="http://schemas.microsoft.com/office/powerpoint/2010/main" val="484809068"/>
              </p:ext>
            </p:extLst>
          </p:nvPr>
        </p:nvGraphicFramePr>
        <p:xfrm>
          <a:off x="4648200" y="2562225"/>
          <a:ext cx="2743200" cy="1703388"/>
        </p:xfrm>
        <a:graphic>
          <a:graphicData uri="http://schemas.openxmlformats.org/presentationml/2006/ole">
            <mc:AlternateContent xmlns:mc="http://schemas.openxmlformats.org/markup-compatibility/2006">
              <mc:Choice xmlns:v="urn:schemas-microsoft-com:vml" Requires="v">
                <p:oleObj spid="_x0000_s372944" name="VISIO" r:id="rId5" imgW="1687068" imgH="964692" progId="">
                  <p:embed/>
                </p:oleObj>
              </mc:Choice>
              <mc:Fallback>
                <p:oleObj name="VISIO" r:id="rId5" imgW="1687068" imgH="964692" progId="">
                  <p:embed/>
                  <p:pic>
                    <p:nvPicPr>
                      <p:cNvPr id="0" name="Object 4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8200" y="2562225"/>
                        <a:ext cx="2743200" cy="1703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371719" name="Picture 49"/>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473950" y="3097213"/>
            <a:ext cx="5207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371720" name="Picture 50"/>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856038" y="3098800"/>
            <a:ext cx="52070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371721" name="Text Box 51"/>
          <p:cNvSpPr txBox="1">
            <a:spLocks noChangeArrowheads="1"/>
          </p:cNvSpPr>
          <p:nvPr/>
        </p:nvSpPr>
        <p:spPr bwMode="auto">
          <a:xfrm>
            <a:off x="2711450" y="3171825"/>
            <a:ext cx="94782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宋体" pitchFamily="2" charset="-122"/>
              </a:rPr>
              <a:t>部门 </a:t>
            </a:r>
            <a:r>
              <a:rPr kumimoji="1" lang="en-US" altLang="zh-CN" sz="2000" b="1">
                <a:solidFill>
                  <a:srgbClr val="333399"/>
                </a:solidFill>
                <a:latin typeface="Arial" charset="0"/>
                <a:ea typeface="宋体" pitchFamily="2" charset="-122"/>
              </a:rPr>
              <a:t>A</a:t>
            </a:r>
          </a:p>
        </p:txBody>
      </p:sp>
      <p:sp>
        <p:nvSpPr>
          <p:cNvPr id="371722" name="AutoShape 52"/>
          <p:cNvSpPr>
            <a:spLocks noChangeArrowheads="1"/>
          </p:cNvSpPr>
          <p:nvPr/>
        </p:nvSpPr>
        <p:spPr bwMode="auto">
          <a:xfrm rot="-5400000">
            <a:off x="5706268" y="1970882"/>
            <a:ext cx="360363" cy="2514600"/>
          </a:xfrm>
          <a:prstGeom prst="can">
            <a:avLst>
              <a:gd name="adj" fmla="val 25521"/>
            </a:avLst>
          </a:prstGeom>
          <a:gradFill rotWithShape="1">
            <a:gsLst>
              <a:gs pos="0">
                <a:srgbClr val="185E76"/>
              </a:gs>
              <a:gs pos="50000">
                <a:srgbClr val="33CCFF"/>
              </a:gs>
              <a:gs pos="100000">
                <a:srgbClr val="185E76"/>
              </a:gs>
            </a:gsLst>
            <a:lin ang="0" scaled="1"/>
          </a:gradFill>
          <a:ln w="9525">
            <a:solidFill>
              <a:schemeClr val="tx1"/>
            </a:solidFill>
            <a:round/>
            <a:headEnd/>
            <a:tailEnd/>
          </a:ln>
        </p:spPr>
        <p:txBody>
          <a:bodyPr wrap="none" anchor="ctr"/>
          <a:lstStyle/>
          <a:p>
            <a:pPr eaLnBrk="1" hangingPunct="1"/>
            <a:endParaRPr lang="en-US" altLang="zh-CN" b="1"/>
          </a:p>
        </p:txBody>
      </p:sp>
      <p:sp>
        <p:nvSpPr>
          <p:cNvPr id="371723" name="Text Box 53"/>
          <p:cNvSpPr txBox="1">
            <a:spLocks noChangeArrowheads="1"/>
          </p:cNvSpPr>
          <p:nvPr/>
        </p:nvSpPr>
        <p:spPr bwMode="auto">
          <a:xfrm>
            <a:off x="5619750" y="3551238"/>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a:solidFill>
                  <a:srgbClr val="333399"/>
                </a:solidFill>
                <a:latin typeface="Arial" charset="0"/>
                <a:ea typeface="宋体" pitchFamily="2" charset="-122"/>
              </a:rPr>
              <a:t>互联</a:t>
            </a:r>
            <a:r>
              <a:rPr kumimoji="1" lang="zh-CN" altLang="en-US" sz="2000" b="1" dirty="0" smtClean="0">
                <a:solidFill>
                  <a:srgbClr val="333399"/>
                </a:solidFill>
                <a:latin typeface="Arial" charset="0"/>
                <a:ea typeface="宋体" pitchFamily="2" charset="-122"/>
              </a:rPr>
              <a:t>网</a:t>
            </a:r>
            <a:endParaRPr kumimoji="1" lang="zh-CN" altLang="en-US" sz="2000" b="1" dirty="0">
              <a:solidFill>
                <a:srgbClr val="333399"/>
              </a:solidFill>
              <a:latin typeface="Arial" charset="0"/>
              <a:ea typeface="宋体" pitchFamily="2" charset="-122"/>
            </a:endParaRPr>
          </a:p>
        </p:txBody>
      </p:sp>
      <p:sp>
        <p:nvSpPr>
          <p:cNvPr id="371724" name="Text Box 54"/>
          <p:cNvSpPr txBox="1">
            <a:spLocks noChangeArrowheads="1"/>
          </p:cNvSpPr>
          <p:nvPr/>
        </p:nvSpPr>
        <p:spPr bwMode="auto">
          <a:xfrm>
            <a:off x="7967663" y="3019425"/>
            <a:ext cx="9573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宋体" pitchFamily="2" charset="-122"/>
              </a:rPr>
              <a:t>部门 </a:t>
            </a:r>
            <a:r>
              <a:rPr kumimoji="1" lang="en-US" altLang="zh-CN" sz="2000" b="1">
                <a:solidFill>
                  <a:srgbClr val="333399"/>
                </a:solidFill>
                <a:latin typeface="Arial" charset="0"/>
                <a:ea typeface="宋体" pitchFamily="2" charset="-122"/>
              </a:rPr>
              <a:t>B</a:t>
            </a:r>
          </a:p>
        </p:txBody>
      </p:sp>
      <p:sp>
        <p:nvSpPr>
          <p:cNvPr id="371725" name="Text Box 55"/>
          <p:cNvSpPr txBox="1">
            <a:spLocks noChangeArrowheads="1"/>
          </p:cNvSpPr>
          <p:nvPr/>
        </p:nvSpPr>
        <p:spPr bwMode="auto">
          <a:xfrm>
            <a:off x="3976688" y="3402013"/>
            <a:ext cx="466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lnSpc>
                <a:spcPct val="90000"/>
              </a:lnSpc>
            </a:pPr>
            <a:r>
              <a:rPr kumimoji="1" lang="en-US" altLang="zh-CN" sz="2000" b="1">
                <a:solidFill>
                  <a:srgbClr val="333399"/>
                </a:solidFill>
                <a:latin typeface="Arial" charset="0"/>
                <a:ea typeface="宋体" pitchFamily="2" charset="-122"/>
              </a:rPr>
              <a:t>R</a:t>
            </a:r>
            <a:r>
              <a:rPr kumimoji="1" lang="en-US" altLang="zh-CN" sz="2000" b="1" baseline="-25000">
                <a:solidFill>
                  <a:srgbClr val="333399"/>
                </a:solidFill>
                <a:latin typeface="Arial" charset="0"/>
                <a:ea typeface="宋体" pitchFamily="2" charset="-122"/>
              </a:rPr>
              <a:t>1</a:t>
            </a:r>
            <a:endParaRPr kumimoji="1" lang="en-US" altLang="zh-CN" sz="2000" b="1">
              <a:solidFill>
                <a:srgbClr val="333399"/>
              </a:solidFill>
              <a:latin typeface="Arial" charset="0"/>
              <a:ea typeface="宋体" pitchFamily="2" charset="-122"/>
            </a:endParaRPr>
          </a:p>
        </p:txBody>
      </p:sp>
      <p:sp>
        <p:nvSpPr>
          <p:cNvPr id="371726" name="Text Box 56"/>
          <p:cNvSpPr txBox="1">
            <a:spLocks noChangeArrowheads="1"/>
          </p:cNvSpPr>
          <p:nvPr/>
        </p:nvSpPr>
        <p:spPr bwMode="auto">
          <a:xfrm>
            <a:off x="7461250" y="3330575"/>
            <a:ext cx="466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lnSpc>
                <a:spcPct val="90000"/>
              </a:lnSpc>
            </a:pPr>
            <a:r>
              <a:rPr kumimoji="1" lang="en-US" altLang="zh-CN" sz="2000" b="1">
                <a:solidFill>
                  <a:srgbClr val="333399"/>
                </a:solidFill>
                <a:latin typeface="Arial" charset="0"/>
                <a:ea typeface="宋体" pitchFamily="2" charset="-122"/>
              </a:rPr>
              <a:t>R</a:t>
            </a:r>
            <a:r>
              <a:rPr kumimoji="1" lang="en-US" altLang="zh-CN" sz="2000" b="1" baseline="-25000">
                <a:solidFill>
                  <a:srgbClr val="333399"/>
                </a:solidFill>
                <a:latin typeface="Arial" charset="0"/>
                <a:ea typeface="宋体" pitchFamily="2" charset="-122"/>
              </a:rPr>
              <a:t>2</a:t>
            </a:r>
            <a:endParaRPr kumimoji="1" lang="en-US" altLang="zh-CN" sz="2000" b="1">
              <a:solidFill>
                <a:srgbClr val="333399"/>
              </a:solidFill>
              <a:latin typeface="Arial" charset="0"/>
              <a:ea typeface="宋体" pitchFamily="2" charset="-122"/>
            </a:endParaRPr>
          </a:p>
        </p:txBody>
      </p:sp>
      <p:sp>
        <p:nvSpPr>
          <p:cNvPr id="371727" name="Text Box 57"/>
          <p:cNvSpPr txBox="1">
            <a:spLocks noChangeArrowheads="1"/>
          </p:cNvSpPr>
          <p:nvPr/>
        </p:nvSpPr>
        <p:spPr bwMode="auto">
          <a:xfrm>
            <a:off x="5695950" y="3032125"/>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dirty="0">
                <a:solidFill>
                  <a:srgbClr val="FFFF00"/>
                </a:solidFill>
                <a:latin typeface="Arial" charset="0"/>
                <a:ea typeface="宋体" pitchFamily="2" charset="-122"/>
              </a:rPr>
              <a:t>隧道</a:t>
            </a:r>
          </a:p>
        </p:txBody>
      </p:sp>
      <p:sp>
        <p:nvSpPr>
          <p:cNvPr id="371728" name="Line 58"/>
          <p:cNvSpPr>
            <a:spLocks noChangeShapeType="1"/>
          </p:cNvSpPr>
          <p:nvPr/>
        </p:nvSpPr>
        <p:spPr bwMode="auto">
          <a:xfrm>
            <a:off x="4324350" y="3222625"/>
            <a:ext cx="38100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1729" name="Line 59"/>
          <p:cNvSpPr>
            <a:spLocks noChangeShapeType="1"/>
          </p:cNvSpPr>
          <p:nvPr/>
        </p:nvSpPr>
        <p:spPr bwMode="auto">
          <a:xfrm>
            <a:off x="7143750" y="3222625"/>
            <a:ext cx="38100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5" name="Group 60"/>
          <p:cNvGrpSpPr>
            <a:grpSpLocks/>
          </p:cNvGrpSpPr>
          <p:nvPr/>
        </p:nvGrpSpPr>
        <p:grpSpPr bwMode="auto">
          <a:xfrm>
            <a:off x="3719513" y="2579688"/>
            <a:ext cx="4321175" cy="642937"/>
            <a:chOff x="1383" y="1411"/>
            <a:chExt cx="2722" cy="405"/>
          </a:xfrm>
        </p:grpSpPr>
        <p:sp>
          <p:nvSpPr>
            <p:cNvPr id="371816" name="Text Box 61"/>
            <p:cNvSpPr txBox="1">
              <a:spLocks noChangeArrowheads="1"/>
            </p:cNvSpPr>
            <p:nvPr/>
          </p:nvSpPr>
          <p:spPr bwMode="auto">
            <a:xfrm>
              <a:off x="1383" y="1411"/>
              <a:ext cx="7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a:r>
                <a:rPr kumimoji="1" lang="en-US" altLang="zh-CN" sz="2000" b="1" dirty="0">
                  <a:solidFill>
                    <a:srgbClr val="333399"/>
                  </a:solidFill>
                  <a:latin typeface="Arial" charset="0"/>
                  <a:ea typeface="宋体" pitchFamily="2" charset="-122"/>
                </a:rPr>
                <a:t>125.1.2.3</a:t>
              </a:r>
            </a:p>
          </p:txBody>
        </p:sp>
        <p:sp>
          <p:nvSpPr>
            <p:cNvPr id="371817" name="Line 62"/>
            <p:cNvSpPr>
              <a:spLocks noChangeShapeType="1"/>
            </p:cNvSpPr>
            <p:nvPr/>
          </p:nvSpPr>
          <p:spPr bwMode="auto">
            <a:xfrm>
              <a:off x="1837" y="1616"/>
              <a:ext cx="23" cy="200"/>
            </a:xfrm>
            <a:prstGeom prst="line">
              <a:avLst/>
            </a:prstGeom>
            <a:noFill/>
            <a:ln w="38100">
              <a:solidFill>
                <a:schemeClr va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sp>
          <p:nvSpPr>
            <p:cNvPr id="371818" name="Text Box 63"/>
            <p:cNvSpPr txBox="1">
              <a:spLocks noChangeArrowheads="1"/>
            </p:cNvSpPr>
            <p:nvPr/>
          </p:nvSpPr>
          <p:spPr bwMode="auto">
            <a:xfrm>
              <a:off x="3323" y="1430"/>
              <a:ext cx="78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lnSpc>
                  <a:spcPct val="90000"/>
                </a:lnSpc>
              </a:pPr>
              <a:r>
                <a:rPr kumimoji="1" lang="en-US" altLang="zh-CN" sz="2000" b="1">
                  <a:solidFill>
                    <a:srgbClr val="333399"/>
                  </a:solidFill>
                  <a:latin typeface="Arial" charset="0"/>
                  <a:ea typeface="宋体" pitchFamily="2" charset="-122"/>
                </a:rPr>
                <a:t>194.4.5.6</a:t>
              </a:r>
            </a:p>
          </p:txBody>
        </p:sp>
        <p:sp>
          <p:nvSpPr>
            <p:cNvPr id="371819" name="Line 64"/>
            <p:cNvSpPr>
              <a:spLocks noChangeShapeType="1"/>
            </p:cNvSpPr>
            <p:nvPr/>
          </p:nvSpPr>
          <p:spPr bwMode="auto">
            <a:xfrm flipH="1">
              <a:off x="3636" y="1616"/>
              <a:ext cx="60" cy="200"/>
            </a:xfrm>
            <a:prstGeom prst="line">
              <a:avLst/>
            </a:prstGeom>
            <a:noFill/>
            <a:ln w="38100">
              <a:solidFill>
                <a:schemeClr val="hlink"/>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b="1"/>
            </a:p>
          </p:txBody>
        </p:sp>
      </p:grpSp>
      <p:sp>
        <p:nvSpPr>
          <p:cNvPr id="371809" name="Line 67"/>
          <p:cNvSpPr>
            <a:spLocks noChangeShapeType="1"/>
          </p:cNvSpPr>
          <p:nvPr/>
        </p:nvSpPr>
        <p:spPr bwMode="auto">
          <a:xfrm flipH="1" flipV="1">
            <a:off x="8915400" y="3756025"/>
            <a:ext cx="533400" cy="30480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1810" name="Line 68"/>
          <p:cNvSpPr>
            <a:spLocks noChangeShapeType="1"/>
          </p:cNvSpPr>
          <p:nvPr/>
        </p:nvSpPr>
        <p:spPr bwMode="auto">
          <a:xfrm flipH="1">
            <a:off x="9144000" y="2765425"/>
            <a:ext cx="381000" cy="15240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b="1"/>
          </a:p>
        </p:txBody>
      </p:sp>
      <p:pic>
        <p:nvPicPr>
          <p:cNvPr id="371811" name="Picture 6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601200" y="3146425"/>
            <a:ext cx="336550"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1812" name="Text Box 70"/>
          <p:cNvSpPr txBox="1">
            <a:spLocks noChangeArrowheads="1"/>
          </p:cNvSpPr>
          <p:nvPr/>
        </p:nvSpPr>
        <p:spPr bwMode="auto">
          <a:xfrm>
            <a:off x="9912350" y="3084513"/>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宋体" pitchFamily="2" charset="-122"/>
              </a:rPr>
              <a:t>Y</a:t>
            </a:r>
          </a:p>
        </p:txBody>
      </p:sp>
      <p:sp>
        <p:nvSpPr>
          <p:cNvPr id="371813" name="Text Box 71"/>
          <p:cNvSpPr txBox="1">
            <a:spLocks noChangeArrowheads="1"/>
          </p:cNvSpPr>
          <p:nvPr/>
        </p:nvSpPr>
        <p:spPr bwMode="auto">
          <a:xfrm>
            <a:off x="9244013" y="3443288"/>
            <a:ext cx="11001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a:r>
              <a:rPr kumimoji="1" lang="en-US" altLang="zh-CN" sz="2000" b="1">
                <a:solidFill>
                  <a:srgbClr val="333399"/>
                </a:solidFill>
                <a:latin typeface="Arial" charset="0"/>
                <a:ea typeface="宋体" pitchFamily="2" charset="-122"/>
              </a:rPr>
              <a:t>10.2.0.3</a:t>
            </a:r>
          </a:p>
        </p:txBody>
      </p:sp>
      <p:pic>
        <p:nvPicPr>
          <p:cNvPr id="371814" name="Picture 7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448800" y="2460625"/>
            <a:ext cx="336550"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1815" name="Picture 7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372600" y="3832225"/>
            <a:ext cx="336550"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1733" name="AutoShape 75"/>
          <p:cNvSpPr>
            <a:spLocks noChangeArrowheads="1"/>
          </p:cNvSpPr>
          <p:nvPr/>
        </p:nvSpPr>
        <p:spPr bwMode="auto">
          <a:xfrm>
            <a:off x="7104063" y="2052588"/>
            <a:ext cx="457200" cy="152400"/>
          </a:xfrm>
          <a:prstGeom prst="rightArrow">
            <a:avLst>
              <a:gd name="adj1" fmla="val 50000"/>
              <a:gd name="adj2" fmla="val 75000"/>
            </a:avLst>
          </a:prstGeom>
          <a:solidFill>
            <a:schemeClr val="hlink"/>
          </a:solidFill>
          <a:ln w="9525">
            <a:solidFill>
              <a:schemeClr val="tx1"/>
            </a:solidFill>
            <a:miter lim="800000"/>
            <a:headEnd/>
            <a:tailEnd/>
          </a:ln>
        </p:spPr>
        <p:txBody>
          <a:bodyPr wrap="none" anchor="ctr"/>
          <a:lstStyle/>
          <a:p>
            <a:pPr eaLnBrk="1" hangingPunct="1"/>
            <a:endParaRPr lang="en-US" altLang="zh-CN" b="1"/>
          </a:p>
        </p:txBody>
      </p:sp>
      <p:sp>
        <p:nvSpPr>
          <p:cNvPr id="371734" name="Rectangle 76"/>
          <p:cNvSpPr>
            <a:spLocks noChangeArrowheads="1"/>
          </p:cNvSpPr>
          <p:nvPr/>
        </p:nvSpPr>
        <p:spPr bwMode="auto">
          <a:xfrm>
            <a:off x="2279650" y="1277888"/>
            <a:ext cx="3384550" cy="434975"/>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1" hangingPunct="1"/>
            <a:r>
              <a:rPr kumimoji="1" lang="zh-CN" altLang="en-US" sz="2000" b="1">
                <a:solidFill>
                  <a:srgbClr val="333399"/>
                </a:solidFill>
              </a:rPr>
              <a:t>加密的从</a:t>
            </a:r>
            <a:r>
              <a:rPr kumimoji="1" lang="zh-CN" altLang="en-US" sz="1200" b="1">
                <a:solidFill>
                  <a:srgbClr val="333399"/>
                </a:solidFill>
              </a:rPr>
              <a:t> </a:t>
            </a:r>
            <a:r>
              <a:rPr kumimoji="1" lang="en-US" altLang="zh-CN" sz="2000" b="1">
                <a:solidFill>
                  <a:srgbClr val="333399"/>
                </a:solidFill>
              </a:rPr>
              <a:t>X</a:t>
            </a:r>
            <a:r>
              <a:rPr kumimoji="1" lang="en-US" altLang="zh-CN" sz="1000" b="1">
                <a:solidFill>
                  <a:srgbClr val="333399"/>
                </a:solidFill>
              </a:rPr>
              <a:t> </a:t>
            </a:r>
            <a:r>
              <a:rPr kumimoji="1" lang="zh-CN" altLang="en-US" sz="2000" b="1">
                <a:solidFill>
                  <a:srgbClr val="333399"/>
                </a:solidFill>
              </a:rPr>
              <a:t>到</a:t>
            </a:r>
            <a:r>
              <a:rPr kumimoji="1" lang="zh-CN" altLang="en-US" sz="1000" b="1">
                <a:solidFill>
                  <a:srgbClr val="333399"/>
                </a:solidFill>
              </a:rPr>
              <a:t> </a:t>
            </a:r>
            <a:r>
              <a:rPr kumimoji="1" lang="en-US" altLang="zh-CN" sz="2000" b="1">
                <a:solidFill>
                  <a:srgbClr val="333399"/>
                </a:solidFill>
              </a:rPr>
              <a:t>Y</a:t>
            </a:r>
            <a:r>
              <a:rPr kumimoji="1" lang="en-US" altLang="zh-CN" sz="900" b="1">
                <a:solidFill>
                  <a:srgbClr val="333399"/>
                </a:solidFill>
              </a:rPr>
              <a:t> </a:t>
            </a:r>
            <a:r>
              <a:rPr kumimoji="1" lang="zh-CN" altLang="en-US" sz="2000" b="1">
                <a:solidFill>
                  <a:srgbClr val="333399"/>
                </a:solidFill>
              </a:rPr>
              <a:t>的内部数据报</a:t>
            </a:r>
          </a:p>
        </p:txBody>
      </p:sp>
      <p:sp>
        <p:nvSpPr>
          <p:cNvPr id="371735" name="Rectangle 77"/>
          <p:cNvSpPr>
            <a:spLocks noChangeArrowheads="1"/>
          </p:cNvSpPr>
          <p:nvPr/>
        </p:nvSpPr>
        <p:spPr bwMode="auto">
          <a:xfrm>
            <a:off x="2279650" y="1928763"/>
            <a:ext cx="3424238" cy="396875"/>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1" hangingPunct="1"/>
            <a:r>
              <a:rPr kumimoji="1" lang="zh-CN" altLang="en-US" sz="2000" b="1" dirty="0">
                <a:solidFill>
                  <a:srgbClr val="333399"/>
                </a:solidFill>
              </a:rPr>
              <a:t>外部数据报的数据部分</a:t>
            </a:r>
          </a:p>
        </p:txBody>
      </p:sp>
      <p:sp>
        <p:nvSpPr>
          <p:cNvPr id="371736" name="AutoShape 78"/>
          <p:cNvSpPr>
            <a:spLocks noChangeArrowheads="1"/>
          </p:cNvSpPr>
          <p:nvPr/>
        </p:nvSpPr>
        <p:spPr bwMode="auto">
          <a:xfrm>
            <a:off x="4800600" y="1582688"/>
            <a:ext cx="152400" cy="457200"/>
          </a:xfrm>
          <a:prstGeom prst="downArrow">
            <a:avLst>
              <a:gd name="adj1" fmla="val 50000"/>
              <a:gd name="adj2" fmla="val 75000"/>
            </a:avLst>
          </a:prstGeom>
          <a:solidFill>
            <a:schemeClr val="bg1"/>
          </a:solidFill>
          <a:ln w="9525">
            <a:solidFill>
              <a:schemeClr val="tx1"/>
            </a:solidFill>
            <a:miter lim="800000"/>
            <a:headEnd/>
            <a:tailEnd/>
          </a:ln>
        </p:spPr>
        <p:txBody>
          <a:bodyPr vert="eaVert" wrap="none" anchor="ctr"/>
          <a:lstStyle/>
          <a:p>
            <a:pPr eaLnBrk="1" hangingPunct="1"/>
            <a:endParaRPr lang="en-US" altLang="zh-CN" b="1"/>
          </a:p>
        </p:txBody>
      </p:sp>
      <p:sp>
        <p:nvSpPr>
          <p:cNvPr id="371737" name="Text Box 79"/>
          <p:cNvSpPr txBox="1">
            <a:spLocks noChangeArrowheads="1"/>
          </p:cNvSpPr>
          <p:nvPr/>
        </p:nvSpPr>
        <p:spPr bwMode="auto">
          <a:xfrm>
            <a:off x="7239000" y="1281063"/>
            <a:ext cx="2520950" cy="650875"/>
          </a:xfrm>
          <a:prstGeom prst="rect">
            <a:avLst/>
          </a:prstGeom>
          <a:noFill/>
          <a:ln w="952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r" eaLnBrk="1" hangingPunct="1">
              <a:lnSpc>
                <a:spcPct val="90000"/>
              </a:lnSpc>
            </a:pPr>
            <a:r>
              <a:rPr kumimoji="1" lang="zh-CN" altLang="en-US" sz="2000" b="1">
                <a:solidFill>
                  <a:srgbClr val="333399"/>
                </a:solidFill>
                <a:latin typeface="Arial" charset="0"/>
                <a:ea typeface="宋体" pitchFamily="2" charset="-122"/>
              </a:rPr>
              <a:t>源地址：</a:t>
            </a:r>
            <a:r>
              <a:rPr kumimoji="1" lang="en-US" altLang="zh-CN" sz="2000" b="1">
                <a:solidFill>
                  <a:srgbClr val="333399"/>
                </a:solidFill>
                <a:latin typeface="Arial" charset="0"/>
                <a:ea typeface="宋体" pitchFamily="2" charset="-122"/>
              </a:rPr>
              <a:t>125.1.2.3</a:t>
            </a:r>
          </a:p>
          <a:p>
            <a:pPr algn="r" eaLnBrk="1" hangingPunct="1">
              <a:lnSpc>
                <a:spcPct val="90000"/>
              </a:lnSpc>
            </a:pPr>
            <a:r>
              <a:rPr kumimoji="1" lang="zh-CN" altLang="en-US" sz="2000" b="1">
                <a:solidFill>
                  <a:srgbClr val="333399"/>
                </a:solidFill>
                <a:latin typeface="Arial" charset="0"/>
                <a:ea typeface="宋体" pitchFamily="2" charset="-122"/>
              </a:rPr>
              <a:t>目的地址：</a:t>
            </a:r>
            <a:r>
              <a:rPr kumimoji="1" lang="en-US" altLang="zh-CN" sz="2000" b="1">
                <a:solidFill>
                  <a:srgbClr val="333399"/>
                </a:solidFill>
                <a:latin typeface="Arial" charset="0"/>
                <a:ea typeface="宋体" pitchFamily="2" charset="-122"/>
              </a:rPr>
              <a:t>194.4.5.6</a:t>
            </a:r>
          </a:p>
        </p:txBody>
      </p:sp>
      <p:sp>
        <p:nvSpPr>
          <p:cNvPr id="371738" name="Freeform 80"/>
          <p:cNvSpPr>
            <a:spLocks/>
          </p:cNvSpPr>
          <p:nvPr/>
        </p:nvSpPr>
        <p:spPr bwMode="auto">
          <a:xfrm>
            <a:off x="5080000" y="2473325"/>
            <a:ext cx="463550" cy="762000"/>
          </a:xfrm>
          <a:custGeom>
            <a:avLst/>
            <a:gdLst>
              <a:gd name="T0" fmla="*/ 0 w 292"/>
              <a:gd name="T1" fmla="*/ 0 h 584"/>
              <a:gd name="T2" fmla="*/ 2147483646 w 292"/>
              <a:gd name="T3" fmla="*/ 2147483646 h 584"/>
              <a:gd name="T4" fmla="*/ 2147483646 w 292"/>
              <a:gd name="T5" fmla="*/ 2147483646 h 584"/>
              <a:gd name="T6" fmla="*/ 2147483646 w 292"/>
              <a:gd name="T7" fmla="*/ 2147483646 h 584"/>
              <a:gd name="T8" fmla="*/ 2147483646 w 292"/>
              <a:gd name="T9" fmla="*/ 2147483646 h 584"/>
              <a:gd name="T10" fmla="*/ 2147483646 w 292"/>
              <a:gd name="T11" fmla="*/ 2147483646 h 584"/>
              <a:gd name="T12" fmla="*/ 2147483646 w 292"/>
              <a:gd name="T13" fmla="*/ 2147483646 h 584"/>
              <a:gd name="T14" fmla="*/ 0 60000 65536"/>
              <a:gd name="T15" fmla="*/ 0 60000 65536"/>
              <a:gd name="T16" fmla="*/ 0 60000 65536"/>
              <a:gd name="T17" fmla="*/ 0 60000 65536"/>
              <a:gd name="T18" fmla="*/ 0 60000 65536"/>
              <a:gd name="T19" fmla="*/ 0 60000 65536"/>
              <a:gd name="T20" fmla="*/ 0 60000 65536"/>
              <a:gd name="T21" fmla="*/ 0 w 292"/>
              <a:gd name="T22" fmla="*/ 0 h 584"/>
              <a:gd name="T23" fmla="*/ 292 w 292"/>
              <a:gd name="T24" fmla="*/ 584 h 58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92" h="584">
                <a:moveTo>
                  <a:pt x="0" y="0"/>
                </a:moveTo>
                <a:cubicBezTo>
                  <a:pt x="1" y="21"/>
                  <a:pt x="0" y="79"/>
                  <a:pt x="4" y="126"/>
                </a:cubicBezTo>
                <a:cubicBezTo>
                  <a:pt x="8" y="173"/>
                  <a:pt x="15" y="238"/>
                  <a:pt x="22" y="282"/>
                </a:cubicBezTo>
                <a:cubicBezTo>
                  <a:pt x="29" y="326"/>
                  <a:pt x="34" y="356"/>
                  <a:pt x="46" y="390"/>
                </a:cubicBezTo>
                <a:cubicBezTo>
                  <a:pt x="58" y="424"/>
                  <a:pt x="73" y="460"/>
                  <a:pt x="96" y="488"/>
                </a:cubicBezTo>
                <a:cubicBezTo>
                  <a:pt x="119" y="516"/>
                  <a:pt x="151" y="544"/>
                  <a:pt x="184" y="560"/>
                </a:cubicBezTo>
                <a:cubicBezTo>
                  <a:pt x="217" y="576"/>
                  <a:pt x="270" y="579"/>
                  <a:pt x="292" y="584"/>
                </a:cubicBezTo>
              </a:path>
            </a:pathLst>
          </a:custGeom>
          <a:noFill/>
          <a:ln w="76200">
            <a:solidFill>
              <a:srgbClr val="FF0000"/>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371739" name="Rectangle 81"/>
          <p:cNvSpPr>
            <a:spLocks noChangeArrowheads="1"/>
          </p:cNvSpPr>
          <p:nvPr/>
        </p:nvSpPr>
        <p:spPr bwMode="auto">
          <a:xfrm>
            <a:off x="5664200" y="1928763"/>
            <a:ext cx="1439863" cy="396875"/>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1" hangingPunct="1"/>
            <a:r>
              <a:rPr kumimoji="1" lang="zh-CN" altLang="en-US" sz="2000" b="1">
                <a:solidFill>
                  <a:srgbClr val="333399"/>
                </a:solidFill>
              </a:rPr>
              <a:t>数据报首部</a:t>
            </a:r>
          </a:p>
        </p:txBody>
      </p:sp>
      <p:sp>
        <p:nvSpPr>
          <p:cNvPr id="371740" name="Line 82"/>
          <p:cNvSpPr>
            <a:spLocks noChangeShapeType="1"/>
          </p:cNvSpPr>
          <p:nvPr/>
        </p:nvSpPr>
        <p:spPr bwMode="auto">
          <a:xfrm flipH="1">
            <a:off x="6816725" y="1712863"/>
            <a:ext cx="431800" cy="287338"/>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b="1"/>
          </a:p>
        </p:txBody>
      </p:sp>
      <p:grpSp>
        <p:nvGrpSpPr>
          <p:cNvPr id="371742" name="Group 84"/>
          <p:cNvGrpSpPr>
            <a:grpSpLocks/>
          </p:cNvGrpSpPr>
          <p:nvPr/>
        </p:nvGrpSpPr>
        <p:grpSpPr bwMode="auto">
          <a:xfrm>
            <a:off x="1624013" y="4559300"/>
            <a:ext cx="8739187" cy="2057400"/>
            <a:chOff x="63" y="2872"/>
            <a:chExt cx="5505" cy="1296"/>
          </a:xfrm>
        </p:grpSpPr>
        <p:sp>
          <p:nvSpPr>
            <p:cNvPr id="371743" name="AutoShape 85"/>
            <p:cNvSpPr>
              <a:spLocks noChangeArrowheads="1"/>
            </p:cNvSpPr>
            <p:nvPr/>
          </p:nvSpPr>
          <p:spPr bwMode="auto">
            <a:xfrm>
              <a:off x="96" y="2872"/>
              <a:ext cx="5472" cy="1296"/>
            </a:xfrm>
            <a:prstGeom prst="roundRect">
              <a:avLst>
                <a:gd name="adj" fmla="val 16667"/>
              </a:avLst>
            </a:prstGeom>
            <a:solidFill>
              <a:srgbClr val="FFCCFF"/>
            </a:solidFill>
            <a:ln w="9525" cap="rnd">
              <a:solidFill>
                <a:schemeClr val="tx1"/>
              </a:solidFill>
              <a:prstDash val="sysDot"/>
              <a:round/>
              <a:headEnd/>
              <a:tailEnd/>
            </a:ln>
          </p:spPr>
          <p:txBody>
            <a:bodyPr wrap="none" anchor="ctr"/>
            <a:lstStyle/>
            <a:p>
              <a:pPr eaLnBrk="1" hangingPunct="1"/>
              <a:endParaRPr lang="en-US" altLang="zh-CN" b="1"/>
            </a:p>
          </p:txBody>
        </p:sp>
        <p:sp>
          <p:nvSpPr>
            <p:cNvPr id="371744" name="Line 86"/>
            <p:cNvSpPr>
              <a:spLocks noChangeShapeType="1"/>
            </p:cNvSpPr>
            <p:nvPr/>
          </p:nvSpPr>
          <p:spPr bwMode="auto">
            <a:xfrm>
              <a:off x="1764" y="3400"/>
              <a:ext cx="2076" cy="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1745" name="Line 87"/>
            <p:cNvSpPr>
              <a:spLocks noChangeShapeType="1"/>
            </p:cNvSpPr>
            <p:nvPr/>
          </p:nvSpPr>
          <p:spPr bwMode="auto">
            <a:xfrm flipV="1">
              <a:off x="816" y="3832"/>
              <a:ext cx="24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1746" name="Line 88"/>
            <p:cNvSpPr>
              <a:spLocks noChangeShapeType="1"/>
            </p:cNvSpPr>
            <p:nvPr/>
          </p:nvSpPr>
          <p:spPr bwMode="auto">
            <a:xfrm>
              <a:off x="624" y="3160"/>
              <a:ext cx="24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1747" name="Line 89"/>
            <p:cNvSpPr>
              <a:spLocks noChangeShapeType="1"/>
            </p:cNvSpPr>
            <p:nvPr/>
          </p:nvSpPr>
          <p:spPr bwMode="auto">
            <a:xfrm flipV="1">
              <a:off x="432" y="3551"/>
              <a:ext cx="2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71748" name="Group 90"/>
            <p:cNvGrpSpPr>
              <a:grpSpLocks/>
            </p:cNvGrpSpPr>
            <p:nvPr/>
          </p:nvGrpSpPr>
          <p:grpSpPr bwMode="auto">
            <a:xfrm>
              <a:off x="657" y="3091"/>
              <a:ext cx="952" cy="772"/>
              <a:chOff x="385" y="2795"/>
              <a:chExt cx="1769" cy="816"/>
            </a:xfrm>
          </p:grpSpPr>
          <p:sp>
            <p:nvSpPr>
              <p:cNvPr id="371791" name="Oval 91"/>
              <p:cNvSpPr>
                <a:spLocks noChangeArrowheads="1"/>
              </p:cNvSpPr>
              <p:nvPr/>
            </p:nvSpPr>
            <p:spPr bwMode="auto">
              <a:xfrm>
                <a:off x="1589" y="3060"/>
                <a:ext cx="554" cy="245"/>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792" name="Oval 92"/>
              <p:cNvSpPr>
                <a:spLocks noChangeArrowheads="1"/>
              </p:cNvSpPr>
              <p:nvPr/>
            </p:nvSpPr>
            <p:spPr bwMode="auto">
              <a:xfrm>
                <a:off x="928" y="3274"/>
                <a:ext cx="885" cy="337"/>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793" name="Oval 93"/>
              <p:cNvSpPr>
                <a:spLocks noChangeArrowheads="1"/>
              </p:cNvSpPr>
              <p:nvPr/>
            </p:nvSpPr>
            <p:spPr bwMode="auto">
              <a:xfrm>
                <a:off x="502" y="3204"/>
                <a:ext cx="585"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794" name="Oval 94"/>
              <p:cNvSpPr>
                <a:spLocks noChangeArrowheads="1"/>
              </p:cNvSpPr>
              <p:nvPr/>
            </p:nvSpPr>
            <p:spPr bwMode="auto">
              <a:xfrm>
                <a:off x="385" y="3084"/>
                <a:ext cx="385" cy="259"/>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795" name="Oval 95"/>
              <p:cNvSpPr>
                <a:spLocks noChangeArrowheads="1"/>
              </p:cNvSpPr>
              <p:nvPr/>
            </p:nvSpPr>
            <p:spPr bwMode="auto">
              <a:xfrm>
                <a:off x="565" y="2883"/>
                <a:ext cx="57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796" name="Oval 96"/>
              <p:cNvSpPr>
                <a:spLocks noChangeArrowheads="1"/>
              </p:cNvSpPr>
              <p:nvPr/>
            </p:nvSpPr>
            <p:spPr bwMode="auto">
              <a:xfrm>
                <a:off x="993" y="2795"/>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797" name="Oval 97"/>
              <p:cNvSpPr>
                <a:spLocks noChangeArrowheads="1"/>
              </p:cNvSpPr>
              <p:nvPr/>
            </p:nvSpPr>
            <p:spPr bwMode="auto">
              <a:xfrm>
                <a:off x="1504" y="2891"/>
                <a:ext cx="554" cy="24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798" name="Oval 98"/>
              <p:cNvSpPr>
                <a:spLocks noChangeArrowheads="1"/>
              </p:cNvSpPr>
              <p:nvPr/>
            </p:nvSpPr>
            <p:spPr bwMode="auto">
              <a:xfrm>
                <a:off x="705" y="2987"/>
                <a:ext cx="1141" cy="41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799" name="Oval 99"/>
              <p:cNvSpPr>
                <a:spLocks noChangeArrowheads="1"/>
              </p:cNvSpPr>
              <p:nvPr/>
            </p:nvSpPr>
            <p:spPr bwMode="auto">
              <a:xfrm rot="1336630">
                <a:off x="1474" y="3067"/>
                <a:ext cx="556" cy="424"/>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800" name="Oval 100"/>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801" name="Oval 101"/>
              <p:cNvSpPr>
                <a:spLocks noChangeArrowheads="1"/>
              </p:cNvSpPr>
              <p:nvPr/>
            </p:nvSpPr>
            <p:spPr bwMode="auto">
              <a:xfrm>
                <a:off x="576" y="2899"/>
                <a:ext cx="576" cy="320"/>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802" name="Oval 102"/>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803" name="Oval 103"/>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804" name="Oval 104"/>
              <p:cNvSpPr>
                <a:spLocks noChangeArrowheads="1"/>
              </p:cNvSpPr>
              <p:nvPr/>
            </p:nvSpPr>
            <p:spPr bwMode="auto">
              <a:xfrm>
                <a:off x="1598" y="3075"/>
                <a:ext cx="556" cy="248"/>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805" name="Oval 105"/>
              <p:cNvSpPr>
                <a:spLocks noChangeArrowheads="1"/>
              </p:cNvSpPr>
              <p:nvPr/>
            </p:nvSpPr>
            <p:spPr bwMode="auto">
              <a:xfrm>
                <a:off x="716" y="3003"/>
                <a:ext cx="1141" cy="413"/>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806" name="Oval 106"/>
              <p:cNvSpPr>
                <a:spLocks noChangeArrowheads="1"/>
              </p:cNvSpPr>
              <p:nvPr/>
            </p:nvSpPr>
            <p:spPr bwMode="auto">
              <a:xfrm>
                <a:off x="513" y="3219"/>
                <a:ext cx="585" cy="282"/>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807" name="Freeform 107"/>
              <p:cNvSpPr>
                <a:spLocks/>
              </p:cNvSpPr>
              <p:nvPr/>
            </p:nvSpPr>
            <p:spPr bwMode="auto">
              <a:xfrm>
                <a:off x="567" y="2924"/>
                <a:ext cx="1451" cy="597"/>
              </a:xfrm>
              <a:custGeom>
                <a:avLst/>
                <a:gdLst>
                  <a:gd name="T0" fmla="*/ 0 w 1447"/>
                  <a:gd name="T1" fmla="*/ 1 h 1128"/>
                  <a:gd name="T2" fmla="*/ 80 w 1447"/>
                  <a:gd name="T3" fmla="*/ 1 h 1128"/>
                  <a:gd name="T4" fmla="*/ 56 w 1447"/>
                  <a:gd name="T5" fmla="*/ 1 h 1128"/>
                  <a:gd name="T6" fmla="*/ 24 w 1447"/>
                  <a:gd name="T7" fmla="*/ 1 h 1128"/>
                  <a:gd name="T8" fmla="*/ 40 w 1447"/>
                  <a:gd name="T9" fmla="*/ 1 h 1128"/>
                  <a:gd name="T10" fmla="*/ 64 w 1447"/>
                  <a:gd name="T11" fmla="*/ 1 h 1128"/>
                  <a:gd name="T12" fmla="*/ 96 w 1447"/>
                  <a:gd name="T13" fmla="*/ 1 h 1128"/>
                  <a:gd name="T14" fmla="*/ 104 w 1447"/>
                  <a:gd name="T15" fmla="*/ 1 h 1128"/>
                  <a:gd name="T16" fmla="*/ 152 w 1447"/>
                  <a:gd name="T17" fmla="*/ 1 h 1128"/>
                  <a:gd name="T18" fmla="*/ 168 w 1447"/>
                  <a:gd name="T19" fmla="*/ 1 h 1128"/>
                  <a:gd name="T20" fmla="*/ 223 w 1447"/>
                  <a:gd name="T21" fmla="*/ 1 h 1128"/>
                  <a:gd name="T22" fmla="*/ 311 w 1447"/>
                  <a:gd name="T23" fmla="*/ 1 h 1128"/>
                  <a:gd name="T24" fmla="*/ 351 w 1447"/>
                  <a:gd name="T25" fmla="*/ 1 h 1128"/>
                  <a:gd name="T26" fmla="*/ 375 w 1447"/>
                  <a:gd name="T27" fmla="*/ 1 h 1128"/>
                  <a:gd name="T28" fmla="*/ 447 w 1447"/>
                  <a:gd name="T29" fmla="*/ 1 h 1128"/>
                  <a:gd name="T30" fmla="*/ 527 w 1447"/>
                  <a:gd name="T31" fmla="*/ 0 h 1128"/>
                  <a:gd name="T32" fmla="*/ 854 w 1447"/>
                  <a:gd name="T33" fmla="*/ 1 h 1128"/>
                  <a:gd name="T34" fmla="*/ 1125 w 1447"/>
                  <a:gd name="T35" fmla="*/ 1 h 1128"/>
                  <a:gd name="T36" fmla="*/ 1149 w 1447"/>
                  <a:gd name="T37" fmla="*/ 1 h 1128"/>
                  <a:gd name="T38" fmla="*/ 1173 w 1447"/>
                  <a:gd name="T39" fmla="*/ 1 h 1128"/>
                  <a:gd name="T40" fmla="*/ 1301 w 1447"/>
                  <a:gd name="T41" fmla="*/ 1 h 1128"/>
                  <a:gd name="T42" fmla="*/ 1388 w 1447"/>
                  <a:gd name="T43" fmla="*/ 1 h 1128"/>
                  <a:gd name="T44" fmla="*/ 1436 w 1447"/>
                  <a:gd name="T45" fmla="*/ 1 h 1128"/>
                  <a:gd name="T46" fmla="*/ 1452 w 1447"/>
                  <a:gd name="T47" fmla="*/ 1 h 1128"/>
                  <a:gd name="T48" fmla="*/ 1484 w 1447"/>
                  <a:gd name="T49" fmla="*/ 1 h 1128"/>
                  <a:gd name="T50" fmla="*/ 1508 w 1447"/>
                  <a:gd name="T51" fmla="*/ 1 h 1128"/>
                  <a:gd name="T52" fmla="*/ 1524 w 1447"/>
                  <a:gd name="T53" fmla="*/ 1 h 1128"/>
                  <a:gd name="T54" fmla="*/ 1524 w 1447"/>
                  <a:gd name="T55" fmla="*/ 1 h 1128"/>
                  <a:gd name="T56" fmla="*/ 1508 w 1447"/>
                  <a:gd name="T57" fmla="*/ 1 h 1128"/>
                  <a:gd name="T58" fmla="*/ 1460 w 1447"/>
                  <a:gd name="T59" fmla="*/ 1 h 1128"/>
                  <a:gd name="T60" fmla="*/ 1444 w 1447"/>
                  <a:gd name="T61" fmla="*/ 1 h 1128"/>
                  <a:gd name="T62" fmla="*/ 1396 w 1447"/>
                  <a:gd name="T63" fmla="*/ 1 h 1128"/>
                  <a:gd name="T64" fmla="*/ 1291 w 1447"/>
                  <a:gd name="T65" fmla="*/ 1 h 1128"/>
                  <a:gd name="T66" fmla="*/ 1237 w 1447"/>
                  <a:gd name="T67" fmla="*/ 1 h 1128"/>
                  <a:gd name="T68" fmla="*/ 1181 w 1447"/>
                  <a:gd name="T69" fmla="*/ 1 h 1128"/>
                  <a:gd name="T70" fmla="*/ 463 w 1447"/>
                  <a:gd name="T71" fmla="*/ 1 h 1128"/>
                  <a:gd name="T72" fmla="*/ 383 w 1447"/>
                  <a:gd name="T73" fmla="*/ 1 h 1128"/>
                  <a:gd name="T74" fmla="*/ 327 w 1447"/>
                  <a:gd name="T75" fmla="*/ 1 h 1128"/>
                  <a:gd name="T76" fmla="*/ 263 w 1447"/>
                  <a:gd name="T77" fmla="*/ 1 h 1128"/>
                  <a:gd name="T78" fmla="*/ 223 w 1447"/>
                  <a:gd name="T79" fmla="*/ 1 h 1128"/>
                  <a:gd name="T80" fmla="*/ 120 w 1447"/>
                  <a:gd name="T81" fmla="*/ 1 h 1128"/>
                  <a:gd name="T82" fmla="*/ 56 w 1447"/>
                  <a:gd name="T83" fmla="*/ 1 h 1128"/>
                  <a:gd name="T84" fmla="*/ 16 w 1447"/>
                  <a:gd name="T85" fmla="*/ 1 h 1128"/>
                  <a:gd name="T86" fmla="*/ 8 w 1447"/>
                  <a:gd name="T87" fmla="*/ 1 h 1128"/>
                  <a:gd name="T88" fmla="*/ 0 w 1447"/>
                  <a:gd name="T89" fmla="*/ 1 h 112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447"/>
                  <a:gd name="T136" fmla="*/ 0 h 1128"/>
                  <a:gd name="T137" fmla="*/ 1447 w 1447"/>
                  <a:gd name="T138" fmla="*/ 1128 h 1128"/>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b="1"/>
              </a:p>
            </p:txBody>
          </p:sp>
        </p:grpSp>
        <p:sp>
          <p:nvSpPr>
            <p:cNvPr id="371749" name="Line 108"/>
            <p:cNvSpPr>
              <a:spLocks noChangeShapeType="1"/>
            </p:cNvSpPr>
            <p:nvPr/>
          </p:nvSpPr>
          <p:spPr bwMode="auto">
            <a:xfrm flipH="1">
              <a:off x="4800" y="3112"/>
              <a:ext cx="24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1750" name="Line 109"/>
            <p:cNvSpPr>
              <a:spLocks noChangeShapeType="1"/>
            </p:cNvSpPr>
            <p:nvPr/>
          </p:nvSpPr>
          <p:spPr bwMode="auto">
            <a:xfrm flipH="1" flipV="1">
              <a:off x="4656" y="3736"/>
              <a:ext cx="336"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371751" name="Line 110"/>
            <p:cNvSpPr>
              <a:spLocks noChangeShapeType="1"/>
            </p:cNvSpPr>
            <p:nvPr/>
          </p:nvSpPr>
          <p:spPr bwMode="auto">
            <a:xfrm flipH="1" flipV="1">
              <a:off x="4800" y="3496"/>
              <a:ext cx="3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nvGrpSpPr>
            <p:cNvPr id="371752" name="Group 111"/>
            <p:cNvGrpSpPr>
              <a:grpSpLocks/>
            </p:cNvGrpSpPr>
            <p:nvPr/>
          </p:nvGrpSpPr>
          <p:grpSpPr bwMode="auto">
            <a:xfrm>
              <a:off x="3969" y="3046"/>
              <a:ext cx="952" cy="772"/>
              <a:chOff x="385" y="2795"/>
              <a:chExt cx="1769" cy="816"/>
            </a:xfrm>
          </p:grpSpPr>
          <p:sp>
            <p:nvSpPr>
              <p:cNvPr id="371774" name="Oval 112"/>
              <p:cNvSpPr>
                <a:spLocks noChangeArrowheads="1"/>
              </p:cNvSpPr>
              <p:nvPr/>
            </p:nvSpPr>
            <p:spPr bwMode="auto">
              <a:xfrm>
                <a:off x="1589" y="3060"/>
                <a:ext cx="554" cy="245"/>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775" name="Oval 113"/>
              <p:cNvSpPr>
                <a:spLocks noChangeArrowheads="1"/>
              </p:cNvSpPr>
              <p:nvPr/>
            </p:nvSpPr>
            <p:spPr bwMode="auto">
              <a:xfrm>
                <a:off x="928" y="3274"/>
                <a:ext cx="885" cy="337"/>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776" name="Oval 114"/>
              <p:cNvSpPr>
                <a:spLocks noChangeArrowheads="1"/>
              </p:cNvSpPr>
              <p:nvPr/>
            </p:nvSpPr>
            <p:spPr bwMode="auto">
              <a:xfrm>
                <a:off x="502" y="3204"/>
                <a:ext cx="585"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777" name="Oval 115"/>
              <p:cNvSpPr>
                <a:spLocks noChangeArrowheads="1"/>
              </p:cNvSpPr>
              <p:nvPr/>
            </p:nvSpPr>
            <p:spPr bwMode="auto">
              <a:xfrm>
                <a:off x="385" y="3084"/>
                <a:ext cx="385" cy="259"/>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778" name="Oval 116"/>
              <p:cNvSpPr>
                <a:spLocks noChangeArrowheads="1"/>
              </p:cNvSpPr>
              <p:nvPr/>
            </p:nvSpPr>
            <p:spPr bwMode="auto">
              <a:xfrm>
                <a:off x="565" y="2883"/>
                <a:ext cx="57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779" name="Oval 117"/>
              <p:cNvSpPr>
                <a:spLocks noChangeArrowheads="1"/>
              </p:cNvSpPr>
              <p:nvPr/>
            </p:nvSpPr>
            <p:spPr bwMode="auto">
              <a:xfrm>
                <a:off x="993" y="2795"/>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780" name="Oval 118"/>
              <p:cNvSpPr>
                <a:spLocks noChangeArrowheads="1"/>
              </p:cNvSpPr>
              <p:nvPr/>
            </p:nvSpPr>
            <p:spPr bwMode="auto">
              <a:xfrm>
                <a:off x="1504" y="2891"/>
                <a:ext cx="554" cy="24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781" name="Oval 119"/>
              <p:cNvSpPr>
                <a:spLocks noChangeArrowheads="1"/>
              </p:cNvSpPr>
              <p:nvPr/>
            </p:nvSpPr>
            <p:spPr bwMode="auto">
              <a:xfrm>
                <a:off x="705" y="2987"/>
                <a:ext cx="1141" cy="41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782" name="Oval 120"/>
              <p:cNvSpPr>
                <a:spLocks noChangeArrowheads="1"/>
              </p:cNvSpPr>
              <p:nvPr/>
            </p:nvSpPr>
            <p:spPr bwMode="auto">
              <a:xfrm rot="1336630">
                <a:off x="1474" y="3067"/>
                <a:ext cx="556" cy="424"/>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783" name="Oval 121"/>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784" name="Oval 122"/>
              <p:cNvSpPr>
                <a:spLocks noChangeArrowheads="1"/>
              </p:cNvSpPr>
              <p:nvPr/>
            </p:nvSpPr>
            <p:spPr bwMode="auto">
              <a:xfrm>
                <a:off x="576" y="2899"/>
                <a:ext cx="576" cy="320"/>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785" name="Oval 123"/>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786" name="Oval 124"/>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787" name="Oval 125"/>
              <p:cNvSpPr>
                <a:spLocks noChangeArrowheads="1"/>
              </p:cNvSpPr>
              <p:nvPr/>
            </p:nvSpPr>
            <p:spPr bwMode="auto">
              <a:xfrm>
                <a:off x="1598" y="3075"/>
                <a:ext cx="556" cy="248"/>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788" name="Oval 126"/>
              <p:cNvSpPr>
                <a:spLocks noChangeArrowheads="1"/>
              </p:cNvSpPr>
              <p:nvPr/>
            </p:nvSpPr>
            <p:spPr bwMode="auto">
              <a:xfrm>
                <a:off x="716" y="3003"/>
                <a:ext cx="1141" cy="413"/>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789" name="Oval 127"/>
              <p:cNvSpPr>
                <a:spLocks noChangeArrowheads="1"/>
              </p:cNvSpPr>
              <p:nvPr/>
            </p:nvSpPr>
            <p:spPr bwMode="auto">
              <a:xfrm>
                <a:off x="513" y="3219"/>
                <a:ext cx="585" cy="282"/>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b="1"/>
              </a:p>
            </p:txBody>
          </p:sp>
          <p:sp>
            <p:nvSpPr>
              <p:cNvPr id="371790" name="Freeform 128"/>
              <p:cNvSpPr>
                <a:spLocks/>
              </p:cNvSpPr>
              <p:nvPr/>
            </p:nvSpPr>
            <p:spPr bwMode="auto">
              <a:xfrm>
                <a:off x="567" y="2924"/>
                <a:ext cx="1451" cy="597"/>
              </a:xfrm>
              <a:custGeom>
                <a:avLst/>
                <a:gdLst>
                  <a:gd name="T0" fmla="*/ 0 w 1447"/>
                  <a:gd name="T1" fmla="*/ 1 h 1128"/>
                  <a:gd name="T2" fmla="*/ 80 w 1447"/>
                  <a:gd name="T3" fmla="*/ 1 h 1128"/>
                  <a:gd name="T4" fmla="*/ 56 w 1447"/>
                  <a:gd name="T5" fmla="*/ 1 h 1128"/>
                  <a:gd name="T6" fmla="*/ 24 w 1447"/>
                  <a:gd name="T7" fmla="*/ 1 h 1128"/>
                  <a:gd name="T8" fmla="*/ 40 w 1447"/>
                  <a:gd name="T9" fmla="*/ 1 h 1128"/>
                  <a:gd name="T10" fmla="*/ 64 w 1447"/>
                  <a:gd name="T11" fmla="*/ 1 h 1128"/>
                  <a:gd name="T12" fmla="*/ 96 w 1447"/>
                  <a:gd name="T13" fmla="*/ 1 h 1128"/>
                  <a:gd name="T14" fmla="*/ 104 w 1447"/>
                  <a:gd name="T15" fmla="*/ 1 h 1128"/>
                  <a:gd name="T16" fmla="*/ 152 w 1447"/>
                  <a:gd name="T17" fmla="*/ 1 h 1128"/>
                  <a:gd name="T18" fmla="*/ 168 w 1447"/>
                  <a:gd name="T19" fmla="*/ 1 h 1128"/>
                  <a:gd name="T20" fmla="*/ 223 w 1447"/>
                  <a:gd name="T21" fmla="*/ 1 h 1128"/>
                  <a:gd name="T22" fmla="*/ 311 w 1447"/>
                  <a:gd name="T23" fmla="*/ 1 h 1128"/>
                  <a:gd name="T24" fmla="*/ 351 w 1447"/>
                  <a:gd name="T25" fmla="*/ 1 h 1128"/>
                  <a:gd name="T26" fmla="*/ 375 w 1447"/>
                  <a:gd name="T27" fmla="*/ 1 h 1128"/>
                  <a:gd name="T28" fmla="*/ 447 w 1447"/>
                  <a:gd name="T29" fmla="*/ 1 h 1128"/>
                  <a:gd name="T30" fmla="*/ 527 w 1447"/>
                  <a:gd name="T31" fmla="*/ 0 h 1128"/>
                  <a:gd name="T32" fmla="*/ 854 w 1447"/>
                  <a:gd name="T33" fmla="*/ 1 h 1128"/>
                  <a:gd name="T34" fmla="*/ 1125 w 1447"/>
                  <a:gd name="T35" fmla="*/ 1 h 1128"/>
                  <a:gd name="T36" fmla="*/ 1149 w 1447"/>
                  <a:gd name="T37" fmla="*/ 1 h 1128"/>
                  <a:gd name="T38" fmla="*/ 1173 w 1447"/>
                  <a:gd name="T39" fmla="*/ 1 h 1128"/>
                  <a:gd name="T40" fmla="*/ 1301 w 1447"/>
                  <a:gd name="T41" fmla="*/ 1 h 1128"/>
                  <a:gd name="T42" fmla="*/ 1388 w 1447"/>
                  <a:gd name="T43" fmla="*/ 1 h 1128"/>
                  <a:gd name="T44" fmla="*/ 1436 w 1447"/>
                  <a:gd name="T45" fmla="*/ 1 h 1128"/>
                  <a:gd name="T46" fmla="*/ 1452 w 1447"/>
                  <a:gd name="T47" fmla="*/ 1 h 1128"/>
                  <a:gd name="T48" fmla="*/ 1484 w 1447"/>
                  <a:gd name="T49" fmla="*/ 1 h 1128"/>
                  <a:gd name="T50" fmla="*/ 1508 w 1447"/>
                  <a:gd name="T51" fmla="*/ 1 h 1128"/>
                  <a:gd name="T52" fmla="*/ 1524 w 1447"/>
                  <a:gd name="T53" fmla="*/ 1 h 1128"/>
                  <a:gd name="T54" fmla="*/ 1524 w 1447"/>
                  <a:gd name="T55" fmla="*/ 1 h 1128"/>
                  <a:gd name="T56" fmla="*/ 1508 w 1447"/>
                  <a:gd name="T57" fmla="*/ 1 h 1128"/>
                  <a:gd name="T58" fmla="*/ 1460 w 1447"/>
                  <a:gd name="T59" fmla="*/ 1 h 1128"/>
                  <a:gd name="T60" fmla="*/ 1444 w 1447"/>
                  <a:gd name="T61" fmla="*/ 1 h 1128"/>
                  <a:gd name="T62" fmla="*/ 1396 w 1447"/>
                  <a:gd name="T63" fmla="*/ 1 h 1128"/>
                  <a:gd name="T64" fmla="*/ 1291 w 1447"/>
                  <a:gd name="T65" fmla="*/ 1 h 1128"/>
                  <a:gd name="T66" fmla="*/ 1237 w 1447"/>
                  <a:gd name="T67" fmla="*/ 1 h 1128"/>
                  <a:gd name="T68" fmla="*/ 1181 w 1447"/>
                  <a:gd name="T69" fmla="*/ 1 h 1128"/>
                  <a:gd name="T70" fmla="*/ 463 w 1447"/>
                  <a:gd name="T71" fmla="*/ 1 h 1128"/>
                  <a:gd name="T72" fmla="*/ 383 w 1447"/>
                  <a:gd name="T73" fmla="*/ 1 h 1128"/>
                  <a:gd name="T74" fmla="*/ 327 w 1447"/>
                  <a:gd name="T75" fmla="*/ 1 h 1128"/>
                  <a:gd name="T76" fmla="*/ 263 w 1447"/>
                  <a:gd name="T77" fmla="*/ 1 h 1128"/>
                  <a:gd name="T78" fmla="*/ 223 w 1447"/>
                  <a:gd name="T79" fmla="*/ 1 h 1128"/>
                  <a:gd name="T80" fmla="*/ 120 w 1447"/>
                  <a:gd name="T81" fmla="*/ 1 h 1128"/>
                  <a:gd name="T82" fmla="*/ 56 w 1447"/>
                  <a:gd name="T83" fmla="*/ 1 h 1128"/>
                  <a:gd name="T84" fmla="*/ 16 w 1447"/>
                  <a:gd name="T85" fmla="*/ 1 h 1128"/>
                  <a:gd name="T86" fmla="*/ 8 w 1447"/>
                  <a:gd name="T87" fmla="*/ 1 h 1128"/>
                  <a:gd name="T88" fmla="*/ 0 w 1447"/>
                  <a:gd name="T89" fmla="*/ 1 h 112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447"/>
                  <a:gd name="T136" fmla="*/ 0 h 1128"/>
                  <a:gd name="T137" fmla="*/ 1447 w 1447"/>
                  <a:gd name="T138" fmla="*/ 1128 h 1128"/>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xtLst>
                <a:ext uri="{91240B29-F687-4F45-9708-019B960494DF}">
                  <a14:hiddenLine xmlns:a14="http://schemas.microsoft.com/office/drawing/2010/main" w="12700">
                    <a:solidFill>
                      <a:srgbClr val="000000"/>
                    </a:solidFill>
                    <a:round/>
                    <a:headEnd/>
                    <a:tailEnd/>
                  </a14:hiddenLine>
                </a:ext>
              </a:extLst>
            </p:spPr>
            <p:txBody>
              <a:bodyPr/>
              <a:lstStyle/>
              <a:p>
                <a:endParaRPr lang="zh-CN" altLang="en-US" b="1"/>
              </a:p>
            </p:txBody>
          </p:sp>
        </p:grpSp>
        <p:pic>
          <p:nvPicPr>
            <p:cNvPr id="371753" name="Picture 129"/>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748" y="3321"/>
              <a:ext cx="328"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371754" name="Picture 130"/>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469" y="3322"/>
              <a:ext cx="328"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371755" name="Picture 13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6" y="3407"/>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1756" name="Text Box 132"/>
            <p:cNvSpPr txBox="1">
              <a:spLocks noChangeArrowheads="1"/>
            </p:cNvSpPr>
            <p:nvPr/>
          </p:nvSpPr>
          <p:spPr bwMode="auto">
            <a:xfrm>
              <a:off x="864" y="3368"/>
              <a:ext cx="5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宋体" pitchFamily="2" charset="-122"/>
                </a:rPr>
                <a:t>部门 </a:t>
              </a:r>
              <a:r>
                <a:rPr kumimoji="1" lang="en-US" altLang="zh-CN" sz="2000" b="1">
                  <a:solidFill>
                    <a:srgbClr val="333399"/>
                  </a:solidFill>
                  <a:latin typeface="Arial" charset="0"/>
                  <a:ea typeface="宋体" pitchFamily="2" charset="-122"/>
                </a:rPr>
                <a:t>A</a:t>
              </a:r>
            </a:p>
          </p:txBody>
        </p:sp>
        <p:pic>
          <p:nvPicPr>
            <p:cNvPr id="371757" name="Picture 13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88" y="3352"/>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1758" name="Text Box 134"/>
            <p:cNvSpPr txBox="1">
              <a:spLocks noChangeArrowheads="1"/>
            </p:cNvSpPr>
            <p:nvPr/>
          </p:nvSpPr>
          <p:spPr bwMode="auto">
            <a:xfrm>
              <a:off x="4224" y="3272"/>
              <a:ext cx="60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zh-CN" altLang="en-US" sz="2000" b="1">
                  <a:solidFill>
                    <a:srgbClr val="333399"/>
                  </a:solidFill>
                  <a:latin typeface="Arial" charset="0"/>
                  <a:ea typeface="宋体" pitchFamily="2" charset="-122"/>
                </a:rPr>
                <a:t>部门 </a:t>
              </a:r>
              <a:r>
                <a:rPr kumimoji="1" lang="en-US" altLang="zh-CN" sz="2000" b="1">
                  <a:solidFill>
                    <a:srgbClr val="333399"/>
                  </a:solidFill>
                  <a:latin typeface="Arial" charset="0"/>
                  <a:ea typeface="宋体" pitchFamily="2" charset="-122"/>
                </a:rPr>
                <a:t>B</a:t>
              </a:r>
            </a:p>
          </p:txBody>
        </p:sp>
        <p:sp>
          <p:nvSpPr>
            <p:cNvPr id="371759" name="Text Box 135"/>
            <p:cNvSpPr txBox="1">
              <a:spLocks noChangeArrowheads="1"/>
            </p:cNvSpPr>
            <p:nvPr/>
          </p:nvSpPr>
          <p:spPr bwMode="auto">
            <a:xfrm>
              <a:off x="309" y="3176"/>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宋体" pitchFamily="2" charset="-122"/>
                </a:rPr>
                <a:t>X</a:t>
              </a:r>
            </a:p>
          </p:txBody>
        </p:sp>
        <p:sp>
          <p:nvSpPr>
            <p:cNvPr id="371760" name="Text Box 136"/>
            <p:cNvSpPr txBox="1">
              <a:spLocks noChangeArrowheads="1"/>
            </p:cNvSpPr>
            <p:nvPr/>
          </p:nvSpPr>
          <p:spPr bwMode="auto">
            <a:xfrm>
              <a:off x="5072" y="3128"/>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eaLnBrk="1" hangingPunct="1"/>
              <a:r>
                <a:rPr kumimoji="1" lang="en-US" altLang="zh-CN" sz="2000" b="1">
                  <a:solidFill>
                    <a:srgbClr val="333399"/>
                  </a:solidFill>
                  <a:latin typeface="Arial" charset="0"/>
                  <a:ea typeface="宋体" pitchFamily="2" charset="-122"/>
                </a:rPr>
                <a:t>Y</a:t>
              </a:r>
            </a:p>
          </p:txBody>
        </p:sp>
        <p:sp>
          <p:nvSpPr>
            <p:cNvPr id="371761" name="Text Box 137"/>
            <p:cNvSpPr txBox="1">
              <a:spLocks noChangeArrowheads="1"/>
            </p:cNvSpPr>
            <p:nvPr/>
          </p:nvSpPr>
          <p:spPr bwMode="auto">
            <a:xfrm>
              <a:off x="1512" y="3132"/>
              <a:ext cx="29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lnSpc>
                  <a:spcPct val="90000"/>
                </a:lnSpc>
              </a:pPr>
              <a:r>
                <a:rPr kumimoji="1" lang="en-US" altLang="zh-CN" sz="2000" b="1">
                  <a:solidFill>
                    <a:srgbClr val="333399"/>
                  </a:solidFill>
                  <a:latin typeface="Arial" charset="0"/>
                  <a:ea typeface="宋体" pitchFamily="2" charset="-122"/>
                </a:rPr>
                <a:t>R</a:t>
              </a:r>
              <a:r>
                <a:rPr kumimoji="1" lang="en-US" altLang="zh-CN" sz="2000" b="1" baseline="-25000">
                  <a:solidFill>
                    <a:srgbClr val="333399"/>
                  </a:solidFill>
                  <a:latin typeface="Arial" charset="0"/>
                  <a:ea typeface="宋体" pitchFamily="2" charset="-122"/>
                </a:rPr>
                <a:t>1</a:t>
              </a:r>
              <a:endParaRPr kumimoji="1" lang="en-US" altLang="zh-CN" sz="2000" b="1">
                <a:solidFill>
                  <a:srgbClr val="333399"/>
                </a:solidFill>
                <a:latin typeface="Arial" charset="0"/>
                <a:ea typeface="宋体" pitchFamily="2" charset="-122"/>
              </a:endParaRPr>
            </a:p>
          </p:txBody>
        </p:sp>
        <p:sp>
          <p:nvSpPr>
            <p:cNvPr id="371762" name="Text Box 138"/>
            <p:cNvSpPr txBox="1">
              <a:spLocks noChangeArrowheads="1"/>
            </p:cNvSpPr>
            <p:nvPr/>
          </p:nvSpPr>
          <p:spPr bwMode="auto">
            <a:xfrm>
              <a:off x="3804" y="3084"/>
              <a:ext cx="29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eaLnBrk="1" hangingPunct="1">
                <a:lnSpc>
                  <a:spcPct val="90000"/>
                </a:lnSpc>
              </a:pPr>
              <a:r>
                <a:rPr kumimoji="1" lang="en-US" altLang="zh-CN" sz="2000" b="1">
                  <a:solidFill>
                    <a:srgbClr val="333399"/>
                  </a:solidFill>
                  <a:latin typeface="Arial" charset="0"/>
                  <a:ea typeface="宋体" pitchFamily="2" charset="-122"/>
                </a:rPr>
                <a:t>R</a:t>
              </a:r>
              <a:r>
                <a:rPr kumimoji="1" lang="en-US" altLang="zh-CN" sz="2000" b="1" baseline="-25000">
                  <a:solidFill>
                    <a:srgbClr val="333399"/>
                  </a:solidFill>
                  <a:latin typeface="Arial" charset="0"/>
                  <a:ea typeface="宋体" pitchFamily="2" charset="-122"/>
                </a:rPr>
                <a:t>2</a:t>
              </a:r>
              <a:endParaRPr kumimoji="1" lang="en-US" altLang="zh-CN" sz="2000" b="1">
                <a:solidFill>
                  <a:srgbClr val="333399"/>
                </a:solidFill>
                <a:latin typeface="Arial" charset="0"/>
                <a:ea typeface="宋体" pitchFamily="2" charset="-122"/>
              </a:endParaRPr>
            </a:p>
          </p:txBody>
        </p:sp>
        <p:sp>
          <p:nvSpPr>
            <p:cNvPr id="371767" name="Text Box 143"/>
            <p:cNvSpPr txBox="1">
              <a:spLocks noChangeArrowheads="1"/>
            </p:cNvSpPr>
            <p:nvPr/>
          </p:nvSpPr>
          <p:spPr bwMode="auto">
            <a:xfrm>
              <a:off x="63" y="3615"/>
              <a:ext cx="69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a:r>
                <a:rPr kumimoji="1" lang="en-US" altLang="zh-CN" sz="2000" b="1">
                  <a:solidFill>
                    <a:srgbClr val="333399"/>
                  </a:solidFill>
                  <a:latin typeface="Arial" charset="0"/>
                  <a:ea typeface="宋体" pitchFamily="2" charset="-122"/>
                </a:rPr>
                <a:t>10.1.0.1</a:t>
              </a:r>
            </a:p>
          </p:txBody>
        </p:sp>
        <p:sp>
          <p:nvSpPr>
            <p:cNvPr id="371768" name="Text Box 144"/>
            <p:cNvSpPr txBox="1">
              <a:spLocks noChangeArrowheads="1"/>
            </p:cNvSpPr>
            <p:nvPr/>
          </p:nvSpPr>
          <p:spPr bwMode="auto">
            <a:xfrm>
              <a:off x="4863" y="3512"/>
              <a:ext cx="69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a:r>
                <a:rPr kumimoji="1" lang="en-US" altLang="zh-CN" sz="2000" b="1">
                  <a:solidFill>
                    <a:srgbClr val="333399"/>
                  </a:solidFill>
                  <a:latin typeface="Arial" charset="0"/>
                  <a:ea typeface="宋体" pitchFamily="2" charset="-122"/>
                </a:rPr>
                <a:t>10.2.0.3</a:t>
              </a:r>
            </a:p>
          </p:txBody>
        </p:sp>
        <p:pic>
          <p:nvPicPr>
            <p:cNvPr id="371769" name="Picture 14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0" y="2968"/>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1770" name="Picture 14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2" y="3880"/>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1771" name="Picture 14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92" y="2920"/>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1772" name="Picture 14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44" y="3784"/>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1773" name="Text Box 149"/>
            <p:cNvSpPr txBox="1">
              <a:spLocks noChangeArrowheads="1"/>
            </p:cNvSpPr>
            <p:nvPr/>
          </p:nvSpPr>
          <p:spPr bwMode="auto">
            <a:xfrm>
              <a:off x="2172" y="3848"/>
              <a:ext cx="130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rgbClr val="4D4D4D"/>
                  </a:solidFill>
                  <a:latin typeface="微软雅黑" pitchFamily="34" charset="-122"/>
                  <a:ea typeface="微软雅黑" pitchFamily="34" charset="-122"/>
                </a:defRPr>
              </a:lvl1pPr>
              <a:lvl2pPr marL="742950" indent="-285750">
                <a:defRPr sz="2800">
                  <a:solidFill>
                    <a:srgbClr val="4D4D4D"/>
                  </a:solidFill>
                  <a:latin typeface="微软雅黑" pitchFamily="34" charset="-122"/>
                  <a:ea typeface="微软雅黑" pitchFamily="34" charset="-122"/>
                </a:defRPr>
              </a:lvl2pPr>
              <a:lvl3pPr marL="1143000" indent="-228600">
                <a:defRPr sz="2400">
                  <a:solidFill>
                    <a:srgbClr val="4D4D4D"/>
                  </a:solidFill>
                  <a:latin typeface="微软雅黑" pitchFamily="34" charset="-122"/>
                  <a:ea typeface="微软雅黑" pitchFamily="34" charset="-122"/>
                </a:defRPr>
              </a:lvl3pPr>
              <a:lvl4pPr marL="1600200" indent="-228600">
                <a:defRPr sz="2000">
                  <a:solidFill>
                    <a:srgbClr val="4D4D4D"/>
                  </a:solidFill>
                  <a:latin typeface="微软雅黑" pitchFamily="34" charset="-122"/>
                  <a:ea typeface="微软雅黑" pitchFamily="34" charset="-122"/>
                </a:defRPr>
              </a:lvl4pPr>
              <a:lvl5pPr marL="2057400" indent="-228600">
                <a:defRPr>
                  <a:solidFill>
                    <a:srgbClr val="4D4D4D"/>
                  </a:solidFill>
                  <a:latin typeface="微软雅黑" pitchFamily="34" charset="-122"/>
                  <a:ea typeface="微软雅黑" pitchFamily="34" charset="-122"/>
                </a:defRPr>
              </a:lvl5pPr>
              <a:lvl6pPr marL="2514600" indent="-228600" eaLnBrk="0" hangingPunct="0">
                <a:lnSpc>
                  <a:spcPct val="150000"/>
                </a:lnSpc>
                <a:spcBef>
                  <a:spcPct val="0"/>
                </a:spcBef>
                <a:defRPr>
                  <a:solidFill>
                    <a:srgbClr val="4D4D4D"/>
                  </a:solidFill>
                  <a:latin typeface="微软雅黑" pitchFamily="34" charset="-122"/>
                  <a:ea typeface="微软雅黑" pitchFamily="34" charset="-122"/>
                </a:defRPr>
              </a:lvl6pPr>
              <a:lvl7pPr marL="2971800" indent="-228600" eaLnBrk="0" hangingPunct="0">
                <a:lnSpc>
                  <a:spcPct val="150000"/>
                </a:lnSpc>
                <a:spcBef>
                  <a:spcPct val="0"/>
                </a:spcBef>
                <a:defRPr>
                  <a:solidFill>
                    <a:srgbClr val="4D4D4D"/>
                  </a:solidFill>
                  <a:latin typeface="微软雅黑" pitchFamily="34" charset="-122"/>
                  <a:ea typeface="微软雅黑" pitchFamily="34" charset="-122"/>
                </a:defRPr>
              </a:lvl7pPr>
              <a:lvl8pPr marL="3429000" indent="-228600" eaLnBrk="0" hangingPunct="0">
                <a:lnSpc>
                  <a:spcPct val="150000"/>
                </a:lnSpc>
                <a:spcBef>
                  <a:spcPct val="0"/>
                </a:spcBef>
                <a:defRPr>
                  <a:solidFill>
                    <a:srgbClr val="4D4D4D"/>
                  </a:solidFill>
                  <a:latin typeface="微软雅黑" pitchFamily="34" charset="-122"/>
                  <a:ea typeface="微软雅黑" pitchFamily="34" charset="-122"/>
                </a:defRPr>
              </a:lvl8pPr>
              <a:lvl9pPr marL="3886200" indent="-228600" eaLnBrk="0" hangingPunct="0">
                <a:lnSpc>
                  <a:spcPct val="150000"/>
                </a:lnSpc>
                <a:spcBef>
                  <a:spcPct val="0"/>
                </a:spcBef>
                <a:defRPr>
                  <a:solidFill>
                    <a:srgbClr val="4D4D4D"/>
                  </a:solidFill>
                  <a:latin typeface="微软雅黑" pitchFamily="34" charset="-122"/>
                  <a:ea typeface="微软雅黑" pitchFamily="34" charset="-122"/>
                </a:defRPr>
              </a:lvl9pPr>
            </a:lstStyle>
            <a:p>
              <a:pPr algn="ctr"/>
              <a:r>
                <a:rPr kumimoji="1" lang="zh-CN" altLang="en-US" sz="2000" b="1" dirty="0">
                  <a:solidFill>
                    <a:srgbClr val="333399"/>
                  </a:solidFill>
                  <a:latin typeface="Arial" charset="0"/>
                  <a:ea typeface="宋体" pitchFamily="2" charset="-122"/>
                </a:rPr>
                <a:t>虚拟专用网 </a:t>
              </a:r>
              <a:r>
                <a:rPr kumimoji="1" lang="en-US" altLang="zh-CN" sz="2000" b="1" dirty="0">
                  <a:solidFill>
                    <a:srgbClr val="333399"/>
                  </a:solidFill>
                  <a:latin typeface="Arial" charset="0"/>
                  <a:ea typeface="宋体" pitchFamily="2" charset="-122"/>
                </a:rPr>
                <a:t>VPN</a:t>
              </a:r>
            </a:p>
          </p:txBody>
        </p:sp>
      </p:grpSp>
      <p:cxnSp>
        <p:nvCxnSpPr>
          <p:cNvPr id="13" name="直接箭头连接符 12"/>
          <p:cNvCxnSpPr/>
          <p:nvPr/>
        </p:nvCxnSpPr>
        <p:spPr>
          <a:xfrm>
            <a:off x="2283445" y="2469146"/>
            <a:ext cx="4820618" cy="0"/>
          </a:xfrm>
          <a:prstGeom prst="straightConnector1">
            <a:avLst/>
          </a:prstGeom>
          <a:ln w="28575">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4400549" y="2348880"/>
            <a:ext cx="1295401" cy="305682"/>
          </a:xfrm>
          <a:prstGeom prst="rect">
            <a:avLst/>
          </a:prstGeom>
          <a:solidFill>
            <a:srgbClr val="FFFFFF"/>
          </a:solidFill>
        </p:spPr>
        <p:txBody>
          <a:bodyPr wrap="square" lIns="0" tIns="0" rIns="0" bIns="0" rtlCol="0">
            <a:spAutoFit/>
          </a:bodyPr>
          <a:lstStyle/>
          <a:p>
            <a:r>
              <a:rPr lang="zh-CN" altLang="en-US" sz="2000" b="1" dirty="0" smtClean="0">
                <a:solidFill>
                  <a:srgbClr val="333399"/>
                </a:solidFill>
              </a:rPr>
              <a:t>外部数据报</a:t>
            </a:r>
            <a:endParaRPr lang="zh-CN" altLang="en-US" sz="2000" b="1" dirty="0">
              <a:solidFill>
                <a:srgbClr val="333399"/>
              </a:solidFill>
            </a:endParaRPr>
          </a:p>
        </p:txBody>
      </p:sp>
    </p:spTree>
  </p:cSld>
  <p:clrMapOvr>
    <a:masterClrMapping/>
  </p:clrMapOvr>
  <p:transition spd="slow"/>
  <p:timing>
    <p:tnLst>
      <p:par>
        <p:cTn id="1" dur="indefinite" restart="never" nodeType="tmRoot"/>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Rectangle 2"/>
          <p:cNvSpPr>
            <a:spLocks noGrp="1" noChangeArrowheads="1"/>
          </p:cNvSpPr>
          <p:nvPr>
            <p:ph type="title"/>
          </p:nvPr>
        </p:nvSpPr>
        <p:spPr/>
        <p:txBody>
          <a:bodyPr/>
          <a:lstStyle/>
          <a:p>
            <a:r>
              <a:rPr lang="zh-CN" altLang="en-US" dirty="0" smtClean="0"/>
              <a:t>远程接入 </a:t>
            </a:r>
            <a:r>
              <a:rPr lang="en-US" altLang="zh-CN" dirty="0" smtClean="0"/>
              <a:t>VPN(remote access VPN) </a:t>
            </a:r>
          </a:p>
        </p:txBody>
      </p:sp>
      <p:sp>
        <p:nvSpPr>
          <p:cNvPr id="373763" name="Rectangle 3"/>
          <p:cNvSpPr>
            <a:spLocks noGrp="1" noChangeArrowheads="1"/>
          </p:cNvSpPr>
          <p:nvPr>
            <p:ph idx="1"/>
          </p:nvPr>
        </p:nvSpPr>
        <p:spPr>
          <a:xfrm>
            <a:off x="442913" y="1266825"/>
            <a:ext cx="10801350" cy="4895850"/>
          </a:xfrm>
        </p:spPr>
        <p:txBody>
          <a:bodyPr/>
          <a:lstStyle/>
          <a:p>
            <a:r>
              <a:rPr lang="zh-CN" altLang="en-US" b="1" dirty="0" smtClean="0"/>
              <a:t>有的公司可能没有分布在不同场所的部门，但却有很多流动员工在外地工作</a:t>
            </a:r>
            <a:r>
              <a:rPr lang="zh-CN" altLang="en-US" b="1" dirty="0"/>
              <a:t>，</a:t>
            </a:r>
            <a:r>
              <a:rPr lang="zh-CN" altLang="en-US" b="1" dirty="0" smtClean="0"/>
              <a:t>他们需要经常访问公司内网的服务器，远程接入 </a:t>
            </a:r>
            <a:r>
              <a:rPr lang="en-US" altLang="zh-CN" b="1" dirty="0" smtClean="0"/>
              <a:t>VPN </a:t>
            </a:r>
            <a:r>
              <a:rPr lang="zh-CN" altLang="en-US" b="1" dirty="0" smtClean="0"/>
              <a:t>可满足这种需求。</a:t>
            </a:r>
          </a:p>
          <a:p>
            <a:r>
              <a:rPr lang="zh-CN" altLang="en-US" b="1" dirty="0" smtClean="0"/>
              <a:t>在外地工作的员工通过拨号接入</a:t>
            </a:r>
            <a:r>
              <a:rPr lang="zh-CN" altLang="en-US" b="1" dirty="0"/>
              <a:t>互联</a:t>
            </a:r>
            <a:r>
              <a:rPr lang="zh-CN" altLang="en-US" b="1" dirty="0" smtClean="0"/>
              <a:t>网，而员工个人电脑中的 </a:t>
            </a:r>
            <a:r>
              <a:rPr lang="en-US" altLang="zh-CN" b="1" dirty="0" smtClean="0"/>
              <a:t>VPN </a:t>
            </a:r>
            <a:r>
              <a:rPr lang="zh-CN" altLang="en-US" b="1" dirty="0" smtClean="0"/>
              <a:t>软件可在员工的个人电脑和公司的主机之间建立 </a:t>
            </a:r>
            <a:r>
              <a:rPr lang="en-US" altLang="zh-CN" b="1" dirty="0" smtClean="0"/>
              <a:t>VPN </a:t>
            </a:r>
            <a:r>
              <a:rPr lang="zh-CN" altLang="en-US" b="1" dirty="0" smtClean="0"/>
              <a:t>隧道，因而外地员工就可以使用公司内部的网络了。 </a:t>
            </a:r>
          </a:p>
        </p:txBody>
      </p:sp>
    </p:spTree>
  </p:cSld>
  <p:clrMapOvr>
    <a:masterClrMapping/>
  </p:clrMapOvr>
  <p:transition spd="slow"/>
  <p:timing>
    <p:tnLst>
      <p:par>
        <p:cTn id="1" dur="indefinite" restart="never" nodeType="tmRoot"/>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Rectangle 2"/>
          <p:cNvSpPr>
            <a:spLocks noGrp="1" noChangeArrowheads="1"/>
          </p:cNvSpPr>
          <p:nvPr>
            <p:ph type="title"/>
          </p:nvPr>
        </p:nvSpPr>
        <p:spPr/>
        <p:txBody>
          <a:bodyPr/>
          <a:lstStyle/>
          <a:p>
            <a:r>
              <a:rPr lang="en-US" altLang="zh-CN" dirty="0" smtClean="0"/>
              <a:t>4.8.2 </a:t>
            </a:r>
            <a:r>
              <a:rPr lang="zh-CN" altLang="en-US" dirty="0" smtClean="0"/>
              <a:t>网络地址转换 </a:t>
            </a:r>
            <a:r>
              <a:rPr lang="en-US" altLang="zh-CN" dirty="0" smtClean="0"/>
              <a:t>NAT</a:t>
            </a:r>
          </a:p>
        </p:txBody>
      </p:sp>
      <p:sp>
        <p:nvSpPr>
          <p:cNvPr id="628739" name="Rectangle 3"/>
          <p:cNvSpPr>
            <a:spLocks noGrp="1" noChangeArrowheads="1"/>
          </p:cNvSpPr>
          <p:nvPr>
            <p:ph idx="1"/>
          </p:nvPr>
        </p:nvSpPr>
        <p:spPr>
          <a:xfrm>
            <a:off x="442913" y="1268760"/>
            <a:ext cx="11304587" cy="4895850"/>
          </a:xfrm>
        </p:spPr>
        <p:txBody>
          <a:bodyPr/>
          <a:lstStyle/>
          <a:p>
            <a:r>
              <a:rPr lang="zh-CN" altLang="en-US" b="1" dirty="0" smtClean="0"/>
              <a:t>专用网内的主机如果想要和互联网上的主机通信，使用得最多的方法是</a:t>
            </a:r>
            <a:r>
              <a:rPr lang="zh-CN" altLang="en-US" b="1" dirty="0" smtClean="0">
                <a:solidFill>
                  <a:srgbClr val="FF0000"/>
                </a:solidFill>
              </a:rPr>
              <a:t>网络地址转换 </a:t>
            </a:r>
            <a:r>
              <a:rPr lang="en-US" altLang="zh-CN" b="1" dirty="0" smtClean="0"/>
              <a:t>NAT</a:t>
            </a:r>
            <a:r>
              <a:rPr lang="zh-CN" altLang="en-US" b="1" dirty="0" smtClean="0"/>
              <a:t>（</a:t>
            </a:r>
            <a:r>
              <a:rPr lang="en-US" altLang="zh-CN" b="1" dirty="0"/>
              <a:t>N</a:t>
            </a:r>
            <a:r>
              <a:rPr lang="en-US" altLang="zh-CN" b="1" dirty="0" smtClean="0"/>
              <a:t>etwork </a:t>
            </a:r>
            <a:r>
              <a:rPr lang="en-US" altLang="zh-CN" b="1" dirty="0"/>
              <a:t>A</a:t>
            </a:r>
            <a:r>
              <a:rPr lang="en-US" altLang="zh-CN" b="1" dirty="0" smtClean="0"/>
              <a:t>ddress Translation</a:t>
            </a:r>
            <a:r>
              <a:rPr lang="zh-CN" altLang="en-US" b="1" dirty="0" smtClean="0"/>
              <a:t>）。</a:t>
            </a:r>
            <a:endParaRPr lang="en-US" altLang="zh-CN" b="1" dirty="0" smtClean="0"/>
          </a:p>
          <a:p>
            <a:r>
              <a:rPr lang="zh-CN" altLang="en-US" b="1" dirty="0" smtClean="0"/>
              <a:t>这种方法需要在专用网连接到</a:t>
            </a:r>
            <a:r>
              <a:rPr lang="zh-CN" altLang="en-US" b="1" dirty="0"/>
              <a:t>互联</a:t>
            </a:r>
            <a:r>
              <a:rPr lang="zh-CN" altLang="en-US" b="1" dirty="0" smtClean="0"/>
              <a:t>网的路由器上安装 </a:t>
            </a:r>
            <a:r>
              <a:rPr lang="en-US" altLang="zh-CN" b="1" dirty="0" smtClean="0"/>
              <a:t>NAT </a:t>
            </a:r>
            <a:r>
              <a:rPr lang="zh-CN" altLang="en-US" b="1" dirty="0" smtClean="0"/>
              <a:t>软件。装有 </a:t>
            </a:r>
            <a:r>
              <a:rPr lang="en-US" altLang="zh-CN" b="1" dirty="0" smtClean="0"/>
              <a:t>NAT </a:t>
            </a:r>
            <a:r>
              <a:rPr lang="zh-CN" altLang="en-US" b="1" dirty="0" smtClean="0"/>
              <a:t>软件的路由器叫做 </a:t>
            </a:r>
            <a:r>
              <a:rPr lang="en-US" altLang="zh-CN" b="1" dirty="0" smtClean="0"/>
              <a:t>NAT </a:t>
            </a:r>
            <a:r>
              <a:rPr lang="zh-CN" altLang="en-US" b="1" dirty="0" smtClean="0"/>
              <a:t>路由器，它至少有一个有效的全球 </a:t>
            </a:r>
            <a:r>
              <a:rPr lang="en-US" altLang="zh-CN" b="1" dirty="0" smtClean="0"/>
              <a:t>IP </a:t>
            </a:r>
            <a:r>
              <a:rPr lang="zh-CN" altLang="en-US" b="1" dirty="0" smtClean="0"/>
              <a:t>地址。</a:t>
            </a:r>
          </a:p>
        </p:txBody>
      </p:sp>
    </p:spTree>
    <p:extLst>
      <p:ext uri="{BB962C8B-B14F-4D97-AF65-F5344CB8AC3E}">
        <p14:creationId xmlns:p14="http://schemas.microsoft.com/office/powerpoint/2010/main" val="4279691306"/>
      </p:ext>
    </p:extLst>
  </p:cSld>
  <p:clrMapOvr>
    <a:masterClrMapping/>
  </p:clrMapOvr>
  <p:transition spd="slow"/>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Rectangle 2"/>
          <p:cNvSpPr>
            <a:spLocks noGrp="1" noChangeArrowheads="1"/>
          </p:cNvSpPr>
          <p:nvPr>
            <p:ph type="title"/>
          </p:nvPr>
        </p:nvSpPr>
        <p:spPr/>
        <p:txBody>
          <a:bodyPr/>
          <a:lstStyle/>
          <a:p>
            <a:r>
              <a:rPr lang="en-US" altLang="zh-CN" dirty="0" smtClean="0"/>
              <a:t>4.8.2 </a:t>
            </a:r>
            <a:r>
              <a:rPr lang="zh-CN" altLang="en-US" dirty="0" smtClean="0"/>
              <a:t>网络地址转换 </a:t>
            </a:r>
            <a:r>
              <a:rPr lang="en-US" altLang="zh-CN" dirty="0" smtClean="0"/>
              <a:t>NAT</a:t>
            </a:r>
          </a:p>
        </p:txBody>
      </p:sp>
      <p:sp>
        <p:nvSpPr>
          <p:cNvPr id="628739" name="Rectangle 3"/>
          <p:cNvSpPr>
            <a:spLocks noGrp="1" noChangeArrowheads="1"/>
          </p:cNvSpPr>
          <p:nvPr>
            <p:ph idx="1"/>
          </p:nvPr>
        </p:nvSpPr>
        <p:spPr>
          <a:xfrm>
            <a:off x="442913" y="1268760"/>
            <a:ext cx="11304587" cy="4895850"/>
          </a:xfrm>
        </p:spPr>
        <p:txBody>
          <a:bodyPr/>
          <a:lstStyle/>
          <a:p>
            <a:r>
              <a:rPr lang="zh-CN" altLang="en-US" b="1" dirty="0" smtClean="0"/>
              <a:t>所有使用</a:t>
            </a:r>
            <a:r>
              <a:rPr lang="zh-CN" altLang="en-US" b="1" dirty="0"/>
              <a:t>专用</a:t>
            </a:r>
            <a:r>
              <a:rPr lang="zh-CN" altLang="en-US" b="1" dirty="0" smtClean="0"/>
              <a:t>地址的主机在和外界通信时都要在 </a:t>
            </a:r>
            <a:r>
              <a:rPr lang="en-US" altLang="zh-CN" b="1" dirty="0" smtClean="0"/>
              <a:t>NAT </a:t>
            </a:r>
            <a:r>
              <a:rPr lang="zh-CN" altLang="en-US" b="1" dirty="0" smtClean="0"/>
              <a:t>路由器上将其专用地址转换成全球 </a:t>
            </a:r>
            <a:r>
              <a:rPr lang="en-US" altLang="zh-CN" b="1" dirty="0" smtClean="0"/>
              <a:t>IP</a:t>
            </a:r>
            <a:r>
              <a:rPr lang="en-US" altLang="zh-CN" b="1" i="1" dirty="0" smtClean="0"/>
              <a:t> </a:t>
            </a:r>
            <a:r>
              <a:rPr lang="zh-CN" altLang="en-US" b="1" dirty="0" smtClean="0"/>
              <a:t>地址才能和互联网</a:t>
            </a:r>
            <a:r>
              <a:rPr lang="zh-CN" altLang="en-US" b="1" dirty="0"/>
              <a:t>通信</a:t>
            </a:r>
            <a:r>
              <a:rPr lang="zh-CN" altLang="en-US" b="1" dirty="0" smtClean="0"/>
              <a:t>。</a:t>
            </a:r>
            <a:endParaRPr lang="zh-CN" altLang="en-US" sz="1800" b="1" dirty="0" smtClean="0"/>
          </a:p>
        </p:txBody>
      </p:sp>
      <p:sp>
        <p:nvSpPr>
          <p:cNvPr id="4" name="圆角矩形 3"/>
          <p:cNvSpPr/>
          <p:nvPr/>
        </p:nvSpPr>
        <p:spPr>
          <a:xfrm>
            <a:off x="905185" y="2776744"/>
            <a:ext cx="10375391" cy="367659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5" name="圆角矩形 4"/>
          <p:cNvSpPr/>
          <p:nvPr/>
        </p:nvSpPr>
        <p:spPr>
          <a:xfrm>
            <a:off x="1166761" y="3831917"/>
            <a:ext cx="3845387" cy="1890130"/>
          </a:xfrm>
          <a:prstGeom prst="roundRect">
            <a:avLst>
              <a:gd name="adj" fmla="val 12325"/>
            </a:avLst>
          </a:prstGeom>
          <a:solidFill>
            <a:srgbClr val="66C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b="1">
              <a:latin typeface="微软雅黑" panose="020B0503020204020204" pitchFamily="34" charset="-122"/>
              <a:ea typeface="微软雅黑" panose="020B0503020204020204" pitchFamily="34" charset="-122"/>
            </a:endParaRPr>
          </a:p>
        </p:txBody>
      </p:sp>
      <p:sp>
        <p:nvSpPr>
          <p:cNvPr id="6" name="Line 74"/>
          <p:cNvSpPr>
            <a:spLocks noChangeShapeType="1"/>
          </p:cNvSpPr>
          <p:nvPr/>
        </p:nvSpPr>
        <p:spPr bwMode="auto">
          <a:xfrm>
            <a:off x="9769703" y="4711564"/>
            <a:ext cx="593164" cy="1115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7" name="Line 73"/>
          <p:cNvSpPr>
            <a:spLocks noChangeShapeType="1"/>
          </p:cNvSpPr>
          <p:nvPr/>
        </p:nvSpPr>
        <p:spPr bwMode="auto">
          <a:xfrm>
            <a:off x="9400405" y="5100132"/>
            <a:ext cx="591529" cy="2782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8" name="Line 72"/>
          <p:cNvSpPr>
            <a:spLocks noChangeShapeType="1"/>
          </p:cNvSpPr>
          <p:nvPr/>
        </p:nvSpPr>
        <p:spPr bwMode="auto">
          <a:xfrm flipV="1">
            <a:off x="9473938" y="4211451"/>
            <a:ext cx="517997" cy="2218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9" name="Line 37"/>
          <p:cNvSpPr>
            <a:spLocks noChangeShapeType="1"/>
          </p:cNvSpPr>
          <p:nvPr/>
        </p:nvSpPr>
        <p:spPr bwMode="auto">
          <a:xfrm flipV="1">
            <a:off x="1913139" y="4766723"/>
            <a:ext cx="341028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0" name="Line 34"/>
          <p:cNvSpPr>
            <a:spLocks noChangeShapeType="1"/>
          </p:cNvSpPr>
          <p:nvPr/>
        </p:nvSpPr>
        <p:spPr bwMode="auto">
          <a:xfrm>
            <a:off x="5396957" y="4766723"/>
            <a:ext cx="20017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b="1">
              <a:latin typeface="微软雅黑" panose="020B0503020204020204" pitchFamily="34" charset="-122"/>
              <a:ea typeface="微软雅黑" panose="020B0503020204020204" pitchFamily="34" charset="-122"/>
            </a:endParaRPr>
          </a:p>
        </p:txBody>
      </p:sp>
      <p:graphicFrame>
        <p:nvGraphicFramePr>
          <p:cNvPr id="11" name="Object 4"/>
          <p:cNvGraphicFramePr>
            <a:graphicFrameLocks noChangeAspect="1"/>
          </p:cNvGraphicFramePr>
          <p:nvPr>
            <p:extLst>
              <p:ext uri="{D42A27DB-BD31-4B8C-83A1-F6EECF244321}">
                <p14:modId xmlns:p14="http://schemas.microsoft.com/office/powerpoint/2010/main" val="3875077920"/>
              </p:ext>
            </p:extLst>
          </p:nvPr>
        </p:nvGraphicFramePr>
        <p:xfrm>
          <a:off x="7328416" y="4044747"/>
          <a:ext cx="2745222" cy="1278473"/>
        </p:xfrm>
        <a:graphic>
          <a:graphicData uri="http://schemas.openxmlformats.org/presentationml/2006/ole">
            <mc:AlternateContent xmlns:mc="http://schemas.openxmlformats.org/markup-compatibility/2006">
              <mc:Choice xmlns:v="urn:schemas-microsoft-com:vml" Requires="v">
                <p:oleObj spid="_x0000_s382020" name="VISIO" r:id="rId4" imgW="1687068" imgH="964692" progId="">
                  <p:embed/>
                </p:oleObj>
              </mc:Choice>
              <mc:Fallback>
                <p:oleObj name="VISIO" r:id="rId4" imgW="1687068" imgH="964692"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28416" y="4044747"/>
                        <a:ext cx="2745222" cy="1278473"/>
                      </a:xfrm>
                      <a:prstGeom prst="rect">
                        <a:avLst/>
                      </a:prstGeom>
                      <a:noFill/>
                      <a:ln>
                        <a:noFill/>
                      </a:ln>
                      <a:effectLst/>
                    </p:spPr>
                  </p:pic>
                </p:oleObj>
              </mc:Fallback>
            </mc:AlternateContent>
          </a:graphicData>
        </a:graphic>
      </p:graphicFrame>
      <p:pic>
        <p:nvPicPr>
          <p:cNvPr id="12" name="Picture 6"/>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174725" y="4684597"/>
            <a:ext cx="535973" cy="19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3" name="Text Box 7"/>
          <p:cNvSpPr txBox="1">
            <a:spLocks noChangeArrowheads="1"/>
          </p:cNvSpPr>
          <p:nvPr/>
        </p:nvSpPr>
        <p:spPr bwMode="auto">
          <a:xfrm>
            <a:off x="4942664" y="4151066"/>
            <a:ext cx="800219"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pPr>
            <a:r>
              <a:rPr kumimoji="1" lang="en-US" altLang="zh-CN" sz="1600" b="1" dirty="0">
                <a:solidFill>
                  <a:srgbClr val="C00000"/>
                </a:solidFill>
                <a:latin typeface="微软雅黑" panose="020B0503020204020204" pitchFamily="34" charset="-122"/>
                <a:ea typeface="微软雅黑" panose="020B0503020204020204" pitchFamily="34" charset="-122"/>
              </a:rPr>
              <a:t>NAT</a:t>
            </a:r>
          </a:p>
          <a:p>
            <a:pPr algn="ctr" eaLnBrk="1" hangingPunct="1">
              <a:lnSpc>
                <a:spcPct val="90000"/>
              </a:lnSpc>
            </a:pPr>
            <a:r>
              <a:rPr kumimoji="1" lang="zh-CN" altLang="en-US" sz="1600" b="1" dirty="0">
                <a:solidFill>
                  <a:srgbClr val="C00000"/>
                </a:solidFill>
                <a:latin typeface="微软雅黑" panose="020B0503020204020204" pitchFamily="34" charset="-122"/>
                <a:ea typeface="微软雅黑" panose="020B0503020204020204" pitchFamily="34" charset="-122"/>
              </a:rPr>
              <a:t>路由器</a:t>
            </a:r>
          </a:p>
        </p:txBody>
      </p:sp>
      <p:pic>
        <p:nvPicPr>
          <p:cNvPr id="14" name="Picture 30"/>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851407" y="4044747"/>
            <a:ext cx="346421" cy="263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31"/>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696171" y="5156517"/>
            <a:ext cx="346421" cy="263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32"/>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222338" y="4656404"/>
            <a:ext cx="346421" cy="263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 Box 35"/>
          <p:cNvSpPr txBox="1">
            <a:spLocks noChangeArrowheads="1"/>
          </p:cNvSpPr>
          <p:nvPr/>
        </p:nvSpPr>
        <p:spPr bwMode="auto">
          <a:xfrm>
            <a:off x="1752480" y="3510241"/>
            <a:ext cx="29610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pPr>
            <a:r>
              <a:rPr kumimoji="1" lang="zh-CN" altLang="en-US" sz="2000" b="1" dirty="0">
                <a:solidFill>
                  <a:srgbClr val="000000"/>
                </a:solidFill>
                <a:latin typeface="微软雅黑" panose="020B0503020204020204" pitchFamily="34" charset="-122"/>
                <a:ea typeface="微软雅黑" panose="020B0503020204020204" pitchFamily="34" charset="-122"/>
              </a:rPr>
              <a:t>专用网 </a:t>
            </a:r>
            <a:r>
              <a:rPr kumimoji="1" lang="en-US" altLang="zh-CN" sz="2000" b="1" dirty="0">
                <a:solidFill>
                  <a:srgbClr val="000000"/>
                </a:solidFill>
                <a:latin typeface="微软雅黑" panose="020B0503020204020204" pitchFamily="34" charset="-122"/>
                <a:ea typeface="微软雅黑" panose="020B0503020204020204" pitchFamily="34" charset="-122"/>
              </a:rPr>
              <a:t>192.168.0.0/16</a:t>
            </a:r>
          </a:p>
        </p:txBody>
      </p:sp>
      <p:sp>
        <p:nvSpPr>
          <p:cNvPr id="18" name="Text Box 36"/>
          <p:cNvSpPr txBox="1">
            <a:spLocks noChangeArrowheads="1"/>
          </p:cNvSpPr>
          <p:nvPr/>
        </p:nvSpPr>
        <p:spPr bwMode="auto">
          <a:xfrm>
            <a:off x="8298788" y="4823108"/>
            <a:ext cx="9541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pPr>
            <a:r>
              <a:rPr kumimoji="1" lang="zh-CN" altLang="en-US" sz="2000" b="1" dirty="0">
                <a:solidFill>
                  <a:srgbClr val="000000"/>
                </a:solidFill>
                <a:latin typeface="微软雅黑" panose="020B0503020204020204" pitchFamily="34" charset="-122"/>
                <a:ea typeface="微软雅黑" panose="020B0503020204020204" pitchFamily="34" charset="-122"/>
              </a:rPr>
              <a:t>互联网</a:t>
            </a:r>
          </a:p>
        </p:txBody>
      </p:sp>
      <p:sp>
        <p:nvSpPr>
          <p:cNvPr id="19" name="Line 38"/>
          <p:cNvSpPr>
            <a:spLocks noChangeShapeType="1"/>
          </p:cNvSpPr>
          <p:nvPr/>
        </p:nvSpPr>
        <p:spPr bwMode="auto">
          <a:xfrm rot="5400000">
            <a:off x="2102860" y="4582246"/>
            <a:ext cx="388568"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600" b="1">
              <a:latin typeface="微软雅黑" panose="020B0503020204020204" pitchFamily="34" charset="-122"/>
              <a:ea typeface="微软雅黑" panose="020B0503020204020204" pitchFamily="34" charset="-122"/>
            </a:endParaRPr>
          </a:p>
        </p:txBody>
      </p:sp>
      <p:pic>
        <p:nvPicPr>
          <p:cNvPr id="20" name="Picture 27"/>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122299" y="4305835"/>
            <a:ext cx="346421" cy="263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 Box 45"/>
          <p:cNvSpPr txBox="1">
            <a:spLocks noChangeArrowheads="1"/>
          </p:cNvSpPr>
          <p:nvPr/>
        </p:nvSpPr>
        <p:spPr bwMode="auto">
          <a:xfrm>
            <a:off x="1165027" y="4048613"/>
            <a:ext cx="1523173" cy="341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pPr>
            <a:r>
              <a:rPr kumimoji="1" lang="en-US" altLang="zh-CN" b="1" dirty="0">
                <a:solidFill>
                  <a:srgbClr val="0000FF"/>
                </a:solidFill>
                <a:latin typeface="微软雅黑" panose="020B0503020204020204" pitchFamily="34" charset="-122"/>
                <a:ea typeface="微软雅黑" panose="020B0503020204020204" pitchFamily="34" charset="-122"/>
              </a:rPr>
              <a:t>192.168.0.3</a:t>
            </a:r>
          </a:p>
        </p:txBody>
      </p:sp>
      <p:sp>
        <p:nvSpPr>
          <p:cNvPr id="22" name="Text Box 52"/>
          <p:cNvSpPr txBox="1">
            <a:spLocks noChangeArrowheads="1"/>
          </p:cNvSpPr>
          <p:nvPr/>
        </p:nvSpPr>
        <p:spPr bwMode="auto">
          <a:xfrm>
            <a:off x="9401361" y="3749849"/>
            <a:ext cx="1380506" cy="341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pPr>
            <a:r>
              <a:rPr kumimoji="1" lang="en-US" altLang="zh-CN" b="1" dirty="0">
                <a:solidFill>
                  <a:srgbClr val="0000FF"/>
                </a:solidFill>
                <a:latin typeface="微软雅黑" panose="020B0503020204020204" pitchFamily="34" charset="-122"/>
                <a:ea typeface="微软雅黑" panose="020B0503020204020204" pitchFamily="34" charset="-122"/>
              </a:rPr>
              <a:t>213.18.2.4</a:t>
            </a:r>
          </a:p>
        </p:txBody>
      </p:sp>
      <p:sp>
        <p:nvSpPr>
          <p:cNvPr id="23" name="Text Box 76"/>
          <p:cNvSpPr txBox="1">
            <a:spLocks noChangeArrowheads="1"/>
          </p:cNvSpPr>
          <p:nvPr/>
        </p:nvSpPr>
        <p:spPr bwMode="auto">
          <a:xfrm>
            <a:off x="5077799" y="5340277"/>
            <a:ext cx="1475083" cy="646331"/>
          </a:xfrm>
          <a:prstGeom prst="rect">
            <a:avLst/>
          </a:prstGeom>
          <a:solidFill>
            <a:srgbClr val="FFCC66"/>
          </a:solidFill>
          <a:ln w="9525">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b="1" dirty="0">
                <a:solidFill>
                  <a:srgbClr val="000066"/>
                </a:solidFill>
                <a:latin typeface="微软雅黑" panose="020B0503020204020204" pitchFamily="34" charset="-122"/>
                <a:ea typeface="微软雅黑" panose="020B0503020204020204" pitchFamily="34" charset="-122"/>
              </a:rPr>
              <a:t>全球 </a:t>
            </a:r>
            <a:r>
              <a:rPr kumimoji="1" lang="en-US" altLang="zh-CN" b="1" dirty="0">
                <a:solidFill>
                  <a:srgbClr val="000066"/>
                </a:solidFill>
                <a:latin typeface="微软雅黑" panose="020B0503020204020204" pitchFamily="34" charset="-122"/>
                <a:ea typeface="微软雅黑" panose="020B0503020204020204" pitchFamily="34" charset="-122"/>
              </a:rPr>
              <a:t>IP </a:t>
            </a:r>
            <a:r>
              <a:rPr kumimoji="1" lang="zh-CN" altLang="en-US" b="1" dirty="0">
                <a:solidFill>
                  <a:srgbClr val="000066"/>
                </a:solidFill>
                <a:latin typeface="微软雅黑" panose="020B0503020204020204" pitchFamily="34" charset="-122"/>
                <a:ea typeface="微软雅黑" panose="020B0503020204020204" pitchFamily="34" charset="-122"/>
              </a:rPr>
              <a:t>地址</a:t>
            </a:r>
          </a:p>
          <a:p>
            <a:pPr algn="ctr" eaLnBrk="1" hangingPunct="1"/>
            <a:r>
              <a:rPr kumimoji="1" lang="en-US" altLang="zh-CN" b="1" dirty="0">
                <a:solidFill>
                  <a:srgbClr val="000066"/>
                </a:solidFill>
                <a:latin typeface="微软雅黑" panose="020B0503020204020204" pitchFamily="34" charset="-122"/>
                <a:ea typeface="微软雅黑" panose="020B0503020204020204" pitchFamily="34" charset="-122"/>
              </a:rPr>
              <a:t>172.38.1.5</a:t>
            </a:r>
          </a:p>
        </p:txBody>
      </p:sp>
      <p:sp>
        <p:nvSpPr>
          <p:cNvPr id="24" name="Text Box 45"/>
          <p:cNvSpPr txBox="1">
            <a:spLocks noChangeArrowheads="1"/>
          </p:cNvSpPr>
          <p:nvPr/>
        </p:nvSpPr>
        <p:spPr bwMode="auto">
          <a:xfrm>
            <a:off x="1691839" y="4290996"/>
            <a:ext cx="514626" cy="355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pPr>
            <a:r>
              <a:rPr kumimoji="1" lang="zh-CN" altLang="en-US" sz="1600" b="1" dirty="0">
                <a:solidFill>
                  <a:srgbClr val="0000FF"/>
                </a:solidFill>
                <a:latin typeface="微软雅黑" panose="020B0503020204020204" pitchFamily="34" charset="-122"/>
                <a:ea typeface="微软雅黑" panose="020B0503020204020204" pitchFamily="34" charset="-122"/>
              </a:rPr>
              <a:t> </a:t>
            </a:r>
            <a:r>
              <a:rPr kumimoji="1" lang="en-US" altLang="zh-CN" sz="1600" b="1" dirty="0">
                <a:solidFill>
                  <a:srgbClr val="0000FF"/>
                </a:solidFill>
                <a:latin typeface="微软雅黑" panose="020B0503020204020204" pitchFamily="34" charset="-122"/>
                <a:ea typeface="微软雅黑" panose="020B0503020204020204" pitchFamily="34" charset="-122"/>
              </a:rPr>
              <a:t>A</a:t>
            </a:r>
          </a:p>
        </p:txBody>
      </p:sp>
      <p:sp>
        <p:nvSpPr>
          <p:cNvPr id="25" name="Line 38"/>
          <p:cNvSpPr>
            <a:spLocks noChangeShapeType="1"/>
          </p:cNvSpPr>
          <p:nvPr/>
        </p:nvSpPr>
        <p:spPr bwMode="auto">
          <a:xfrm rot="5400000">
            <a:off x="1941087" y="4961007"/>
            <a:ext cx="388568"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1600" b="1">
              <a:latin typeface="微软雅黑" panose="020B0503020204020204" pitchFamily="34" charset="-122"/>
              <a:ea typeface="微软雅黑" panose="020B0503020204020204" pitchFamily="34" charset="-122"/>
            </a:endParaRPr>
          </a:p>
        </p:txBody>
      </p:sp>
      <p:pic>
        <p:nvPicPr>
          <p:cNvPr id="26" name="Picture 27"/>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929479" y="5051101"/>
            <a:ext cx="346421" cy="263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Text Box 45"/>
          <p:cNvSpPr txBox="1">
            <a:spLocks noChangeArrowheads="1"/>
          </p:cNvSpPr>
          <p:nvPr/>
        </p:nvSpPr>
        <p:spPr bwMode="auto">
          <a:xfrm>
            <a:off x="1193221" y="5323221"/>
            <a:ext cx="1523174" cy="341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pPr>
            <a:r>
              <a:rPr kumimoji="1" lang="en-US" altLang="zh-CN" b="1" dirty="0">
                <a:solidFill>
                  <a:srgbClr val="000000"/>
                </a:solidFill>
                <a:latin typeface="微软雅黑" panose="020B0503020204020204" pitchFamily="34" charset="-122"/>
                <a:ea typeface="微软雅黑" panose="020B0503020204020204" pitchFamily="34" charset="-122"/>
              </a:rPr>
              <a:t>192.168.0.4</a:t>
            </a:r>
          </a:p>
        </p:txBody>
      </p:sp>
      <p:sp>
        <p:nvSpPr>
          <p:cNvPr id="28" name="TextBox 54"/>
          <p:cNvSpPr txBox="1">
            <a:spLocks noChangeArrowheads="1"/>
          </p:cNvSpPr>
          <p:nvPr/>
        </p:nvSpPr>
        <p:spPr bwMode="auto">
          <a:xfrm>
            <a:off x="2284072" y="3099681"/>
            <a:ext cx="237984" cy="383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b="1">
              <a:latin typeface="微软雅黑" panose="020B0503020204020204" pitchFamily="34" charset="-122"/>
              <a:ea typeface="微软雅黑" panose="020B0503020204020204" pitchFamily="34" charset="-122"/>
            </a:endParaRPr>
          </a:p>
        </p:txBody>
      </p:sp>
      <p:grpSp>
        <p:nvGrpSpPr>
          <p:cNvPr id="29" name="组合 28"/>
          <p:cNvGrpSpPr/>
          <p:nvPr/>
        </p:nvGrpSpPr>
        <p:grpSpPr>
          <a:xfrm>
            <a:off x="2788235" y="4766726"/>
            <a:ext cx="2020105" cy="923041"/>
            <a:chOff x="2006828" y="2828009"/>
            <a:chExt cx="1568070" cy="814571"/>
          </a:xfrm>
        </p:grpSpPr>
        <p:sp>
          <p:nvSpPr>
            <p:cNvPr id="30" name="Text Box 59"/>
            <p:cNvSpPr txBox="1">
              <a:spLocks noChangeArrowheads="1"/>
            </p:cNvSpPr>
            <p:nvPr/>
          </p:nvSpPr>
          <p:spPr bwMode="auto">
            <a:xfrm>
              <a:off x="2006828" y="3121091"/>
              <a:ext cx="1568070" cy="521489"/>
            </a:xfrm>
            <a:prstGeom prst="rect">
              <a:avLst/>
            </a:prstGeom>
            <a:solidFill>
              <a:srgbClr val="66FF66"/>
            </a:solidFill>
            <a:ln w="9525">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0000"/>
                </a:lnSpc>
              </a:pPr>
              <a:r>
                <a:rPr kumimoji="1" lang="en-US" altLang="zh-CN" b="1" dirty="0">
                  <a:solidFill>
                    <a:srgbClr val="000000"/>
                  </a:solidFill>
                  <a:latin typeface="微软雅黑" panose="020B0503020204020204" pitchFamily="34" charset="-122"/>
                  <a:ea typeface="微软雅黑" panose="020B0503020204020204" pitchFamily="34" charset="-122"/>
                </a:rPr>
                <a:t>S = 213.18.2.4</a:t>
              </a:r>
            </a:p>
            <a:p>
              <a:pPr eaLnBrk="1" hangingPunct="1">
                <a:lnSpc>
                  <a:spcPct val="90000"/>
                </a:lnSpc>
              </a:pPr>
              <a:r>
                <a:rPr kumimoji="1" lang="en-US" altLang="zh-CN" b="1" dirty="0">
                  <a:solidFill>
                    <a:srgbClr val="000000"/>
                  </a:solidFill>
                  <a:latin typeface="微软雅黑" panose="020B0503020204020204" pitchFamily="34" charset="-122"/>
                  <a:ea typeface="微软雅黑" panose="020B0503020204020204" pitchFamily="34" charset="-122"/>
                </a:rPr>
                <a:t>D = 192.168.0.3</a:t>
              </a:r>
            </a:p>
          </p:txBody>
        </p:sp>
        <p:grpSp>
          <p:nvGrpSpPr>
            <p:cNvPr id="31" name="Group 42"/>
            <p:cNvGrpSpPr>
              <a:grpSpLocks/>
            </p:cNvGrpSpPr>
            <p:nvPr/>
          </p:nvGrpSpPr>
          <p:grpSpPr bwMode="auto">
            <a:xfrm flipH="1">
              <a:off x="2410773" y="2876687"/>
              <a:ext cx="632937" cy="98436"/>
              <a:chOff x="521" y="2478"/>
              <a:chExt cx="1044" cy="136"/>
            </a:xfrm>
          </p:grpSpPr>
          <p:sp>
            <p:nvSpPr>
              <p:cNvPr id="34" name="AutoShape 41"/>
              <p:cNvSpPr>
                <a:spLocks noChangeArrowheads="1"/>
              </p:cNvSpPr>
              <p:nvPr/>
            </p:nvSpPr>
            <p:spPr bwMode="auto">
              <a:xfrm>
                <a:off x="1383" y="2505"/>
                <a:ext cx="182" cy="91"/>
              </a:xfrm>
              <a:prstGeom prst="rightArrow">
                <a:avLst>
                  <a:gd name="adj1" fmla="val 49454"/>
                  <a:gd name="adj2" fmla="val 72528"/>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b="1">
                  <a:latin typeface="微软雅黑" panose="020B0503020204020204" pitchFamily="34" charset="-122"/>
                  <a:ea typeface="微软雅黑" panose="020B0503020204020204" pitchFamily="34" charset="-122"/>
                </a:endParaRPr>
              </a:p>
            </p:txBody>
          </p:sp>
          <p:sp>
            <p:nvSpPr>
              <p:cNvPr id="35" name="Rectangle 39"/>
              <p:cNvSpPr>
                <a:spLocks noChangeArrowheads="1"/>
              </p:cNvSpPr>
              <p:nvPr/>
            </p:nvSpPr>
            <p:spPr bwMode="auto">
              <a:xfrm>
                <a:off x="521" y="2478"/>
                <a:ext cx="635"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b="1">
                  <a:latin typeface="微软雅黑" panose="020B0503020204020204" pitchFamily="34" charset="-122"/>
                  <a:ea typeface="微软雅黑" panose="020B0503020204020204" pitchFamily="34" charset="-122"/>
                </a:endParaRPr>
              </a:p>
            </p:txBody>
          </p:sp>
          <p:sp>
            <p:nvSpPr>
              <p:cNvPr id="36" name="Rectangle 40"/>
              <p:cNvSpPr>
                <a:spLocks noChangeArrowheads="1"/>
              </p:cNvSpPr>
              <p:nvPr/>
            </p:nvSpPr>
            <p:spPr bwMode="auto">
              <a:xfrm>
                <a:off x="1156" y="2478"/>
                <a:ext cx="227" cy="136"/>
              </a:xfrm>
              <a:prstGeom prst="rect">
                <a:avLst/>
              </a:prstGeom>
              <a:solidFill>
                <a:srgbClr val="00CC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b="1">
                  <a:latin typeface="微软雅黑" panose="020B0503020204020204" pitchFamily="34" charset="-122"/>
                  <a:ea typeface="微软雅黑" panose="020B0503020204020204" pitchFamily="34" charset="-122"/>
                </a:endParaRPr>
              </a:p>
            </p:txBody>
          </p:sp>
        </p:grpSp>
        <p:sp>
          <p:nvSpPr>
            <p:cNvPr id="32" name="Line 60"/>
            <p:cNvSpPr>
              <a:spLocks noChangeShapeType="1"/>
            </p:cNvSpPr>
            <p:nvPr/>
          </p:nvSpPr>
          <p:spPr bwMode="auto">
            <a:xfrm>
              <a:off x="2583277" y="2926446"/>
              <a:ext cx="135291" cy="2303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33" name="Text Box 155"/>
            <p:cNvSpPr txBox="1">
              <a:spLocks noChangeArrowheads="1"/>
            </p:cNvSpPr>
            <p:nvPr/>
          </p:nvSpPr>
          <p:spPr bwMode="auto">
            <a:xfrm flipH="1">
              <a:off x="2132992" y="2828009"/>
              <a:ext cx="3674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a:solidFill>
                    <a:srgbClr val="0000FF"/>
                  </a:solidFill>
                  <a:latin typeface="微软雅黑" panose="020B0503020204020204" pitchFamily="34" charset="-122"/>
                  <a:ea typeface="微软雅黑" panose="020B0503020204020204" pitchFamily="34" charset="-122"/>
                  <a:sym typeface="Wingdings" panose="05000000000000000000" pitchFamily="2" charset="2"/>
                </a:rPr>
                <a:t></a:t>
              </a:r>
            </a:p>
          </p:txBody>
        </p:sp>
      </p:grpSp>
      <p:grpSp>
        <p:nvGrpSpPr>
          <p:cNvPr id="37" name="组合 36"/>
          <p:cNvGrpSpPr/>
          <p:nvPr/>
        </p:nvGrpSpPr>
        <p:grpSpPr>
          <a:xfrm>
            <a:off x="6079995" y="4321771"/>
            <a:ext cx="3779582" cy="1436310"/>
            <a:chOff x="4561998" y="2435344"/>
            <a:chExt cx="2933832" cy="1267524"/>
          </a:xfrm>
        </p:grpSpPr>
        <p:sp>
          <p:nvSpPr>
            <p:cNvPr id="38" name="Line 70"/>
            <p:cNvSpPr>
              <a:spLocks noChangeShapeType="1"/>
            </p:cNvSpPr>
            <p:nvPr/>
          </p:nvSpPr>
          <p:spPr bwMode="auto">
            <a:xfrm>
              <a:off x="5009746" y="2926446"/>
              <a:ext cx="345008" cy="24555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b="1">
                <a:latin typeface="微软雅黑" panose="020B0503020204020204" pitchFamily="34" charset="-122"/>
                <a:ea typeface="微软雅黑" panose="020B0503020204020204" pitchFamily="34" charset="-122"/>
              </a:endParaRPr>
            </a:p>
          </p:txBody>
        </p:sp>
        <p:grpSp>
          <p:nvGrpSpPr>
            <p:cNvPr id="39" name="组合 38"/>
            <p:cNvGrpSpPr/>
            <p:nvPr/>
          </p:nvGrpSpPr>
          <p:grpSpPr>
            <a:xfrm>
              <a:off x="4561998" y="2435344"/>
              <a:ext cx="2933832" cy="1267524"/>
              <a:chOff x="4561998" y="2435344"/>
              <a:chExt cx="2933832" cy="1267524"/>
            </a:xfrm>
          </p:grpSpPr>
          <p:sp>
            <p:nvSpPr>
              <p:cNvPr id="40" name="Text Box 69"/>
              <p:cNvSpPr txBox="1">
                <a:spLocks noChangeArrowheads="1"/>
              </p:cNvSpPr>
              <p:nvPr/>
            </p:nvSpPr>
            <p:spPr bwMode="auto">
              <a:xfrm>
                <a:off x="4975907" y="3181379"/>
                <a:ext cx="1457326" cy="521489"/>
              </a:xfrm>
              <a:prstGeom prst="rect">
                <a:avLst/>
              </a:prstGeom>
              <a:solidFill>
                <a:srgbClr val="FF66FF"/>
              </a:solidFill>
              <a:ln w="9525">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0000"/>
                  </a:lnSpc>
                </a:pPr>
                <a:r>
                  <a:rPr kumimoji="1" lang="en-US" altLang="zh-CN" b="1" dirty="0">
                    <a:solidFill>
                      <a:srgbClr val="000000"/>
                    </a:solidFill>
                    <a:latin typeface="微软雅黑" panose="020B0503020204020204" pitchFamily="34" charset="-122"/>
                    <a:ea typeface="微软雅黑" panose="020B0503020204020204" pitchFamily="34" charset="-122"/>
                  </a:rPr>
                  <a:t>S = 213.18.2.4</a:t>
                </a:r>
              </a:p>
              <a:p>
                <a:pPr eaLnBrk="1" hangingPunct="1">
                  <a:lnSpc>
                    <a:spcPct val="90000"/>
                  </a:lnSpc>
                </a:pPr>
                <a:r>
                  <a:rPr kumimoji="1" lang="en-US" altLang="zh-CN" b="1" dirty="0">
                    <a:solidFill>
                      <a:srgbClr val="000000"/>
                    </a:solidFill>
                    <a:latin typeface="微软雅黑" panose="020B0503020204020204" pitchFamily="34" charset="-122"/>
                    <a:ea typeface="微软雅黑" panose="020B0503020204020204" pitchFamily="34" charset="-122"/>
                  </a:rPr>
                  <a:t>D =</a:t>
                </a:r>
                <a:r>
                  <a:rPr kumimoji="1" lang="en-US" altLang="zh-CN" b="1" dirty="0">
                    <a:latin typeface="微软雅黑" panose="020B0503020204020204" pitchFamily="34" charset="-122"/>
                    <a:ea typeface="微软雅黑" panose="020B0503020204020204" pitchFamily="34" charset="-122"/>
                  </a:rPr>
                  <a:t> </a:t>
                </a:r>
                <a:r>
                  <a:rPr kumimoji="1" lang="en-US" altLang="zh-CN" b="1" dirty="0">
                    <a:solidFill>
                      <a:srgbClr val="0000FF"/>
                    </a:solidFill>
                    <a:latin typeface="微软雅黑" panose="020B0503020204020204" pitchFamily="34" charset="-122"/>
                    <a:ea typeface="微软雅黑" panose="020B0503020204020204" pitchFamily="34" charset="-122"/>
                  </a:rPr>
                  <a:t>172.38.1.5</a:t>
                </a:r>
              </a:p>
            </p:txBody>
          </p:sp>
          <p:sp>
            <p:nvSpPr>
              <p:cNvPr id="41" name="Freeform 71"/>
              <p:cNvSpPr>
                <a:spLocks/>
              </p:cNvSpPr>
              <p:nvPr/>
            </p:nvSpPr>
            <p:spPr bwMode="auto">
              <a:xfrm>
                <a:off x="5529670" y="2435344"/>
                <a:ext cx="1966160" cy="491102"/>
              </a:xfrm>
              <a:custGeom>
                <a:avLst/>
                <a:gdLst>
                  <a:gd name="T0" fmla="*/ 0 w 1688"/>
                  <a:gd name="T1" fmla="*/ 2147483647 h 427"/>
                  <a:gd name="T2" fmla="*/ 2147483647 w 1688"/>
                  <a:gd name="T3" fmla="*/ 2147483647 h 427"/>
                  <a:gd name="T4" fmla="*/ 2147483647 w 1688"/>
                  <a:gd name="T5" fmla="*/ 2147483647 h 427"/>
                  <a:gd name="T6" fmla="*/ 2147483647 w 1688"/>
                  <a:gd name="T7" fmla="*/ 2147483647 h 427"/>
                  <a:gd name="T8" fmla="*/ 2147483647 w 1688"/>
                  <a:gd name="T9" fmla="*/ 2147483647 h 427"/>
                  <a:gd name="T10" fmla="*/ 2147483647 w 1688"/>
                  <a:gd name="T11" fmla="*/ 0 h 427"/>
                  <a:gd name="T12" fmla="*/ 0 60000 65536"/>
                  <a:gd name="T13" fmla="*/ 0 60000 65536"/>
                  <a:gd name="T14" fmla="*/ 0 60000 65536"/>
                  <a:gd name="T15" fmla="*/ 0 60000 65536"/>
                  <a:gd name="T16" fmla="*/ 0 60000 65536"/>
                  <a:gd name="T17" fmla="*/ 0 60000 65536"/>
                  <a:gd name="T18" fmla="*/ 0 w 1688"/>
                  <a:gd name="T19" fmla="*/ 0 h 427"/>
                  <a:gd name="T20" fmla="*/ 1688 w 1688"/>
                  <a:gd name="T21" fmla="*/ 427 h 427"/>
                </a:gdLst>
                <a:ahLst/>
                <a:cxnLst>
                  <a:cxn ang="T12">
                    <a:pos x="T0" y="T1"/>
                  </a:cxn>
                  <a:cxn ang="T13">
                    <a:pos x="T2" y="T3"/>
                  </a:cxn>
                  <a:cxn ang="T14">
                    <a:pos x="T4" y="T5"/>
                  </a:cxn>
                  <a:cxn ang="T15">
                    <a:pos x="T6" y="T7"/>
                  </a:cxn>
                  <a:cxn ang="T16">
                    <a:pos x="T8" y="T9"/>
                  </a:cxn>
                  <a:cxn ang="T17">
                    <a:pos x="T10" y="T11"/>
                  </a:cxn>
                </a:cxnLst>
                <a:rect l="T18" t="T19" r="T20" b="T21"/>
                <a:pathLst>
                  <a:path w="1688" h="427">
                    <a:moveTo>
                      <a:pt x="0" y="425"/>
                    </a:moveTo>
                    <a:cubicBezTo>
                      <a:pt x="76" y="424"/>
                      <a:pt x="320" y="427"/>
                      <a:pt x="456" y="416"/>
                    </a:cubicBezTo>
                    <a:cubicBezTo>
                      <a:pt x="592" y="405"/>
                      <a:pt x="712" y="381"/>
                      <a:pt x="816" y="360"/>
                    </a:cubicBezTo>
                    <a:cubicBezTo>
                      <a:pt x="920" y="339"/>
                      <a:pt x="993" y="316"/>
                      <a:pt x="1080" y="288"/>
                    </a:cubicBezTo>
                    <a:cubicBezTo>
                      <a:pt x="1167" y="260"/>
                      <a:pt x="1235" y="240"/>
                      <a:pt x="1336" y="192"/>
                    </a:cubicBezTo>
                    <a:cubicBezTo>
                      <a:pt x="1437" y="144"/>
                      <a:pt x="1615" y="40"/>
                      <a:pt x="1688" y="0"/>
                    </a:cubicBezTo>
                  </a:path>
                </a:pathLst>
              </a:custGeom>
              <a:noFill/>
              <a:ln w="38100" cmpd="sng">
                <a:solidFill>
                  <a:srgbClr val="000099"/>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600" b="1">
                  <a:latin typeface="微软雅黑" panose="020B0503020204020204" pitchFamily="34" charset="-122"/>
                  <a:ea typeface="微软雅黑" panose="020B0503020204020204" pitchFamily="34" charset="-122"/>
                </a:endParaRPr>
              </a:p>
            </p:txBody>
          </p:sp>
          <p:grpSp>
            <p:nvGrpSpPr>
              <p:cNvPr id="42" name="Group 42"/>
              <p:cNvGrpSpPr>
                <a:grpSpLocks/>
              </p:cNvGrpSpPr>
              <p:nvPr/>
            </p:nvGrpSpPr>
            <p:grpSpPr bwMode="auto">
              <a:xfrm flipH="1">
                <a:off x="4837242" y="2877768"/>
                <a:ext cx="632936" cy="98437"/>
                <a:chOff x="521" y="2478"/>
                <a:chExt cx="1044" cy="136"/>
              </a:xfrm>
            </p:grpSpPr>
            <p:sp>
              <p:nvSpPr>
                <p:cNvPr id="44" name="AutoShape 41"/>
                <p:cNvSpPr>
                  <a:spLocks noChangeArrowheads="1"/>
                </p:cNvSpPr>
                <p:nvPr/>
              </p:nvSpPr>
              <p:spPr bwMode="auto">
                <a:xfrm>
                  <a:off x="1383" y="2505"/>
                  <a:ext cx="182" cy="91"/>
                </a:xfrm>
                <a:prstGeom prst="rightArrow">
                  <a:avLst>
                    <a:gd name="adj1" fmla="val 49454"/>
                    <a:gd name="adj2" fmla="val 72528"/>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b="1">
                    <a:latin typeface="微软雅黑" panose="020B0503020204020204" pitchFamily="34" charset="-122"/>
                    <a:ea typeface="微软雅黑" panose="020B0503020204020204" pitchFamily="34" charset="-122"/>
                  </a:endParaRPr>
                </a:p>
              </p:txBody>
            </p:sp>
            <p:sp>
              <p:nvSpPr>
                <p:cNvPr id="45" name="Rectangle 39"/>
                <p:cNvSpPr>
                  <a:spLocks noChangeArrowheads="1"/>
                </p:cNvSpPr>
                <p:nvPr/>
              </p:nvSpPr>
              <p:spPr bwMode="auto">
                <a:xfrm>
                  <a:off x="521" y="2478"/>
                  <a:ext cx="635"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b="1">
                    <a:latin typeface="微软雅黑" panose="020B0503020204020204" pitchFamily="34" charset="-122"/>
                    <a:ea typeface="微软雅黑" panose="020B0503020204020204" pitchFamily="34" charset="-122"/>
                  </a:endParaRPr>
                </a:p>
              </p:txBody>
            </p:sp>
            <p:sp>
              <p:nvSpPr>
                <p:cNvPr id="46" name="Rectangle 40"/>
                <p:cNvSpPr>
                  <a:spLocks noChangeArrowheads="1"/>
                </p:cNvSpPr>
                <p:nvPr/>
              </p:nvSpPr>
              <p:spPr bwMode="auto">
                <a:xfrm>
                  <a:off x="1156" y="2478"/>
                  <a:ext cx="227" cy="136"/>
                </a:xfrm>
                <a:prstGeom prst="rect">
                  <a:avLst/>
                </a:prstGeom>
                <a:solidFill>
                  <a:srgbClr val="FF33CC"/>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b="1">
                    <a:latin typeface="微软雅黑" panose="020B0503020204020204" pitchFamily="34" charset="-122"/>
                    <a:ea typeface="微软雅黑" panose="020B0503020204020204" pitchFamily="34" charset="-122"/>
                  </a:endParaRPr>
                </a:p>
              </p:txBody>
            </p:sp>
          </p:grpSp>
          <p:sp>
            <p:nvSpPr>
              <p:cNvPr id="43" name="Text Box 154"/>
              <p:cNvSpPr txBox="1">
                <a:spLocks noChangeArrowheads="1"/>
              </p:cNvSpPr>
              <p:nvPr/>
            </p:nvSpPr>
            <p:spPr bwMode="auto">
              <a:xfrm flipH="1">
                <a:off x="4561998" y="2818274"/>
                <a:ext cx="3674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a:solidFill>
                      <a:srgbClr val="0000FF"/>
                    </a:solidFill>
                    <a:latin typeface="微软雅黑" panose="020B0503020204020204" pitchFamily="34" charset="-122"/>
                    <a:ea typeface="微软雅黑" panose="020B0503020204020204" pitchFamily="34" charset="-122"/>
                    <a:sym typeface="Wingdings" panose="05000000000000000000" pitchFamily="2" charset="2"/>
                  </a:rPr>
                  <a:t></a:t>
                </a:r>
              </a:p>
            </p:txBody>
          </p:sp>
        </p:grpSp>
      </p:grpSp>
      <p:grpSp>
        <p:nvGrpSpPr>
          <p:cNvPr id="47" name="组合 46"/>
          <p:cNvGrpSpPr/>
          <p:nvPr/>
        </p:nvGrpSpPr>
        <p:grpSpPr>
          <a:xfrm>
            <a:off x="2756477" y="3933202"/>
            <a:ext cx="1976822" cy="899100"/>
            <a:chOff x="1982177" y="2092438"/>
            <a:chExt cx="1534472" cy="793444"/>
          </a:xfrm>
        </p:grpSpPr>
        <p:grpSp>
          <p:nvGrpSpPr>
            <p:cNvPr id="48" name="Group 42"/>
            <p:cNvGrpSpPr>
              <a:grpSpLocks/>
            </p:cNvGrpSpPr>
            <p:nvPr/>
          </p:nvGrpSpPr>
          <p:grpSpPr bwMode="auto">
            <a:xfrm>
              <a:off x="2075913" y="2680895"/>
              <a:ext cx="632937" cy="98437"/>
              <a:chOff x="521" y="2478"/>
              <a:chExt cx="1044" cy="136"/>
            </a:xfrm>
          </p:grpSpPr>
          <p:sp>
            <p:nvSpPr>
              <p:cNvPr id="52" name="AutoShape 41"/>
              <p:cNvSpPr>
                <a:spLocks noChangeArrowheads="1"/>
              </p:cNvSpPr>
              <p:nvPr/>
            </p:nvSpPr>
            <p:spPr bwMode="auto">
              <a:xfrm>
                <a:off x="1383" y="2505"/>
                <a:ext cx="182" cy="91"/>
              </a:xfrm>
              <a:prstGeom prst="rightArrow">
                <a:avLst>
                  <a:gd name="adj1" fmla="val 49454"/>
                  <a:gd name="adj2" fmla="val 72528"/>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b="1">
                  <a:latin typeface="微软雅黑" panose="020B0503020204020204" pitchFamily="34" charset="-122"/>
                  <a:ea typeface="微软雅黑" panose="020B0503020204020204" pitchFamily="34" charset="-122"/>
                </a:endParaRPr>
              </a:p>
            </p:txBody>
          </p:sp>
          <p:sp>
            <p:nvSpPr>
              <p:cNvPr id="53" name="Rectangle 39"/>
              <p:cNvSpPr>
                <a:spLocks noChangeArrowheads="1"/>
              </p:cNvSpPr>
              <p:nvPr/>
            </p:nvSpPr>
            <p:spPr bwMode="auto">
              <a:xfrm>
                <a:off x="521" y="2478"/>
                <a:ext cx="635"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b="1">
                  <a:latin typeface="微软雅黑" panose="020B0503020204020204" pitchFamily="34" charset="-122"/>
                  <a:ea typeface="微软雅黑" panose="020B0503020204020204" pitchFamily="34" charset="-122"/>
                </a:endParaRPr>
              </a:p>
            </p:txBody>
          </p:sp>
          <p:sp>
            <p:nvSpPr>
              <p:cNvPr id="54" name="Rectangle 40"/>
              <p:cNvSpPr>
                <a:spLocks noChangeArrowheads="1"/>
              </p:cNvSpPr>
              <p:nvPr/>
            </p:nvSpPr>
            <p:spPr bwMode="auto">
              <a:xfrm>
                <a:off x="1156" y="2478"/>
                <a:ext cx="227" cy="136"/>
              </a:xfrm>
              <a:prstGeom prst="rect">
                <a:avLst/>
              </a:prstGeom>
              <a:solidFill>
                <a:srgbClr val="00CC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b="1">
                  <a:latin typeface="微软雅黑" panose="020B0503020204020204" pitchFamily="34" charset="-122"/>
                  <a:ea typeface="微软雅黑" panose="020B0503020204020204" pitchFamily="34" charset="-122"/>
                </a:endParaRPr>
              </a:p>
            </p:txBody>
          </p:sp>
        </p:grpSp>
        <p:sp>
          <p:nvSpPr>
            <p:cNvPr id="49" name="Text Box 44"/>
            <p:cNvSpPr txBox="1">
              <a:spLocks noChangeArrowheads="1"/>
            </p:cNvSpPr>
            <p:nvPr/>
          </p:nvSpPr>
          <p:spPr bwMode="auto">
            <a:xfrm>
              <a:off x="1982177" y="2092438"/>
              <a:ext cx="1534472" cy="521489"/>
            </a:xfrm>
            <a:prstGeom prst="rect">
              <a:avLst/>
            </a:prstGeom>
            <a:solidFill>
              <a:srgbClr val="66FF66"/>
            </a:solidFill>
            <a:ln w="9525">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0000"/>
                </a:lnSpc>
              </a:pPr>
              <a:r>
                <a:rPr kumimoji="1" lang="en-US" altLang="zh-CN" b="1" dirty="0">
                  <a:solidFill>
                    <a:srgbClr val="000000"/>
                  </a:solidFill>
                  <a:latin typeface="微软雅黑" panose="020B0503020204020204" pitchFamily="34" charset="-122"/>
                  <a:ea typeface="微软雅黑" panose="020B0503020204020204" pitchFamily="34" charset="-122"/>
                </a:rPr>
                <a:t>S = 192.168.0.3</a:t>
              </a:r>
            </a:p>
            <a:p>
              <a:pPr eaLnBrk="1" hangingPunct="1">
                <a:lnSpc>
                  <a:spcPct val="90000"/>
                </a:lnSpc>
              </a:pPr>
              <a:r>
                <a:rPr kumimoji="1" lang="en-US" altLang="zh-CN" b="1" dirty="0">
                  <a:solidFill>
                    <a:srgbClr val="000000"/>
                  </a:solidFill>
                  <a:latin typeface="微软雅黑" panose="020B0503020204020204" pitchFamily="34" charset="-122"/>
                  <a:ea typeface="微软雅黑" panose="020B0503020204020204" pitchFamily="34" charset="-122"/>
                </a:rPr>
                <a:t>D = </a:t>
              </a:r>
              <a:r>
                <a:rPr kumimoji="1" lang="en-US" altLang="zh-CN" b="1" dirty="0" smtClean="0">
                  <a:solidFill>
                    <a:srgbClr val="000000"/>
                  </a:solidFill>
                  <a:latin typeface="微软雅黑" panose="020B0503020204020204" pitchFamily="34" charset="-122"/>
                  <a:ea typeface="微软雅黑" panose="020B0503020204020204" pitchFamily="34" charset="-122"/>
                </a:rPr>
                <a:t>213.18.2.4</a:t>
              </a:r>
              <a:endParaRPr kumimoji="1" lang="en-US" altLang="zh-CN" b="1" dirty="0">
                <a:solidFill>
                  <a:srgbClr val="000000"/>
                </a:solidFill>
                <a:latin typeface="微软雅黑" panose="020B0503020204020204" pitchFamily="34" charset="-122"/>
                <a:ea typeface="微软雅黑" panose="020B0503020204020204" pitchFamily="34" charset="-122"/>
              </a:endParaRPr>
            </a:p>
          </p:txBody>
        </p:sp>
        <p:sp>
          <p:nvSpPr>
            <p:cNvPr id="50" name="Line 51"/>
            <p:cNvSpPr>
              <a:spLocks noChangeShapeType="1"/>
            </p:cNvSpPr>
            <p:nvPr/>
          </p:nvSpPr>
          <p:spPr bwMode="auto">
            <a:xfrm flipH="1">
              <a:off x="2527159" y="2513861"/>
              <a:ext cx="257518" cy="2137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51" name="Text Box 177"/>
            <p:cNvSpPr txBox="1">
              <a:spLocks noChangeArrowheads="1"/>
            </p:cNvSpPr>
            <p:nvPr/>
          </p:nvSpPr>
          <p:spPr bwMode="auto">
            <a:xfrm flipH="1">
              <a:off x="2650503" y="2547328"/>
              <a:ext cx="3674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0000FF"/>
                  </a:solidFill>
                  <a:latin typeface="微软雅黑" panose="020B0503020204020204" pitchFamily="34" charset="-122"/>
                  <a:ea typeface="微软雅黑" panose="020B0503020204020204" pitchFamily="34" charset="-122"/>
                  <a:sym typeface="Wingdings" panose="05000000000000000000" pitchFamily="2" charset="2"/>
                </a:rPr>
                <a:t></a:t>
              </a:r>
            </a:p>
          </p:txBody>
        </p:sp>
      </p:grpSp>
      <p:sp>
        <p:nvSpPr>
          <p:cNvPr id="55" name="椭圆 54"/>
          <p:cNvSpPr/>
          <p:nvPr/>
        </p:nvSpPr>
        <p:spPr>
          <a:xfrm>
            <a:off x="5725403" y="4736079"/>
            <a:ext cx="73532" cy="55159"/>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b="1">
              <a:latin typeface="微软雅黑" panose="020B0503020204020204" pitchFamily="34" charset="-122"/>
              <a:ea typeface="微软雅黑" panose="020B0503020204020204" pitchFamily="34" charset="-122"/>
            </a:endParaRPr>
          </a:p>
        </p:txBody>
      </p:sp>
      <p:sp>
        <p:nvSpPr>
          <p:cNvPr id="56" name="Line 53"/>
          <p:cNvSpPr>
            <a:spLocks noChangeShapeType="1"/>
          </p:cNvSpPr>
          <p:nvPr/>
        </p:nvSpPr>
        <p:spPr bwMode="auto">
          <a:xfrm flipH="1">
            <a:off x="5674745" y="4766723"/>
            <a:ext cx="93144" cy="573554"/>
          </a:xfrm>
          <a:prstGeom prst="line">
            <a:avLst/>
          </a:prstGeom>
          <a:noFill/>
          <a:ln w="9525">
            <a:solidFill>
              <a:schemeClr val="tx1"/>
            </a:solidFill>
            <a:round/>
            <a:headEnd type="triangle" w="sm" len="lg"/>
            <a:tailEnd type="none" w="sm" len="lg"/>
          </a:ln>
          <a:extLst>
            <a:ext uri="{909E8E84-426E-40DD-AFC4-6F175D3DCCD1}">
              <a14:hiddenFill xmlns:a14="http://schemas.microsoft.com/office/drawing/2010/main">
                <a:noFill/>
              </a14:hiddenFill>
            </a:ext>
          </a:extLst>
        </p:spPr>
        <p:txBody>
          <a:bodyPr/>
          <a:lstStyle/>
          <a:p>
            <a:endParaRPr lang="zh-CN" altLang="en-US" sz="1600" b="1">
              <a:latin typeface="微软雅黑" panose="020B0503020204020204" pitchFamily="34" charset="-122"/>
              <a:ea typeface="微软雅黑" panose="020B0503020204020204" pitchFamily="34" charset="-122"/>
            </a:endParaRPr>
          </a:p>
        </p:txBody>
      </p:sp>
      <p:grpSp>
        <p:nvGrpSpPr>
          <p:cNvPr id="57" name="组合 56"/>
          <p:cNvGrpSpPr/>
          <p:nvPr/>
        </p:nvGrpSpPr>
        <p:grpSpPr>
          <a:xfrm>
            <a:off x="4997585" y="2791495"/>
            <a:ext cx="2910264" cy="1893102"/>
            <a:chOff x="3613161" y="1084897"/>
            <a:chExt cx="2259040" cy="1670638"/>
          </a:xfrm>
        </p:grpSpPr>
        <p:sp>
          <p:nvSpPr>
            <p:cNvPr id="58" name="Text Box 76"/>
            <p:cNvSpPr txBox="1">
              <a:spLocks noChangeArrowheads="1"/>
            </p:cNvSpPr>
            <p:nvPr/>
          </p:nvSpPr>
          <p:spPr bwMode="auto">
            <a:xfrm>
              <a:off x="3613161" y="1084897"/>
              <a:ext cx="2259040" cy="1067423"/>
            </a:xfrm>
            <a:prstGeom prst="rect">
              <a:avLst/>
            </a:prstGeom>
            <a:solidFill>
              <a:srgbClr val="FFFFFF"/>
            </a:solidFill>
            <a:ln w="9525">
              <a:solidFill>
                <a:schemeClr val="tx1"/>
              </a:solidFill>
              <a:miter lim="800000"/>
              <a:headEnd/>
              <a:tailEnd/>
            </a:ln>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ts val="600"/>
                </a:spcBef>
              </a:pPr>
              <a:r>
                <a:rPr kumimoji="1" lang="en-US" altLang="zh-CN" sz="1600" b="1" dirty="0">
                  <a:solidFill>
                    <a:srgbClr val="000000"/>
                  </a:solidFill>
                  <a:latin typeface="微软雅黑" panose="020B0503020204020204" pitchFamily="34" charset="-122"/>
                  <a:ea typeface="微软雅黑" panose="020B0503020204020204" pitchFamily="34" charset="-122"/>
                </a:rPr>
                <a:t>NAT </a:t>
              </a:r>
              <a:r>
                <a:rPr kumimoji="1" lang="zh-CN" altLang="en-US" sz="1600" b="1" dirty="0">
                  <a:solidFill>
                    <a:srgbClr val="000000"/>
                  </a:solidFill>
                  <a:latin typeface="微软雅黑" panose="020B0503020204020204" pitchFamily="34" charset="-122"/>
                  <a:ea typeface="微软雅黑" panose="020B0503020204020204" pitchFamily="34" charset="-122"/>
                </a:rPr>
                <a:t>转换表</a:t>
              </a:r>
              <a:endParaRPr kumimoji="1" lang="en-US" altLang="zh-CN" sz="1600" b="1" dirty="0">
                <a:solidFill>
                  <a:srgbClr val="000000"/>
                </a:solidFill>
                <a:latin typeface="微软雅黑" panose="020B0503020204020204" pitchFamily="34" charset="-122"/>
                <a:ea typeface="微软雅黑" panose="020B0503020204020204" pitchFamily="34" charset="-122"/>
              </a:endParaRPr>
            </a:p>
            <a:p>
              <a:pPr algn="ctr" eaLnBrk="1" hangingPunct="1">
                <a:lnSpc>
                  <a:spcPct val="90000"/>
                </a:lnSpc>
                <a:spcBef>
                  <a:spcPts val="600"/>
                </a:spcBef>
              </a:pPr>
              <a:r>
                <a:rPr kumimoji="1" lang="zh-CN" altLang="en-US" sz="1600" b="1" dirty="0" smtClean="0">
                  <a:solidFill>
                    <a:srgbClr val="000000"/>
                  </a:solidFill>
                  <a:latin typeface="微软雅黑" panose="020B0503020204020204" pitchFamily="34" charset="-122"/>
                  <a:ea typeface="微软雅黑" panose="020B0503020204020204" pitchFamily="34" charset="-122"/>
                </a:rPr>
                <a:t>  专用地址        </a:t>
              </a:r>
              <a:r>
                <a:rPr kumimoji="1" lang="zh-CN" altLang="en-US" sz="1600" b="1" dirty="0">
                  <a:solidFill>
                    <a:srgbClr val="000000"/>
                  </a:solidFill>
                  <a:latin typeface="微软雅黑" panose="020B0503020204020204" pitchFamily="34" charset="-122"/>
                  <a:ea typeface="微软雅黑" panose="020B0503020204020204" pitchFamily="34" charset="-122"/>
                </a:rPr>
                <a:t>全球 </a:t>
              </a:r>
              <a:r>
                <a:rPr kumimoji="1" lang="en-US" altLang="zh-CN" sz="1600" b="1" dirty="0">
                  <a:solidFill>
                    <a:srgbClr val="000000"/>
                  </a:solidFill>
                  <a:latin typeface="微软雅黑" panose="020B0503020204020204" pitchFamily="34" charset="-122"/>
                  <a:ea typeface="微软雅黑" panose="020B0503020204020204" pitchFamily="34" charset="-122"/>
                </a:rPr>
                <a:t>IP </a:t>
              </a:r>
              <a:r>
                <a:rPr kumimoji="1" lang="zh-CN" altLang="en-US" sz="1600" b="1" dirty="0">
                  <a:solidFill>
                    <a:srgbClr val="000000"/>
                  </a:solidFill>
                  <a:latin typeface="微软雅黑" panose="020B0503020204020204" pitchFamily="34" charset="-122"/>
                  <a:ea typeface="微软雅黑" panose="020B0503020204020204" pitchFamily="34" charset="-122"/>
                </a:rPr>
                <a:t>地址      </a:t>
              </a:r>
              <a:endParaRPr kumimoji="1" lang="en-US" altLang="zh-CN" sz="1600" b="1" dirty="0" smtClean="0">
                <a:solidFill>
                  <a:srgbClr val="000000"/>
                </a:solidFill>
                <a:latin typeface="微软雅黑" panose="020B0503020204020204" pitchFamily="34" charset="-122"/>
                <a:ea typeface="微软雅黑" panose="020B0503020204020204" pitchFamily="34" charset="-122"/>
              </a:endParaRPr>
            </a:p>
            <a:p>
              <a:pPr eaLnBrk="1" hangingPunct="1">
                <a:lnSpc>
                  <a:spcPct val="90000"/>
                </a:lnSpc>
                <a:spcBef>
                  <a:spcPts val="600"/>
                </a:spcBef>
              </a:pPr>
              <a:r>
                <a:rPr kumimoji="1" lang="en-US" altLang="zh-CN" sz="1600" b="1" dirty="0" smtClean="0">
                  <a:solidFill>
                    <a:srgbClr val="0000FF"/>
                  </a:solidFill>
                  <a:latin typeface="微软雅黑" panose="020B0503020204020204" pitchFamily="34" charset="-122"/>
                  <a:ea typeface="微软雅黑" panose="020B0503020204020204" pitchFamily="34" charset="-122"/>
                </a:rPr>
                <a:t>192.168.0.3      172.38.1.5  </a:t>
              </a:r>
            </a:p>
            <a:p>
              <a:pPr eaLnBrk="1" hangingPunct="1">
                <a:lnSpc>
                  <a:spcPct val="90000"/>
                </a:lnSpc>
                <a:spcBef>
                  <a:spcPts val="600"/>
                </a:spcBef>
              </a:pPr>
              <a:r>
                <a:rPr kumimoji="1" lang="en-US" altLang="zh-CN" sz="1200" b="1" dirty="0" smtClean="0">
                  <a:latin typeface="微软雅黑" panose="020B0503020204020204" pitchFamily="34" charset="-122"/>
                  <a:ea typeface="微软雅黑" panose="020B0503020204020204" pitchFamily="34" charset="-122"/>
                </a:rPr>
                <a:t>       </a:t>
              </a:r>
              <a:r>
                <a:rPr kumimoji="1" lang="en-US" altLang="zh-CN" sz="1600" b="1" dirty="0" smtClean="0">
                  <a:solidFill>
                    <a:srgbClr val="000000"/>
                  </a:solidFill>
                  <a:latin typeface="微软雅黑" panose="020B0503020204020204" pitchFamily="34" charset="-122"/>
                  <a:ea typeface="微软雅黑" panose="020B0503020204020204" pitchFamily="34" charset="-122"/>
                </a:rPr>
                <a:t>…                    …</a:t>
              </a:r>
              <a:endParaRPr kumimoji="1" lang="en-US" altLang="zh-CN" sz="1600" b="1" dirty="0">
                <a:solidFill>
                  <a:srgbClr val="000000"/>
                </a:solidFill>
                <a:latin typeface="微软雅黑" panose="020B0503020204020204" pitchFamily="34" charset="-122"/>
                <a:ea typeface="微软雅黑" panose="020B0503020204020204" pitchFamily="34" charset="-122"/>
              </a:endParaRPr>
            </a:p>
          </p:txBody>
        </p:sp>
        <p:cxnSp>
          <p:nvCxnSpPr>
            <p:cNvPr id="59" name="直接连接符 58"/>
            <p:cNvCxnSpPr/>
            <p:nvPr/>
          </p:nvCxnSpPr>
          <p:spPr>
            <a:xfrm>
              <a:off x="3613161" y="1329708"/>
              <a:ext cx="225904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3613161" y="1560773"/>
              <a:ext cx="225904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a:endCxn id="58" idx="2"/>
            </p:cNvCxnSpPr>
            <p:nvPr/>
          </p:nvCxnSpPr>
          <p:spPr>
            <a:xfrm>
              <a:off x="4742681" y="1329708"/>
              <a:ext cx="0" cy="8226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a:stCxn id="58" idx="2"/>
              <a:endCxn id="12" idx="0"/>
            </p:cNvCxnSpPr>
            <p:nvPr/>
          </p:nvCxnSpPr>
          <p:spPr>
            <a:xfrm flipH="1">
              <a:off x="3958683" y="2152320"/>
              <a:ext cx="783998" cy="60321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3" name="Text Box 52"/>
          <p:cNvSpPr txBox="1">
            <a:spLocks noChangeArrowheads="1"/>
          </p:cNvSpPr>
          <p:nvPr/>
        </p:nvSpPr>
        <p:spPr bwMode="auto">
          <a:xfrm>
            <a:off x="10095862" y="4044747"/>
            <a:ext cx="419631" cy="355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pPr>
            <a:r>
              <a:rPr kumimoji="1" lang="en-US" altLang="zh-CN" sz="1600" b="1" dirty="0">
                <a:solidFill>
                  <a:srgbClr val="0000FF"/>
                </a:solidFill>
                <a:latin typeface="微软雅黑" panose="020B0503020204020204" pitchFamily="34" charset="-122"/>
                <a:ea typeface="微软雅黑" panose="020B0503020204020204" pitchFamily="34" charset="-122"/>
              </a:rPr>
              <a:t>B</a:t>
            </a:r>
          </a:p>
        </p:txBody>
      </p:sp>
      <p:grpSp>
        <p:nvGrpSpPr>
          <p:cNvPr id="64" name="组合 63"/>
          <p:cNvGrpSpPr/>
          <p:nvPr/>
        </p:nvGrpSpPr>
        <p:grpSpPr>
          <a:xfrm>
            <a:off x="6137187" y="3961074"/>
            <a:ext cx="3707682" cy="891745"/>
            <a:chOff x="4606392" y="2117035"/>
            <a:chExt cx="2878021" cy="786953"/>
          </a:xfrm>
        </p:grpSpPr>
        <p:sp>
          <p:nvSpPr>
            <p:cNvPr id="65" name="Text Box 141"/>
            <p:cNvSpPr txBox="1">
              <a:spLocks noChangeArrowheads="1"/>
            </p:cNvSpPr>
            <p:nvPr/>
          </p:nvSpPr>
          <p:spPr bwMode="auto">
            <a:xfrm flipH="1">
              <a:off x="5198738" y="2565434"/>
              <a:ext cx="3674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dirty="0">
                  <a:solidFill>
                    <a:srgbClr val="0000FF"/>
                  </a:solidFill>
                  <a:latin typeface="微软雅黑" panose="020B0503020204020204" pitchFamily="34" charset="-122"/>
                  <a:ea typeface="微软雅黑" panose="020B0503020204020204" pitchFamily="34" charset="-122"/>
                  <a:sym typeface="Wingdings" panose="05000000000000000000" pitchFamily="2" charset="2"/>
                </a:rPr>
                <a:t></a:t>
              </a:r>
            </a:p>
          </p:txBody>
        </p:sp>
        <p:grpSp>
          <p:nvGrpSpPr>
            <p:cNvPr id="66" name="组合 65"/>
            <p:cNvGrpSpPr/>
            <p:nvPr/>
          </p:nvGrpSpPr>
          <p:grpSpPr>
            <a:xfrm>
              <a:off x="4606392" y="2117035"/>
              <a:ext cx="2878021" cy="662297"/>
              <a:chOff x="4606392" y="2117035"/>
              <a:chExt cx="2878021" cy="662297"/>
            </a:xfrm>
          </p:grpSpPr>
          <p:sp>
            <p:nvSpPr>
              <p:cNvPr id="67" name="Text Box 50"/>
              <p:cNvSpPr txBox="1">
                <a:spLocks noChangeArrowheads="1"/>
              </p:cNvSpPr>
              <p:nvPr/>
            </p:nvSpPr>
            <p:spPr bwMode="auto">
              <a:xfrm>
                <a:off x="4956375" y="2117035"/>
                <a:ext cx="1457326" cy="521488"/>
              </a:xfrm>
              <a:prstGeom prst="rect">
                <a:avLst/>
              </a:prstGeom>
              <a:solidFill>
                <a:srgbClr val="FF66FF"/>
              </a:solidFill>
              <a:ln w="9525">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0000"/>
                  </a:lnSpc>
                </a:pPr>
                <a:r>
                  <a:rPr kumimoji="1" lang="en-US" altLang="zh-CN" b="1" dirty="0">
                    <a:solidFill>
                      <a:srgbClr val="000000"/>
                    </a:solidFill>
                    <a:latin typeface="微软雅黑" panose="020B0503020204020204" pitchFamily="34" charset="-122"/>
                    <a:ea typeface="微软雅黑" panose="020B0503020204020204" pitchFamily="34" charset="-122"/>
                  </a:rPr>
                  <a:t>S =</a:t>
                </a:r>
                <a:r>
                  <a:rPr kumimoji="1" lang="en-US" altLang="zh-CN" b="1" dirty="0">
                    <a:latin typeface="微软雅黑" panose="020B0503020204020204" pitchFamily="34" charset="-122"/>
                    <a:ea typeface="微软雅黑" panose="020B0503020204020204" pitchFamily="34" charset="-122"/>
                  </a:rPr>
                  <a:t> </a:t>
                </a:r>
                <a:r>
                  <a:rPr kumimoji="1" lang="en-US" altLang="zh-CN" b="1" dirty="0">
                    <a:solidFill>
                      <a:srgbClr val="0000FF"/>
                    </a:solidFill>
                    <a:latin typeface="微软雅黑" panose="020B0503020204020204" pitchFamily="34" charset="-122"/>
                    <a:ea typeface="微软雅黑" panose="020B0503020204020204" pitchFamily="34" charset="-122"/>
                  </a:rPr>
                  <a:t>172.38.1.5</a:t>
                </a:r>
              </a:p>
              <a:p>
                <a:pPr eaLnBrk="1" hangingPunct="1">
                  <a:lnSpc>
                    <a:spcPct val="90000"/>
                  </a:lnSpc>
                </a:pPr>
                <a:r>
                  <a:rPr kumimoji="1" lang="en-US" altLang="zh-CN" b="1" dirty="0">
                    <a:solidFill>
                      <a:srgbClr val="000000"/>
                    </a:solidFill>
                    <a:latin typeface="微软雅黑" panose="020B0503020204020204" pitchFamily="34" charset="-122"/>
                    <a:ea typeface="微软雅黑" panose="020B0503020204020204" pitchFamily="34" charset="-122"/>
                  </a:rPr>
                  <a:t>D = 213.18.2.4</a:t>
                </a:r>
              </a:p>
            </p:txBody>
          </p:sp>
          <p:sp>
            <p:nvSpPr>
              <p:cNvPr id="68" name="Freeform 54"/>
              <p:cNvSpPr>
                <a:spLocks/>
              </p:cNvSpPr>
              <p:nvPr/>
            </p:nvSpPr>
            <p:spPr bwMode="auto">
              <a:xfrm>
                <a:off x="5485264" y="2288230"/>
                <a:ext cx="1999149" cy="446751"/>
              </a:xfrm>
              <a:custGeom>
                <a:avLst/>
                <a:gdLst>
                  <a:gd name="T0" fmla="*/ 0 w 1679"/>
                  <a:gd name="T1" fmla="*/ 2147483647 h 413"/>
                  <a:gd name="T2" fmla="*/ 2147483647 w 1679"/>
                  <a:gd name="T3" fmla="*/ 2147483647 h 413"/>
                  <a:gd name="T4" fmla="*/ 2147483647 w 1679"/>
                  <a:gd name="T5" fmla="*/ 2147483647 h 413"/>
                  <a:gd name="T6" fmla="*/ 2147483647 w 1679"/>
                  <a:gd name="T7" fmla="*/ 2147483647 h 413"/>
                  <a:gd name="T8" fmla="*/ 2147483647 w 1679"/>
                  <a:gd name="T9" fmla="*/ 2147483647 h 413"/>
                  <a:gd name="T10" fmla="*/ 2147483647 w 1679"/>
                  <a:gd name="T11" fmla="*/ 0 h 413"/>
                  <a:gd name="T12" fmla="*/ 0 60000 65536"/>
                  <a:gd name="T13" fmla="*/ 0 60000 65536"/>
                  <a:gd name="T14" fmla="*/ 0 60000 65536"/>
                  <a:gd name="T15" fmla="*/ 0 60000 65536"/>
                  <a:gd name="T16" fmla="*/ 0 60000 65536"/>
                  <a:gd name="T17" fmla="*/ 0 60000 65536"/>
                  <a:gd name="T18" fmla="*/ 0 w 1679"/>
                  <a:gd name="T19" fmla="*/ 0 h 413"/>
                  <a:gd name="T20" fmla="*/ 1679 w 1679"/>
                  <a:gd name="T21" fmla="*/ 413 h 413"/>
                </a:gdLst>
                <a:ahLst/>
                <a:cxnLst>
                  <a:cxn ang="T12">
                    <a:pos x="T0" y="T1"/>
                  </a:cxn>
                  <a:cxn ang="T13">
                    <a:pos x="T2" y="T3"/>
                  </a:cxn>
                  <a:cxn ang="T14">
                    <a:pos x="T4" y="T5"/>
                  </a:cxn>
                  <a:cxn ang="T15">
                    <a:pos x="T6" y="T7"/>
                  </a:cxn>
                  <a:cxn ang="T16">
                    <a:pos x="T8" y="T9"/>
                  </a:cxn>
                  <a:cxn ang="T17">
                    <a:pos x="T10" y="T11"/>
                  </a:cxn>
                </a:cxnLst>
                <a:rect l="T18" t="T19" r="T20" b="T21"/>
                <a:pathLst>
                  <a:path w="1679" h="413">
                    <a:moveTo>
                      <a:pt x="0" y="409"/>
                    </a:moveTo>
                    <a:cubicBezTo>
                      <a:pt x="79" y="408"/>
                      <a:pt x="335" y="413"/>
                      <a:pt x="475" y="401"/>
                    </a:cubicBezTo>
                    <a:cubicBezTo>
                      <a:pt x="615" y="389"/>
                      <a:pt x="731" y="364"/>
                      <a:pt x="843" y="337"/>
                    </a:cubicBezTo>
                    <a:cubicBezTo>
                      <a:pt x="955" y="310"/>
                      <a:pt x="1056" y="273"/>
                      <a:pt x="1147" y="241"/>
                    </a:cubicBezTo>
                    <a:cubicBezTo>
                      <a:pt x="1238" y="209"/>
                      <a:pt x="1298" y="185"/>
                      <a:pt x="1387" y="145"/>
                    </a:cubicBezTo>
                    <a:cubicBezTo>
                      <a:pt x="1476" y="105"/>
                      <a:pt x="1618" y="30"/>
                      <a:pt x="1679" y="0"/>
                    </a:cubicBezTo>
                  </a:path>
                </a:pathLst>
              </a:custGeom>
              <a:noFill/>
              <a:ln w="38100" cmpd="sng">
                <a:solidFill>
                  <a:srgbClr val="990099"/>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sz="1600" b="1">
                  <a:latin typeface="微软雅黑" panose="020B0503020204020204" pitchFamily="34" charset="-122"/>
                  <a:ea typeface="微软雅黑" panose="020B0503020204020204" pitchFamily="34" charset="-122"/>
                </a:endParaRPr>
              </a:p>
            </p:txBody>
          </p:sp>
          <p:grpSp>
            <p:nvGrpSpPr>
              <p:cNvPr id="69" name="Group 42"/>
              <p:cNvGrpSpPr>
                <a:grpSpLocks/>
              </p:cNvGrpSpPr>
              <p:nvPr/>
            </p:nvGrpSpPr>
            <p:grpSpPr bwMode="auto">
              <a:xfrm>
                <a:off x="4606392" y="2680895"/>
                <a:ext cx="631668" cy="98437"/>
                <a:chOff x="521" y="2478"/>
                <a:chExt cx="1044" cy="136"/>
              </a:xfrm>
            </p:grpSpPr>
            <p:sp>
              <p:nvSpPr>
                <p:cNvPr id="71" name="AutoShape 41"/>
                <p:cNvSpPr>
                  <a:spLocks noChangeArrowheads="1"/>
                </p:cNvSpPr>
                <p:nvPr/>
              </p:nvSpPr>
              <p:spPr bwMode="auto">
                <a:xfrm>
                  <a:off x="1383" y="2505"/>
                  <a:ext cx="182" cy="91"/>
                </a:xfrm>
                <a:prstGeom prst="rightArrow">
                  <a:avLst>
                    <a:gd name="adj1" fmla="val 49454"/>
                    <a:gd name="adj2" fmla="val 72528"/>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b="1">
                    <a:latin typeface="微软雅黑" panose="020B0503020204020204" pitchFamily="34" charset="-122"/>
                    <a:ea typeface="微软雅黑" panose="020B0503020204020204" pitchFamily="34" charset="-122"/>
                  </a:endParaRPr>
                </a:p>
              </p:txBody>
            </p:sp>
            <p:sp>
              <p:nvSpPr>
                <p:cNvPr id="72" name="Rectangle 39"/>
                <p:cNvSpPr>
                  <a:spLocks noChangeArrowheads="1"/>
                </p:cNvSpPr>
                <p:nvPr/>
              </p:nvSpPr>
              <p:spPr bwMode="auto">
                <a:xfrm>
                  <a:off x="521" y="2478"/>
                  <a:ext cx="635" cy="136"/>
                </a:xfrm>
                <a:prstGeom prst="rect">
                  <a:avLst/>
                </a:prstGeom>
                <a:no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b="1">
                    <a:latin typeface="微软雅黑" panose="020B0503020204020204" pitchFamily="34" charset="-122"/>
                    <a:ea typeface="微软雅黑" panose="020B0503020204020204" pitchFamily="34" charset="-122"/>
                  </a:endParaRPr>
                </a:p>
              </p:txBody>
            </p:sp>
            <p:sp>
              <p:nvSpPr>
                <p:cNvPr id="73" name="Rectangle 40"/>
                <p:cNvSpPr>
                  <a:spLocks noChangeArrowheads="1"/>
                </p:cNvSpPr>
                <p:nvPr/>
              </p:nvSpPr>
              <p:spPr bwMode="auto">
                <a:xfrm>
                  <a:off x="1156" y="2478"/>
                  <a:ext cx="227" cy="136"/>
                </a:xfrm>
                <a:prstGeom prst="rect">
                  <a:avLst/>
                </a:prstGeom>
                <a:solidFill>
                  <a:srgbClr val="FF33CC"/>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b="1">
                    <a:latin typeface="微软雅黑" panose="020B0503020204020204" pitchFamily="34" charset="-122"/>
                    <a:ea typeface="微软雅黑" panose="020B0503020204020204" pitchFamily="34" charset="-122"/>
                  </a:endParaRPr>
                </a:p>
              </p:txBody>
            </p:sp>
          </p:grpSp>
          <p:sp>
            <p:nvSpPr>
              <p:cNvPr id="70" name="Line 53"/>
              <p:cNvSpPr>
                <a:spLocks noChangeShapeType="1"/>
              </p:cNvSpPr>
              <p:nvPr/>
            </p:nvSpPr>
            <p:spPr bwMode="auto">
              <a:xfrm flipH="1">
                <a:off x="5048718" y="2533779"/>
                <a:ext cx="229500" cy="18782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b="1">
                  <a:latin typeface="微软雅黑" panose="020B0503020204020204" pitchFamily="34" charset="-122"/>
                  <a:ea typeface="微软雅黑" panose="020B0503020204020204" pitchFamily="34" charset="-122"/>
                </a:endParaRPr>
              </a:p>
            </p:txBody>
          </p:sp>
        </p:gr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ipe(left)">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7"/>
                                        </p:tgtEl>
                                        <p:attrNameLst>
                                          <p:attrName>style.visibility</p:attrName>
                                        </p:attrNameLst>
                                      </p:cBhvr>
                                      <p:to>
                                        <p:strVal val="visible"/>
                                      </p:to>
                                    </p:set>
                                    <p:animEffect transition="in" filter="wipe(left)">
                                      <p:cBhvr>
                                        <p:cTn id="12" dur="500"/>
                                        <p:tgtEl>
                                          <p:spTgt spid="5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4"/>
                                        </p:tgtEl>
                                        <p:attrNameLst>
                                          <p:attrName>style.visibility</p:attrName>
                                        </p:attrNameLst>
                                      </p:cBhvr>
                                      <p:to>
                                        <p:strVal val="visible"/>
                                      </p:to>
                                    </p:set>
                                    <p:animEffect transition="in" filter="wipe(left)">
                                      <p:cBhvr>
                                        <p:cTn id="17" dur="500"/>
                                        <p:tgtEl>
                                          <p:spTgt spid="6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wipe(right)">
                                      <p:cBhvr>
                                        <p:cTn id="22" dur="500"/>
                                        <p:tgtEl>
                                          <p:spTgt spid="3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wipe(right)">
                                      <p:cBhvr>
                                        <p:cTn id="2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Rectangle 2"/>
          <p:cNvSpPr>
            <a:spLocks noGrp="1" noChangeArrowheads="1"/>
          </p:cNvSpPr>
          <p:nvPr>
            <p:ph type="title"/>
          </p:nvPr>
        </p:nvSpPr>
        <p:spPr/>
        <p:txBody>
          <a:bodyPr/>
          <a:lstStyle/>
          <a:p>
            <a:r>
              <a:rPr lang="en-US" altLang="zh-CN" dirty="0" smtClean="0"/>
              <a:t>4.8.2 </a:t>
            </a:r>
            <a:r>
              <a:rPr lang="zh-CN" altLang="en-US" dirty="0" smtClean="0"/>
              <a:t>网络地址转换 </a:t>
            </a:r>
            <a:r>
              <a:rPr lang="en-US" altLang="zh-CN" dirty="0" smtClean="0"/>
              <a:t>NAT</a:t>
            </a:r>
            <a:endParaRPr lang="zh-CN" altLang="en-US" sz="3600" dirty="0" smtClean="0"/>
          </a:p>
        </p:txBody>
      </p:sp>
      <p:sp>
        <p:nvSpPr>
          <p:cNvPr id="629763" name="Rectangle 3"/>
          <p:cNvSpPr>
            <a:spLocks noGrp="1" noChangeArrowheads="1"/>
          </p:cNvSpPr>
          <p:nvPr>
            <p:ph idx="1"/>
          </p:nvPr>
        </p:nvSpPr>
        <p:spPr>
          <a:xfrm>
            <a:off x="442913" y="1266825"/>
            <a:ext cx="10801350" cy="4895850"/>
          </a:xfrm>
        </p:spPr>
        <p:txBody>
          <a:bodyPr/>
          <a:lstStyle/>
          <a:p>
            <a:r>
              <a:rPr lang="zh-CN" altLang="en-US" b="1" dirty="0"/>
              <a:t>在内部主机与外部主机通信时，在 </a:t>
            </a:r>
            <a:r>
              <a:rPr lang="en-US" altLang="zh-CN" b="1" dirty="0"/>
              <a:t>NAT </a:t>
            </a:r>
            <a:r>
              <a:rPr lang="zh-CN" altLang="en-US" b="1" dirty="0"/>
              <a:t>路由器上发生了两次地址转换：</a:t>
            </a:r>
          </a:p>
          <a:p>
            <a:pPr lvl="1"/>
            <a:r>
              <a:rPr lang="zh-CN" altLang="en-US" b="1" dirty="0"/>
              <a:t>离开专用网时：替换源地址，</a:t>
            </a:r>
            <a:r>
              <a:rPr lang="zh-CN" altLang="en-US" b="1" dirty="0" smtClean="0"/>
              <a:t>将专用地址</a:t>
            </a:r>
            <a:r>
              <a:rPr lang="zh-CN" altLang="en-US" b="1" dirty="0"/>
              <a:t>替换为全球地址。</a:t>
            </a:r>
          </a:p>
          <a:p>
            <a:pPr lvl="1"/>
            <a:r>
              <a:rPr lang="zh-CN" altLang="en-US" b="1" dirty="0"/>
              <a:t>进入专用网时：替换目的地址，将全球地址替换</a:t>
            </a:r>
            <a:r>
              <a:rPr lang="zh-CN" altLang="en-US" b="1" dirty="0" smtClean="0"/>
              <a:t>为专用地址</a:t>
            </a:r>
            <a:r>
              <a:rPr lang="zh-CN" altLang="en-US" b="1" dirty="0"/>
              <a:t>。</a:t>
            </a:r>
          </a:p>
        </p:txBody>
      </p:sp>
      <p:sp>
        <p:nvSpPr>
          <p:cNvPr id="4" name="矩形 3"/>
          <p:cNvSpPr/>
          <p:nvPr/>
        </p:nvSpPr>
        <p:spPr>
          <a:xfrm>
            <a:off x="4608240" y="4221088"/>
            <a:ext cx="2476127" cy="461665"/>
          </a:xfrm>
          <a:prstGeom prst="rect">
            <a:avLst/>
          </a:prstGeom>
        </p:spPr>
        <p:txBody>
          <a:bodyPr wrap="none">
            <a:spAutoFit/>
          </a:bodyPr>
          <a:lstStyle/>
          <a:p>
            <a:pPr algn="ctr"/>
            <a:r>
              <a:rPr lang="en-US" altLang="zh-CN" sz="2400" b="1" dirty="0" smtClean="0">
                <a:solidFill>
                  <a:srgbClr val="000000"/>
                </a:solidFill>
                <a:latin typeface="微软雅黑" pitchFamily="34" charset="-122"/>
                <a:ea typeface="微软雅黑" pitchFamily="34" charset="-122"/>
              </a:rPr>
              <a:t>NAT </a:t>
            </a:r>
            <a:r>
              <a:rPr lang="zh-CN" altLang="zh-CN" sz="2400" b="1" dirty="0" smtClean="0">
                <a:solidFill>
                  <a:srgbClr val="000000"/>
                </a:solidFill>
                <a:latin typeface="微软雅黑" pitchFamily="34" charset="-122"/>
                <a:ea typeface="微软雅黑" pitchFamily="34" charset="-122"/>
              </a:rPr>
              <a:t>转换</a:t>
            </a:r>
            <a:r>
              <a:rPr lang="zh-CN" altLang="zh-CN" sz="2400" b="1" dirty="0">
                <a:solidFill>
                  <a:srgbClr val="000000"/>
                </a:solidFill>
                <a:latin typeface="微软雅黑" pitchFamily="34" charset="-122"/>
                <a:ea typeface="微软雅黑" pitchFamily="34" charset="-122"/>
              </a:rPr>
              <a:t>表举例</a:t>
            </a:r>
            <a:endParaRPr lang="zh-CN" altLang="en-US" sz="2400" b="1" dirty="0">
              <a:solidFill>
                <a:srgbClr val="000000"/>
              </a:solidFill>
              <a:latin typeface="微软雅黑" pitchFamily="34" charset="-122"/>
              <a:ea typeface="微软雅黑" pitchFamily="34" charset="-122"/>
            </a:endParaRPr>
          </a:p>
        </p:txBody>
      </p:sp>
      <p:graphicFrame>
        <p:nvGraphicFramePr>
          <p:cNvPr id="5" name="表格 4"/>
          <p:cNvGraphicFramePr>
            <a:graphicFrameLocks noGrp="1"/>
          </p:cNvGraphicFramePr>
          <p:nvPr>
            <p:extLst>
              <p:ext uri="{D42A27DB-BD31-4B8C-83A1-F6EECF244321}">
                <p14:modId xmlns:p14="http://schemas.microsoft.com/office/powerpoint/2010/main" val="1905982274"/>
              </p:ext>
            </p:extLst>
          </p:nvPr>
        </p:nvGraphicFramePr>
        <p:xfrm>
          <a:off x="1210642" y="4845535"/>
          <a:ext cx="9925917" cy="1319769"/>
        </p:xfrm>
        <a:graphic>
          <a:graphicData uri="http://schemas.openxmlformats.org/drawingml/2006/table">
            <a:tbl>
              <a:tblPr firstRow="1" firstCol="1" lastRow="1" lastCol="1" bandRow="1" bandCol="1">
                <a:tableStyleId>{5C22544A-7EE6-4342-B048-85BDC9FD1C3A}</a:tableStyleId>
              </a:tblPr>
              <a:tblGrid>
                <a:gridCol w="2437086">
                  <a:extLst>
                    <a:ext uri="{9D8B030D-6E8A-4147-A177-3AD203B41FA5}">
                      <a16:colId xmlns="" xmlns:a16="http://schemas.microsoft.com/office/drawing/2014/main" val="20000"/>
                    </a:ext>
                  </a:extLst>
                </a:gridCol>
                <a:gridCol w="2596325">
                  <a:extLst>
                    <a:ext uri="{9D8B030D-6E8A-4147-A177-3AD203B41FA5}">
                      <a16:colId xmlns="" xmlns:a16="http://schemas.microsoft.com/office/drawing/2014/main" val="20001"/>
                    </a:ext>
                  </a:extLst>
                </a:gridCol>
                <a:gridCol w="2457846">
                  <a:extLst>
                    <a:ext uri="{9D8B030D-6E8A-4147-A177-3AD203B41FA5}">
                      <a16:colId xmlns="" xmlns:a16="http://schemas.microsoft.com/office/drawing/2014/main" val="20002"/>
                    </a:ext>
                  </a:extLst>
                </a:gridCol>
                <a:gridCol w="2434660">
                  <a:extLst>
                    <a:ext uri="{9D8B030D-6E8A-4147-A177-3AD203B41FA5}">
                      <a16:colId xmlns="" xmlns:a16="http://schemas.microsoft.com/office/drawing/2014/main" val="20003"/>
                    </a:ext>
                  </a:extLst>
                </a:gridCol>
              </a:tblGrid>
              <a:tr h="439923">
                <a:tc>
                  <a:txBody>
                    <a:bodyPr/>
                    <a:lstStyle/>
                    <a:p>
                      <a:pPr algn="ctr">
                        <a:lnSpc>
                          <a:spcPct val="100000"/>
                        </a:lnSpc>
                        <a:spcAft>
                          <a:spcPts val="0"/>
                        </a:spcAft>
                        <a:tabLst>
                          <a:tab pos="3886200" algn="l"/>
                        </a:tabLst>
                      </a:pPr>
                      <a:r>
                        <a:rPr lang="zh-CN" sz="2000" b="1" dirty="0" smtClean="0">
                          <a:solidFill>
                            <a:schemeClr val="bg1"/>
                          </a:solidFill>
                          <a:effectLst/>
                          <a:latin typeface="微软雅黑" pitchFamily="34" charset="-122"/>
                          <a:ea typeface="微软雅黑" pitchFamily="34" charset="-122"/>
                        </a:rPr>
                        <a:t>方向</a:t>
                      </a:r>
                      <a:endParaRPr lang="zh-CN" sz="2000" b="1" dirty="0">
                        <a:solidFill>
                          <a:schemeClr val="bg1"/>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900"/>
                    </a:solidFill>
                  </a:tcPr>
                </a:tc>
                <a:tc>
                  <a:txBody>
                    <a:bodyPr/>
                    <a:lstStyle/>
                    <a:p>
                      <a:pPr algn="ctr">
                        <a:lnSpc>
                          <a:spcPct val="100000"/>
                        </a:lnSpc>
                        <a:spcAft>
                          <a:spcPts val="0"/>
                        </a:spcAft>
                        <a:tabLst>
                          <a:tab pos="3886200" algn="l"/>
                        </a:tabLst>
                      </a:pPr>
                      <a:r>
                        <a:rPr lang="zh-CN" sz="2000" b="1" dirty="0">
                          <a:solidFill>
                            <a:schemeClr val="bg1"/>
                          </a:solidFill>
                          <a:effectLst/>
                          <a:latin typeface="微软雅黑" pitchFamily="34" charset="-122"/>
                          <a:ea typeface="微软雅黑" pitchFamily="34" charset="-122"/>
                        </a:rPr>
                        <a:t>字段</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900"/>
                    </a:solidFill>
                  </a:tcPr>
                </a:tc>
                <a:tc>
                  <a:txBody>
                    <a:bodyPr/>
                    <a:lstStyle/>
                    <a:p>
                      <a:pPr algn="ctr">
                        <a:lnSpc>
                          <a:spcPct val="100000"/>
                        </a:lnSpc>
                        <a:spcAft>
                          <a:spcPts val="0"/>
                        </a:spcAft>
                        <a:tabLst>
                          <a:tab pos="3886200" algn="l"/>
                        </a:tabLst>
                      </a:pPr>
                      <a:r>
                        <a:rPr lang="zh-CN" altLang="en-US" sz="2000" b="1" dirty="0">
                          <a:solidFill>
                            <a:schemeClr val="bg1"/>
                          </a:solidFill>
                          <a:effectLst/>
                          <a:latin typeface="微软雅黑" pitchFamily="34" charset="-122"/>
                          <a:ea typeface="微软雅黑" pitchFamily="34" charset="-122"/>
                        </a:rPr>
                        <a:t>原先</a:t>
                      </a:r>
                      <a:r>
                        <a:rPr lang="zh-CN" sz="2000" b="1" dirty="0" smtClean="0">
                          <a:solidFill>
                            <a:schemeClr val="bg1"/>
                          </a:solidFill>
                          <a:effectLst/>
                          <a:latin typeface="微软雅黑" pitchFamily="34" charset="-122"/>
                          <a:ea typeface="微软雅黑" pitchFamily="34" charset="-122"/>
                        </a:rPr>
                        <a:t>的</a:t>
                      </a:r>
                      <a:r>
                        <a:rPr lang="en-US" altLang="zh-CN" sz="2000" b="1" dirty="0" smtClean="0">
                          <a:solidFill>
                            <a:schemeClr val="bg1"/>
                          </a:solidFill>
                          <a:effectLst/>
                          <a:latin typeface="微软雅黑" pitchFamily="34" charset="-122"/>
                          <a:ea typeface="微软雅黑" pitchFamily="34" charset="-122"/>
                        </a:rPr>
                        <a:t> </a:t>
                      </a:r>
                      <a:r>
                        <a:rPr lang="en-US" sz="2000" b="1" dirty="0" smtClean="0">
                          <a:solidFill>
                            <a:schemeClr val="bg1"/>
                          </a:solidFill>
                          <a:effectLst/>
                          <a:latin typeface="微软雅黑" pitchFamily="34" charset="-122"/>
                          <a:ea typeface="微软雅黑" pitchFamily="34" charset="-122"/>
                        </a:rPr>
                        <a:t>IP </a:t>
                      </a:r>
                      <a:r>
                        <a:rPr lang="zh-CN" sz="2000" b="1" dirty="0" smtClean="0">
                          <a:solidFill>
                            <a:schemeClr val="bg1"/>
                          </a:solidFill>
                          <a:effectLst/>
                          <a:latin typeface="微软雅黑" pitchFamily="34" charset="-122"/>
                          <a:ea typeface="微软雅黑" pitchFamily="34" charset="-122"/>
                        </a:rPr>
                        <a:t>地址</a:t>
                      </a:r>
                      <a:endParaRPr lang="zh-CN" sz="2000" b="1" dirty="0">
                        <a:solidFill>
                          <a:schemeClr val="bg1"/>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900"/>
                    </a:solidFill>
                  </a:tcPr>
                </a:tc>
                <a:tc>
                  <a:txBody>
                    <a:bodyPr/>
                    <a:lstStyle/>
                    <a:p>
                      <a:pPr algn="ctr">
                        <a:lnSpc>
                          <a:spcPct val="100000"/>
                        </a:lnSpc>
                        <a:spcAft>
                          <a:spcPts val="0"/>
                        </a:spcAft>
                        <a:tabLst>
                          <a:tab pos="3886200" algn="l"/>
                        </a:tabLst>
                      </a:pPr>
                      <a:r>
                        <a:rPr lang="zh-CN" altLang="en-US" sz="2000" b="1" dirty="0" smtClean="0">
                          <a:solidFill>
                            <a:schemeClr val="bg1"/>
                          </a:solidFill>
                          <a:effectLst/>
                          <a:latin typeface="微软雅黑" pitchFamily="34" charset="-122"/>
                          <a:ea typeface="微软雅黑" pitchFamily="34" charset="-122"/>
                        </a:rPr>
                        <a:t>转换后</a:t>
                      </a:r>
                      <a:r>
                        <a:rPr lang="zh-CN" sz="2000" b="1" dirty="0" smtClean="0">
                          <a:solidFill>
                            <a:schemeClr val="bg1"/>
                          </a:solidFill>
                          <a:effectLst/>
                          <a:latin typeface="微软雅黑" pitchFamily="34" charset="-122"/>
                          <a:ea typeface="微软雅黑" pitchFamily="34" charset="-122"/>
                        </a:rPr>
                        <a:t>的</a:t>
                      </a:r>
                      <a:r>
                        <a:rPr lang="en-US" altLang="zh-CN" sz="2000" b="1" dirty="0" smtClean="0">
                          <a:solidFill>
                            <a:schemeClr val="bg1"/>
                          </a:solidFill>
                          <a:effectLst/>
                          <a:latin typeface="微软雅黑" pitchFamily="34" charset="-122"/>
                          <a:ea typeface="微软雅黑" pitchFamily="34" charset="-122"/>
                        </a:rPr>
                        <a:t> </a:t>
                      </a:r>
                      <a:r>
                        <a:rPr lang="en-US" sz="2000" b="1" dirty="0" smtClean="0">
                          <a:solidFill>
                            <a:schemeClr val="bg1"/>
                          </a:solidFill>
                          <a:effectLst/>
                          <a:latin typeface="微软雅黑" pitchFamily="34" charset="-122"/>
                          <a:ea typeface="微软雅黑" pitchFamily="34" charset="-122"/>
                        </a:rPr>
                        <a:t>IP </a:t>
                      </a:r>
                      <a:r>
                        <a:rPr lang="zh-CN" sz="2000" b="1" dirty="0" smtClean="0">
                          <a:solidFill>
                            <a:schemeClr val="bg1"/>
                          </a:solidFill>
                          <a:effectLst/>
                          <a:latin typeface="微软雅黑" pitchFamily="34" charset="-122"/>
                          <a:ea typeface="微软雅黑" pitchFamily="34" charset="-122"/>
                        </a:rPr>
                        <a:t>地址</a:t>
                      </a:r>
                      <a:endParaRPr lang="zh-CN" sz="2000" b="1" dirty="0">
                        <a:solidFill>
                          <a:schemeClr val="bg1"/>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9900"/>
                    </a:solidFill>
                  </a:tcPr>
                </a:tc>
                <a:extLst>
                  <a:ext uri="{0D108BD9-81ED-4DB2-BD59-A6C34878D82A}">
                    <a16:rowId xmlns="" xmlns:a16="http://schemas.microsoft.com/office/drawing/2014/main" val="10000"/>
                  </a:ext>
                </a:extLst>
              </a:tr>
              <a:tr h="439923">
                <a:tc>
                  <a:txBody>
                    <a:bodyPr/>
                    <a:lstStyle/>
                    <a:p>
                      <a:pPr algn="ctr">
                        <a:lnSpc>
                          <a:spcPct val="100000"/>
                        </a:lnSpc>
                        <a:spcAft>
                          <a:spcPts val="0"/>
                        </a:spcAft>
                        <a:tabLst>
                          <a:tab pos="3886200" algn="l"/>
                        </a:tabLst>
                      </a:pPr>
                      <a:r>
                        <a:rPr lang="zh-CN" sz="2000" b="1" dirty="0" smtClean="0">
                          <a:solidFill>
                            <a:srgbClr val="000000"/>
                          </a:solidFill>
                          <a:effectLst/>
                          <a:latin typeface="微软雅黑" pitchFamily="34" charset="-122"/>
                          <a:ea typeface="微软雅黑" pitchFamily="34" charset="-122"/>
                        </a:rPr>
                        <a:t>出</a:t>
                      </a:r>
                      <a:r>
                        <a:rPr lang="zh-CN" altLang="en-US" sz="2000" b="1" dirty="0" smtClean="0">
                          <a:solidFill>
                            <a:srgbClr val="000000"/>
                          </a:solidFill>
                          <a:effectLst/>
                          <a:latin typeface="微软雅黑" pitchFamily="34" charset="-122"/>
                          <a:ea typeface="微软雅黑" pitchFamily="34" charset="-122"/>
                        </a:rPr>
                        <a:t>（发往互联网）</a:t>
                      </a:r>
                      <a:endParaRPr lang="zh-CN" sz="20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zh-CN" sz="2000" b="1" dirty="0" smtClean="0">
                          <a:solidFill>
                            <a:srgbClr val="000000"/>
                          </a:solidFill>
                          <a:effectLst/>
                          <a:latin typeface="微软雅黑" pitchFamily="34" charset="-122"/>
                          <a:ea typeface="微软雅黑" pitchFamily="34" charset="-122"/>
                        </a:rPr>
                        <a:t>源</a:t>
                      </a:r>
                      <a:r>
                        <a:rPr lang="en-US" altLang="zh-CN" sz="2000" b="1" dirty="0" smtClean="0">
                          <a:solidFill>
                            <a:srgbClr val="000000"/>
                          </a:solidFill>
                          <a:effectLst/>
                          <a:latin typeface="微软雅黑" pitchFamily="34" charset="-122"/>
                          <a:ea typeface="微软雅黑" pitchFamily="34" charset="-122"/>
                        </a:rPr>
                        <a:t> </a:t>
                      </a:r>
                      <a:r>
                        <a:rPr lang="en-US" sz="2000" b="1" dirty="0" smtClean="0">
                          <a:solidFill>
                            <a:srgbClr val="000000"/>
                          </a:solidFill>
                          <a:effectLst/>
                          <a:latin typeface="微软雅黑" pitchFamily="34" charset="-122"/>
                          <a:ea typeface="微软雅黑" pitchFamily="34" charset="-122"/>
                        </a:rPr>
                        <a:t>IP </a:t>
                      </a:r>
                      <a:r>
                        <a:rPr lang="zh-CN" sz="2000" b="1" dirty="0" smtClean="0">
                          <a:solidFill>
                            <a:srgbClr val="000000"/>
                          </a:solidFill>
                          <a:effectLst/>
                          <a:latin typeface="微软雅黑" pitchFamily="34" charset="-122"/>
                          <a:ea typeface="微软雅黑" pitchFamily="34" charset="-122"/>
                        </a:rPr>
                        <a:t>地址</a:t>
                      </a:r>
                      <a:endParaRPr lang="zh-CN" sz="20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000" b="1" dirty="0">
                          <a:solidFill>
                            <a:srgbClr val="000000"/>
                          </a:solidFill>
                          <a:effectLst/>
                          <a:latin typeface="微软雅黑" pitchFamily="34" charset="-122"/>
                          <a:ea typeface="微软雅黑" pitchFamily="34" charset="-122"/>
                        </a:rPr>
                        <a:t>192.168.0.3</a:t>
                      </a:r>
                      <a:endParaRPr lang="zh-CN" sz="20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000" b="1" dirty="0">
                          <a:solidFill>
                            <a:srgbClr val="000000"/>
                          </a:solidFill>
                          <a:effectLst/>
                          <a:latin typeface="微软雅黑" pitchFamily="34" charset="-122"/>
                          <a:ea typeface="微软雅黑" pitchFamily="34" charset="-122"/>
                        </a:rPr>
                        <a:t>172.38.1.5</a:t>
                      </a:r>
                      <a:endParaRPr lang="zh-CN" sz="20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1"/>
                  </a:ext>
                </a:extLst>
              </a:tr>
              <a:tr h="439923">
                <a:tc>
                  <a:txBody>
                    <a:bodyPr/>
                    <a:lstStyle/>
                    <a:p>
                      <a:pPr algn="ctr">
                        <a:lnSpc>
                          <a:spcPct val="100000"/>
                        </a:lnSpc>
                        <a:spcAft>
                          <a:spcPts val="0"/>
                        </a:spcAft>
                        <a:tabLst>
                          <a:tab pos="3886200" algn="l"/>
                        </a:tabLst>
                      </a:pPr>
                      <a:r>
                        <a:rPr lang="zh-CN" sz="2000" b="1" dirty="0" smtClean="0">
                          <a:solidFill>
                            <a:srgbClr val="000000"/>
                          </a:solidFill>
                          <a:effectLst/>
                          <a:latin typeface="微软雅黑" pitchFamily="34" charset="-122"/>
                          <a:ea typeface="微软雅黑" pitchFamily="34" charset="-122"/>
                        </a:rPr>
                        <a:t>入</a:t>
                      </a:r>
                      <a:r>
                        <a:rPr lang="zh-CN" altLang="en-US" sz="2000" b="1" dirty="0" smtClean="0">
                          <a:solidFill>
                            <a:srgbClr val="000000"/>
                          </a:solidFill>
                          <a:effectLst/>
                          <a:latin typeface="微软雅黑" pitchFamily="34" charset="-122"/>
                          <a:ea typeface="微软雅黑" pitchFamily="34" charset="-122"/>
                        </a:rPr>
                        <a:t>（进入专用网）</a:t>
                      </a:r>
                      <a:endParaRPr lang="zh-CN" sz="20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3886200" algn="l"/>
                        </a:tabLst>
                      </a:pPr>
                      <a:r>
                        <a:rPr lang="zh-CN" sz="2000" b="1" dirty="0" smtClean="0">
                          <a:solidFill>
                            <a:srgbClr val="000000"/>
                          </a:solidFill>
                          <a:effectLst/>
                          <a:latin typeface="微软雅黑" pitchFamily="34" charset="-122"/>
                          <a:ea typeface="微软雅黑" pitchFamily="34" charset="-122"/>
                        </a:rPr>
                        <a:t>目的</a:t>
                      </a:r>
                      <a:r>
                        <a:rPr lang="en-US" altLang="zh-CN" sz="2000" b="1" dirty="0" smtClean="0">
                          <a:solidFill>
                            <a:srgbClr val="000000"/>
                          </a:solidFill>
                          <a:effectLst/>
                          <a:latin typeface="微软雅黑" pitchFamily="34" charset="-122"/>
                          <a:ea typeface="微软雅黑" pitchFamily="34" charset="-122"/>
                        </a:rPr>
                        <a:t> </a:t>
                      </a:r>
                      <a:r>
                        <a:rPr lang="en-US" sz="2000" b="1" dirty="0" smtClean="0">
                          <a:solidFill>
                            <a:srgbClr val="000000"/>
                          </a:solidFill>
                          <a:effectLst/>
                          <a:latin typeface="微软雅黑" pitchFamily="34" charset="-122"/>
                          <a:ea typeface="微软雅黑" pitchFamily="34" charset="-122"/>
                        </a:rPr>
                        <a:t>IP </a:t>
                      </a:r>
                      <a:r>
                        <a:rPr lang="zh-CN" sz="2000" b="1" dirty="0" smtClean="0">
                          <a:solidFill>
                            <a:srgbClr val="000000"/>
                          </a:solidFill>
                          <a:effectLst/>
                          <a:latin typeface="微软雅黑" pitchFamily="34" charset="-122"/>
                          <a:ea typeface="微软雅黑" pitchFamily="34" charset="-122"/>
                        </a:rPr>
                        <a:t>地址</a:t>
                      </a:r>
                      <a:endParaRPr lang="zh-CN" sz="20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3886200" algn="l"/>
                        </a:tabLst>
                      </a:pPr>
                      <a:r>
                        <a:rPr lang="en-US" sz="2000" b="1" dirty="0" smtClean="0">
                          <a:solidFill>
                            <a:srgbClr val="000000"/>
                          </a:solidFill>
                          <a:effectLst/>
                          <a:latin typeface="微软雅黑" pitchFamily="34" charset="-122"/>
                          <a:ea typeface="微软雅黑" pitchFamily="34" charset="-122"/>
                        </a:rPr>
                        <a:t>172.38.1.5</a:t>
                      </a:r>
                      <a:endParaRPr lang="zh-CN" sz="20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3886200" algn="l"/>
                        </a:tabLst>
                      </a:pPr>
                      <a:r>
                        <a:rPr lang="en-US" sz="2000" b="1" dirty="0">
                          <a:solidFill>
                            <a:srgbClr val="000000"/>
                          </a:solidFill>
                          <a:effectLst/>
                          <a:latin typeface="微软雅黑" pitchFamily="34" charset="-122"/>
                          <a:ea typeface="微软雅黑" pitchFamily="34" charset="-122"/>
                        </a:rPr>
                        <a:t>192.168.0.3</a:t>
                      </a:r>
                      <a:endParaRPr lang="zh-CN" sz="20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 xmlns:a16="http://schemas.microsoft.com/office/drawing/2014/main" val="10002"/>
                  </a:ext>
                </a:extLst>
              </a:tr>
            </a:tbl>
          </a:graphicData>
        </a:graphic>
      </p:graphicFrame>
    </p:spTree>
  </p:cSld>
  <p:clrMapOvr>
    <a:masterClrMapping/>
  </p:clrMapOvr>
  <p:transition spd="slow"/>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Rectangle 2"/>
          <p:cNvSpPr>
            <a:spLocks noGrp="1" noChangeArrowheads="1"/>
          </p:cNvSpPr>
          <p:nvPr>
            <p:ph type="title"/>
          </p:nvPr>
        </p:nvSpPr>
        <p:spPr/>
        <p:txBody>
          <a:bodyPr/>
          <a:lstStyle/>
          <a:p>
            <a:r>
              <a:rPr lang="en-US" altLang="zh-CN" dirty="0" smtClean="0"/>
              <a:t>4.8.2 </a:t>
            </a:r>
            <a:r>
              <a:rPr lang="zh-CN" altLang="en-US" dirty="0" smtClean="0"/>
              <a:t>网络地址转换 </a:t>
            </a:r>
            <a:r>
              <a:rPr lang="en-US" altLang="zh-CN" dirty="0" smtClean="0"/>
              <a:t>NAT</a:t>
            </a:r>
          </a:p>
        </p:txBody>
      </p:sp>
      <p:sp>
        <p:nvSpPr>
          <p:cNvPr id="628739" name="Rectangle 3"/>
          <p:cNvSpPr>
            <a:spLocks noGrp="1" noChangeArrowheads="1"/>
          </p:cNvSpPr>
          <p:nvPr>
            <p:ph idx="1"/>
          </p:nvPr>
        </p:nvSpPr>
        <p:spPr>
          <a:xfrm>
            <a:off x="442913" y="1268760"/>
            <a:ext cx="11304587" cy="4895850"/>
          </a:xfrm>
        </p:spPr>
        <p:txBody>
          <a:bodyPr/>
          <a:lstStyle/>
          <a:p>
            <a:r>
              <a:rPr lang="zh-CN" altLang="en-US" b="1" dirty="0"/>
              <a:t>当 </a:t>
            </a:r>
            <a:r>
              <a:rPr lang="en-US" altLang="zh-CN" b="1" dirty="0"/>
              <a:t>NAT </a:t>
            </a:r>
            <a:r>
              <a:rPr lang="zh-CN" altLang="en-US" b="1" dirty="0"/>
              <a:t>路由器具有 </a:t>
            </a:r>
            <a:r>
              <a:rPr lang="en-US" altLang="zh-CN" b="1" i="1" dirty="0"/>
              <a:t>n</a:t>
            </a:r>
            <a:r>
              <a:rPr lang="en-US" altLang="zh-CN" b="1" dirty="0"/>
              <a:t> </a:t>
            </a:r>
            <a:r>
              <a:rPr lang="zh-CN" altLang="en-US" b="1" dirty="0"/>
              <a:t>个全球 </a:t>
            </a:r>
            <a:r>
              <a:rPr lang="en-US" altLang="zh-CN" b="1" dirty="0"/>
              <a:t>IP </a:t>
            </a:r>
            <a:r>
              <a:rPr lang="zh-CN" altLang="en-US" b="1" dirty="0"/>
              <a:t>地址时，专用网内最多可以同时有 </a:t>
            </a:r>
            <a:r>
              <a:rPr lang="en-US" altLang="zh-CN" b="1" i="1" dirty="0"/>
              <a:t>n</a:t>
            </a:r>
            <a:r>
              <a:rPr lang="en-US" altLang="zh-CN" b="1" dirty="0"/>
              <a:t> </a:t>
            </a:r>
            <a:r>
              <a:rPr lang="zh-CN" altLang="en-US" b="1" dirty="0"/>
              <a:t>台主机接入到互联网。</a:t>
            </a:r>
          </a:p>
          <a:p>
            <a:r>
              <a:rPr lang="zh-CN" altLang="en-US" b="1" dirty="0"/>
              <a:t>可以使专用网内较多数量的主机轮流使用 </a:t>
            </a:r>
            <a:r>
              <a:rPr lang="en-US" altLang="zh-CN" b="1" dirty="0"/>
              <a:t>NAT </a:t>
            </a:r>
            <a:r>
              <a:rPr lang="zh-CN" altLang="en-US" b="1" dirty="0"/>
              <a:t>路由器有限数量的全球 </a:t>
            </a:r>
            <a:r>
              <a:rPr lang="en-US" altLang="zh-CN" b="1" dirty="0"/>
              <a:t>IP </a:t>
            </a:r>
            <a:r>
              <a:rPr lang="zh-CN" altLang="en-US" b="1" dirty="0"/>
              <a:t>地址</a:t>
            </a:r>
            <a:r>
              <a:rPr lang="zh-CN" altLang="en-US" b="1" dirty="0" smtClean="0"/>
              <a:t>。</a:t>
            </a:r>
            <a:endParaRPr lang="en-US" altLang="zh-CN" b="1" dirty="0" smtClean="0"/>
          </a:p>
          <a:p>
            <a:r>
              <a:rPr lang="zh-CN" altLang="en-US" b="1" dirty="0"/>
              <a:t>通过 </a:t>
            </a:r>
            <a:r>
              <a:rPr lang="en-US" altLang="zh-CN" b="1" dirty="0"/>
              <a:t>NAT </a:t>
            </a:r>
            <a:r>
              <a:rPr lang="zh-CN" altLang="en-US" b="1" dirty="0"/>
              <a:t>路由器的通信必须由专用网内的主机发起，</a:t>
            </a:r>
            <a:r>
              <a:rPr lang="zh-CN" altLang="en-US" b="1" dirty="0" smtClean="0"/>
              <a:t>因此专用网</a:t>
            </a:r>
            <a:r>
              <a:rPr lang="zh-CN" altLang="en-US" b="1" dirty="0"/>
              <a:t>内部的主机</a:t>
            </a:r>
            <a:r>
              <a:rPr lang="zh-CN" altLang="en-US" b="1" dirty="0" smtClean="0"/>
              <a:t>不能</a:t>
            </a:r>
            <a:r>
              <a:rPr lang="zh-CN" altLang="en-US" b="1" dirty="0" smtClean="0">
                <a:solidFill>
                  <a:schemeClr val="tx2">
                    <a:lumMod val="60000"/>
                    <a:lumOff val="40000"/>
                  </a:schemeClr>
                </a:solidFill>
              </a:rPr>
              <a:t>直接</a:t>
            </a:r>
            <a:r>
              <a:rPr lang="zh-CN" altLang="en-US" b="1" dirty="0" smtClean="0"/>
              <a:t>充当</a:t>
            </a:r>
            <a:r>
              <a:rPr lang="zh-CN" altLang="en-US" b="1" dirty="0"/>
              <a:t>服务器用。</a:t>
            </a:r>
          </a:p>
          <a:p>
            <a:endParaRPr lang="zh-CN" altLang="en-US" b="1" dirty="0"/>
          </a:p>
        </p:txBody>
      </p:sp>
    </p:spTree>
    <p:extLst>
      <p:ext uri="{BB962C8B-B14F-4D97-AF65-F5344CB8AC3E}">
        <p14:creationId xmlns:p14="http://schemas.microsoft.com/office/powerpoint/2010/main" val="1909478944"/>
      </p:ext>
    </p:extLst>
  </p:cSld>
  <p:clrMapOvr>
    <a:masterClrMapping/>
  </p:clrMapOvr>
  <p:transition spd="slow"/>
  <p:timing>
    <p:tnLst>
      <p:par>
        <p:cTn id="1" dur="indefinite" restart="never" nodeType="tmRoot"/>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Rectangle 2"/>
          <p:cNvSpPr>
            <a:spLocks noGrp="1" noChangeArrowheads="1"/>
          </p:cNvSpPr>
          <p:nvPr>
            <p:ph type="title"/>
          </p:nvPr>
        </p:nvSpPr>
        <p:spPr/>
        <p:txBody>
          <a:bodyPr/>
          <a:lstStyle/>
          <a:p>
            <a:r>
              <a:rPr lang="zh-CN" altLang="en-US" dirty="0"/>
              <a:t>网络地址与端口号转换 </a:t>
            </a:r>
            <a:r>
              <a:rPr lang="en-US" altLang="zh-CN" dirty="0"/>
              <a:t>NAPT</a:t>
            </a:r>
          </a:p>
        </p:txBody>
      </p:sp>
      <p:sp>
        <p:nvSpPr>
          <p:cNvPr id="628739" name="Rectangle 3"/>
          <p:cNvSpPr>
            <a:spLocks noGrp="1" noChangeArrowheads="1"/>
          </p:cNvSpPr>
          <p:nvPr>
            <p:ph idx="1"/>
          </p:nvPr>
        </p:nvSpPr>
        <p:spPr>
          <a:xfrm>
            <a:off x="442913" y="1268760"/>
            <a:ext cx="11304587" cy="4895850"/>
          </a:xfrm>
        </p:spPr>
        <p:txBody>
          <a:bodyPr/>
          <a:lstStyle/>
          <a:p>
            <a:pPr>
              <a:lnSpc>
                <a:spcPct val="140000"/>
              </a:lnSpc>
            </a:pPr>
            <a:r>
              <a:rPr lang="en-US" altLang="zh-CN" b="1" dirty="0"/>
              <a:t>NAT </a:t>
            </a:r>
            <a:r>
              <a:rPr lang="zh-CN" altLang="en-US" b="1" dirty="0"/>
              <a:t>并不能节省 </a:t>
            </a:r>
            <a:r>
              <a:rPr lang="en-US" altLang="zh-CN" b="1" dirty="0"/>
              <a:t>IP </a:t>
            </a:r>
            <a:r>
              <a:rPr lang="zh-CN" altLang="en-US" b="1" dirty="0"/>
              <a:t>地址。为了更加有效地</a:t>
            </a:r>
            <a:r>
              <a:rPr lang="zh-CN" altLang="en-US" b="1" dirty="0" smtClean="0"/>
              <a:t>利用 </a:t>
            </a:r>
            <a:r>
              <a:rPr lang="en-US" altLang="zh-CN" b="1" dirty="0" smtClean="0"/>
              <a:t>NAT </a:t>
            </a:r>
            <a:r>
              <a:rPr lang="zh-CN" altLang="en-US" b="1" dirty="0" smtClean="0"/>
              <a:t>路由器</a:t>
            </a:r>
            <a:r>
              <a:rPr lang="zh-CN" altLang="en-US" b="1" dirty="0"/>
              <a:t>上的</a:t>
            </a:r>
            <a:r>
              <a:rPr lang="zh-CN" altLang="en-US" b="1" dirty="0" smtClean="0"/>
              <a:t>全球 </a:t>
            </a:r>
            <a:r>
              <a:rPr lang="en-US" altLang="zh-CN" b="1" dirty="0" smtClean="0"/>
              <a:t>IP </a:t>
            </a:r>
            <a:r>
              <a:rPr lang="zh-CN" altLang="en-US" b="1" dirty="0" smtClean="0"/>
              <a:t>地址</a:t>
            </a:r>
            <a:r>
              <a:rPr lang="zh-CN" altLang="en-US" b="1" dirty="0"/>
              <a:t>，现在常用</a:t>
            </a:r>
            <a:r>
              <a:rPr lang="zh-CN" altLang="en-US" b="1" dirty="0" smtClean="0"/>
              <a:t>的 </a:t>
            </a:r>
            <a:r>
              <a:rPr lang="en-US" altLang="zh-CN" b="1" dirty="0" smtClean="0"/>
              <a:t>NAT </a:t>
            </a:r>
            <a:r>
              <a:rPr lang="zh-CN" altLang="en-US" b="1" dirty="0" smtClean="0"/>
              <a:t>转换</a:t>
            </a:r>
            <a:r>
              <a:rPr lang="zh-CN" altLang="en-US" b="1" dirty="0"/>
              <a:t>表把运输层的端口号也利用上。这样，就可以使多</a:t>
            </a:r>
            <a:r>
              <a:rPr lang="zh-CN" altLang="en-US" b="1" dirty="0" smtClean="0"/>
              <a:t>个专用网主机</a:t>
            </a:r>
            <a:r>
              <a:rPr lang="zh-CN" altLang="en-US" b="1" dirty="0"/>
              <a:t>，共</a:t>
            </a:r>
            <a:r>
              <a:rPr lang="zh-CN" altLang="en-US" b="1" dirty="0" smtClean="0"/>
              <a:t>用 </a:t>
            </a:r>
            <a:r>
              <a:rPr lang="en-US" altLang="zh-CN" b="1" dirty="0" smtClean="0"/>
              <a:t>NAT </a:t>
            </a:r>
            <a:r>
              <a:rPr lang="zh-CN" altLang="en-US" b="1" dirty="0" smtClean="0"/>
              <a:t>路由器</a:t>
            </a:r>
            <a:r>
              <a:rPr lang="zh-CN" altLang="en-US" b="1" dirty="0"/>
              <a:t>上的</a:t>
            </a:r>
            <a:r>
              <a:rPr lang="zh-CN" altLang="en-US" b="1" dirty="0" smtClean="0"/>
              <a:t>一个全球 </a:t>
            </a:r>
            <a:r>
              <a:rPr lang="en-US" altLang="zh-CN" b="1" dirty="0" smtClean="0"/>
              <a:t>IP </a:t>
            </a:r>
            <a:r>
              <a:rPr lang="zh-CN" altLang="en-US" b="1" dirty="0" smtClean="0"/>
              <a:t>地址，同时</a:t>
            </a:r>
            <a:r>
              <a:rPr lang="zh-CN" altLang="en-US" b="1" dirty="0"/>
              <a:t>和互联网上的不同主机进行</a:t>
            </a:r>
            <a:r>
              <a:rPr lang="zh-CN" altLang="en-US" b="1" dirty="0" smtClean="0"/>
              <a:t>通信。</a:t>
            </a:r>
            <a:endParaRPr lang="zh-CN" altLang="en-US" b="1" dirty="0"/>
          </a:p>
          <a:p>
            <a:pPr>
              <a:lnSpc>
                <a:spcPct val="140000"/>
              </a:lnSpc>
            </a:pPr>
            <a:r>
              <a:rPr lang="zh-CN" altLang="en-US" b="1" dirty="0" smtClean="0"/>
              <a:t>使用端口</a:t>
            </a:r>
            <a:r>
              <a:rPr lang="zh-CN" altLang="en-US" b="1" dirty="0"/>
              <a:t>号的 </a:t>
            </a:r>
            <a:r>
              <a:rPr lang="en-US" altLang="zh-CN" b="1" dirty="0"/>
              <a:t>NAT </a:t>
            </a:r>
            <a:r>
              <a:rPr lang="zh-CN" altLang="en-US" b="1" dirty="0"/>
              <a:t>叫做</a:t>
            </a:r>
            <a:r>
              <a:rPr lang="zh-CN" altLang="en-US" b="1" dirty="0">
                <a:solidFill>
                  <a:srgbClr val="FF0000"/>
                </a:solidFill>
              </a:rPr>
              <a:t>网络地址与端口号转换 </a:t>
            </a:r>
            <a:r>
              <a:rPr lang="en-US" altLang="zh-CN" b="1" dirty="0"/>
              <a:t>NAPT (Network Address and Port Translation)</a:t>
            </a:r>
            <a:r>
              <a:rPr lang="zh-CN" altLang="en-US" b="1" dirty="0"/>
              <a:t>，而不使用端口号的 </a:t>
            </a:r>
            <a:r>
              <a:rPr lang="en-US" altLang="zh-CN" b="1" dirty="0"/>
              <a:t>NAT </a:t>
            </a:r>
            <a:r>
              <a:rPr lang="zh-CN" altLang="en-US" b="1" dirty="0"/>
              <a:t>就叫做传统的 </a:t>
            </a:r>
            <a:r>
              <a:rPr lang="en-US" altLang="zh-CN" b="1" dirty="0"/>
              <a:t>NAT (traditional NAT)</a:t>
            </a:r>
            <a:r>
              <a:rPr lang="zh-CN" altLang="en-US" b="1" dirty="0"/>
              <a:t>。</a:t>
            </a:r>
          </a:p>
          <a:p>
            <a:endParaRPr lang="zh-CN" altLang="en-US" b="1" dirty="0"/>
          </a:p>
        </p:txBody>
      </p:sp>
    </p:spTree>
    <p:extLst>
      <p:ext uri="{BB962C8B-B14F-4D97-AF65-F5344CB8AC3E}">
        <p14:creationId xmlns:p14="http://schemas.microsoft.com/office/powerpoint/2010/main" val="975483616"/>
      </p:ext>
    </p:extLst>
  </p:cSld>
  <p:clrMapOvr>
    <a:masterClrMapping/>
  </p:clrMapOvr>
  <p:transition spd="slow"/>
  <p:timing>
    <p:tnLst>
      <p:par>
        <p:cTn id="1" dur="indefinite" restart="never" nodeType="tmRoot"/>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Rectangle 2"/>
          <p:cNvSpPr>
            <a:spLocks noGrp="1" noChangeArrowheads="1"/>
          </p:cNvSpPr>
          <p:nvPr>
            <p:ph type="title"/>
          </p:nvPr>
        </p:nvSpPr>
        <p:spPr/>
        <p:txBody>
          <a:bodyPr/>
          <a:lstStyle/>
          <a:p>
            <a:r>
              <a:rPr lang="en-US" altLang="zh-CN" dirty="0" smtClean="0"/>
              <a:t>NAPT </a:t>
            </a:r>
            <a:r>
              <a:rPr lang="zh-CN" altLang="en-US" dirty="0" smtClean="0"/>
              <a:t>转换</a:t>
            </a:r>
            <a:r>
              <a:rPr lang="zh-CN" altLang="en-US" dirty="0"/>
              <a:t>表</a:t>
            </a:r>
            <a:r>
              <a:rPr lang="zh-CN" altLang="en-US" dirty="0" smtClean="0"/>
              <a:t>举例</a:t>
            </a:r>
            <a:endParaRPr lang="en-US" altLang="zh-CN" dirty="0"/>
          </a:p>
        </p:txBody>
      </p:sp>
      <p:graphicFrame>
        <p:nvGraphicFramePr>
          <p:cNvPr id="6" name="内容占位符 3"/>
          <p:cNvGraphicFramePr>
            <a:graphicFrameLocks/>
          </p:cNvGraphicFramePr>
          <p:nvPr>
            <p:extLst>
              <p:ext uri="{D42A27DB-BD31-4B8C-83A1-F6EECF244321}">
                <p14:modId xmlns:p14="http://schemas.microsoft.com/office/powerpoint/2010/main" val="661110179"/>
              </p:ext>
            </p:extLst>
          </p:nvPr>
        </p:nvGraphicFramePr>
        <p:xfrm>
          <a:off x="1343472" y="1628800"/>
          <a:ext cx="9433048" cy="2850595"/>
        </p:xfrm>
        <a:graphic>
          <a:graphicData uri="http://schemas.openxmlformats.org/drawingml/2006/table">
            <a:tbl>
              <a:tblPr firstRow="1" firstCol="1" lastRow="1" lastCol="1" bandRow="1" bandCol="1">
                <a:tableStyleId>{5C22544A-7EE6-4342-B048-85BDC9FD1C3A}</a:tableStyleId>
              </a:tblPr>
              <a:tblGrid>
                <a:gridCol w="817036">
                  <a:extLst>
                    <a:ext uri="{9D8B030D-6E8A-4147-A177-3AD203B41FA5}">
                      <a16:colId xmlns="" xmlns:a16="http://schemas.microsoft.com/office/drawing/2014/main" val="20000"/>
                    </a:ext>
                  </a:extLst>
                </a:gridCol>
                <a:gridCol w="3204476">
                  <a:extLst>
                    <a:ext uri="{9D8B030D-6E8A-4147-A177-3AD203B41FA5}">
                      <a16:colId xmlns="" xmlns:a16="http://schemas.microsoft.com/office/drawing/2014/main" val="20001"/>
                    </a:ext>
                  </a:extLst>
                </a:gridCol>
                <a:gridCol w="2599969">
                  <a:extLst>
                    <a:ext uri="{9D8B030D-6E8A-4147-A177-3AD203B41FA5}">
                      <a16:colId xmlns="" xmlns:a16="http://schemas.microsoft.com/office/drawing/2014/main" val="20002"/>
                    </a:ext>
                  </a:extLst>
                </a:gridCol>
                <a:gridCol w="2811567">
                  <a:extLst>
                    <a:ext uri="{9D8B030D-6E8A-4147-A177-3AD203B41FA5}">
                      <a16:colId xmlns="" xmlns:a16="http://schemas.microsoft.com/office/drawing/2014/main" val="20003"/>
                    </a:ext>
                  </a:extLst>
                </a:gridCol>
              </a:tblGrid>
              <a:tr h="570119">
                <a:tc>
                  <a:txBody>
                    <a:bodyPr/>
                    <a:lstStyle/>
                    <a:p>
                      <a:pPr algn="ctr">
                        <a:lnSpc>
                          <a:spcPct val="100000"/>
                        </a:lnSpc>
                        <a:spcAft>
                          <a:spcPts val="0"/>
                        </a:spcAft>
                        <a:tabLst>
                          <a:tab pos="3886200" algn="l"/>
                        </a:tabLst>
                      </a:pPr>
                      <a:r>
                        <a:rPr lang="zh-CN" sz="1800" b="1" dirty="0" smtClean="0">
                          <a:solidFill>
                            <a:schemeClr val="bg1"/>
                          </a:solidFill>
                          <a:effectLst/>
                          <a:latin typeface="微软雅黑" pitchFamily="34" charset="-122"/>
                          <a:ea typeface="微软雅黑" pitchFamily="34" charset="-122"/>
                        </a:rPr>
                        <a:t>方向</a:t>
                      </a:r>
                      <a:endParaRPr lang="zh-CN" sz="1800" b="1" dirty="0">
                        <a:solidFill>
                          <a:schemeClr val="bg1"/>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tc>
                  <a:txBody>
                    <a:bodyPr/>
                    <a:lstStyle/>
                    <a:p>
                      <a:pPr algn="ctr">
                        <a:lnSpc>
                          <a:spcPct val="100000"/>
                        </a:lnSpc>
                        <a:spcAft>
                          <a:spcPts val="0"/>
                        </a:spcAft>
                        <a:tabLst>
                          <a:tab pos="3886200" algn="l"/>
                        </a:tabLst>
                      </a:pPr>
                      <a:r>
                        <a:rPr lang="zh-CN" sz="1800" b="1" dirty="0">
                          <a:solidFill>
                            <a:schemeClr val="bg1"/>
                          </a:solidFill>
                          <a:effectLst/>
                          <a:latin typeface="微软雅黑" pitchFamily="34" charset="-122"/>
                          <a:ea typeface="微软雅黑" pitchFamily="34" charset="-122"/>
                        </a:rPr>
                        <a:t>字段</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tc>
                  <a:txBody>
                    <a:bodyPr/>
                    <a:lstStyle/>
                    <a:p>
                      <a:pPr algn="ctr">
                        <a:lnSpc>
                          <a:spcPct val="100000"/>
                        </a:lnSpc>
                        <a:spcAft>
                          <a:spcPts val="0"/>
                        </a:spcAft>
                        <a:tabLst>
                          <a:tab pos="3886200" algn="l"/>
                        </a:tabLst>
                      </a:pPr>
                      <a:r>
                        <a:rPr lang="zh-CN" altLang="en-US" sz="1800" b="1" dirty="0" smtClean="0">
                          <a:solidFill>
                            <a:schemeClr val="bg1"/>
                          </a:solidFill>
                          <a:effectLst/>
                          <a:latin typeface="微软雅黑" pitchFamily="34" charset="-122"/>
                          <a:ea typeface="微软雅黑" pitchFamily="34" charset="-122"/>
                        </a:rPr>
                        <a:t>原先</a:t>
                      </a:r>
                      <a:r>
                        <a:rPr lang="zh-CN" sz="1800" b="1" dirty="0" smtClean="0">
                          <a:solidFill>
                            <a:schemeClr val="bg1"/>
                          </a:solidFill>
                          <a:effectLst/>
                          <a:latin typeface="微软雅黑" pitchFamily="34" charset="-122"/>
                          <a:ea typeface="微软雅黑" pitchFamily="34" charset="-122"/>
                        </a:rPr>
                        <a:t>的</a:t>
                      </a:r>
                      <a:r>
                        <a:rPr lang="en-US" altLang="zh-CN" sz="1800" b="1" dirty="0" smtClean="0">
                          <a:solidFill>
                            <a:schemeClr val="bg1"/>
                          </a:solidFill>
                          <a:effectLst/>
                          <a:latin typeface="微软雅黑" pitchFamily="34" charset="-122"/>
                          <a:ea typeface="微软雅黑" pitchFamily="34" charset="-122"/>
                        </a:rPr>
                        <a:t> </a:t>
                      </a:r>
                      <a:r>
                        <a:rPr lang="en-US" sz="1800" b="1" dirty="0" smtClean="0">
                          <a:solidFill>
                            <a:schemeClr val="bg1"/>
                          </a:solidFill>
                          <a:effectLst/>
                          <a:latin typeface="微软雅黑" pitchFamily="34" charset="-122"/>
                          <a:ea typeface="微软雅黑" pitchFamily="34" charset="-122"/>
                        </a:rPr>
                        <a:t>IP </a:t>
                      </a:r>
                      <a:r>
                        <a:rPr lang="zh-CN" sz="1800" b="1" dirty="0" smtClean="0">
                          <a:solidFill>
                            <a:schemeClr val="bg1"/>
                          </a:solidFill>
                          <a:effectLst/>
                          <a:latin typeface="微软雅黑" pitchFamily="34" charset="-122"/>
                          <a:ea typeface="微软雅黑" pitchFamily="34" charset="-122"/>
                        </a:rPr>
                        <a:t>地址和端口号</a:t>
                      </a:r>
                      <a:endParaRPr lang="zh-CN" sz="1800" b="1" dirty="0">
                        <a:solidFill>
                          <a:schemeClr val="bg1"/>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tc>
                  <a:txBody>
                    <a:bodyPr/>
                    <a:lstStyle/>
                    <a:p>
                      <a:pPr algn="ctr">
                        <a:lnSpc>
                          <a:spcPct val="100000"/>
                        </a:lnSpc>
                        <a:spcAft>
                          <a:spcPts val="0"/>
                        </a:spcAft>
                        <a:tabLst>
                          <a:tab pos="3886200" algn="l"/>
                        </a:tabLst>
                      </a:pPr>
                      <a:r>
                        <a:rPr lang="zh-CN" altLang="en-US" sz="1800" b="1" dirty="0" smtClean="0">
                          <a:solidFill>
                            <a:schemeClr val="bg1"/>
                          </a:solidFill>
                          <a:effectLst/>
                          <a:latin typeface="微软雅黑" pitchFamily="34" charset="-122"/>
                          <a:ea typeface="微软雅黑" pitchFamily="34" charset="-122"/>
                        </a:rPr>
                        <a:t>转换后</a:t>
                      </a:r>
                      <a:r>
                        <a:rPr lang="zh-CN" sz="1800" b="1" dirty="0" smtClean="0">
                          <a:solidFill>
                            <a:schemeClr val="bg1"/>
                          </a:solidFill>
                          <a:effectLst/>
                          <a:latin typeface="微软雅黑" pitchFamily="34" charset="-122"/>
                          <a:ea typeface="微软雅黑" pitchFamily="34" charset="-122"/>
                        </a:rPr>
                        <a:t>的</a:t>
                      </a:r>
                      <a:r>
                        <a:rPr lang="en-US" altLang="zh-CN" sz="1800" b="1" dirty="0" smtClean="0">
                          <a:solidFill>
                            <a:schemeClr val="bg1"/>
                          </a:solidFill>
                          <a:effectLst/>
                          <a:latin typeface="微软雅黑" pitchFamily="34" charset="-122"/>
                          <a:ea typeface="微软雅黑" pitchFamily="34" charset="-122"/>
                        </a:rPr>
                        <a:t> </a:t>
                      </a:r>
                      <a:r>
                        <a:rPr lang="en-US" sz="1800" b="1" dirty="0" smtClean="0">
                          <a:solidFill>
                            <a:schemeClr val="bg1"/>
                          </a:solidFill>
                          <a:effectLst/>
                          <a:latin typeface="微软雅黑" pitchFamily="34" charset="-122"/>
                          <a:ea typeface="微软雅黑" pitchFamily="34" charset="-122"/>
                        </a:rPr>
                        <a:t>IP </a:t>
                      </a:r>
                      <a:r>
                        <a:rPr lang="zh-CN" sz="1800" b="1" dirty="0" smtClean="0">
                          <a:solidFill>
                            <a:schemeClr val="bg1"/>
                          </a:solidFill>
                          <a:effectLst/>
                          <a:latin typeface="微软雅黑" pitchFamily="34" charset="-122"/>
                          <a:ea typeface="微软雅黑" pitchFamily="34" charset="-122"/>
                        </a:rPr>
                        <a:t>地址</a:t>
                      </a:r>
                      <a:r>
                        <a:rPr lang="zh-CN" sz="1800" b="1" dirty="0">
                          <a:solidFill>
                            <a:schemeClr val="bg1"/>
                          </a:solidFill>
                          <a:effectLst/>
                          <a:latin typeface="微软雅黑" pitchFamily="34" charset="-122"/>
                          <a:ea typeface="微软雅黑" pitchFamily="34" charset="-122"/>
                        </a:rPr>
                        <a:t>和端口号</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extLst>
                  <a:ext uri="{0D108BD9-81ED-4DB2-BD59-A6C34878D82A}">
                    <a16:rowId xmlns="" xmlns:a16="http://schemas.microsoft.com/office/drawing/2014/main" val="10000"/>
                  </a:ext>
                </a:extLst>
              </a:tr>
              <a:tr h="570119">
                <a:tc>
                  <a:txBody>
                    <a:bodyPr/>
                    <a:lstStyle/>
                    <a:p>
                      <a:pPr algn="ctr">
                        <a:lnSpc>
                          <a:spcPct val="100000"/>
                        </a:lnSpc>
                        <a:spcAft>
                          <a:spcPts val="0"/>
                        </a:spcAft>
                        <a:tabLst>
                          <a:tab pos="3886200" algn="l"/>
                        </a:tabLst>
                      </a:pPr>
                      <a:r>
                        <a:rPr lang="zh-CN" sz="1600" b="1" dirty="0" smtClean="0">
                          <a:solidFill>
                            <a:srgbClr val="000000"/>
                          </a:solidFill>
                          <a:effectLst/>
                          <a:latin typeface="微软雅黑" pitchFamily="34" charset="-122"/>
                          <a:ea typeface="微软雅黑" pitchFamily="34" charset="-122"/>
                        </a:rPr>
                        <a:t>出</a:t>
                      </a:r>
                      <a:endParaRPr lang="zh-CN" sz="16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tabLst>
                          <a:tab pos="3886200" algn="l"/>
                        </a:tabLst>
                      </a:pPr>
                      <a:r>
                        <a:rPr lang="zh-CN" sz="1600" b="1" dirty="0" smtClean="0">
                          <a:solidFill>
                            <a:srgbClr val="000000"/>
                          </a:solidFill>
                          <a:effectLst/>
                          <a:latin typeface="微软雅黑" pitchFamily="34" charset="-122"/>
                          <a:ea typeface="微软雅黑" pitchFamily="34" charset="-122"/>
                        </a:rPr>
                        <a:t>源</a:t>
                      </a:r>
                      <a:r>
                        <a:rPr lang="en-US" altLang="zh-CN" sz="1600" b="1" dirty="0" smtClean="0">
                          <a:solidFill>
                            <a:srgbClr val="000000"/>
                          </a:solidFill>
                          <a:effectLst/>
                          <a:latin typeface="微软雅黑" pitchFamily="34" charset="-122"/>
                          <a:ea typeface="微软雅黑" pitchFamily="34" charset="-122"/>
                        </a:rPr>
                        <a:t> </a:t>
                      </a:r>
                      <a:r>
                        <a:rPr lang="en-US" sz="1600" b="1" dirty="0" smtClean="0">
                          <a:solidFill>
                            <a:srgbClr val="000000"/>
                          </a:solidFill>
                          <a:effectLst/>
                          <a:latin typeface="微软雅黑" pitchFamily="34" charset="-122"/>
                          <a:ea typeface="微软雅黑" pitchFamily="34" charset="-122"/>
                        </a:rPr>
                        <a:t>IP </a:t>
                      </a:r>
                      <a:r>
                        <a:rPr lang="zh-CN" sz="1600" b="1" dirty="0" smtClean="0">
                          <a:solidFill>
                            <a:srgbClr val="000000"/>
                          </a:solidFill>
                          <a:effectLst/>
                          <a:latin typeface="微软雅黑" pitchFamily="34" charset="-122"/>
                          <a:ea typeface="微软雅黑" pitchFamily="34" charset="-122"/>
                        </a:rPr>
                        <a:t>地址</a:t>
                      </a:r>
                      <a:r>
                        <a:rPr lang="en-US" altLang="zh-CN" sz="1600" b="1" dirty="0" smtClean="0">
                          <a:solidFill>
                            <a:srgbClr val="000000"/>
                          </a:solidFill>
                          <a:effectLst/>
                          <a:latin typeface="微软雅黑" pitchFamily="34" charset="-122"/>
                          <a:ea typeface="微软雅黑" pitchFamily="34" charset="-122"/>
                        </a:rPr>
                        <a:t> </a:t>
                      </a:r>
                      <a:r>
                        <a:rPr lang="en-US" sz="1600" b="1" dirty="0" smtClean="0">
                          <a:solidFill>
                            <a:srgbClr val="000000"/>
                          </a:solidFill>
                          <a:effectLst/>
                          <a:latin typeface="微软雅黑" pitchFamily="34" charset="-122"/>
                          <a:ea typeface="微软雅黑" pitchFamily="34" charset="-122"/>
                        </a:rPr>
                        <a:t>: TCP </a:t>
                      </a:r>
                      <a:r>
                        <a:rPr lang="zh-CN" sz="1600" b="1" dirty="0" smtClean="0">
                          <a:solidFill>
                            <a:srgbClr val="000000"/>
                          </a:solidFill>
                          <a:effectLst/>
                          <a:latin typeface="微软雅黑" pitchFamily="34" charset="-122"/>
                          <a:ea typeface="微软雅黑" pitchFamily="34" charset="-122"/>
                        </a:rPr>
                        <a:t>源</a:t>
                      </a:r>
                      <a:r>
                        <a:rPr lang="zh-CN" sz="1600" b="1" dirty="0">
                          <a:solidFill>
                            <a:srgbClr val="000000"/>
                          </a:solidFill>
                          <a:effectLst/>
                          <a:latin typeface="微软雅黑" pitchFamily="34" charset="-122"/>
                          <a:ea typeface="微软雅黑" pitchFamily="34" charset="-122"/>
                        </a:rPr>
                        <a:t>端口</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1600" b="1" dirty="0" smtClean="0">
                          <a:solidFill>
                            <a:srgbClr val="000000"/>
                          </a:solidFill>
                          <a:effectLst/>
                          <a:latin typeface="微软雅黑" pitchFamily="34" charset="-122"/>
                          <a:ea typeface="微软雅黑" pitchFamily="34" charset="-122"/>
                        </a:rPr>
                        <a:t>192.168.0.3 : 30000</a:t>
                      </a:r>
                      <a:endParaRPr lang="zh-CN" sz="16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1600" b="1" dirty="0" smtClean="0">
                          <a:solidFill>
                            <a:srgbClr val="0000FF"/>
                          </a:solidFill>
                          <a:effectLst/>
                          <a:latin typeface="微软雅黑" pitchFamily="34" charset="-122"/>
                          <a:ea typeface="微软雅黑" pitchFamily="34" charset="-122"/>
                        </a:rPr>
                        <a:t>172.38.1.5</a:t>
                      </a:r>
                      <a:r>
                        <a:rPr lang="en-US" sz="1600" b="1" dirty="0" smtClean="0">
                          <a:solidFill>
                            <a:schemeClr val="tx1"/>
                          </a:solidFill>
                          <a:effectLst/>
                          <a:latin typeface="微软雅黑" pitchFamily="34" charset="-122"/>
                          <a:ea typeface="微软雅黑" pitchFamily="34" charset="-122"/>
                        </a:rPr>
                        <a:t> </a:t>
                      </a:r>
                      <a:r>
                        <a:rPr lang="en-US" sz="1600" b="1" dirty="0" smtClean="0">
                          <a:solidFill>
                            <a:srgbClr val="000000"/>
                          </a:solidFill>
                          <a:effectLst/>
                          <a:latin typeface="微软雅黑" pitchFamily="34" charset="-122"/>
                          <a:ea typeface="微软雅黑" pitchFamily="34" charset="-122"/>
                        </a:rPr>
                        <a:t>:</a:t>
                      </a:r>
                      <a:r>
                        <a:rPr lang="en-US" sz="1600" b="1" dirty="0" smtClean="0">
                          <a:solidFill>
                            <a:schemeClr val="tx1"/>
                          </a:solidFill>
                          <a:effectLst/>
                          <a:latin typeface="微软雅黑" pitchFamily="34" charset="-122"/>
                          <a:ea typeface="微软雅黑" pitchFamily="34" charset="-122"/>
                        </a:rPr>
                        <a:t> </a:t>
                      </a:r>
                      <a:r>
                        <a:rPr lang="en-US" sz="1600" b="1" dirty="0" smtClean="0">
                          <a:solidFill>
                            <a:srgbClr val="C00000"/>
                          </a:solidFill>
                          <a:effectLst/>
                          <a:latin typeface="微软雅黑" pitchFamily="34" charset="-122"/>
                          <a:ea typeface="微软雅黑" pitchFamily="34" charset="-122"/>
                        </a:rPr>
                        <a:t>40001</a:t>
                      </a:r>
                      <a:endParaRPr lang="zh-CN" sz="1600" b="1" dirty="0">
                        <a:solidFill>
                          <a:srgbClr val="C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1"/>
                  </a:ext>
                </a:extLst>
              </a:tr>
              <a:tr h="570119">
                <a:tc>
                  <a:txBody>
                    <a:bodyPr/>
                    <a:lstStyle/>
                    <a:p>
                      <a:pPr algn="ctr">
                        <a:lnSpc>
                          <a:spcPct val="100000"/>
                        </a:lnSpc>
                        <a:spcAft>
                          <a:spcPts val="0"/>
                        </a:spcAft>
                        <a:tabLst>
                          <a:tab pos="3886200" algn="l"/>
                        </a:tabLst>
                      </a:pPr>
                      <a:r>
                        <a:rPr lang="zh-CN" sz="1600" b="1" dirty="0">
                          <a:solidFill>
                            <a:srgbClr val="000000"/>
                          </a:solidFill>
                          <a:effectLst/>
                          <a:latin typeface="微软雅黑" pitchFamily="34" charset="-122"/>
                          <a:ea typeface="微软雅黑" pitchFamily="34" charset="-122"/>
                        </a:rPr>
                        <a:t>出</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3886200" algn="l"/>
                        </a:tabLst>
                      </a:pPr>
                      <a:r>
                        <a:rPr lang="zh-CN" sz="1600" b="1" dirty="0" smtClean="0">
                          <a:solidFill>
                            <a:srgbClr val="000000"/>
                          </a:solidFill>
                          <a:effectLst/>
                          <a:latin typeface="微软雅黑" pitchFamily="34" charset="-122"/>
                          <a:ea typeface="微软雅黑" pitchFamily="34" charset="-122"/>
                        </a:rPr>
                        <a:t>源</a:t>
                      </a:r>
                      <a:r>
                        <a:rPr lang="en-US" altLang="zh-CN" sz="1600" b="1" dirty="0" smtClean="0">
                          <a:solidFill>
                            <a:srgbClr val="000000"/>
                          </a:solidFill>
                          <a:effectLst/>
                          <a:latin typeface="微软雅黑" pitchFamily="34" charset="-122"/>
                          <a:ea typeface="微软雅黑" pitchFamily="34" charset="-122"/>
                        </a:rPr>
                        <a:t> </a:t>
                      </a:r>
                      <a:r>
                        <a:rPr lang="en-US" sz="1600" b="1" dirty="0" smtClean="0">
                          <a:solidFill>
                            <a:srgbClr val="000000"/>
                          </a:solidFill>
                          <a:effectLst/>
                          <a:latin typeface="微软雅黑" pitchFamily="34" charset="-122"/>
                          <a:ea typeface="微软雅黑" pitchFamily="34" charset="-122"/>
                        </a:rPr>
                        <a:t>IP </a:t>
                      </a:r>
                      <a:r>
                        <a:rPr lang="zh-CN" sz="1600" b="1" dirty="0" smtClean="0">
                          <a:solidFill>
                            <a:srgbClr val="000000"/>
                          </a:solidFill>
                          <a:effectLst/>
                          <a:latin typeface="微软雅黑" pitchFamily="34" charset="-122"/>
                          <a:ea typeface="微软雅黑" pitchFamily="34" charset="-122"/>
                        </a:rPr>
                        <a:t>地址</a:t>
                      </a:r>
                      <a:r>
                        <a:rPr lang="en-US" altLang="zh-CN" sz="1600" b="1" dirty="0" smtClean="0">
                          <a:solidFill>
                            <a:srgbClr val="000000"/>
                          </a:solidFill>
                          <a:effectLst/>
                          <a:latin typeface="微软雅黑" pitchFamily="34" charset="-122"/>
                          <a:ea typeface="微软雅黑" pitchFamily="34" charset="-122"/>
                        </a:rPr>
                        <a:t> </a:t>
                      </a:r>
                      <a:r>
                        <a:rPr lang="en-US" sz="1600" b="1" dirty="0" smtClean="0">
                          <a:solidFill>
                            <a:srgbClr val="000000"/>
                          </a:solidFill>
                          <a:effectLst/>
                          <a:latin typeface="微软雅黑" pitchFamily="34" charset="-122"/>
                          <a:ea typeface="微软雅黑" pitchFamily="34" charset="-122"/>
                        </a:rPr>
                        <a:t>: TCP </a:t>
                      </a:r>
                      <a:r>
                        <a:rPr lang="zh-CN" sz="1600" b="1" dirty="0" smtClean="0">
                          <a:solidFill>
                            <a:srgbClr val="000000"/>
                          </a:solidFill>
                          <a:effectLst/>
                          <a:latin typeface="微软雅黑" pitchFamily="34" charset="-122"/>
                          <a:ea typeface="微软雅黑" pitchFamily="34" charset="-122"/>
                        </a:rPr>
                        <a:t>源</a:t>
                      </a:r>
                      <a:r>
                        <a:rPr lang="zh-CN" sz="1600" b="1" dirty="0">
                          <a:solidFill>
                            <a:srgbClr val="000000"/>
                          </a:solidFill>
                          <a:effectLst/>
                          <a:latin typeface="微软雅黑" pitchFamily="34" charset="-122"/>
                          <a:ea typeface="微软雅黑" pitchFamily="34" charset="-122"/>
                        </a:rPr>
                        <a:t>端口</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3886200" algn="l"/>
                        </a:tabLst>
                      </a:pPr>
                      <a:r>
                        <a:rPr lang="en-US" sz="1600" b="1" dirty="0" smtClean="0">
                          <a:solidFill>
                            <a:srgbClr val="000000"/>
                          </a:solidFill>
                          <a:effectLst/>
                          <a:latin typeface="微软雅黑" pitchFamily="34" charset="-122"/>
                          <a:ea typeface="微软雅黑" pitchFamily="34" charset="-122"/>
                        </a:rPr>
                        <a:t>192.168.0.4 : 30000</a:t>
                      </a:r>
                      <a:endParaRPr lang="zh-CN" sz="16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3886200" algn="l"/>
                        </a:tabLst>
                      </a:pPr>
                      <a:r>
                        <a:rPr lang="en-US" sz="1600" b="1" dirty="0" smtClean="0">
                          <a:solidFill>
                            <a:srgbClr val="0000FF"/>
                          </a:solidFill>
                          <a:effectLst/>
                          <a:latin typeface="微软雅黑" pitchFamily="34" charset="-122"/>
                          <a:ea typeface="微软雅黑" pitchFamily="34" charset="-122"/>
                        </a:rPr>
                        <a:t>172.38.1.5</a:t>
                      </a:r>
                      <a:r>
                        <a:rPr lang="en-US" sz="1600" b="1" dirty="0" smtClean="0">
                          <a:solidFill>
                            <a:schemeClr val="tx1"/>
                          </a:solidFill>
                          <a:effectLst/>
                          <a:latin typeface="微软雅黑" pitchFamily="34" charset="-122"/>
                          <a:ea typeface="微软雅黑" pitchFamily="34" charset="-122"/>
                        </a:rPr>
                        <a:t> </a:t>
                      </a:r>
                      <a:r>
                        <a:rPr lang="en-US" sz="1600" b="1" dirty="0" smtClean="0">
                          <a:solidFill>
                            <a:srgbClr val="000000"/>
                          </a:solidFill>
                          <a:effectLst/>
                          <a:latin typeface="微软雅黑" pitchFamily="34" charset="-122"/>
                          <a:ea typeface="微软雅黑" pitchFamily="34" charset="-122"/>
                        </a:rPr>
                        <a:t>:</a:t>
                      </a:r>
                      <a:r>
                        <a:rPr lang="en-US" sz="1600" b="1" dirty="0" smtClean="0">
                          <a:solidFill>
                            <a:schemeClr val="tx1"/>
                          </a:solidFill>
                          <a:effectLst/>
                          <a:latin typeface="微软雅黑" pitchFamily="34" charset="-122"/>
                          <a:ea typeface="微软雅黑" pitchFamily="34" charset="-122"/>
                        </a:rPr>
                        <a:t> </a:t>
                      </a:r>
                      <a:r>
                        <a:rPr lang="en-US" sz="1600" b="1" dirty="0" smtClean="0">
                          <a:solidFill>
                            <a:srgbClr val="C00000"/>
                          </a:solidFill>
                          <a:effectLst/>
                          <a:latin typeface="微软雅黑" pitchFamily="34" charset="-122"/>
                          <a:ea typeface="微软雅黑" pitchFamily="34" charset="-122"/>
                        </a:rPr>
                        <a:t>40002</a:t>
                      </a:r>
                      <a:endParaRPr lang="zh-CN" sz="1600" b="1" dirty="0">
                        <a:solidFill>
                          <a:srgbClr val="C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 xmlns:a16="http://schemas.microsoft.com/office/drawing/2014/main" val="10002"/>
                  </a:ext>
                </a:extLst>
              </a:tr>
              <a:tr h="570119">
                <a:tc>
                  <a:txBody>
                    <a:bodyPr/>
                    <a:lstStyle/>
                    <a:p>
                      <a:pPr algn="ctr">
                        <a:lnSpc>
                          <a:spcPct val="100000"/>
                        </a:lnSpc>
                        <a:spcAft>
                          <a:spcPts val="0"/>
                        </a:spcAft>
                        <a:tabLst>
                          <a:tab pos="3886200" algn="l"/>
                        </a:tabLst>
                      </a:pPr>
                      <a:r>
                        <a:rPr lang="zh-CN" sz="1600" b="1">
                          <a:solidFill>
                            <a:srgbClr val="000000"/>
                          </a:solidFill>
                          <a:effectLst/>
                          <a:latin typeface="微软雅黑" pitchFamily="34" charset="-122"/>
                          <a:ea typeface="微软雅黑" pitchFamily="34" charset="-122"/>
                        </a:rPr>
                        <a:t>入</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tabLst>
                          <a:tab pos="3886200" algn="l"/>
                        </a:tabLst>
                      </a:pPr>
                      <a:r>
                        <a:rPr lang="zh-CN" sz="1600" b="1" dirty="0" smtClean="0">
                          <a:solidFill>
                            <a:srgbClr val="000000"/>
                          </a:solidFill>
                          <a:effectLst/>
                          <a:latin typeface="微软雅黑" pitchFamily="34" charset="-122"/>
                          <a:ea typeface="微软雅黑" pitchFamily="34" charset="-122"/>
                        </a:rPr>
                        <a:t>目的</a:t>
                      </a:r>
                      <a:r>
                        <a:rPr lang="en-US" altLang="zh-CN" sz="1600" b="1" dirty="0" smtClean="0">
                          <a:solidFill>
                            <a:srgbClr val="000000"/>
                          </a:solidFill>
                          <a:effectLst/>
                          <a:latin typeface="微软雅黑" pitchFamily="34" charset="-122"/>
                          <a:ea typeface="微软雅黑" pitchFamily="34" charset="-122"/>
                        </a:rPr>
                        <a:t> </a:t>
                      </a:r>
                      <a:r>
                        <a:rPr lang="en-US" sz="1600" b="1" dirty="0" smtClean="0">
                          <a:solidFill>
                            <a:srgbClr val="000000"/>
                          </a:solidFill>
                          <a:effectLst/>
                          <a:latin typeface="微软雅黑" pitchFamily="34" charset="-122"/>
                          <a:ea typeface="微软雅黑" pitchFamily="34" charset="-122"/>
                        </a:rPr>
                        <a:t>IP </a:t>
                      </a:r>
                      <a:r>
                        <a:rPr lang="zh-CN" sz="1600" b="1" dirty="0" smtClean="0">
                          <a:solidFill>
                            <a:srgbClr val="000000"/>
                          </a:solidFill>
                          <a:effectLst/>
                          <a:latin typeface="微软雅黑" pitchFamily="34" charset="-122"/>
                          <a:ea typeface="微软雅黑" pitchFamily="34" charset="-122"/>
                        </a:rPr>
                        <a:t>地址</a:t>
                      </a:r>
                      <a:r>
                        <a:rPr lang="en-US" altLang="zh-CN" sz="1600" b="1" dirty="0" smtClean="0">
                          <a:solidFill>
                            <a:srgbClr val="000000"/>
                          </a:solidFill>
                          <a:effectLst/>
                          <a:latin typeface="微软雅黑" pitchFamily="34" charset="-122"/>
                          <a:ea typeface="微软雅黑" pitchFamily="34" charset="-122"/>
                        </a:rPr>
                        <a:t> </a:t>
                      </a:r>
                      <a:r>
                        <a:rPr lang="en-US" sz="1600" b="1" dirty="0" smtClean="0">
                          <a:solidFill>
                            <a:srgbClr val="000000"/>
                          </a:solidFill>
                          <a:effectLst/>
                          <a:latin typeface="微软雅黑" pitchFamily="34" charset="-122"/>
                          <a:ea typeface="微软雅黑" pitchFamily="34" charset="-122"/>
                        </a:rPr>
                        <a:t>: TCP </a:t>
                      </a:r>
                      <a:r>
                        <a:rPr lang="zh-CN" sz="1600" b="1" dirty="0" smtClean="0">
                          <a:solidFill>
                            <a:srgbClr val="000000"/>
                          </a:solidFill>
                          <a:effectLst/>
                          <a:latin typeface="微软雅黑" pitchFamily="34" charset="-122"/>
                          <a:ea typeface="微软雅黑" pitchFamily="34" charset="-122"/>
                        </a:rPr>
                        <a:t>目的</a:t>
                      </a:r>
                      <a:r>
                        <a:rPr lang="zh-CN" sz="1600" b="1" dirty="0">
                          <a:solidFill>
                            <a:srgbClr val="000000"/>
                          </a:solidFill>
                          <a:effectLst/>
                          <a:latin typeface="微软雅黑" pitchFamily="34" charset="-122"/>
                          <a:ea typeface="微软雅黑" pitchFamily="34" charset="-122"/>
                        </a:rPr>
                        <a:t>端口</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1600" b="1" dirty="0" smtClean="0">
                          <a:solidFill>
                            <a:srgbClr val="0000FF"/>
                          </a:solidFill>
                          <a:effectLst/>
                          <a:latin typeface="微软雅黑" pitchFamily="34" charset="-122"/>
                          <a:ea typeface="微软雅黑" pitchFamily="34" charset="-122"/>
                        </a:rPr>
                        <a:t>172.38.1.5</a:t>
                      </a:r>
                      <a:r>
                        <a:rPr lang="en-US" sz="1600" b="1" dirty="0" smtClean="0">
                          <a:solidFill>
                            <a:srgbClr val="000000"/>
                          </a:solidFill>
                          <a:effectLst/>
                          <a:latin typeface="微软雅黑" pitchFamily="34" charset="-122"/>
                          <a:ea typeface="微软雅黑" pitchFamily="34" charset="-122"/>
                        </a:rPr>
                        <a:t> : </a:t>
                      </a:r>
                      <a:r>
                        <a:rPr lang="en-US" sz="1600" b="1" kern="1200" dirty="0" smtClean="0">
                          <a:solidFill>
                            <a:srgbClr val="C00000"/>
                          </a:solidFill>
                          <a:effectLst/>
                          <a:latin typeface="微软雅黑" pitchFamily="34" charset="-122"/>
                          <a:ea typeface="微软雅黑" pitchFamily="34" charset="-122"/>
                          <a:cs typeface="+mn-cs"/>
                        </a:rPr>
                        <a:t>40001</a:t>
                      </a:r>
                      <a:endParaRPr lang="zh-CN" sz="1600" b="1" kern="1200" dirty="0">
                        <a:solidFill>
                          <a:srgbClr val="C00000"/>
                        </a:solidFill>
                        <a:effectLst/>
                        <a:latin typeface="微软雅黑" pitchFamily="34" charset="-122"/>
                        <a:ea typeface="微软雅黑"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1600" b="1" dirty="0" smtClean="0">
                          <a:solidFill>
                            <a:srgbClr val="000000"/>
                          </a:solidFill>
                          <a:effectLst/>
                          <a:latin typeface="微软雅黑" pitchFamily="34" charset="-122"/>
                          <a:ea typeface="微软雅黑" pitchFamily="34" charset="-122"/>
                        </a:rPr>
                        <a:t>192.168.0.3 : 30000</a:t>
                      </a:r>
                      <a:endParaRPr lang="zh-CN" sz="16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3"/>
                  </a:ext>
                </a:extLst>
              </a:tr>
              <a:tr h="570119">
                <a:tc>
                  <a:txBody>
                    <a:bodyPr/>
                    <a:lstStyle/>
                    <a:p>
                      <a:pPr algn="ctr">
                        <a:lnSpc>
                          <a:spcPct val="100000"/>
                        </a:lnSpc>
                        <a:spcAft>
                          <a:spcPts val="0"/>
                        </a:spcAft>
                        <a:tabLst>
                          <a:tab pos="3886200" algn="l"/>
                        </a:tabLst>
                      </a:pPr>
                      <a:r>
                        <a:rPr lang="zh-CN" sz="1600" b="1" dirty="0">
                          <a:solidFill>
                            <a:srgbClr val="000000"/>
                          </a:solidFill>
                          <a:effectLst/>
                          <a:latin typeface="微软雅黑" pitchFamily="34" charset="-122"/>
                          <a:ea typeface="微软雅黑" pitchFamily="34" charset="-122"/>
                        </a:rPr>
                        <a:t>入</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3886200" algn="l"/>
                        </a:tabLst>
                      </a:pPr>
                      <a:r>
                        <a:rPr lang="zh-CN" sz="1600" b="1" dirty="0" smtClean="0">
                          <a:solidFill>
                            <a:srgbClr val="000000"/>
                          </a:solidFill>
                          <a:effectLst/>
                          <a:latin typeface="微软雅黑" pitchFamily="34" charset="-122"/>
                          <a:ea typeface="微软雅黑" pitchFamily="34" charset="-122"/>
                        </a:rPr>
                        <a:t>目的</a:t>
                      </a:r>
                      <a:r>
                        <a:rPr lang="en-US" altLang="zh-CN" sz="1600" b="1" dirty="0" smtClean="0">
                          <a:solidFill>
                            <a:srgbClr val="000000"/>
                          </a:solidFill>
                          <a:effectLst/>
                          <a:latin typeface="微软雅黑" pitchFamily="34" charset="-122"/>
                          <a:ea typeface="微软雅黑" pitchFamily="34" charset="-122"/>
                        </a:rPr>
                        <a:t> </a:t>
                      </a:r>
                      <a:r>
                        <a:rPr lang="en-US" sz="1600" b="1" dirty="0" smtClean="0">
                          <a:solidFill>
                            <a:srgbClr val="000000"/>
                          </a:solidFill>
                          <a:effectLst/>
                          <a:latin typeface="微软雅黑" pitchFamily="34" charset="-122"/>
                          <a:ea typeface="微软雅黑" pitchFamily="34" charset="-122"/>
                        </a:rPr>
                        <a:t>IP </a:t>
                      </a:r>
                      <a:r>
                        <a:rPr lang="zh-CN" sz="1600" b="1" dirty="0" smtClean="0">
                          <a:solidFill>
                            <a:srgbClr val="000000"/>
                          </a:solidFill>
                          <a:effectLst/>
                          <a:latin typeface="微软雅黑" pitchFamily="34" charset="-122"/>
                          <a:ea typeface="微软雅黑" pitchFamily="34" charset="-122"/>
                        </a:rPr>
                        <a:t>地址</a:t>
                      </a:r>
                      <a:r>
                        <a:rPr lang="en-US" altLang="zh-CN" sz="1600" b="1" dirty="0" smtClean="0">
                          <a:solidFill>
                            <a:srgbClr val="000000"/>
                          </a:solidFill>
                          <a:effectLst/>
                          <a:latin typeface="微软雅黑" pitchFamily="34" charset="-122"/>
                          <a:ea typeface="微软雅黑" pitchFamily="34" charset="-122"/>
                        </a:rPr>
                        <a:t> </a:t>
                      </a:r>
                      <a:r>
                        <a:rPr lang="en-US" sz="1600" b="1" dirty="0" smtClean="0">
                          <a:solidFill>
                            <a:srgbClr val="000000"/>
                          </a:solidFill>
                          <a:effectLst/>
                          <a:latin typeface="微软雅黑" pitchFamily="34" charset="-122"/>
                          <a:ea typeface="微软雅黑" pitchFamily="34" charset="-122"/>
                        </a:rPr>
                        <a:t>: TCP </a:t>
                      </a:r>
                      <a:r>
                        <a:rPr lang="zh-CN" sz="1600" b="1" dirty="0" smtClean="0">
                          <a:solidFill>
                            <a:srgbClr val="000000"/>
                          </a:solidFill>
                          <a:effectLst/>
                          <a:latin typeface="微软雅黑" pitchFamily="34" charset="-122"/>
                          <a:ea typeface="微软雅黑" pitchFamily="34" charset="-122"/>
                        </a:rPr>
                        <a:t>目的端口</a:t>
                      </a:r>
                      <a:endParaRPr lang="zh-CN" sz="16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marL="0" algn="ctr" defTabSz="914400" rtl="0" eaLnBrk="1" latinLnBrk="0" hangingPunct="1">
                        <a:lnSpc>
                          <a:spcPct val="100000"/>
                        </a:lnSpc>
                        <a:spcAft>
                          <a:spcPts val="0"/>
                        </a:spcAft>
                        <a:tabLst>
                          <a:tab pos="3886200" algn="l"/>
                        </a:tabLst>
                      </a:pPr>
                      <a:r>
                        <a:rPr lang="en-US" sz="1600" b="1" kern="1200" dirty="0" smtClean="0">
                          <a:solidFill>
                            <a:srgbClr val="0000FF"/>
                          </a:solidFill>
                          <a:effectLst/>
                          <a:latin typeface="微软雅黑" pitchFamily="34" charset="-122"/>
                          <a:ea typeface="微软雅黑" pitchFamily="34" charset="-122"/>
                          <a:cs typeface="+mn-cs"/>
                        </a:rPr>
                        <a:t>172.38.1.5</a:t>
                      </a:r>
                      <a:r>
                        <a:rPr lang="en-US" sz="1600" b="1" dirty="0" smtClean="0">
                          <a:solidFill>
                            <a:schemeClr val="tx1"/>
                          </a:solidFill>
                          <a:effectLst/>
                          <a:latin typeface="微软雅黑" pitchFamily="34" charset="-122"/>
                          <a:ea typeface="微软雅黑" pitchFamily="34" charset="-122"/>
                        </a:rPr>
                        <a:t> </a:t>
                      </a:r>
                      <a:r>
                        <a:rPr lang="en-US" sz="1600" b="1" dirty="0" smtClean="0">
                          <a:solidFill>
                            <a:srgbClr val="000000"/>
                          </a:solidFill>
                          <a:effectLst/>
                          <a:latin typeface="微软雅黑" pitchFamily="34" charset="-122"/>
                          <a:ea typeface="微软雅黑" pitchFamily="34" charset="-122"/>
                        </a:rPr>
                        <a:t>:</a:t>
                      </a:r>
                      <a:r>
                        <a:rPr lang="en-US" sz="1600" b="1" dirty="0" smtClean="0">
                          <a:solidFill>
                            <a:schemeClr val="tx1"/>
                          </a:solidFill>
                          <a:effectLst/>
                          <a:latin typeface="微软雅黑" pitchFamily="34" charset="-122"/>
                          <a:ea typeface="微软雅黑" pitchFamily="34" charset="-122"/>
                        </a:rPr>
                        <a:t> </a:t>
                      </a:r>
                      <a:r>
                        <a:rPr lang="en-US" sz="1600" b="1" kern="1200" dirty="0" smtClean="0">
                          <a:solidFill>
                            <a:srgbClr val="C00000"/>
                          </a:solidFill>
                          <a:effectLst/>
                          <a:latin typeface="微软雅黑" pitchFamily="34" charset="-122"/>
                          <a:ea typeface="微软雅黑" pitchFamily="34" charset="-122"/>
                          <a:cs typeface="+mn-cs"/>
                        </a:rPr>
                        <a:t>40002</a:t>
                      </a:r>
                      <a:endParaRPr lang="zh-CN" sz="1600" b="1" kern="1200" dirty="0">
                        <a:solidFill>
                          <a:srgbClr val="C00000"/>
                        </a:solidFill>
                        <a:effectLst/>
                        <a:latin typeface="微软雅黑" pitchFamily="34" charset="-122"/>
                        <a:ea typeface="微软雅黑"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3886200" algn="l"/>
                        </a:tabLst>
                      </a:pPr>
                      <a:r>
                        <a:rPr lang="en-US" sz="1600" b="1" dirty="0" smtClean="0">
                          <a:solidFill>
                            <a:srgbClr val="000000"/>
                          </a:solidFill>
                          <a:effectLst/>
                          <a:latin typeface="微软雅黑" pitchFamily="34" charset="-122"/>
                          <a:ea typeface="微软雅黑" pitchFamily="34" charset="-122"/>
                        </a:rPr>
                        <a:t>192.168.0.4 : 30000</a:t>
                      </a:r>
                      <a:endParaRPr lang="zh-CN" sz="1600" b="1" dirty="0">
                        <a:solidFill>
                          <a:srgbClr val="000000"/>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 xmlns:a16="http://schemas.microsoft.com/office/drawing/2014/main" val="10004"/>
                  </a:ext>
                </a:extLst>
              </a:tr>
            </a:tbl>
          </a:graphicData>
        </a:graphic>
      </p:graphicFrame>
      <p:sp>
        <p:nvSpPr>
          <p:cNvPr id="7" name="对角圆角矩形 6"/>
          <p:cNvSpPr/>
          <p:nvPr/>
        </p:nvSpPr>
        <p:spPr>
          <a:xfrm>
            <a:off x="2030472" y="4804050"/>
            <a:ext cx="7593920" cy="1793302"/>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2254876" y="4890690"/>
            <a:ext cx="7297508" cy="1631216"/>
          </a:xfrm>
          <a:prstGeom prst="rect">
            <a:avLst/>
          </a:prstGeom>
        </p:spPr>
        <p:txBody>
          <a:bodyPr wrap="square">
            <a:spAutoFit/>
          </a:bodyPr>
          <a:lstStyle/>
          <a:p>
            <a:pPr marL="285750" indent="-285750">
              <a:lnSpc>
                <a:spcPts val="2400"/>
              </a:lnSpc>
              <a:buFont typeface="Wingdings" panose="05000000000000000000" pitchFamily="2" charset="2"/>
              <a:buChar char="l"/>
            </a:pPr>
            <a:r>
              <a:rPr lang="en-US" altLang="zh-CN" b="1" dirty="0" smtClean="0">
                <a:solidFill>
                  <a:schemeClr val="bg1"/>
                </a:solidFill>
                <a:latin typeface="微软雅黑" pitchFamily="34" charset="-122"/>
                <a:ea typeface="微软雅黑" pitchFamily="34" charset="-122"/>
              </a:rPr>
              <a:t>NAPT </a:t>
            </a:r>
            <a:r>
              <a:rPr lang="zh-CN" altLang="en-US" b="1" dirty="0" smtClean="0">
                <a:solidFill>
                  <a:schemeClr val="bg1"/>
                </a:solidFill>
                <a:latin typeface="微软雅黑" pitchFamily="34" charset="-122"/>
                <a:ea typeface="微软雅黑" pitchFamily="34" charset="-122"/>
              </a:rPr>
              <a:t>把</a:t>
            </a:r>
            <a:r>
              <a:rPr lang="zh-CN" altLang="en-US" b="1" dirty="0">
                <a:solidFill>
                  <a:schemeClr val="bg1"/>
                </a:solidFill>
                <a:latin typeface="微软雅黑" pitchFamily="34" charset="-122"/>
                <a:ea typeface="微软雅黑" pitchFamily="34" charset="-122"/>
              </a:rPr>
              <a:t>专用网内不同的源 </a:t>
            </a:r>
            <a:r>
              <a:rPr lang="en-US" altLang="zh-CN" b="1" dirty="0">
                <a:solidFill>
                  <a:schemeClr val="bg1"/>
                </a:solidFill>
                <a:latin typeface="微软雅黑" pitchFamily="34" charset="-122"/>
                <a:ea typeface="微软雅黑" pitchFamily="34" charset="-122"/>
              </a:rPr>
              <a:t>IP </a:t>
            </a:r>
            <a:r>
              <a:rPr lang="zh-CN" altLang="en-US" b="1" dirty="0" smtClean="0">
                <a:solidFill>
                  <a:schemeClr val="bg1"/>
                </a:solidFill>
                <a:latin typeface="微软雅黑" pitchFamily="34" charset="-122"/>
                <a:ea typeface="微软雅黑" pitchFamily="34" charset="-122"/>
              </a:rPr>
              <a:t>地址都</a:t>
            </a:r>
            <a:r>
              <a:rPr lang="zh-CN" altLang="en-US" b="1" dirty="0">
                <a:solidFill>
                  <a:schemeClr val="bg1"/>
                </a:solidFill>
                <a:latin typeface="微软雅黑" pitchFamily="34" charset="-122"/>
                <a:ea typeface="微软雅黑" pitchFamily="34" charset="-122"/>
              </a:rPr>
              <a:t>转换</a:t>
            </a:r>
            <a:r>
              <a:rPr lang="zh-CN" altLang="en-US" b="1" dirty="0" smtClean="0">
                <a:solidFill>
                  <a:schemeClr val="bg1"/>
                </a:solidFill>
                <a:latin typeface="微软雅黑" pitchFamily="34" charset="-122"/>
                <a:ea typeface="微软雅黑" pitchFamily="34" charset="-122"/>
              </a:rPr>
              <a:t>为</a:t>
            </a:r>
            <a:r>
              <a:rPr lang="zh-CN" altLang="en-US" b="1" dirty="0" smtClean="0">
                <a:solidFill>
                  <a:srgbClr val="FFFF00"/>
                </a:solidFill>
                <a:latin typeface="微软雅黑" pitchFamily="34" charset="-122"/>
                <a:ea typeface="微软雅黑" pitchFamily="34" charset="-122"/>
              </a:rPr>
              <a:t>相同</a:t>
            </a:r>
            <a:r>
              <a:rPr lang="zh-CN" altLang="en-US" b="1" dirty="0" smtClean="0">
                <a:solidFill>
                  <a:schemeClr val="bg1"/>
                </a:solidFill>
                <a:latin typeface="微软雅黑" pitchFamily="34" charset="-122"/>
                <a:ea typeface="微软雅黑" pitchFamily="34" charset="-122"/>
              </a:rPr>
              <a:t>的</a:t>
            </a:r>
            <a:r>
              <a:rPr lang="zh-CN" altLang="en-US" b="1" dirty="0">
                <a:solidFill>
                  <a:schemeClr val="bg1"/>
                </a:solidFill>
                <a:latin typeface="微软雅黑" pitchFamily="34" charset="-122"/>
                <a:ea typeface="微软雅黑" pitchFamily="34" charset="-122"/>
              </a:rPr>
              <a:t>全球 </a:t>
            </a:r>
            <a:r>
              <a:rPr lang="en-US" altLang="zh-CN" b="1" dirty="0">
                <a:solidFill>
                  <a:schemeClr val="bg1"/>
                </a:solidFill>
                <a:latin typeface="微软雅黑" pitchFamily="34" charset="-122"/>
                <a:ea typeface="微软雅黑" pitchFamily="34" charset="-122"/>
              </a:rPr>
              <a:t>IP </a:t>
            </a:r>
            <a:r>
              <a:rPr lang="zh-CN" altLang="en-US" b="1" dirty="0" smtClean="0">
                <a:solidFill>
                  <a:schemeClr val="bg1"/>
                </a:solidFill>
                <a:latin typeface="微软雅黑" pitchFamily="34" charset="-122"/>
                <a:ea typeface="微软雅黑" pitchFamily="34" charset="-122"/>
              </a:rPr>
              <a:t>地址，但将 </a:t>
            </a:r>
            <a:r>
              <a:rPr lang="en-US" altLang="zh-CN" b="1" dirty="0" smtClean="0">
                <a:solidFill>
                  <a:schemeClr val="bg1"/>
                </a:solidFill>
                <a:latin typeface="微软雅黑" pitchFamily="34" charset="-122"/>
                <a:ea typeface="微软雅黑" pitchFamily="34" charset="-122"/>
              </a:rPr>
              <a:t>TCP </a:t>
            </a:r>
            <a:r>
              <a:rPr lang="zh-CN" altLang="en-US" b="1" dirty="0" smtClean="0">
                <a:solidFill>
                  <a:schemeClr val="bg1"/>
                </a:solidFill>
                <a:latin typeface="微软雅黑" pitchFamily="34" charset="-122"/>
                <a:ea typeface="微软雅黑" pitchFamily="34" charset="-122"/>
              </a:rPr>
              <a:t>源</a:t>
            </a:r>
            <a:r>
              <a:rPr lang="zh-CN" altLang="en-US" b="1" dirty="0">
                <a:solidFill>
                  <a:schemeClr val="bg1"/>
                </a:solidFill>
                <a:latin typeface="微软雅黑" pitchFamily="34" charset="-122"/>
                <a:ea typeface="微软雅黑" pitchFamily="34" charset="-122"/>
              </a:rPr>
              <a:t>端口号（</a:t>
            </a:r>
            <a:r>
              <a:rPr lang="zh-CN" altLang="en-US" b="1" dirty="0" smtClean="0">
                <a:solidFill>
                  <a:schemeClr val="bg1"/>
                </a:solidFill>
                <a:latin typeface="微软雅黑" pitchFamily="34" charset="-122"/>
                <a:ea typeface="微软雅黑" pitchFamily="34" charset="-122"/>
              </a:rPr>
              <a:t>不管是否不同）转换为不同的</a:t>
            </a:r>
            <a:r>
              <a:rPr lang="zh-CN" altLang="en-US" b="1" dirty="0" smtClean="0">
                <a:solidFill>
                  <a:srgbClr val="FFFF00"/>
                </a:solidFill>
                <a:latin typeface="微软雅黑" pitchFamily="34" charset="-122"/>
                <a:ea typeface="微软雅黑" pitchFamily="34" charset="-122"/>
              </a:rPr>
              <a:t>新的</a:t>
            </a:r>
            <a:r>
              <a:rPr lang="zh-CN" altLang="en-US" b="1" dirty="0" smtClean="0">
                <a:solidFill>
                  <a:schemeClr val="bg1"/>
                </a:solidFill>
                <a:latin typeface="微软雅黑" pitchFamily="34" charset="-122"/>
                <a:ea typeface="微软雅黑" pitchFamily="34" charset="-122"/>
              </a:rPr>
              <a:t>端口号。</a:t>
            </a:r>
            <a:endParaRPr lang="en-US" altLang="zh-CN" b="1" dirty="0" smtClean="0">
              <a:solidFill>
                <a:schemeClr val="bg1"/>
              </a:solidFill>
              <a:latin typeface="微软雅黑" pitchFamily="34" charset="-122"/>
              <a:ea typeface="微软雅黑" pitchFamily="34" charset="-122"/>
            </a:endParaRPr>
          </a:p>
          <a:p>
            <a:pPr marL="285750" indent="-285750">
              <a:lnSpc>
                <a:spcPts val="2400"/>
              </a:lnSpc>
              <a:buFont typeface="Wingdings" panose="05000000000000000000" pitchFamily="2" charset="2"/>
              <a:buChar char="l"/>
            </a:pPr>
            <a:r>
              <a:rPr lang="zh-CN" altLang="en-US" b="1" dirty="0" smtClean="0">
                <a:solidFill>
                  <a:schemeClr val="bg1"/>
                </a:solidFill>
                <a:latin typeface="微软雅黑" pitchFamily="34" charset="-122"/>
                <a:ea typeface="微软雅黑" pitchFamily="34" charset="-122"/>
              </a:rPr>
              <a:t>当 </a:t>
            </a:r>
            <a:r>
              <a:rPr lang="en-US" altLang="zh-CN" b="1" dirty="0" smtClean="0">
                <a:solidFill>
                  <a:schemeClr val="bg1"/>
                </a:solidFill>
                <a:latin typeface="微软雅黑" pitchFamily="34" charset="-122"/>
                <a:ea typeface="微软雅黑" pitchFamily="34" charset="-122"/>
              </a:rPr>
              <a:t>NAPT </a:t>
            </a:r>
            <a:r>
              <a:rPr lang="zh-CN" altLang="en-US" b="1" dirty="0" smtClean="0">
                <a:solidFill>
                  <a:schemeClr val="bg1"/>
                </a:solidFill>
                <a:latin typeface="微软雅黑" pitchFamily="34" charset="-122"/>
                <a:ea typeface="微软雅黑" pitchFamily="34" charset="-122"/>
              </a:rPr>
              <a:t>路由器收到</a:t>
            </a:r>
            <a:r>
              <a:rPr lang="zh-CN" altLang="en-US" b="1" dirty="0">
                <a:solidFill>
                  <a:schemeClr val="bg1"/>
                </a:solidFill>
                <a:latin typeface="微软雅黑" pitchFamily="34" charset="-122"/>
                <a:ea typeface="微软雅黑" pitchFamily="34" charset="-122"/>
              </a:rPr>
              <a:t>从互联网发来的应答时</a:t>
            </a:r>
            <a:r>
              <a:rPr lang="zh-CN" altLang="en-US" b="1" dirty="0" smtClean="0">
                <a:solidFill>
                  <a:schemeClr val="bg1"/>
                </a:solidFill>
                <a:latin typeface="微软雅黑" pitchFamily="34" charset="-122"/>
                <a:ea typeface="微软雅黑" pitchFamily="34" charset="-122"/>
              </a:rPr>
              <a:t>，就可以从 </a:t>
            </a:r>
            <a:r>
              <a:rPr lang="en-US" altLang="zh-CN" b="1" dirty="0">
                <a:solidFill>
                  <a:schemeClr val="bg1"/>
                </a:solidFill>
                <a:latin typeface="微软雅黑" pitchFamily="34" charset="-122"/>
                <a:ea typeface="微软雅黑" pitchFamily="34" charset="-122"/>
              </a:rPr>
              <a:t>IP </a:t>
            </a:r>
            <a:r>
              <a:rPr lang="zh-CN" altLang="en-US" b="1" dirty="0">
                <a:solidFill>
                  <a:schemeClr val="bg1"/>
                </a:solidFill>
                <a:latin typeface="微软雅黑" pitchFamily="34" charset="-122"/>
                <a:ea typeface="微软雅黑" pitchFamily="34" charset="-122"/>
              </a:rPr>
              <a:t>数据报的数据部分找出</a:t>
            </a:r>
            <a:r>
              <a:rPr lang="zh-CN" altLang="en-US" b="1" dirty="0" smtClean="0">
                <a:solidFill>
                  <a:schemeClr val="bg1"/>
                </a:solidFill>
                <a:latin typeface="微软雅黑" pitchFamily="34" charset="-122"/>
                <a:ea typeface="微软雅黑" pitchFamily="34" charset="-122"/>
              </a:rPr>
              <a:t>运输层端口</a:t>
            </a:r>
            <a:r>
              <a:rPr lang="zh-CN" altLang="en-US" b="1" dirty="0">
                <a:solidFill>
                  <a:schemeClr val="bg1"/>
                </a:solidFill>
                <a:latin typeface="微软雅黑" pitchFamily="34" charset="-122"/>
                <a:ea typeface="微软雅黑" pitchFamily="34" charset="-122"/>
              </a:rPr>
              <a:t>号</a:t>
            </a:r>
            <a:r>
              <a:rPr lang="zh-CN" altLang="en-US" b="1" dirty="0" smtClean="0">
                <a:solidFill>
                  <a:schemeClr val="bg1"/>
                </a:solidFill>
                <a:latin typeface="微软雅黑" pitchFamily="34" charset="-122"/>
                <a:ea typeface="微软雅黑" pitchFamily="34" charset="-122"/>
              </a:rPr>
              <a:t>，然后根据不同的</a:t>
            </a:r>
            <a:r>
              <a:rPr lang="zh-CN" altLang="en-US" b="1" dirty="0" smtClean="0">
                <a:solidFill>
                  <a:srgbClr val="FFFF00"/>
                </a:solidFill>
                <a:latin typeface="微软雅黑" pitchFamily="34" charset="-122"/>
                <a:ea typeface="微软雅黑" pitchFamily="34" charset="-122"/>
              </a:rPr>
              <a:t>目的端口号</a:t>
            </a:r>
            <a:r>
              <a:rPr lang="zh-CN" altLang="en-US" b="1" dirty="0" smtClean="0">
                <a:solidFill>
                  <a:schemeClr val="bg1"/>
                </a:solidFill>
                <a:latin typeface="微软雅黑" pitchFamily="34" charset="-122"/>
                <a:ea typeface="微软雅黑" pitchFamily="34" charset="-122"/>
              </a:rPr>
              <a:t>，从 </a:t>
            </a:r>
            <a:r>
              <a:rPr lang="en-US" altLang="zh-CN" b="1" dirty="0">
                <a:solidFill>
                  <a:schemeClr val="bg1"/>
                </a:solidFill>
                <a:latin typeface="微软雅黑" pitchFamily="34" charset="-122"/>
                <a:ea typeface="微软雅黑" pitchFamily="34" charset="-122"/>
              </a:rPr>
              <a:t>NAPT </a:t>
            </a:r>
            <a:r>
              <a:rPr lang="zh-CN" altLang="en-US" b="1" dirty="0">
                <a:solidFill>
                  <a:schemeClr val="bg1"/>
                </a:solidFill>
                <a:latin typeface="微软雅黑" pitchFamily="34" charset="-122"/>
                <a:ea typeface="微软雅黑" pitchFamily="34" charset="-122"/>
              </a:rPr>
              <a:t>转换表中找到正确的目的</a:t>
            </a:r>
            <a:r>
              <a:rPr lang="zh-CN" altLang="en-US" b="1" dirty="0" smtClean="0">
                <a:solidFill>
                  <a:schemeClr val="bg1"/>
                </a:solidFill>
                <a:latin typeface="微软雅黑" pitchFamily="34" charset="-122"/>
                <a:ea typeface="微软雅黑" pitchFamily="34" charset="-122"/>
              </a:rPr>
              <a:t>主机和端口号。</a:t>
            </a:r>
            <a:endParaRPr lang="zh-CN" altLang="en-US"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4148038300"/>
      </p:ext>
    </p:extLst>
  </p:cSld>
  <p:clrMapOvr>
    <a:masterClrMapping/>
  </p:clrMapOvr>
  <p:transition spd="slow"/>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79906" name="标题 1"/>
          <p:cNvSpPr>
            <a:spLocks noGrp="1" noChangeArrowheads="1"/>
          </p:cNvSpPr>
          <p:nvPr>
            <p:ph type="title"/>
          </p:nvPr>
        </p:nvSpPr>
        <p:spPr/>
        <p:txBody>
          <a:bodyPr/>
          <a:lstStyle/>
          <a:p>
            <a:r>
              <a:rPr lang="zh-CN" altLang="en-US" smtClean="0"/>
              <a:t>动手实验</a:t>
            </a:r>
          </a:p>
        </p:txBody>
      </p:sp>
      <p:sp>
        <p:nvSpPr>
          <p:cNvPr id="379907" name="内容占位符 2"/>
          <p:cNvSpPr>
            <a:spLocks noGrp="1" noChangeArrowheads="1"/>
          </p:cNvSpPr>
          <p:nvPr>
            <p:ph idx="1"/>
          </p:nvPr>
        </p:nvSpPr>
        <p:spPr>
          <a:xfrm>
            <a:off x="442913" y="1412875"/>
            <a:ext cx="11304587" cy="4895850"/>
          </a:xfrm>
        </p:spPr>
        <p:txBody>
          <a:bodyPr/>
          <a:lstStyle/>
          <a:p>
            <a:r>
              <a:rPr lang="zh-CN" altLang="en-US" b="1" dirty="0" smtClean="0"/>
              <a:t>实验</a:t>
            </a:r>
            <a:r>
              <a:rPr lang="en-US" altLang="zh-CN" b="1" dirty="0" smtClean="0"/>
              <a:t>4-9</a:t>
            </a:r>
            <a:r>
              <a:rPr lang="zh-CN" altLang="en-US" b="1" dirty="0" smtClean="0"/>
              <a:t>：配置 </a:t>
            </a:r>
            <a:r>
              <a:rPr lang="en-US" altLang="zh-CN" b="1" dirty="0" smtClean="0"/>
              <a:t>NAT </a:t>
            </a:r>
            <a:r>
              <a:rPr lang="zh-CN" altLang="en-US" b="1" dirty="0" smtClean="0"/>
              <a:t>和 </a:t>
            </a:r>
            <a:r>
              <a:rPr lang="en-US" altLang="zh-CN" b="1" dirty="0" smtClean="0"/>
              <a:t>NAPT</a:t>
            </a:r>
            <a:endParaRPr lang="zh-CN" altLang="en-US" b="1" dirty="0" smtClean="0"/>
          </a:p>
        </p:txBody>
      </p:sp>
    </p:spTree>
  </p:cSld>
  <p:clrMapOvr>
    <a:masterClrMapping/>
  </p:clrMapOvr>
  <p:transition spd="slow"/>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t="-17000" b="-17000"/>
          </a:stretch>
        </a:blipFill>
        <a:effectLst/>
      </p:bgPr>
    </p:bg>
    <p:spTree>
      <p:nvGrpSpPr>
        <p:cNvPr id="1" name=""/>
        <p:cNvGrpSpPr/>
        <p:nvPr/>
      </p:nvGrpSpPr>
      <p:grpSpPr>
        <a:xfrm>
          <a:off x="0" y="0"/>
          <a:ext cx="0" cy="0"/>
          <a:chOff x="0" y="0"/>
          <a:chExt cx="0" cy="0"/>
        </a:xfrm>
      </p:grpSpPr>
      <p:sp>
        <p:nvSpPr>
          <p:cNvPr id="382978" name="Rectangle 7"/>
          <p:cNvSpPr>
            <a:spLocks noChangeArrowheads="1"/>
          </p:cNvSpPr>
          <p:nvPr/>
        </p:nvSpPr>
        <p:spPr bwMode="black">
          <a:xfrm>
            <a:off x="1524000" y="1844675"/>
            <a:ext cx="91440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r>
              <a:rPr lang="en-US" altLang="zh-CN" sz="3200">
                <a:solidFill>
                  <a:srgbClr val="000066"/>
                </a:solidFill>
                <a:ea typeface="黑体" pitchFamily="2" charset="-122"/>
              </a:rPr>
              <a:t>Thank You</a:t>
            </a:r>
            <a:r>
              <a:rPr lang="zh-CN" altLang="en-US" sz="3200">
                <a:solidFill>
                  <a:srgbClr val="000066"/>
                </a:solidFill>
                <a:ea typeface="黑体" pitchFamily="2" charset="-122"/>
              </a:rPr>
              <a:t>！</a:t>
            </a:r>
            <a:endParaRPr lang="en-US" altLang="zh-CN" sz="3200">
              <a:solidFill>
                <a:srgbClr val="000066"/>
              </a:solidFill>
              <a:ea typeface="黑体" pitchFamily="2" charset="-122"/>
            </a:endParaRPr>
          </a:p>
          <a:p>
            <a:pPr algn="ctr" eaLnBrk="1" hangingPunct="1"/>
            <a:r>
              <a:rPr lang="en-US" altLang="zh-CN" sz="3200">
                <a:solidFill>
                  <a:srgbClr val="000066"/>
                </a:solidFill>
                <a:ea typeface="黑体" pitchFamily="2" charset="-122"/>
              </a:rPr>
              <a:t>Any Questions</a:t>
            </a:r>
            <a:r>
              <a:rPr lang="zh-CN" altLang="en-US" sz="3200">
                <a:solidFill>
                  <a:srgbClr val="000066"/>
                </a:solidFill>
                <a:ea typeface="黑体" pitchFamily="2" charset="-122"/>
              </a:rPr>
              <a:t>？</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NordriDesignStudio">
  <a:themeElements>
    <a:clrScheme name="NordriDesignStudio 5">
      <a:dk1>
        <a:srgbClr val="666699"/>
      </a:dk1>
      <a:lt1>
        <a:srgbClr val="FFFFFF"/>
      </a:lt1>
      <a:dk2>
        <a:srgbClr val="000066"/>
      </a:dk2>
      <a:lt2>
        <a:srgbClr val="C0C0C0"/>
      </a:lt2>
      <a:accent1>
        <a:srgbClr val="49CACD"/>
      </a:accent1>
      <a:accent2>
        <a:srgbClr val="467CE8"/>
      </a:accent2>
      <a:accent3>
        <a:srgbClr val="FFFFFF"/>
      </a:accent3>
      <a:accent4>
        <a:srgbClr val="565682"/>
      </a:accent4>
      <a:accent5>
        <a:srgbClr val="B1E1E3"/>
      </a:accent5>
      <a:accent6>
        <a:srgbClr val="3F70D2"/>
      </a:accent6>
      <a:hlink>
        <a:srgbClr val="000066"/>
      </a:hlink>
      <a:folHlink>
        <a:srgbClr val="878FA5"/>
      </a:folHlink>
    </a:clrScheme>
    <a:fontScheme name="NordriDesignStudio">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ordriDesignStudio 1">
        <a:dk1>
          <a:srgbClr val="1D528D"/>
        </a:dk1>
        <a:lt1>
          <a:srgbClr val="FFFFFF"/>
        </a:lt1>
        <a:dk2>
          <a:srgbClr val="000000"/>
        </a:dk2>
        <a:lt2>
          <a:srgbClr val="C0C0C0"/>
        </a:lt2>
        <a:accent1>
          <a:srgbClr val="2CA3C8"/>
        </a:accent1>
        <a:accent2>
          <a:srgbClr val="C5903B"/>
        </a:accent2>
        <a:accent3>
          <a:srgbClr val="FFFFFF"/>
        </a:accent3>
        <a:accent4>
          <a:srgbClr val="174578"/>
        </a:accent4>
        <a:accent5>
          <a:srgbClr val="ACCEE0"/>
        </a:accent5>
        <a:accent6>
          <a:srgbClr val="B28235"/>
        </a:accent6>
        <a:hlink>
          <a:srgbClr val="FF9900"/>
        </a:hlink>
        <a:folHlink>
          <a:srgbClr val="969696"/>
        </a:folHlink>
      </a:clrScheme>
      <a:clrMap bg1="lt1" tx1="dk1" bg2="lt2" tx2="dk2" accent1="accent1" accent2="accent2" accent3="accent3" accent4="accent4" accent5="accent5" accent6="accent6" hlink="hlink" folHlink="folHlink"/>
    </a:extraClrScheme>
    <a:extraClrScheme>
      <a:clrScheme name="NordriDesignStudio 2">
        <a:dk1>
          <a:srgbClr val="124B98"/>
        </a:dk1>
        <a:lt1>
          <a:srgbClr val="FFFFFF"/>
        </a:lt1>
        <a:dk2>
          <a:srgbClr val="000000"/>
        </a:dk2>
        <a:lt2>
          <a:srgbClr val="C0C0C0"/>
        </a:lt2>
        <a:accent1>
          <a:srgbClr val="4A95E8"/>
        </a:accent1>
        <a:accent2>
          <a:srgbClr val="6D8DE9"/>
        </a:accent2>
        <a:accent3>
          <a:srgbClr val="FFFFFF"/>
        </a:accent3>
        <a:accent4>
          <a:srgbClr val="0E3F81"/>
        </a:accent4>
        <a:accent5>
          <a:srgbClr val="B1C8F2"/>
        </a:accent5>
        <a:accent6>
          <a:srgbClr val="627FD3"/>
        </a:accent6>
        <a:hlink>
          <a:srgbClr val="95CD2F"/>
        </a:hlink>
        <a:folHlink>
          <a:srgbClr val="CAA664"/>
        </a:folHlink>
      </a:clrScheme>
      <a:clrMap bg1="lt1" tx1="dk1" bg2="lt2" tx2="dk2" accent1="accent1" accent2="accent2" accent3="accent3" accent4="accent4" accent5="accent5" accent6="accent6" hlink="hlink" folHlink="folHlink"/>
    </a:extraClrScheme>
    <a:extraClrScheme>
      <a:clrScheme name="NordriDesignStudio 3">
        <a:dk1>
          <a:srgbClr val="666699"/>
        </a:dk1>
        <a:lt1>
          <a:srgbClr val="FFFFFF"/>
        </a:lt1>
        <a:dk2>
          <a:srgbClr val="000066"/>
        </a:dk2>
        <a:lt2>
          <a:srgbClr val="C0C0C0"/>
        </a:lt2>
        <a:accent1>
          <a:srgbClr val="49CACD"/>
        </a:accent1>
        <a:accent2>
          <a:srgbClr val="467CE8"/>
        </a:accent2>
        <a:accent3>
          <a:srgbClr val="FFFFFF"/>
        </a:accent3>
        <a:accent4>
          <a:srgbClr val="565682"/>
        </a:accent4>
        <a:accent5>
          <a:srgbClr val="B1E1E3"/>
        </a:accent5>
        <a:accent6>
          <a:srgbClr val="3F70D2"/>
        </a:accent6>
        <a:hlink>
          <a:srgbClr val="28BFEE"/>
        </a:hlink>
        <a:folHlink>
          <a:srgbClr val="878FA5"/>
        </a:folHlink>
      </a:clrScheme>
      <a:clrMap bg1="lt1" tx1="dk1" bg2="lt2" tx2="dk2" accent1="accent1" accent2="accent2" accent3="accent3" accent4="accent4" accent5="accent5" accent6="accent6" hlink="hlink" folHlink="folHlink"/>
    </a:extraClrScheme>
    <a:extraClrScheme>
      <a:clrScheme name="NordriDesignStudio 4">
        <a:dk1>
          <a:srgbClr val="666699"/>
        </a:dk1>
        <a:lt1>
          <a:srgbClr val="FFFFFF"/>
        </a:lt1>
        <a:dk2>
          <a:srgbClr val="000066"/>
        </a:dk2>
        <a:lt2>
          <a:srgbClr val="C0C0C0"/>
        </a:lt2>
        <a:accent1>
          <a:srgbClr val="49CACD"/>
        </a:accent1>
        <a:accent2>
          <a:srgbClr val="467CE8"/>
        </a:accent2>
        <a:accent3>
          <a:srgbClr val="FFFFFF"/>
        </a:accent3>
        <a:accent4>
          <a:srgbClr val="565682"/>
        </a:accent4>
        <a:accent5>
          <a:srgbClr val="B1E1E3"/>
        </a:accent5>
        <a:accent6>
          <a:srgbClr val="3F70D2"/>
        </a:accent6>
        <a:hlink>
          <a:srgbClr val="FF6600"/>
        </a:hlink>
        <a:folHlink>
          <a:srgbClr val="878FA5"/>
        </a:folHlink>
      </a:clrScheme>
      <a:clrMap bg1="lt1" tx1="dk1" bg2="lt2" tx2="dk2" accent1="accent1" accent2="accent2" accent3="accent3" accent4="accent4" accent5="accent5" accent6="accent6" hlink="hlink" folHlink="folHlink"/>
    </a:extraClrScheme>
    <a:extraClrScheme>
      <a:clrScheme name="NordriDesignStudio 5">
        <a:dk1>
          <a:srgbClr val="666699"/>
        </a:dk1>
        <a:lt1>
          <a:srgbClr val="FFFFFF"/>
        </a:lt1>
        <a:dk2>
          <a:srgbClr val="000066"/>
        </a:dk2>
        <a:lt2>
          <a:srgbClr val="C0C0C0"/>
        </a:lt2>
        <a:accent1>
          <a:srgbClr val="49CACD"/>
        </a:accent1>
        <a:accent2>
          <a:srgbClr val="467CE8"/>
        </a:accent2>
        <a:accent3>
          <a:srgbClr val="FFFFFF"/>
        </a:accent3>
        <a:accent4>
          <a:srgbClr val="565682"/>
        </a:accent4>
        <a:accent5>
          <a:srgbClr val="B1E1E3"/>
        </a:accent5>
        <a:accent6>
          <a:srgbClr val="3F70D2"/>
        </a:accent6>
        <a:hlink>
          <a:srgbClr val="000066"/>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CHAP1 计算机网络概述（模板）</Template>
  <TotalTime>30640</TotalTime>
  <Words>16379</Words>
  <Application>Microsoft Office PowerPoint</Application>
  <PresentationFormat>自定义</PresentationFormat>
  <Paragraphs>3449</Paragraphs>
  <Slides>214</Slides>
  <Notes>154</Notes>
  <HiddenSlides>20</HiddenSlides>
  <MMClips>0</MMClips>
  <ScaleCrop>false</ScaleCrop>
  <HeadingPairs>
    <vt:vector size="6" baseType="variant">
      <vt:variant>
        <vt:lpstr>主题</vt:lpstr>
      </vt:variant>
      <vt:variant>
        <vt:i4>1</vt:i4>
      </vt:variant>
      <vt:variant>
        <vt:lpstr>嵌入 OLE 服务器</vt:lpstr>
      </vt:variant>
      <vt:variant>
        <vt:i4>2</vt:i4>
      </vt:variant>
      <vt:variant>
        <vt:lpstr>幻灯片标题</vt:lpstr>
      </vt:variant>
      <vt:variant>
        <vt:i4>214</vt:i4>
      </vt:variant>
    </vt:vector>
  </HeadingPairs>
  <TitlesOfParts>
    <vt:vector size="217" baseType="lpstr">
      <vt:lpstr>NordriDesignStudio</vt:lpstr>
      <vt:lpstr>VISIO</vt:lpstr>
      <vt:lpstr>Microsoft ClipArt Gallery</vt:lpstr>
      <vt:lpstr>PowerPoint 演示文稿</vt:lpstr>
      <vt:lpstr>指引</vt:lpstr>
      <vt:lpstr>4.1.1 网络层提供的两种服务</vt:lpstr>
      <vt:lpstr>虚电路服务</vt:lpstr>
      <vt:lpstr>数据报服务</vt:lpstr>
      <vt:lpstr>数据报服务</vt:lpstr>
      <vt:lpstr>数据报服务</vt:lpstr>
      <vt:lpstr>虚电路服务与数据报服务对比</vt:lpstr>
      <vt:lpstr>4.1.2 网络层的两个层面</vt:lpstr>
      <vt:lpstr>4.1.2 网络层的两个层面</vt:lpstr>
      <vt:lpstr>4.1.2 网络层的两个层面</vt:lpstr>
      <vt:lpstr>4.1.2 网络层的两个层面</vt:lpstr>
      <vt:lpstr>指引</vt:lpstr>
      <vt:lpstr>4.2 网际协议 IP</vt:lpstr>
      <vt:lpstr>4.2 网际协议 IP</vt:lpstr>
      <vt:lpstr>4.2.1 虚拟互连网络</vt:lpstr>
      <vt:lpstr>4.2.1 虚拟互连网络</vt:lpstr>
      <vt:lpstr>4.2.1 虚拟互连网络</vt:lpstr>
      <vt:lpstr>PowerPoint 演示文稿</vt:lpstr>
      <vt:lpstr>4.2.1 虚拟互连网络</vt:lpstr>
      <vt:lpstr>4.2.2 IP地址</vt:lpstr>
      <vt:lpstr>IP 地址及其表示方法 </vt:lpstr>
      <vt:lpstr>IP 地址及其表示方法 </vt:lpstr>
      <vt:lpstr>IP 地址及其表示方法 </vt:lpstr>
      <vt:lpstr>分类的 IP 地址</vt:lpstr>
      <vt:lpstr>分类的 IP 地址</vt:lpstr>
      <vt:lpstr>分类的 IP 地址</vt:lpstr>
      <vt:lpstr>分类的 IP 地址</vt:lpstr>
      <vt:lpstr>分类的 IP 地址</vt:lpstr>
      <vt:lpstr>分类的 IP 地址</vt:lpstr>
      <vt:lpstr>分类的 IP 地址</vt:lpstr>
      <vt:lpstr>分类的 IP 地址</vt:lpstr>
      <vt:lpstr>分类的 IP 地址</vt:lpstr>
      <vt:lpstr>分类的 IP 地址 </vt:lpstr>
      <vt:lpstr>无分类编址 CIDR</vt:lpstr>
      <vt:lpstr>无分类编址 CIDR</vt:lpstr>
      <vt:lpstr>无分类编址 CIDR</vt:lpstr>
      <vt:lpstr>无分类编址 CIDR</vt:lpstr>
      <vt:lpstr>无分类编址 CIDR</vt:lpstr>
      <vt:lpstr>128.14.32.0/20 表示的地址块（212 个地址）</vt:lpstr>
      <vt:lpstr>无分类编址 CIDR</vt:lpstr>
      <vt:lpstr>无分类编址 CIDR</vt:lpstr>
      <vt:lpstr>无分类编址 CIDR</vt:lpstr>
      <vt:lpstr>无分类编址 CIDR</vt:lpstr>
      <vt:lpstr>无分类编址 CIDR</vt:lpstr>
      <vt:lpstr>无分类编址 CIDR</vt:lpstr>
      <vt:lpstr>CIDR 地址块划分举例 </vt:lpstr>
      <vt:lpstr>IP 地址的特点 </vt:lpstr>
      <vt:lpstr>IP 地址的特点 </vt:lpstr>
      <vt:lpstr>IP 地址的特点 </vt:lpstr>
      <vt:lpstr>IP 地址的特点 </vt:lpstr>
      <vt:lpstr>IP 地址的特点 </vt:lpstr>
      <vt:lpstr>IP 地址的特点 </vt:lpstr>
      <vt:lpstr>4.2.3 IP 地址与 MAC 地址 </vt:lpstr>
      <vt:lpstr>PowerPoint 演示文稿</vt:lpstr>
      <vt:lpstr>IP 数据报转发过程 </vt:lpstr>
      <vt:lpstr>IP 数据报转发过程 </vt:lpstr>
      <vt:lpstr>IP 数据报转发过程 </vt:lpstr>
      <vt:lpstr>IP 数据报转发过程 </vt:lpstr>
      <vt:lpstr>IP 数据报转发过程 </vt:lpstr>
      <vt:lpstr>4.2.4 地址解析协议 ARP</vt:lpstr>
      <vt:lpstr>4.2.4 地址解析协议 ARP</vt:lpstr>
      <vt:lpstr>4.2.4 地址解析协议 ARP</vt:lpstr>
      <vt:lpstr>4.2.4 地址解析协议 ARP</vt:lpstr>
      <vt:lpstr>PowerPoint 演示文稿</vt:lpstr>
      <vt:lpstr>4.2.4 地址解析协议 ARP</vt:lpstr>
      <vt:lpstr>4.2.4 地址解析协议 ARP</vt:lpstr>
      <vt:lpstr>4.2.4 地址解析协议 ARP</vt:lpstr>
      <vt:lpstr>4.2.4 地址解析协议 ARP</vt:lpstr>
      <vt:lpstr>4.2.4 地址解析协议 ARP</vt:lpstr>
      <vt:lpstr>4.2.4 地址解析协议 ARP</vt:lpstr>
      <vt:lpstr>4.2.4 地址解析协议 ARP</vt:lpstr>
      <vt:lpstr>使用 ARP 的四种典型情况 </vt:lpstr>
      <vt:lpstr>使用 ARP 的四种典型情况 </vt:lpstr>
      <vt:lpstr>为什么不直接使用 MAC 地址进行通信？ </vt:lpstr>
      <vt:lpstr>动手实验</vt:lpstr>
      <vt:lpstr>4.2.5 IP 数据报的格式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IP 数据报首部的可变部分 </vt:lpstr>
      <vt:lpstr>动手实验</vt:lpstr>
      <vt:lpstr>指引</vt:lpstr>
      <vt:lpstr>4.3.1 基于终点的转发</vt:lpstr>
      <vt:lpstr>4.3.1 基于终点的转发</vt:lpstr>
      <vt:lpstr>4.3.1 基于终点的转发</vt:lpstr>
      <vt:lpstr>4.3.1 基于终点的转发</vt:lpstr>
      <vt:lpstr>4.3.1 基于终点的转发</vt:lpstr>
      <vt:lpstr>4.3.1 基于终点的转发</vt:lpstr>
      <vt:lpstr>4.3.2 最长前缀匹配</vt:lpstr>
      <vt:lpstr>最长前缀匹配举例</vt:lpstr>
      <vt:lpstr>最长前缀匹配举例</vt:lpstr>
      <vt:lpstr>最长前缀匹配举例</vt:lpstr>
      <vt:lpstr>4.3.2 最长前缀匹配</vt:lpstr>
      <vt:lpstr>两种特殊的路由</vt:lpstr>
      <vt:lpstr>两种特殊的路由</vt:lpstr>
      <vt:lpstr>默认路由举例</vt:lpstr>
      <vt:lpstr>分组转发算法（转发表按前缀长短排序） </vt:lpstr>
      <vt:lpstr>分组转发算法（转发表按前缀长短排序） </vt:lpstr>
      <vt:lpstr>注意 </vt:lpstr>
      <vt:lpstr>4.3.3 使用二叉线索查找转发表</vt:lpstr>
      <vt:lpstr>4.3.3 使用二叉线索查找转发表</vt:lpstr>
      <vt:lpstr>4.3.3 使用二叉线索查找转发表</vt:lpstr>
      <vt:lpstr>4.3.3 使用二叉线索查找转发表</vt:lpstr>
      <vt:lpstr>4.3.3 使用二叉线索查找转发表</vt:lpstr>
      <vt:lpstr>指引</vt:lpstr>
      <vt:lpstr>ICMP 简介</vt:lpstr>
      <vt:lpstr>ICMP 报文格式</vt:lpstr>
      <vt:lpstr>ICMP 报文格式</vt:lpstr>
      <vt:lpstr>4.4.1 ICMP 报文的种类</vt:lpstr>
      <vt:lpstr>ICMP 差错报告报文的数据字段</vt:lpstr>
      <vt:lpstr>4.4.2 ICMP 应用举例</vt:lpstr>
      <vt:lpstr>4.4.2 ICMP 应用举例</vt:lpstr>
      <vt:lpstr>指引</vt:lpstr>
      <vt:lpstr>IPv6 数据报的一般形式 </vt:lpstr>
      <vt:lpstr>4.6.1 IPv6 的基本首部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4.6.2 IPv6 的地址</vt:lpstr>
      <vt:lpstr>冒号十六进制记法</vt:lpstr>
      <vt:lpstr>冒号十六进制记法</vt:lpstr>
      <vt:lpstr>冒号十六进制记法</vt:lpstr>
      <vt:lpstr>冒号十六进制记法</vt:lpstr>
      <vt:lpstr>IPv6 地址分类 </vt:lpstr>
      <vt:lpstr>IPv6 地址分类</vt:lpstr>
      <vt:lpstr>4.5.3 从 IPv4 向 IPv6 过渡 </vt:lpstr>
      <vt:lpstr>双协议栈</vt:lpstr>
      <vt:lpstr>隧道技术</vt:lpstr>
      <vt:lpstr>指引</vt:lpstr>
      <vt:lpstr>4.6 互联网的路由选择协议</vt:lpstr>
      <vt:lpstr>动手实验</vt:lpstr>
      <vt:lpstr>分层次的路由选择协议</vt:lpstr>
      <vt:lpstr>自治系统 AS(Autonomous System) </vt:lpstr>
      <vt:lpstr>分层次的路由选择协议</vt:lpstr>
      <vt:lpstr>4.6.2 RIP</vt:lpstr>
      <vt:lpstr>4.6.2 RIP</vt:lpstr>
      <vt:lpstr>4.6.2 RIP</vt:lpstr>
      <vt:lpstr>RIP 协议的特点</vt:lpstr>
      <vt:lpstr>RIP 路由表的建立</vt:lpstr>
      <vt:lpstr>距离向量算法</vt:lpstr>
      <vt:lpstr>距离向量算法</vt:lpstr>
      <vt:lpstr>距离向量算法</vt:lpstr>
      <vt:lpstr>RIP 距离向量算法举例</vt:lpstr>
      <vt:lpstr>RIP 协议的报文格式 </vt:lpstr>
      <vt:lpstr>PowerPoint 演示文稿</vt:lpstr>
      <vt:lpstr>PowerPoint 演示文稿</vt:lpstr>
      <vt:lpstr>PowerPoint 演示文稿</vt:lpstr>
      <vt:lpstr>PowerPoint 演示文稿</vt:lpstr>
      <vt:lpstr>PowerPoint 演示文稿</vt:lpstr>
      <vt:lpstr>PowerPoint 演示文稿</vt:lpstr>
      <vt:lpstr>RIP 协议优缺点总结 </vt:lpstr>
      <vt:lpstr>动手实验</vt:lpstr>
      <vt:lpstr>4.6.3 OSPF</vt:lpstr>
      <vt:lpstr>OSPF 协议的特点</vt:lpstr>
      <vt:lpstr>洪泛法</vt:lpstr>
      <vt:lpstr>4.6.3 OSPF</vt:lpstr>
      <vt:lpstr>4.6.3 OSPF</vt:lpstr>
      <vt:lpstr>动手实验</vt:lpstr>
      <vt:lpstr>4.6.4 BGP</vt:lpstr>
      <vt:lpstr>4.6.5 路由器的结构 </vt:lpstr>
      <vt:lpstr>端口对分组的处理 </vt:lpstr>
      <vt:lpstr>指引</vt:lpstr>
      <vt:lpstr>4.7.1 IP 多播的基本概念</vt:lpstr>
      <vt:lpstr>4.7.1 IP 多播的基本概念</vt:lpstr>
      <vt:lpstr>IP 多播的一些特点 </vt:lpstr>
      <vt:lpstr>4.7.2 在局域网上进行硬件多播 </vt:lpstr>
      <vt:lpstr>D 类 IP 地址与以太网多播地址的映射关系 </vt:lpstr>
      <vt:lpstr>IP 多播需要两种协议</vt:lpstr>
      <vt:lpstr>IGMP 使多播路由器知道多播组成员信息 </vt:lpstr>
      <vt:lpstr>IGMP 可分为两个阶段 </vt:lpstr>
      <vt:lpstr>多播路由选择</vt:lpstr>
      <vt:lpstr>洪泛和剪除及 RPB、多播转发树 </vt:lpstr>
      <vt:lpstr>隧道技术(tunneling) </vt:lpstr>
      <vt:lpstr>基于核心的发现技术 </vt:lpstr>
      <vt:lpstr>指引</vt:lpstr>
      <vt:lpstr>专用地址和全球地址</vt:lpstr>
      <vt:lpstr>专用地址和全球地址</vt:lpstr>
      <vt:lpstr>4.8.1 虚拟专用网 VPN</vt:lpstr>
      <vt:lpstr>用隧道技术实现虚拟专用网 </vt:lpstr>
      <vt:lpstr>用隧道技术实现虚拟专用网 </vt:lpstr>
      <vt:lpstr>远程接入 VPN(remote access VPN) </vt:lpstr>
      <vt:lpstr>4.8.2 网络地址转换 NAT</vt:lpstr>
      <vt:lpstr>4.8.2 网络地址转换 NAT</vt:lpstr>
      <vt:lpstr>4.8.2 网络地址转换 NAT</vt:lpstr>
      <vt:lpstr>4.8.2 网络地址转换 NAT</vt:lpstr>
      <vt:lpstr>网络地址与端口号转换 NAPT</vt:lpstr>
      <vt:lpstr>NAPT 转换表举例</vt:lpstr>
      <vt:lpstr>动手实验</vt:lpstr>
      <vt:lpstr>PowerPoint 演示文稿</vt:lpstr>
    </vt:vector>
  </TitlesOfParts>
  <Company>NICE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计算机网络</dc:title>
  <dc:creator>XXR</dc:creator>
  <cp:lastModifiedBy>微软用户</cp:lastModifiedBy>
  <cp:revision>1640</cp:revision>
  <dcterms:created xsi:type="dcterms:W3CDTF">2004-03-02T12:35:10Z</dcterms:created>
  <dcterms:modified xsi:type="dcterms:W3CDTF">2023-04-09T23:32:02Z</dcterms:modified>
</cp:coreProperties>
</file>