
<file path=[Content_Types].xml><?xml version="1.0" encoding="utf-8"?>
<Types xmlns="http://schemas.openxmlformats.org/package/2006/content-types">
  <Default Extension="emf" ContentType="image/x-emf"/>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69"/>
  </p:notesMasterIdLst>
  <p:sldIdLst>
    <p:sldId id="256" r:id="rId2"/>
    <p:sldId id="485" r:id="rId3"/>
    <p:sldId id="697" r:id="rId4"/>
    <p:sldId id="480" r:id="rId5"/>
    <p:sldId id="263" r:id="rId6"/>
    <p:sldId id="384" r:id="rId7"/>
    <p:sldId id="470" r:id="rId8"/>
    <p:sldId id="601" r:id="rId9"/>
    <p:sldId id="507" r:id="rId10"/>
    <p:sldId id="508" r:id="rId11"/>
    <p:sldId id="509" r:id="rId12"/>
    <p:sldId id="512" r:id="rId13"/>
    <p:sldId id="698" r:id="rId14"/>
    <p:sldId id="514" r:id="rId15"/>
    <p:sldId id="515" r:id="rId16"/>
    <p:sldId id="425" r:id="rId17"/>
    <p:sldId id="516" r:id="rId18"/>
    <p:sldId id="517" r:id="rId19"/>
    <p:sldId id="699" r:id="rId20"/>
    <p:sldId id="700" r:id="rId21"/>
    <p:sldId id="520" r:id="rId22"/>
    <p:sldId id="701" r:id="rId23"/>
    <p:sldId id="702" r:id="rId24"/>
    <p:sldId id="523" r:id="rId25"/>
    <p:sldId id="524" r:id="rId26"/>
    <p:sldId id="525" r:id="rId27"/>
    <p:sldId id="711" r:id="rId28"/>
    <p:sldId id="436" r:id="rId29"/>
    <p:sldId id="563" r:id="rId30"/>
    <p:sldId id="703" r:id="rId31"/>
    <p:sldId id="704" r:id="rId32"/>
    <p:sldId id="705" r:id="rId33"/>
    <p:sldId id="706" r:id="rId34"/>
    <p:sldId id="707" r:id="rId35"/>
    <p:sldId id="708" r:id="rId36"/>
    <p:sldId id="709" r:id="rId37"/>
    <p:sldId id="533" r:id="rId38"/>
    <p:sldId id="534" r:id="rId39"/>
    <p:sldId id="535" r:id="rId40"/>
    <p:sldId id="536" r:id="rId41"/>
    <p:sldId id="537" r:id="rId42"/>
    <p:sldId id="538" r:id="rId43"/>
    <p:sldId id="539" r:id="rId44"/>
    <p:sldId id="540" r:id="rId45"/>
    <p:sldId id="541" r:id="rId46"/>
    <p:sldId id="542" r:id="rId47"/>
    <p:sldId id="543" r:id="rId48"/>
    <p:sldId id="544" r:id="rId49"/>
    <p:sldId id="440" r:id="rId50"/>
    <p:sldId id="545" r:id="rId51"/>
    <p:sldId id="691" r:id="rId52"/>
    <p:sldId id="692" r:id="rId53"/>
    <p:sldId id="693" r:id="rId54"/>
    <p:sldId id="550" r:id="rId55"/>
    <p:sldId id="551" r:id="rId56"/>
    <p:sldId id="694" r:id="rId57"/>
    <p:sldId id="553" r:id="rId58"/>
    <p:sldId id="554" r:id="rId59"/>
    <p:sldId id="695" r:id="rId60"/>
    <p:sldId id="710" r:id="rId61"/>
    <p:sldId id="556" r:id="rId62"/>
    <p:sldId id="557" r:id="rId63"/>
    <p:sldId id="696" r:id="rId64"/>
    <p:sldId id="558" r:id="rId65"/>
    <p:sldId id="560" r:id="rId66"/>
    <p:sldId id="561" r:id="rId67"/>
    <p:sldId id="379" r:id="rId68"/>
  </p:sldIdLst>
  <p:sldSz cx="12192000" cy="6858000"/>
  <p:notesSz cx="6858000" cy="9144000"/>
  <p:embeddedFontLst>
    <p:embeddedFont>
      <p:font typeface="Berlin Sans FB Demi" panose="020E0802020502020306" pitchFamily="34" charset="0"/>
      <p:bold r:id="rId70"/>
    </p:embeddedFont>
    <p:embeddedFont>
      <p:font typeface="隶书" panose="02010509060101010101" pitchFamily="49" charset="-122"/>
      <p:regular r:id="rId71"/>
    </p:embeddedFont>
    <p:embeddedFont>
      <p:font typeface="微软雅黑" panose="020B0503020204020204" pitchFamily="34" charset="-122"/>
      <p:regular r:id="rId72"/>
      <p:bold r:id="rId73"/>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94">
          <p15:clr>
            <a:srgbClr val="A4A3A4"/>
          </p15:clr>
        </p15:guide>
        <p15:guide id="2" orient="horz" pos="4065">
          <p15:clr>
            <a:srgbClr val="A4A3A4"/>
          </p15:clr>
        </p15:guide>
        <p15:guide id="3" pos="325">
          <p15:clr>
            <a:srgbClr val="A4A3A4"/>
          </p15:clr>
        </p15:guide>
        <p15:guide id="4" pos="7106">
          <p15:clr>
            <a:srgbClr val="A4A3A4"/>
          </p15:clr>
        </p15:guide>
        <p15:guide id="5" pos="172">
          <p15:clr>
            <a:srgbClr val="A4A3A4"/>
          </p15:clr>
        </p15:guide>
        <p15:guide id="6"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E1007"/>
    <a:srgbClr val="BF6D07"/>
    <a:srgbClr val="0D0D0D"/>
    <a:srgbClr val="404040"/>
    <a:srgbClr val="F5F5F5"/>
    <a:srgbClr val="F93D32"/>
    <a:srgbClr val="202022"/>
    <a:srgbClr val="5A9ED6"/>
    <a:srgbClr val="F1F1F1"/>
    <a:srgbClr val="F7318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706" autoAdjust="0"/>
    <p:restoredTop sz="95126" autoAdjust="0"/>
  </p:normalViewPr>
  <p:slideViewPr>
    <p:cSldViewPr snapToGrid="0" showGuides="1">
      <p:cViewPr varScale="1">
        <p:scale>
          <a:sx n="81" d="100"/>
          <a:sy n="81" d="100"/>
        </p:scale>
        <p:origin x="222" y="84"/>
      </p:cViewPr>
      <p:guideLst>
        <p:guide orient="horz" pos="1094"/>
        <p:guide orient="horz" pos="4065"/>
        <p:guide pos="325"/>
        <p:guide pos="7106"/>
        <p:guide pos="172"/>
        <p:guide pos="3840"/>
      </p:guideLst>
    </p:cSldViewPr>
  </p:slideViewPr>
  <p:notesTextViewPr>
    <p:cViewPr>
      <p:scale>
        <a:sx n="1" d="1"/>
        <a:sy n="1" d="1"/>
      </p:scale>
      <p:origin x="0" y="0"/>
    </p:cViewPr>
  </p:notesTextViewPr>
  <p:sorterViewPr>
    <p:cViewPr>
      <p:scale>
        <a:sx n="87" d="100"/>
        <a:sy n="87"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notesMaster" Target="notesMasters/notesMaster1.xml"/><Relationship Id="rId77"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3.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font" Target="fonts/font1.fntdata"/><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94C0826-6BC5-4534-8F91-2515044AF1B8}" type="datetimeFigureOut">
              <a:rPr lang="zh-CN" altLang="en-US" smtClean="0"/>
              <a:t>2024-07-20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954993C-2851-4B37-8A50-837DDC8B7B44}" type="slidenum">
              <a:rPr lang="zh-CN" altLang="en-US" smtClean="0"/>
              <a:t>‹#›</a:t>
            </a:fld>
            <a:endParaRPr lang="zh-CN" altLang="en-US"/>
          </a:p>
        </p:txBody>
      </p:sp>
    </p:spTree>
    <p:extLst>
      <p:ext uri="{BB962C8B-B14F-4D97-AF65-F5344CB8AC3E}">
        <p14:creationId xmlns:p14="http://schemas.microsoft.com/office/powerpoint/2010/main" val="8337442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954993C-2851-4B37-8A50-837DDC8B7B44}" type="slidenum">
              <a:rPr lang="zh-CN" altLang="en-US" smtClean="0"/>
              <a:t>4</a:t>
            </a:fld>
            <a:endParaRPr lang="zh-CN" altLang="en-US"/>
          </a:p>
        </p:txBody>
      </p:sp>
    </p:spTree>
    <p:extLst>
      <p:ext uri="{BB962C8B-B14F-4D97-AF65-F5344CB8AC3E}">
        <p14:creationId xmlns:p14="http://schemas.microsoft.com/office/powerpoint/2010/main" val="36114836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954993C-2851-4B37-8A50-837DDC8B7B44}" type="slidenum">
              <a:rPr lang="zh-CN" altLang="en-US" smtClean="0"/>
              <a:t>7</a:t>
            </a:fld>
            <a:endParaRPr lang="zh-CN" altLang="en-US"/>
          </a:p>
        </p:txBody>
      </p:sp>
    </p:spTree>
    <p:extLst>
      <p:ext uri="{BB962C8B-B14F-4D97-AF65-F5344CB8AC3E}">
        <p14:creationId xmlns:p14="http://schemas.microsoft.com/office/powerpoint/2010/main" val="383377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extLst>
      <p:ext uri="{BB962C8B-B14F-4D97-AF65-F5344CB8AC3E}">
        <p14:creationId xmlns:p14="http://schemas.microsoft.com/office/powerpoint/2010/main" val="10918542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en-US" altLang="zh-CN" dirty="0"/>
          </a:p>
        </p:txBody>
      </p:sp>
      <p:sp>
        <p:nvSpPr>
          <p:cNvPr id="4" name="灯片编号占位符 3"/>
          <p:cNvSpPr>
            <a:spLocks noGrp="1"/>
          </p:cNvSpPr>
          <p:nvPr>
            <p:ph type="sldNum" sz="quarter" idx="10"/>
          </p:nvPr>
        </p:nvSpPr>
        <p:spPr/>
        <p:txBody>
          <a:bodyPr/>
          <a:lstStyle/>
          <a:p>
            <a:fld id="{30939C41-7492-4BE1-8667-BA222208939A}" type="slidenum">
              <a:rPr lang="zh-CN" altLang="en-US" smtClean="0"/>
              <a:t>9</a:t>
            </a:fld>
            <a:endParaRPr lang="zh-CN" altLang="en-US"/>
          </a:p>
        </p:txBody>
      </p:sp>
    </p:spTree>
    <p:extLst>
      <p:ext uri="{BB962C8B-B14F-4D97-AF65-F5344CB8AC3E}">
        <p14:creationId xmlns:p14="http://schemas.microsoft.com/office/powerpoint/2010/main" val="5221394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FDDB9895-7A6E-44E3-810E-C8FBEE467FCB}" type="slidenum">
              <a:rPr lang="zh-CN" altLang="en-US" smtClean="0"/>
              <a:t>11</a:t>
            </a:fld>
            <a:endParaRPr lang="zh-CN" altLang="en-US"/>
          </a:p>
        </p:txBody>
      </p:sp>
    </p:spTree>
    <p:extLst>
      <p:ext uri="{BB962C8B-B14F-4D97-AF65-F5344CB8AC3E}">
        <p14:creationId xmlns:p14="http://schemas.microsoft.com/office/powerpoint/2010/main" val="34230467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没有标准答案，可能要试多次。</a:t>
            </a:r>
          </a:p>
        </p:txBody>
      </p:sp>
      <p:sp>
        <p:nvSpPr>
          <p:cNvPr id="4" name="灯片编号占位符 3"/>
          <p:cNvSpPr>
            <a:spLocks noGrp="1"/>
          </p:cNvSpPr>
          <p:nvPr>
            <p:ph type="sldNum" sz="quarter" idx="10"/>
          </p:nvPr>
        </p:nvSpPr>
        <p:spPr/>
        <p:txBody>
          <a:bodyPr/>
          <a:lstStyle/>
          <a:p>
            <a:fld id="{FDDB9895-7A6E-44E3-810E-C8FBEE467FCB}" type="slidenum">
              <a:rPr lang="zh-CN" altLang="en-US" smtClean="0"/>
              <a:t>13</a:t>
            </a:fld>
            <a:endParaRPr lang="zh-CN" altLang="en-US"/>
          </a:p>
        </p:txBody>
      </p:sp>
    </p:spTree>
    <p:extLst>
      <p:ext uri="{BB962C8B-B14F-4D97-AF65-F5344CB8AC3E}">
        <p14:creationId xmlns:p14="http://schemas.microsoft.com/office/powerpoint/2010/main" val="10534961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业务用例图</a:t>
            </a:r>
            <a:r>
              <a:rPr lang="en-US" altLang="zh-CN" dirty="0"/>
              <a:t>-</a:t>
            </a:r>
            <a:r>
              <a:rPr lang="zh-CN" altLang="en-US" dirty="0"/>
              <a:t>开源</a:t>
            </a:r>
            <a:r>
              <a:rPr lang="zh-CN" altLang="en-US" baseline="0" dirty="0"/>
              <a:t>  现状业务序列图</a:t>
            </a:r>
            <a:r>
              <a:rPr lang="en-US" altLang="zh-CN" baseline="0" dirty="0"/>
              <a:t>-</a:t>
            </a:r>
            <a:r>
              <a:rPr lang="zh-CN" altLang="en-US" baseline="0" dirty="0"/>
              <a:t>节流</a:t>
            </a:r>
            <a:endParaRPr lang="zh-CN" altLang="en-US" dirty="0"/>
          </a:p>
        </p:txBody>
      </p:sp>
      <p:sp>
        <p:nvSpPr>
          <p:cNvPr id="4" name="灯片编号占位符 3"/>
          <p:cNvSpPr>
            <a:spLocks noGrp="1"/>
          </p:cNvSpPr>
          <p:nvPr>
            <p:ph type="sldNum" sz="quarter" idx="10"/>
          </p:nvPr>
        </p:nvSpPr>
        <p:spPr/>
        <p:txBody>
          <a:bodyPr/>
          <a:lstStyle/>
          <a:p>
            <a:fld id="{2954993C-2851-4B37-8A50-837DDC8B7B44}" type="slidenum">
              <a:rPr lang="zh-CN" altLang="en-US" smtClean="0"/>
              <a:t>17</a:t>
            </a:fld>
            <a:endParaRPr lang="zh-CN" altLang="en-US"/>
          </a:p>
        </p:txBody>
      </p:sp>
    </p:spTree>
    <p:extLst>
      <p:ext uri="{BB962C8B-B14F-4D97-AF65-F5344CB8AC3E}">
        <p14:creationId xmlns:p14="http://schemas.microsoft.com/office/powerpoint/2010/main" val="39632461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FDDB9895-7A6E-44E3-810E-C8FBEE467FCB}" type="slidenum">
              <a:rPr lang="zh-CN" altLang="en-US" smtClean="0"/>
              <a:t>18</a:t>
            </a:fld>
            <a:endParaRPr lang="zh-CN" altLang="en-US"/>
          </a:p>
        </p:txBody>
      </p:sp>
    </p:spTree>
    <p:extLst>
      <p:ext uri="{BB962C8B-B14F-4D97-AF65-F5344CB8AC3E}">
        <p14:creationId xmlns:p14="http://schemas.microsoft.com/office/powerpoint/2010/main" val="16254762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FDDB9895-7A6E-44E3-810E-C8FBEE467FCB}" type="slidenum">
              <a:rPr lang="zh-CN" altLang="en-US" smtClean="0"/>
              <a:t>19</a:t>
            </a:fld>
            <a:endParaRPr lang="zh-CN" altLang="en-US"/>
          </a:p>
        </p:txBody>
      </p:sp>
    </p:spTree>
    <p:extLst>
      <p:ext uri="{BB962C8B-B14F-4D97-AF65-F5344CB8AC3E}">
        <p14:creationId xmlns:p14="http://schemas.microsoft.com/office/powerpoint/2010/main" val="6304289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954993C-2851-4B37-8A50-837DDC8B7B44}" type="slidenum">
              <a:rPr lang="zh-CN" altLang="en-US" smtClean="0"/>
              <a:t>20</a:t>
            </a:fld>
            <a:endParaRPr lang="zh-CN" altLang="en-US"/>
          </a:p>
        </p:txBody>
      </p:sp>
    </p:spTree>
    <p:extLst>
      <p:ext uri="{BB962C8B-B14F-4D97-AF65-F5344CB8AC3E}">
        <p14:creationId xmlns:p14="http://schemas.microsoft.com/office/powerpoint/2010/main" val="27642328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FDDB9895-7A6E-44E3-810E-C8FBEE467FCB}" type="slidenum">
              <a:rPr lang="zh-CN" altLang="en-US" smtClean="0"/>
              <a:t>22</a:t>
            </a:fld>
            <a:endParaRPr lang="zh-CN" altLang="en-US"/>
          </a:p>
        </p:txBody>
      </p:sp>
    </p:spTree>
    <p:extLst>
      <p:ext uri="{BB962C8B-B14F-4D97-AF65-F5344CB8AC3E}">
        <p14:creationId xmlns:p14="http://schemas.microsoft.com/office/powerpoint/2010/main" val="13420612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954993C-2851-4B37-8A50-837DDC8B7B44}" type="slidenum">
              <a:rPr lang="zh-CN" altLang="en-US" smtClean="0"/>
              <a:t>23</a:t>
            </a:fld>
            <a:endParaRPr lang="zh-CN" altLang="en-US"/>
          </a:p>
        </p:txBody>
      </p:sp>
    </p:spTree>
    <p:extLst>
      <p:ext uri="{BB962C8B-B14F-4D97-AF65-F5344CB8AC3E}">
        <p14:creationId xmlns:p14="http://schemas.microsoft.com/office/powerpoint/2010/main" val="111285465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双击连接线，将</a:t>
            </a:r>
            <a:r>
              <a:rPr lang="en-US" altLang="zh-CN" dirty="0"/>
              <a:t>actor</a:t>
            </a:r>
            <a:r>
              <a:rPr lang="zh-CN" altLang="en-US"/>
              <a:t>和用例连接起来</a:t>
            </a:r>
          </a:p>
        </p:txBody>
      </p:sp>
      <p:sp>
        <p:nvSpPr>
          <p:cNvPr id="4" name="灯片编号占位符 3"/>
          <p:cNvSpPr>
            <a:spLocks noGrp="1"/>
          </p:cNvSpPr>
          <p:nvPr>
            <p:ph type="sldNum" sz="quarter" idx="5"/>
          </p:nvPr>
        </p:nvSpPr>
        <p:spPr/>
        <p:txBody>
          <a:bodyPr/>
          <a:lstStyle/>
          <a:p>
            <a:fld id="{2954993C-2851-4B37-8A50-837DDC8B7B44}" type="slidenum">
              <a:rPr lang="zh-CN" altLang="en-US" smtClean="0"/>
              <a:t>26</a:t>
            </a:fld>
            <a:endParaRPr lang="zh-CN" altLang="en-US"/>
          </a:p>
        </p:txBody>
      </p:sp>
    </p:spTree>
    <p:extLst>
      <p:ext uri="{BB962C8B-B14F-4D97-AF65-F5344CB8AC3E}">
        <p14:creationId xmlns:p14="http://schemas.microsoft.com/office/powerpoint/2010/main" val="168682709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en-US" altLang="zh-CN" dirty="0"/>
          </a:p>
        </p:txBody>
      </p:sp>
      <p:sp>
        <p:nvSpPr>
          <p:cNvPr id="4" name="灯片编号占位符 3"/>
          <p:cNvSpPr>
            <a:spLocks noGrp="1"/>
          </p:cNvSpPr>
          <p:nvPr>
            <p:ph type="sldNum" sz="quarter" idx="10"/>
          </p:nvPr>
        </p:nvSpPr>
        <p:spPr/>
        <p:txBody>
          <a:bodyPr/>
          <a:lstStyle/>
          <a:p>
            <a:fld id="{FDDB9895-7A6E-44E3-810E-C8FBEE467FCB}" type="slidenum">
              <a:rPr lang="zh-CN" altLang="en-US" smtClean="0"/>
              <a:t>30</a:t>
            </a:fld>
            <a:endParaRPr lang="zh-CN" altLang="en-US"/>
          </a:p>
        </p:txBody>
      </p:sp>
    </p:spTree>
    <p:extLst>
      <p:ext uri="{BB962C8B-B14F-4D97-AF65-F5344CB8AC3E}">
        <p14:creationId xmlns:p14="http://schemas.microsoft.com/office/powerpoint/2010/main" val="41672020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FDDB9895-7A6E-44E3-810E-C8FBEE467FCB}" type="slidenum">
              <a:rPr lang="zh-CN" altLang="en-US" smtClean="0"/>
              <a:t>31</a:t>
            </a:fld>
            <a:endParaRPr lang="zh-CN" altLang="en-US"/>
          </a:p>
        </p:txBody>
      </p:sp>
    </p:spTree>
    <p:extLst>
      <p:ext uri="{BB962C8B-B14F-4D97-AF65-F5344CB8AC3E}">
        <p14:creationId xmlns:p14="http://schemas.microsoft.com/office/powerpoint/2010/main" val="277118056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954993C-2851-4B37-8A50-837DDC8B7B44}" type="slidenum">
              <a:rPr lang="zh-CN" altLang="en-US" smtClean="0"/>
              <a:t>32</a:t>
            </a:fld>
            <a:endParaRPr lang="zh-CN" altLang="en-US"/>
          </a:p>
        </p:txBody>
      </p:sp>
    </p:spTree>
    <p:extLst>
      <p:ext uri="{BB962C8B-B14F-4D97-AF65-F5344CB8AC3E}">
        <p14:creationId xmlns:p14="http://schemas.microsoft.com/office/powerpoint/2010/main" val="282082985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954993C-2851-4B37-8A50-837DDC8B7B44}" type="slidenum">
              <a:rPr lang="zh-CN" altLang="en-US" smtClean="0"/>
              <a:t>33</a:t>
            </a:fld>
            <a:endParaRPr lang="zh-CN" altLang="en-US"/>
          </a:p>
        </p:txBody>
      </p:sp>
    </p:spTree>
    <p:extLst>
      <p:ext uri="{BB962C8B-B14F-4D97-AF65-F5344CB8AC3E}">
        <p14:creationId xmlns:p14="http://schemas.microsoft.com/office/powerpoint/2010/main" val="221651529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954993C-2851-4B37-8A50-837DDC8B7B44}" type="slidenum">
              <a:rPr lang="zh-CN" altLang="en-US" smtClean="0"/>
              <a:t>34</a:t>
            </a:fld>
            <a:endParaRPr lang="zh-CN" altLang="en-US"/>
          </a:p>
        </p:txBody>
      </p:sp>
    </p:spTree>
    <p:extLst>
      <p:ext uri="{BB962C8B-B14F-4D97-AF65-F5344CB8AC3E}">
        <p14:creationId xmlns:p14="http://schemas.microsoft.com/office/powerpoint/2010/main" val="418256107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954993C-2851-4B37-8A50-837DDC8B7B44}" type="slidenum">
              <a:rPr lang="zh-CN" altLang="en-US" smtClean="0"/>
              <a:t>37</a:t>
            </a:fld>
            <a:endParaRPr lang="zh-CN" altLang="en-US"/>
          </a:p>
        </p:txBody>
      </p:sp>
    </p:spTree>
    <p:extLst>
      <p:ext uri="{BB962C8B-B14F-4D97-AF65-F5344CB8AC3E}">
        <p14:creationId xmlns:p14="http://schemas.microsoft.com/office/powerpoint/2010/main" val="293978759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10"/>
          </p:nvPr>
        </p:nvSpPr>
        <p:spPr/>
        <p:txBody>
          <a:bodyPr/>
          <a:lstStyle/>
          <a:p>
            <a:fld id="{2954993C-2851-4B37-8A50-837DDC8B7B44}" type="slidenum">
              <a:rPr lang="zh-CN" altLang="en-US" smtClean="0"/>
              <a:t>38</a:t>
            </a:fld>
            <a:endParaRPr lang="zh-CN" altLang="en-US"/>
          </a:p>
        </p:txBody>
      </p:sp>
    </p:spTree>
    <p:extLst>
      <p:ext uri="{BB962C8B-B14F-4D97-AF65-F5344CB8AC3E}">
        <p14:creationId xmlns:p14="http://schemas.microsoft.com/office/powerpoint/2010/main" val="130398660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954993C-2851-4B37-8A50-837DDC8B7B44}" type="slidenum">
              <a:rPr lang="zh-CN" altLang="en-US" smtClean="0"/>
              <a:t>40</a:t>
            </a:fld>
            <a:endParaRPr lang="zh-CN" altLang="en-US"/>
          </a:p>
        </p:txBody>
      </p:sp>
    </p:spTree>
    <p:extLst>
      <p:ext uri="{BB962C8B-B14F-4D97-AF65-F5344CB8AC3E}">
        <p14:creationId xmlns:p14="http://schemas.microsoft.com/office/powerpoint/2010/main" val="174807326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2954993C-2851-4B37-8A50-837DDC8B7B44}" type="slidenum">
              <a:rPr lang="zh-CN" altLang="en-US" smtClean="0"/>
              <a:t>41</a:t>
            </a:fld>
            <a:endParaRPr lang="zh-CN" altLang="en-US"/>
          </a:p>
        </p:txBody>
      </p:sp>
    </p:spTree>
    <p:extLst>
      <p:ext uri="{BB962C8B-B14F-4D97-AF65-F5344CB8AC3E}">
        <p14:creationId xmlns:p14="http://schemas.microsoft.com/office/powerpoint/2010/main" val="74904219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954993C-2851-4B37-8A50-837DDC8B7B44}" type="slidenum">
              <a:rPr lang="zh-CN" altLang="en-US" smtClean="0"/>
              <a:t>42</a:t>
            </a:fld>
            <a:endParaRPr lang="zh-CN" altLang="en-US"/>
          </a:p>
        </p:txBody>
      </p:sp>
    </p:spTree>
    <p:extLst>
      <p:ext uri="{BB962C8B-B14F-4D97-AF65-F5344CB8AC3E}">
        <p14:creationId xmlns:p14="http://schemas.microsoft.com/office/powerpoint/2010/main" val="121761464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2.1.1 </a:t>
            </a:r>
            <a:r>
              <a:rPr lang="zh-CN" altLang="en-US" dirty="0"/>
              <a:t>在序列图中，焦点是对象之间的责任和协作，数据流是作为消息的输入输出参数存在的。建模人员在画序列图时，不仅要看到数据的流动，还要找出背后的责任。数据流很多时候是双向的，但责任封装在</a:t>
            </a:r>
            <a:r>
              <a:rPr lang="en-US" altLang="zh-CN" dirty="0"/>
              <a:t>A</a:t>
            </a:r>
            <a:r>
              <a:rPr lang="zh-CN" altLang="en-US" dirty="0"/>
              <a:t>这里，就不需要封装在</a:t>
            </a:r>
            <a:r>
              <a:rPr lang="en-US" altLang="zh-CN" dirty="0"/>
              <a:t>B</a:t>
            </a:r>
            <a:r>
              <a:rPr lang="zh-CN" altLang="en-US" dirty="0"/>
              <a:t>那里。</a:t>
            </a:r>
          </a:p>
          <a:p>
            <a:endParaRPr lang="zh-CN" altLang="en-US" dirty="0"/>
          </a:p>
          <a:p>
            <a:r>
              <a:rPr lang="en-US" altLang="zh-CN" dirty="0"/>
              <a:t>2.1.2 </a:t>
            </a:r>
            <a:r>
              <a:rPr lang="zh-CN" altLang="en-US" dirty="0"/>
              <a:t>消息名称中不用带“请求”二字，消息箭头就已经有请求的意思。</a:t>
            </a:r>
          </a:p>
        </p:txBody>
      </p:sp>
      <p:sp>
        <p:nvSpPr>
          <p:cNvPr id="4" name="灯片编号占位符 3"/>
          <p:cNvSpPr>
            <a:spLocks noGrp="1"/>
          </p:cNvSpPr>
          <p:nvPr>
            <p:ph type="sldNum" sz="quarter" idx="5"/>
          </p:nvPr>
        </p:nvSpPr>
        <p:spPr/>
        <p:txBody>
          <a:bodyPr/>
          <a:lstStyle/>
          <a:p>
            <a:fld id="{2954993C-2851-4B37-8A50-837DDC8B7B44}" type="slidenum">
              <a:rPr lang="zh-CN" altLang="en-US" smtClean="0"/>
              <a:t>43</a:t>
            </a:fld>
            <a:endParaRPr lang="zh-CN" altLang="en-US"/>
          </a:p>
        </p:txBody>
      </p:sp>
    </p:spTree>
    <p:extLst>
      <p:ext uri="{BB962C8B-B14F-4D97-AF65-F5344CB8AC3E}">
        <p14:creationId xmlns:p14="http://schemas.microsoft.com/office/powerpoint/2010/main" val="111432752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物流变信息流，改善信息的流转，封装领域逻辑</a:t>
            </a:r>
          </a:p>
        </p:txBody>
      </p:sp>
      <p:sp>
        <p:nvSpPr>
          <p:cNvPr id="4" name="灯片编号占位符 3"/>
          <p:cNvSpPr>
            <a:spLocks noGrp="1"/>
          </p:cNvSpPr>
          <p:nvPr>
            <p:ph type="sldNum" sz="quarter" idx="5"/>
          </p:nvPr>
        </p:nvSpPr>
        <p:spPr/>
        <p:txBody>
          <a:bodyPr/>
          <a:lstStyle/>
          <a:p>
            <a:fld id="{2954993C-2851-4B37-8A50-837DDC8B7B44}" type="slidenum">
              <a:rPr lang="zh-CN" altLang="en-US" smtClean="0"/>
              <a:t>51</a:t>
            </a:fld>
            <a:endParaRPr lang="zh-CN" altLang="en-US"/>
          </a:p>
        </p:txBody>
      </p:sp>
    </p:spTree>
    <p:extLst>
      <p:ext uri="{BB962C8B-B14F-4D97-AF65-F5344CB8AC3E}">
        <p14:creationId xmlns:p14="http://schemas.microsoft.com/office/powerpoint/2010/main" val="360047171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954993C-2851-4B37-8A50-837DDC8B7B44}" type="slidenum">
              <a:rPr lang="zh-CN" altLang="en-US" smtClean="0"/>
              <a:t>52</a:t>
            </a:fld>
            <a:endParaRPr lang="zh-CN" altLang="en-US"/>
          </a:p>
        </p:txBody>
      </p:sp>
    </p:spTree>
    <p:extLst>
      <p:ext uri="{BB962C8B-B14F-4D97-AF65-F5344CB8AC3E}">
        <p14:creationId xmlns:p14="http://schemas.microsoft.com/office/powerpoint/2010/main" val="278594852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FDDB9895-7A6E-44E3-810E-C8FBEE467FCB}" type="slidenum">
              <a:rPr lang="zh-CN" altLang="en-US" smtClean="0"/>
              <a:t>58</a:t>
            </a:fld>
            <a:endParaRPr lang="zh-CN" altLang="en-US"/>
          </a:p>
        </p:txBody>
      </p:sp>
    </p:spTree>
    <p:extLst>
      <p:ext uri="{BB962C8B-B14F-4D97-AF65-F5344CB8AC3E}">
        <p14:creationId xmlns:p14="http://schemas.microsoft.com/office/powerpoint/2010/main" val="207151065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开发人员说，</a:t>
            </a:r>
            <a:r>
              <a:rPr lang="zh-CN" altLang="en-US" sz="1200" b="1" i="0" kern="1200" dirty="0">
                <a:solidFill>
                  <a:schemeClr val="tx1"/>
                </a:solidFill>
                <a:effectLst/>
                <a:latin typeface="+mn-lt"/>
                <a:ea typeface="+mn-ea"/>
                <a:cs typeface="+mn-cs"/>
              </a:rPr>
              <a:t>“我在开发一个新系统”，其实说的就是“我在开发一个新的业务实体，取代现有业务工人或业务实体的一些责任”</a:t>
            </a:r>
            <a:r>
              <a:rPr lang="zh-CN" altLang="en-US" sz="1200" b="0" i="0" kern="1200" dirty="0">
                <a:solidFill>
                  <a:schemeClr val="tx1"/>
                </a:solidFill>
                <a:effectLst/>
                <a:latin typeface="+mn-lt"/>
                <a:ea typeface="+mn-ea"/>
                <a:cs typeface="+mn-cs"/>
              </a:rPr>
              <a:t>。这样，探索需求的思路就出来了。</a:t>
            </a:r>
            <a:r>
              <a:rPr lang="zh-CN" altLang="en-US" sz="1200" b="1" i="0" kern="1200" dirty="0">
                <a:solidFill>
                  <a:schemeClr val="tx1"/>
                </a:solidFill>
                <a:effectLst/>
                <a:latin typeface="+mn-lt"/>
                <a:ea typeface="+mn-ea"/>
                <a:cs typeface="+mn-cs"/>
              </a:rPr>
              <a:t>我们画好现状的业务序列图，然后把待开发的系统作为一个新的业务实体空降到序列图中，寻找改进点，得到该业务实体的责任，就可以直接映射到待开发系统的用例。</a:t>
            </a:r>
            <a:endParaRPr lang="zh-CN" altLang="en-US" dirty="0"/>
          </a:p>
        </p:txBody>
      </p:sp>
      <p:sp>
        <p:nvSpPr>
          <p:cNvPr id="4" name="灯片编号占位符 3"/>
          <p:cNvSpPr>
            <a:spLocks noGrp="1"/>
          </p:cNvSpPr>
          <p:nvPr>
            <p:ph type="sldNum" sz="quarter" idx="10"/>
          </p:nvPr>
        </p:nvSpPr>
        <p:spPr/>
        <p:txBody>
          <a:bodyPr/>
          <a:lstStyle/>
          <a:p>
            <a:fld id="{2954993C-2851-4B37-8A50-837DDC8B7B44}" type="slidenum">
              <a:rPr lang="zh-CN" altLang="en-US" smtClean="0"/>
              <a:t>60</a:t>
            </a:fld>
            <a:endParaRPr lang="zh-CN" altLang="en-US"/>
          </a:p>
        </p:txBody>
      </p:sp>
    </p:spTree>
    <p:extLst>
      <p:ext uri="{BB962C8B-B14F-4D97-AF65-F5344CB8AC3E}">
        <p14:creationId xmlns:p14="http://schemas.microsoft.com/office/powerpoint/2010/main" val="382495420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4" name="日期占位符 3"/>
          <p:cNvSpPr>
            <a:spLocks noGrp="1"/>
          </p:cNvSpPr>
          <p:nvPr>
            <p:ph type="dt" sz="half" idx="10"/>
          </p:nvPr>
        </p:nvSpPr>
        <p:spPr>
          <a:xfrm>
            <a:off x="838200" y="6356350"/>
            <a:ext cx="2743200" cy="365125"/>
          </a:xfrm>
          <a:prstGeom prst="rect">
            <a:avLst/>
          </a:prstGeom>
        </p:spPr>
        <p:txBody>
          <a:bodyPr/>
          <a:lstStyle/>
          <a:p>
            <a:fld id="{43B7E276-A276-4CB5-8D98-2DEF33258381}" type="datetimeFigureOut">
              <a:rPr lang="zh-CN" altLang="en-US" smtClean="0"/>
              <a:t>2024-07-20</a:t>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669E3093-0765-4895-88A4-AF75987BE62B}" type="slidenum">
              <a:rPr lang="zh-CN" altLang="en-US" smtClean="0"/>
              <a:t>‹#›</a:t>
            </a:fld>
            <a:endParaRPr lang="zh-CN" altLang="en-US"/>
          </a:p>
        </p:txBody>
      </p:sp>
      <p:pic>
        <p:nvPicPr>
          <p:cNvPr id="7" name="图片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8" name="矩形 7"/>
          <p:cNvSpPr/>
          <p:nvPr userDrawn="1"/>
        </p:nvSpPr>
        <p:spPr>
          <a:xfrm>
            <a:off x="0" y="6555346"/>
            <a:ext cx="12192000" cy="302654"/>
          </a:xfrm>
          <a:prstGeom prst="rect">
            <a:avLst/>
          </a:prstGeom>
          <a:gradFill>
            <a:gsLst>
              <a:gs pos="0">
                <a:srgbClr val="404040"/>
              </a:gs>
              <a:gs pos="94000">
                <a:srgbClr val="0D0D0D"/>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任意多边形 8"/>
          <p:cNvSpPr/>
          <p:nvPr userDrawn="1"/>
        </p:nvSpPr>
        <p:spPr>
          <a:xfrm>
            <a:off x="0" y="6465194"/>
            <a:ext cx="2305316" cy="392806"/>
          </a:xfrm>
          <a:custGeom>
            <a:avLst/>
            <a:gdLst>
              <a:gd name="connsiteX0" fmla="*/ 0 w 2305316"/>
              <a:gd name="connsiteY0" fmla="*/ 0 h 392806"/>
              <a:gd name="connsiteX1" fmla="*/ 2305316 w 2305316"/>
              <a:gd name="connsiteY1" fmla="*/ 0 h 392806"/>
              <a:gd name="connsiteX2" fmla="*/ 2163649 w 2305316"/>
              <a:gd name="connsiteY2" fmla="*/ 392806 h 392806"/>
              <a:gd name="connsiteX3" fmla="*/ 0 w 2305316"/>
              <a:gd name="connsiteY3" fmla="*/ 392806 h 392806"/>
            </a:gdLst>
            <a:ahLst/>
            <a:cxnLst>
              <a:cxn ang="0">
                <a:pos x="connsiteX0" y="connsiteY0"/>
              </a:cxn>
              <a:cxn ang="0">
                <a:pos x="connsiteX1" y="connsiteY1"/>
              </a:cxn>
              <a:cxn ang="0">
                <a:pos x="connsiteX2" y="connsiteY2"/>
              </a:cxn>
              <a:cxn ang="0">
                <a:pos x="connsiteX3" y="connsiteY3"/>
              </a:cxn>
            </a:cxnLst>
            <a:rect l="l" t="t" r="r" b="b"/>
            <a:pathLst>
              <a:path w="2305316" h="392806">
                <a:moveTo>
                  <a:pt x="0" y="0"/>
                </a:moveTo>
                <a:lnTo>
                  <a:pt x="2305316" y="0"/>
                </a:lnTo>
                <a:lnTo>
                  <a:pt x="2163649" y="392806"/>
                </a:lnTo>
                <a:lnTo>
                  <a:pt x="0" y="392806"/>
                </a:lnTo>
                <a:close/>
              </a:path>
            </a:pathLst>
          </a:custGeom>
          <a:gradFill flip="none" rotWithShape="1">
            <a:gsLst>
              <a:gs pos="0">
                <a:srgbClr val="F5715B"/>
              </a:gs>
              <a:gs pos="71000">
                <a:srgbClr val="B82E24"/>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a:prstGeom prst="rect">
            <a:avLst/>
          </a:prstGeo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a:xfrm>
            <a:off x="838200" y="6356350"/>
            <a:ext cx="2743200" cy="365125"/>
          </a:xfrm>
          <a:prstGeom prst="rect">
            <a:avLst/>
          </a:prstGeom>
        </p:spPr>
        <p:txBody>
          <a:bodyPr/>
          <a:lstStyle/>
          <a:p>
            <a:fld id="{43B7E276-A276-4CB5-8D98-2DEF33258381}" type="datetimeFigureOut">
              <a:rPr lang="zh-CN" altLang="en-US" smtClean="0"/>
              <a:t>2024-07-20</a:t>
            </a:fld>
            <a:endParaRPr lang="zh-CN" altLang="en-US"/>
          </a:p>
        </p:txBody>
      </p:sp>
      <p:sp>
        <p:nvSpPr>
          <p:cNvPr id="8" name="页脚占位符 7"/>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9" name="灯片编号占位符 8"/>
          <p:cNvSpPr>
            <a:spLocks noGrp="1"/>
          </p:cNvSpPr>
          <p:nvPr>
            <p:ph type="sldNum" sz="quarter" idx="12"/>
          </p:nvPr>
        </p:nvSpPr>
        <p:spPr>
          <a:xfrm>
            <a:off x="8610600" y="6356350"/>
            <a:ext cx="2743200" cy="365125"/>
          </a:xfrm>
          <a:prstGeom prst="rect">
            <a:avLst/>
          </a:prstGeom>
        </p:spPr>
        <p:txBody>
          <a:bodyPr/>
          <a:lstStyle/>
          <a:p>
            <a:fld id="{669E3093-0765-4895-88A4-AF75987BE62B}"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日期占位符 2"/>
          <p:cNvSpPr>
            <a:spLocks noGrp="1"/>
          </p:cNvSpPr>
          <p:nvPr>
            <p:ph type="dt" sz="half" idx="10"/>
          </p:nvPr>
        </p:nvSpPr>
        <p:spPr>
          <a:xfrm>
            <a:off x="838200" y="6356350"/>
            <a:ext cx="2743200" cy="365125"/>
          </a:xfrm>
          <a:prstGeom prst="rect">
            <a:avLst/>
          </a:prstGeom>
        </p:spPr>
        <p:txBody>
          <a:bodyPr/>
          <a:lstStyle/>
          <a:p>
            <a:fld id="{43B7E276-A276-4CB5-8D98-2DEF33258381}" type="datetimeFigureOut">
              <a:rPr lang="zh-CN" altLang="en-US" smtClean="0"/>
              <a:t>2024-07-20</a:t>
            </a:fld>
            <a:endParaRPr lang="zh-CN" altLang="en-US"/>
          </a:p>
        </p:txBody>
      </p:sp>
      <p:sp>
        <p:nvSpPr>
          <p:cNvPr id="4" name="页脚占位符 3"/>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a:prstGeom prst="rect">
            <a:avLst/>
          </a:prstGeom>
        </p:spPr>
        <p:txBody>
          <a:bodyPr/>
          <a:lstStyle/>
          <a:p>
            <a:fld id="{669E3093-0765-4895-88A4-AF75987BE62B}"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a:prstGeom prst="rect">
            <a:avLst/>
          </a:prstGeom>
        </p:spPr>
        <p:txBody>
          <a:bodyPr/>
          <a:lstStyle/>
          <a:p>
            <a:fld id="{43B7E276-A276-4CB5-8D98-2DEF33258381}" type="datetimeFigureOut">
              <a:rPr lang="zh-CN" altLang="en-US" smtClean="0"/>
              <a:t>2024-07-20</a:t>
            </a:fld>
            <a:endParaRPr lang="zh-CN" altLang="en-US"/>
          </a:p>
        </p:txBody>
      </p:sp>
      <p:sp>
        <p:nvSpPr>
          <p:cNvPr id="3" name="页脚占位符 2"/>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a:prstGeom prst="rect">
            <a:avLst/>
          </a:prstGeom>
        </p:spPr>
        <p:txBody>
          <a:bodyPr/>
          <a:lstStyle/>
          <a:p>
            <a:fld id="{669E3093-0765-4895-88A4-AF75987BE62B}"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a:xfrm>
            <a:off x="838200" y="6356350"/>
            <a:ext cx="2743200" cy="365125"/>
          </a:xfrm>
          <a:prstGeom prst="rect">
            <a:avLst/>
          </a:prstGeom>
        </p:spPr>
        <p:txBody>
          <a:bodyPr/>
          <a:lstStyle/>
          <a:p>
            <a:fld id="{43B7E276-A276-4CB5-8D98-2DEF33258381}" type="datetimeFigureOut">
              <a:rPr lang="zh-CN" altLang="en-US" smtClean="0"/>
              <a:t>2024-07-20</a:t>
            </a:fld>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669E3093-0765-4895-88A4-AF75987BE62B}"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a:xfrm>
            <a:off x="838200" y="6356350"/>
            <a:ext cx="2743200" cy="365125"/>
          </a:xfrm>
          <a:prstGeom prst="rect">
            <a:avLst/>
          </a:prstGeom>
        </p:spPr>
        <p:txBody>
          <a:bodyPr/>
          <a:lstStyle/>
          <a:p>
            <a:fld id="{43B7E276-A276-4CB5-8D98-2DEF33258381}" type="datetimeFigureOut">
              <a:rPr lang="zh-CN" altLang="en-US" smtClean="0"/>
              <a:t>2024-07-20</a:t>
            </a:fld>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669E3093-0765-4895-88A4-AF75987BE62B}"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838200" y="1825625"/>
            <a:ext cx="10515600" cy="4351338"/>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43B7E276-A276-4CB5-8D98-2DEF33258381}" type="datetimeFigureOut">
              <a:rPr lang="zh-CN" altLang="en-US" smtClean="0"/>
              <a:t>2024-07-20</a:t>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669E3093-0765-4895-88A4-AF75987BE62B}"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43B7E276-A276-4CB5-8D98-2DEF33258381}" type="datetimeFigureOut">
              <a:rPr lang="zh-CN" altLang="en-US" smtClean="0"/>
              <a:t>2024-07-20</a:t>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669E3093-0765-4895-88A4-AF75987BE62B}"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3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1011226"/>
            <a:ext cx="10972800" cy="774700"/>
          </a:xfrm>
        </p:spPr>
        <p:txBody>
          <a:bodyPr/>
          <a:lstStyle>
            <a:lvl1pPr>
              <a:defRPr sz="5000" b="1">
                <a:latin typeface="隶书" panose="02010509060101010101" pitchFamily="49" charset="-122"/>
                <a:ea typeface="隶书" panose="02010509060101010101" pitchFamily="49" charset="-122"/>
              </a:defRPr>
            </a:lvl1pPr>
          </a:lstStyle>
          <a:p>
            <a:r>
              <a:rPr lang="zh-CN" altLang="en-US"/>
              <a:t>单击此处编辑母版标题样式</a:t>
            </a:r>
          </a:p>
        </p:txBody>
      </p:sp>
      <p:sp>
        <p:nvSpPr>
          <p:cNvPr id="4" name="日期占位符 3"/>
          <p:cNvSpPr>
            <a:spLocks noGrp="1"/>
          </p:cNvSpPr>
          <p:nvPr>
            <p:ph type="dt" sz="half" idx="10"/>
          </p:nvPr>
        </p:nvSpPr>
        <p:spPr/>
        <p:txBody>
          <a:bodyPr/>
          <a:lstStyle>
            <a:lvl1pPr>
              <a:defRPr/>
            </a:lvl1pPr>
          </a:lstStyle>
          <a:p>
            <a:fld id="{9FADFB2E-885B-491E-A32A-9031AA86B1B0}" type="datetimeFigureOut">
              <a:rPr lang="zh-CN" altLang="en-US"/>
              <a:t>2024-07-20</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546D3D19-AF27-447E-95DA-1DCD44E4E178}" type="slidenum">
              <a:rPr lang="zh-CN" altLang="en-US"/>
              <a:t>‹#›</a:t>
            </a:fld>
            <a:endParaRPr lang="zh-CN" altLang="en-US"/>
          </a:p>
        </p:txBody>
      </p:sp>
      <p:sp>
        <p:nvSpPr>
          <p:cNvPr id="7" name="内容占位符 2"/>
          <p:cNvSpPr>
            <a:spLocks noGrp="1"/>
          </p:cNvSpPr>
          <p:nvPr>
            <p:ph idx="1"/>
          </p:nvPr>
        </p:nvSpPr>
        <p:spPr>
          <a:xfrm>
            <a:off x="609600" y="1935480"/>
            <a:ext cx="10972800" cy="4389120"/>
          </a:xfrm>
        </p:spPr>
        <p:txBody>
          <a:bodyPr/>
          <a:lstStyle>
            <a:lvl1pPr>
              <a:buFont typeface="Arial" panose="020B0604020202020204" pitchFamily="34" charset="0"/>
              <a:buChar char="•"/>
              <a:defRPr sz="2600">
                <a:latin typeface="微软雅黑" panose="020B0503020204020204" pitchFamily="34" charset="-122"/>
                <a:ea typeface="微软雅黑" panose="020B0503020204020204" pitchFamily="34" charset="-122"/>
              </a:defRPr>
            </a:lvl1pPr>
            <a:lvl2pPr>
              <a:buFont typeface="Arial" panose="020B0604020202020204" pitchFamily="34" charset="0"/>
              <a:buChar char="•"/>
              <a:defRPr sz="2400">
                <a:latin typeface="微软雅黑" panose="020B0503020204020204" pitchFamily="34" charset="-122"/>
                <a:ea typeface="微软雅黑" panose="020B0503020204020204" pitchFamily="34" charset="-122"/>
              </a:defRPr>
            </a:lvl2pPr>
            <a:lvl3pPr>
              <a:defRPr sz="2100">
                <a:latin typeface="微软雅黑" panose="020B0503020204020204" pitchFamily="34" charset="-122"/>
                <a:ea typeface="微软雅黑" panose="020B0503020204020204" pitchFamily="34" charset="-122"/>
              </a:defRPr>
            </a:lvl3pPr>
            <a:lvl4pPr>
              <a:buFont typeface="Arial" panose="020B0604020202020204" pitchFamily="34" charset="0"/>
              <a:buChar char="•"/>
              <a:defRPr sz="2000">
                <a:latin typeface="微软雅黑" panose="020B0503020204020204" pitchFamily="34" charset="-122"/>
                <a:ea typeface="微软雅黑" panose="020B0503020204020204" pitchFamily="34" charset="-122"/>
              </a:defRPr>
            </a:lvl4pPr>
            <a:lvl5pPr>
              <a:defRPr sz="1600">
                <a:latin typeface="微软雅黑" panose="020B0503020204020204" pitchFamily="34" charset="-122"/>
                <a:ea typeface="微软雅黑" panose="020B0503020204020204" pitchFamily="34" charset="-122"/>
              </a:defRPr>
            </a:lvl5pPr>
          </a:lstStyle>
          <a:p>
            <a:pPr lvl="0" eaLnBrk="1" latinLnBrk="0" hangingPunct="1"/>
            <a:r>
              <a:rPr lang="zh-CN" altLang="en-US" dirty="0"/>
              <a:t>单击此处编辑母版文本样式</a:t>
            </a:r>
          </a:p>
          <a:p>
            <a:pPr lvl="1" eaLnBrk="1" latinLnBrk="0" hangingPunct="1"/>
            <a:r>
              <a:rPr lang="zh-CN" altLang="en-US" dirty="0"/>
              <a:t>第二级</a:t>
            </a:r>
          </a:p>
          <a:p>
            <a:pPr lvl="2" eaLnBrk="1" latinLnBrk="0" hangingPunct="1"/>
            <a:r>
              <a:rPr lang="zh-CN" altLang="en-US" dirty="0"/>
              <a:t>第三级</a:t>
            </a:r>
          </a:p>
          <a:p>
            <a:pPr lvl="3" eaLnBrk="1" latinLnBrk="0" hangingPunct="1"/>
            <a:r>
              <a:rPr lang="zh-CN" altLang="en-US" dirty="0"/>
              <a:t>第四级</a:t>
            </a:r>
          </a:p>
          <a:p>
            <a:pPr lvl="4" eaLnBrk="1" latinLnBrk="0" hangingPunct="1"/>
            <a:r>
              <a:rPr lang="zh-CN" altLang="en-US" dirty="0"/>
              <a:t>第五级</a:t>
            </a:r>
            <a:endParaRPr kumimoji="0"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6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1011226"/>
            <a:ext cx="10972800" cy="774700"/>
          </a:xfrm>
        </p:spPr>
        <p:txBody>
          <a:bodyPr/>
          <a:lstStyle>
            <a:lvl1pPr>
              <a:defRPr sz="5000" b="1">
                <a:latin typeface="隶书" panose="02010509060101010101" pitchFamily="49" charset="-122"/>
                <a:ea typeface="隶书" panose="02010509060101010101" pitchFamily="49" charset="-122"/>
              </a:defRPr>
            </a:lvl1pPr>
          </a:lstStyle>
          <a:p>
            <a:r>
              <a:rPr lang="zh-CN" altLang="en-US"/>
              <a:t>单击此处编辑母版标题样式</a:t>
            </a:r>
          </a:p>
        </p:txBody>
      </p:sp>
      <p:sp>
        <p:nvSpPr>
          <p:cNvPr id="4" name="日期占位符 3"/>
          <p:cNvSpPr>
            <a:spLocks noGrp="1"/>
          </p:cNvSpPr>
          <p:nvPr>
            <p:ph type="dt" sz="half" idx="10"/>
          </p:nvPr>
        </p:nvSpPr>
        <p:spPr/>
        <p:txBody>
          <a:bodyPr/>
          <a:lstStyle>
            <a:lvl1pPr>
              <a:defRPr/>
            </a:lvl1pPr>
          </a:lstStyle>
          <a:p>
            <a:fld id="{9FADFB2E-885B-491E-A32A-9031AA86B1B0}" type="datetimeFigureOut">
              <a:rPr lang="zh-CN" altLang="en-US"/>
              <a:t>2024-07-20</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546D3D19-AF27-447E-95DA-1DCD44E4E178}" type="slidenum">
              <a:rPr lang="zh-CN" altLang="en-US"/>
              <a:t>‹#›</a:t>
            </a:fld>
            <a:endParaRPr lang="zh-CN" altLang="en-US"/>
          </a:p>
        </p:txBody>
      </p:sp>
      <p:sp>
        <p:nvSpPr>
          <p:cNvPr id="7" name="内容占位符 2"/>
          <p:cNvSpPr>
            <a:spLocks noGrp="1"/>
          </p:cNvSpPr>
          <p:nvPr>
            <p:ph idx="1"/>
          </p:nvPr>
        </p:nvSpPr>
        <p:spPr>
          <a:xfrm>
            <a:off x="609600" y="1935480"/>
            <a:ext cx="10972800" cy="4389120"/>
          </a:xfrm>
        </p:spPr>
        <p:txBody>
          <a:bodyPr/>
          <a:lstStyle>
            <a:lvl1pPr>
              <a:buFont typeface="Arial" panose="020B0604020202020204" pitchFamily="34" charset="0"/>
              <a:buChar char="•"/>
              <a:defRPr sz="2600">
                <a:latin typeface="微软雅黑" panose="020B0503020204020204" pitchFamily="34" charset="-122"/>
                <a:ea typeface="微软雅黑" panose="020B0503020204020204" pitchFamily="34" charset="-122"/>
              </a:defRPr>
            </a:lvl1pPr>
            <a:lvl2pPr>
              <a:buFont typeface="Arial" panose="020B0604020202020204" pitchFamily="34" charset="0"/>
              <a:buChar char="•"/>
              <a:defRPr sz="2400">
                <a:latin typeface="微软雅黑" panose="020B0503020204020204" pitchFamily="34" charset="-122"/>
                <a:ea typeface="微软雅黑" panose="020B0503020204020204" pitchFamily="34" charset="-122"/>
              </a:defRPr>
            </a:lvl2pPr>
            <a:lvl3pPr>
              <a:defRPr sz="2100">
                <a:latin typeface="微软雅黑" panose="020B0503020204020204" pitchFamily="34" charset="-122"/>
                <a:ea typeface="微软雅黑" panose="020B0503020204020204" pitchFamily="34" charset="-122"/>
              </a:defRPr>
            </a:lvl3pPr>
            <a:lvl4pPr>
              <a:buFont typeface="Arial" panose="020B0604020202020204" pitchFamily="34" charset="0"/>
              <a:buChar char="•"/>
              <a:defRPr sz="2000">
                <a:latin typeface="微软雅黑" panose="020B0503020204020204" pitchFamily="34" charset="-122"/>
                <a:ea typeface="微软雅黑" panose="020B0503020204020204" pitchFamily="34" charset="-122"/>
              </a:defRPr>
            </a:lvl4pPr>
            <a:lvl5pPr>
              <a:defRPr sz="1600">
                <a:latin typeface="微软雅黑" panose="020B0503020204020204" pitchFamily="34" charset="-122"/>
                <a:ea typeface="微软雅黑" panose="020B0503020204020204" pitchFamily="34" charset="-122"/>
              </a:defRPr>
            </a:lvl5pPr>
          </a:lstStyle>
          <a:p>
            <a:pPr lvl="0" eaLnBrk="1" latinLnBrk="0" hangingPunct="1"/>
            <a:r>
              <a:rPr lang="zh-CN" altLang="en-US" dirty="0"/>
              <a:t>单击此处编辑母版文本样式</a:t>
            </a:r>
          </a:p>
          <a:p>
            <a:pPr lvl="1" eaLnBrk="1" latinLnBrk="0" hangingPunct="1"/>
            <a:r>
              <a:rPr lang="zh-CN" altLang="en-US" dirty="0"/>
              <a:t>第二级</a:t>
            </a:r>
          </a:p>
          <a:p>
            <a:pPr lvl="2" eaLnBrk="1" latinLnBrk="0" hangingPunct="1"/>
            <a:r>
              <a:rPr lang="zh-CN" altLang="en-US" dirty="0"/>
              <a:t>第三级</a:t>
            </a:r>
          </a:p>
          <a:p>
            <a:pPr lvl="3" eaLnBrk="1" latinLnBrk="0" hangingPunct="1"/>
            <a:r>
              <a:rPr lang="zh-CN" altLang="en-US" dirty="0"/>
              <a:t>第四级</a:t>
            </a:r>
          </a:p>
          <a:p>
            <a:pPr lvl="4" eaLnBrk="1" latinLnBrk="0" hangingPunct="1"/>
            <a:r>
              <a:rPr lang="zh-CN" altLang="en-US" dirty="0"/>
              <a:t>第五级</a:t>
            </a:r>
            <a:endParaRPr kumimoji="0"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7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1011226"/>
            <a:ext cx="10972800" cy="774700"/>
          </a:xfrm>
        </p:spPr>
        <p:txBody>
          <a:bodyPr/>
          <a:lstStyle>
            <a:lvl1pPr>
              <a:defRPr sz="5000" b="1">
                <a:latin typeface="隶书" panose="02010509060101010101" pitchFamily="49" charset="-122"/>
                <a:ea typeface="隶书" panose="02010509060101010101" pitchFamily="49" charset="-122"/>
              </a:defRPr>
            </a:lvl1pPr>
          </a:lstStyle>
          <a:p>
            <a:r>
              <a:rPr lang="zh-CN" altLang="en-US" dirty="0"/>
              <a:t>单击此处编辑母版标题样式</a:t>
            </a:r>
          </a:p>
        </p:txBody>
      </p:sp>
      <p:sp>
        <p:nvSpPr>
          <p:cNvPr id="4" name="日期占位符 3"/>
          <p:cNvSpPr>
            <a:spLocks noGrp="1"/>
          </p:cNvSpPr>
          <p:nvPr>
            <p:ph type="dt" sz="half" idx="10"/>
          </p:nvPr>
        </p:nvSpPr>
        <p:spPr/>
        <p:txBody>
          <a:bodyPr/>
          <a:lstStyle>
            <a:lvl1pPr>
              <a:defRPr/>
            </a:lvl1pPr>
          </a:lstStyle>
          <a:p>
            <a:fld id="{9FADFB2E-885B-491E-A32A-9031AA86B1B0}" type="datetimeFigureOut">
              <a:rPr lang="zh-CN" altLang="en-US"/>
              <a:t>2024-07-20</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546D3D19-AF27-447E-95DA-1DCD44E4E178}" type="slidenum">
              <a:rPr lang="zh-CN" altLang="en-US"/>
              <a:t>‹#›</a:t>
            </a:fld>
            <a:endParaRPr lang="zh-CN" altLang="en-US"/>
          </a:p>
        </p:txBody>
      </p:sp>
      <p:sp>
        <p:nvSpPr>
          <p:cNvPr id="7" name="内容占位符 2"/>
          <p:cNvSpPr>
            <a:spLocks noGrp="1"/>
          </p:cNvSpPr>
          <p:nvPr>
            <p:ph idx="1"/>
          </p:nvPr>
        </p:nvSpPr>
        <p:spPr>
          <a:xfrm>
            <a:off x="609600" y="1935480"/>
            <a:ext cx="10972800" cy="4389120"/>
          </a:xfrm>
        </p:spPr>
        <p:txBody>
          <a:bodyPr/>
          <a:lstStyle>
            <a:lvl1pPr>
              <a:buFont typeface="Arial" panose="020B0604020202020204" pitchFamily="34" charset="0"/>
              <a:buChar char="•"/>
              <a:defRPr sz="2600">
                <a:latin typeface="微软雅黑" panose="020B0503020204020204" pitchFamily="34" charset="-122"/>
                <a:ea typeface="微软雅黑" panose="020B0503020204020204" pitchFamily="34" charset="-122"/>
              </a:defRPr>
            </a:lvl1pPr>
            <a:lvl2pPr>
              <a:buFont typeface="Arial" panose="020B0604020202020204" pitchFamily="34" charset="0"/>
              <a:buChar char="•"/>
              <a:defRPr sz="2400">
                <a:latin typeface="微软雅黑" panose="020B0503020204020204" pitchFamily="34" charset="-122"/>
                <a:ea typeface="微软雅黑" panose="020B0503020204020204" pitchFamily="34" charset="-122"/>
              </a:defRPr>
            </a:lvl2pPr>
            <a:lvl3pPr>
              <a:defRPr sz="2100">
                <a:latin typeface="微软雅黑" panose="020B0503020204020204" pitchFamily="34" charset="-122"/>
                <a:ea typeface="微软雅黑" panose="020B0503020204020204" pitchFamily="34" charset="-122"/>
              </a:defRPr>
            </a:lvl3pPr>
            <a:lvl4pPr>
              <a:buFont typeface="Arial" panose="020B0604020202020204" pitchFamily="34" charset="0"/>
              <a:buChar char="•"/>
              <a:defRPr sz="2000">
                <a:latin typeface="微软雅黑" panose="020B0503020204020204" pitchFamily="34" charset="-122"/>
                <a:ea typeface="微软雅黑" panose="020B0503020204020204" pitchFamily="34" charset="-122"/>
              </a:defRPr>
            </a:lvl4pPr>
            <a:lvl5pPr>
              <a:defRPr sz="1600">
                <a:latin typeface="微软雅黑" panose="020B0503020204020204" pitchFamily="34" charset="-122"/>
                <a:ea typeface="微软雅黑" panose="020B0503020204020204" pitchFamily="34" charset="-122"/>
              </a:defRPr>
            </a:lvl5pPr>
          </a:lstStyle>
          <a:p>
            <a:pPr lvl="0" eaLnBrk="1" latinLnBrk="0" hangingPunct="1"/>
            <a:r>
              <a:rPr lang="zh-CN" altLang="en-US" dirty="0"/>
              <a:t>单击此处编辑母版文本样式</a:t>
            </a:r>
          </a:p>
          <a:p>
            <a:pPr lvl="1" eaLnBrk="1" latinLnBrk="0" hangingPunct="1"/>
            <a:r>
              <a:rPr lang="zh-CN" altLang="en-US" dirty="0"/>
              <a:t>第二级</a:t>
            </a:r>
          </a:p>
          <a:p>
            <a:pPr lvl="2" eaLnBrk="1" latinLnBrk="0" hangingPunct="1"/>
            <a:r>
              <a:rPr lang="zh-CN" altLang="en-US" dirty="0"/>
              <a:t>第三级</a:t>
            </a:r>
          </a:p>
          <a:p>
            <a:pPr lvl="3" eaLnBrk="1" latinLnBrk="0" hangingPunct="1"/>
            <a:r>
              <a:rPr lang="zh-CN" altLang="en-US" dirty="0"/>
              <a:t>第四级</a:t>
            </a:r>
          </a:p>
          <a:p>
            <a:pPr lvl="4" eaLnBrk="1" latinLnBrk="0" hangingPunct="1"/>
            <a:r>
              <a:rPr lang="zh-CN" altLang="en-US" dirty="0"/>
              <a:t>第五级</a:t>
            </a:r>
            <a:endParaRPr kumimoji="0"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20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1011226"/>
            <a:ext cx="10972800" cy="774700"/>
          </a:xfrm>
        </p:spPr>
        <p:txBody>
          <a:bodyPr/>
          <a:lstStyle>
            <a:lvl1pPr>
              <a:defRPr sz="5000" b="1">
                <a:latin typeface="隶书" panose="02010509060101010101" pitchFamily="49" charset="-122"/>
                <a:ea typeface="隶书" panose="02010509060101010101" pitchFamily="49" charset="-122"/>
              </a:defRPr>
            </a:lvl1pPr>
          </a:lstStyle>
          <a:p>
            <a:r>
              <a:rPr lang="zh-CN" altLang="en-US" dirty="0"/>
              <a:t>单击此处编辑母版标题样式</a:t>
            </a:r>
          </a:p>
        </p:txBody>
      </p:sp>
      <p:sp>
        <p:nvSpPr>
          <p:cNvPr id="4" name="日期占位符 3"/>
          <p:cNvSpPr>
            <a:spLocks noGrp="1"/>
          </p:cNvSpPr>
          <p:nvPr>
            <p:ph type="dt" sz="half" idx="10"/>
          </p:nvPr>
        </p:nvSpPr>
        <p:spPr/>
        <p:txBody>
          <a:bodyPr/>
          <a:lstStyle>
            <a:lvl1pPr>
              <a:defRPr/>
            </a:lvl1pPr>
          </a:lstStyle>
          <a:p>
            <a:fld id="{9FADFB2E-885B-491E-A32A-9031AA86B1B0}" type="datetimeFigureOut">
              <a:rPr lang="zh-CN" altLang="en-US"/>
              <a:t>2024-07-20</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546D3D19-AF27-447E-95DA-1DCD44E4E178}" type="slidenum">
              <a:rPr lang="zh-CN" altLang="en-US"/>
              <a:t>‹#›</a:t>
            </a:fld>
            <a:endParaRPr lang="zh-CN" altLang="en-US"/>
          </a:p>
        </p:txBody>
      </p:sp>
      <p:sp>
        <p:nvSpPr>
          <p:cNvPr id="7" name="内容占位符 2"/>
          <p:cNvSpPr>
            <a:spLocks noGrp="1"/>
          </p:cNvSpPr>
          <p:nvPr>
            <p:ph idx="1"/>
          </p:nvPr>
        </p:nvSpPr>
        <p:spPr>
          <a:xfrm>
            <a:off x="609600" y="1935480"/>
            <a:ext cx="10972800" cy="4389120"/>
          </a:xfrm>
        </p:spPr>
        <p:txBody>
          <a:bodyPr/>
          <a:lstStyle>
            <a:lvl1pPr>
              <a:buFont typeface="Arial" panose="020B0604020202020204" pitchFamily="34" charset="0"/>
              <a:buChar char="•"/>
              <a:defRPr sz="2600">
                <a:latin typeface="微软雅黑" panose="020B0503020204020204" pitchFamily="34" charset="-122"/>
                <a:ea typeface="微软雅黑" panose="020B0503020204020204" pitchFamily="34" charset="-122"/>
              </a:defRPr>
            </a:lvl1pPr>
            <a:lvl2pPr>
              <a:buFont typeface="Arial" panose="020B0604020202020204" pitchFamily="34" charset="0"/>
              <a:buChar char="•"/>
              <a:defRPr sz="2400">
                <a:latin typeface="微软雅黑" panose="020B0503020204020204" pitchFamily="34" charset="-122"/>
                <a:ea typeface="微软雅黑" panose="020B0503020204020204" pitchFamily="34" charset="-122"/>
              </a:defRPr>
            </a:lvl2pPr>
            <a:lvl3pPr>
              <a:defRPr sz="2100">
                <a:latin typeface="微软雅黑" panose="020B0503020204020204" pitchFamily="34" charset="-122"/>
                <a:ea typeface="微软雅黑" panose="020B0503020204020204" pitchFamily="34" charset="-122"/>
              </a:defRPr>
            </a:lvl3pPr>
            <a:lvl4pPr>
              <a:buFont typeface="Arial" panose="020B0604020202020204" pitchFamily="34" charset="0"/>
              <a:buChar char="•"/>
              <a:defRPr sz="2000">
                <a:latin typeface="微软雅黑" panose="020B0503020204020204" pitchFamily="34" charset="-122"/>
                <a:ea typeface="微软雅黑" panose="020B0503020204020204" pitchFamily="34" charset="-122"/>
              </a:defRPr>
            </a:lvl4pPr>
            <a:lvl5pPr>
              <a:defRPr sz="1600">
                <a:latin typeface="微软雅黑" panose="020B0503020204020204" pitchFamily="34" charset="-122"/>
                <a:ea typeface="微软雅黑" panose="020B0503020204020204" pitchFamily="34" charset="-122"/>
              </a:defRPr>
            </a:lvl5pPr>
          </a:lstStyle>
          <a:p>
            <a:pPr lvl="0" eaLnBrk="1" latinLnBrk="0" hangingPunct="1"/>
            <a:r>
              <a:rPr lang="zh-CN" altLang="en-US" dirty="0"/>
              <a:t>单击此处编辑母版文本样式</a:t>
            </a:r>
          </a:p>
          <a:p>
            <a:pPr lvl="1" eaLnBrk="1" latinLnBrk="0" hangingPunct="1"/>
            <a:r>
              <a:rPr lang="zh-CN" altLang="en-US" dirty="0"/>
              <a:t>第二级</a:t>
            </a:r>
          </a:p>
          <a:p>
            <a:pPr lvl="2" eaLnBrk="1" latinLnBrk="0" hangingPunct="1"/>
            <a:r>
              <a:rPr lang="zh-CN" altLang="en-US" dirty="0"/>
              <a:t>第三级</a:t>
            </a:r>
          </a:p>
          <a:p>
            <a:pPr lvl="3" eaLnBrk="1" latinLnBrk="0" hangingPunct="1"/>
            <a:r>
              <a:rPr lang="zh-CN" altLang="en-US" dirty="0"/>
              <a:t>第四级</a:t>
            </a:r>
          </a:p>
          <a:p>
            <a:pPr lvl="4" eaLnBrk="1" latinLnBrk="0" hangingPunct="1"/>
            <a:r>
              <a:rPr lang="zh-CN" altLang="en-US" dirty="0"/>
              <a:t>第五级</a:t>
            </a:r>
            <a:endParaRPr kumimoji="0"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21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1011226"/>
            <a:ext cx="10972800" cy="774700"/>
          </a:xfrm>
        </p:spPr>
        <p:txBody>
          <a:bodyPr/>
          <a:lstStyle>
            <a:lvl1pPr>
              <a:defRPr sz="5000" b="1">
                <a:latin typeface="隶书" panose="02010509060101010101" pitchFamily="49" charset="-122"/>
                <a:ea typeface="隶书" panose="02010509060101010101" pitchFamily="49" charset="-122"/>
              </a:defRPr>
            </a:lvl1pPr>
          </a:lstStyle>
          <a:p>
            <a:r>
              <a:rPr lang="zh-CN" altLang="en-US" dirty="0"/>
              <a:t>单击此处编辑母版标题样式</a:t>
            </a:r>
          </a:p>
        </p:txBody>
      </p:sp>
      <p:sp>
        <p:nvSpPr>
          <p:cNvPr id="4" name="日期占位符 3"/>
          <p:cNvSpPr>
            <a:spLocks noGrp="1"/>
          </p:cNvSpPr>
          <p:nvPr>
            <p:ph type="dt" sz="half" idx="10"/>
          </p:nvPr>
        </p:nvSpPr>
        <p:spPr/>
        <p:txBody>
          <a:bodyPr/>
          <a:lstStyle>
            <a:lvl1pPr>
              <a:defRPr/>
            </a:lvl1pPr>
          </a:lstStyle>
          <a:p>
            <a:fld id="{9FADFB2E-885B-491E-A32A-9031AA86B1B0}" type="datetimeFigureOut">
              <a:rPr lang="zh-CN" altLang="en-US"/>
              <a:t>2024-07-20</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546D3D19-AF27-447E-95DA-1DCD44E4E178}" type="slidenum">
              <a:rPr lang="zh-CN" altLang="en-US"/>
              <a:t>‹#›</a:t>
            </a:fld>
            <a:endParaRPr lang="zh-CN" altLang="en-US"/>
          </a:p>
        </p:txBody>
      </p:sp>
      <p:sp>
        <p:nvSpPr>
          <p:cNvPr id="7" name="内容占位符 2"/>
          <p:cNvSpPr>
            <a:spLocks noGrp="1"/>
          </p:cNvSpPr>
          <p:nvPr>
            <p:ph idx="1"/>
          </p:nvPr>
        </p:nvSpPr>
        <p:spPr>
          <a:xfrm>
            <a:off x="609600" y="1935480"/>
            <a:ext cx="10972800" cy="4389120"/>
          </a:xfrm>
        </p:spPr>
        <p:txBody>
          <a:bodyPr/>
          <a:lstStyle>
            <a:lvl1pPr>
              <a:buFont typeface="Arial" panose="020B0604020202020204" pitchFamily="34" charset="0"/>
              <a:buChar char="•"/>
              <a:defRPr sz="2600">
                <a:latin typeface="微软雅黑" panose="020B0503020204020204" pitchFamily="34" charset="-122"/>
                <a:ea typeface="微软雅黑" panose="020B0503020204020204" pitchFamily="34" charset="-122"/>
              </a:defRPr>
            </a:lvl1pPr>
            <a:lvl2pPr>
              <a:buFont typeface="Arial" panose="020B0604020202020204" pitchFamily="34" charset="0"/>
              <a:buChar char="•"/>
              <a:defRPr sz="2400">
                <a:latin typeface="微软雅黑" panose="020B0503020204020204" pitchFamily="34" charset="-122"/>
                <a:ea typeface="微软雅黑" panose="020B0503020204020204" pitchFamily="34" charset="-122"/>
              </a:defRPr>
            </a:lvl2pPr>
            <a:lvl3pPr>
              <a:defRPr sz="2100">
                <a:latin typeface="微软雅黑" panose="020B0503020204020204" pitchFamily="34" charset="-122"/>
                <a:ea typeface="微软雅黑" panose="020B0503020204020204" pitchFamily="34" charset="-122"/>
              </a:defRPr>
            </a:lvl3pPr>
            <a:lvl4pPr>
              <a:buFont typeface="Arial" panose="020B0604020202020204" pitchFamily="34" charset="0"/>
              <a:buChar char="•"/>
              <a:defRPr sz="2000">
                <a:latin typeface="微软雅黑" panose="020B0503020204020204" pitchFamily="34" charset="-122"/>
                <a:ea typeface="微软雅黑" panose="020B0503020204020204" pitchFamily="34" charset="-122"/>
              </a:defRPr>
            </a:lvl4pPr>
            <a:lvl5pPr>
              <a:defRPr sz="1600">
                <a:latin typeface="微软雅黑" panose="020B0503020204020204" pitchFamily="34" charset="-122"/>
                <a:ea typeface="微软雅黑" panose="020B0503020204020204" pitchFamily="34" charset="-122"/>
              </a:defRPr>
            </a:lvl5pPr>
          </a:lstStyle>
          <a:p>
            <a:pPr lvl="0" eaLnBrk="1" latinLnBrk="0" hangingPunct="1"/>
            <a:r>
              <a:rPr lang="zh-CN" altLang="en-US" dirty="0"/>
              <a:t>单击此处编辑母版文本样式</a:t>
            </a:r>
          </a:p>
          <a:p>
            <a:pPr lvl="1" eaLnBrk="1" latinLnBrk="0" hangingPunct="1"/>
            <a:r>
              <a:rPr lang="zh-CN" altLang="en-US" dirty="0"/>
              <a:t>第二级</a:t>
            </a:r>
          </a:p>
          <a:p>
            <a:pPr lvl="2" eaLnBrk="1" latinLnBrk="0" hangingPunct="1"/>
            <a:r>
              <a:rPr lang="zh-CN" altLang="en-US" dirty="0"/>
              <a:t>第三级</a:t>
            </a:r>
          </a:p>
          <a:p>
            <a:pPr lvl="3" eaLnBrk="1" latinLnBrk="0" hangingPunct="1"/>
            <a:r>
              <a:rPr lang="zh-CN" altLang="en-US" dirty="0"/>
              <a:t>第四级</a:t>
            </a:r>
          </a:p>
          <a:p>
            <a:pPr lvl="4" eaLnBrk="1" latinLnBrk="0" hangingPunct="1"/>
            <a:r>
              <a:rPr lang="zh-CN" altLang="en-US" dirty="0"/>
              <a:t>第五级</a:t>
            </a:r>
            <a:endParaRPr kumimoji="0"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22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1011226"/>
            <a:ext cx="10972800" cy="774700"/>
          </a:xfrm>
        </p:spPr>
        <p:txBody>
          <a:bodyPr/>
          <a:lstStyle>
            <a:lvl1pPr>
              <a:defRPr sz="5000" b="1">
                <a:latin typeface="隶书" panose="02010509060101010101" pitchFamily="49" charset="-122"/>
                <a:ea typeface="隶书" panose="02010509060101010101" pitchFamily="49" charset="-122"/>
              </a:defRPr>
            </a:lvl1pPr>
          </a:lstStyle>
          <a:p>
            <a:r>
              <a:rPr lang="zh-CN" altLang="en-US" dirty="0"/>
              <a:t>单击此处编辑母版标题样式</a:t>
            </a:r>
          </a:p>
        </p:txBody>
      </p:sp>
      <p:sp>
        <p:nvSpPr>
          <p:cNvPr id="4" name="日期占位符 3"/>
          <p:cNvSpPr>
            <a:spLocks noGrp="1"/>
          </p:cNvSpPr>
          <p:nvPr>
            <p:ph type="dt" sz="half" idx="10"/>
          </p:nvPr>
        </p:nvSpPr>
        <p:spPr/>
        <p:txBody>
          <a:bodyPr/>
          <a:lstStyle>
            <a:lvl1pPr>
              <a:defRPr/>
            </a:lvl1pPr>
          </a:lstStyle>
          <a:p>
            <a:fld id="{9FADFB2E-885B-491E-A32A-9031AA86B1B0}" type="datetimeFigureOut">
              <a:rPr lang="zh-CN" altLang="en-US"/>
              <a:t>2024-07-20</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546D3D19-AF27-447E-95DA-1DCD44E4E178}" type="slidenum">
              <a:rPr lang="zh-CN" altLang="en-US"/>
              <a:t>‹#›</a:t>
            </a:fld>
            <a:endParaRPr lang="zh-CN" altLang="en-US"/>
          </a:p>
        </p:txBody>
      </p:sp>
      <p:sp>
        <p:nvSpPr>
          <p:cNvPr id="7" name="内容占位符 2"/>
          <p:cNvSpPr>
            <a:spLocks noGrp="1"/>
          </p:cNvSpPr>
          <p:nvPr>
            <p:ph idx="1"/>
          </p:nvPr>
        </p:nvSpPr>
        <p:spPr>
          <a:xfrm>
            <a:off x="609600" y="1935480"/>
            <a:ext cx="10972800" cy="4389120"/>
          </a:xfrm>
        </p:spPr>
        <p:txBody>
          <a:bodyPr/>
          <a:lstStyle>
            <a:lvl1pPr>
              <a:buFont typeface="Arial" panose="020B0604020202020204" pitchFamily="34" charset="0"/>
              <a:buChar char="•"/>
              <a:defRPr sz="2600">
                <a:latin typeface="微软雅黑" panose="020B0503020204020204" pitchFamily="34" charset="-122"/>
                <a:ea typeface="微软雅黑" panose="020B0503020204020204" pitchFamily="34" charset="-122"/>
              </a:defRPr>
            </a:lvl1pPr>
            <a:lvl2pPr>
              <a:buFont typeface="Arial" panose="020B0604020202020204" pitchFamily="34" charset="0"/>
              <a:buChar char="•"/>
              <a:defRPr sz="2400">
                <a:latin typeface="微软雅黑" panose="020B0503020204020204" pitchFamily="34" charset="-122"/>
                <a:ea typeface="微软雅黑" panose="020B0503020204020204" pitchFamily="34" charset="-122"/>
              </a:defRPr>
            </a:lvl2pPr>
            <a:lvl3pPr>
              <a:defRPr sz="2100">
                <a:latin typeface="微软雅黑" panose="020B0503020204020204" pitchFamily="34" charset="-122"/>
                <a:ea typeface="微软雅黑" panose="020B0503020204020204" pitchFamily="34" charset="-122"/>
              </a:defRPr>
            </a:lvl3pPr>
            <a:lvl4pPr>
              <a:buFont typeface="Arial" panose="020B0604020202020204" pitchFamily="34" charset="0"/>
              <a:buChar char="•"/>
              <a:defRPr sz="2000">
                <a:latin typeface="微软雅黑" panose="020B0503020204020204" pitchFamily="34" charset="-122"/>
                <a:ea typeface="微软雅黑" panose="020B0503020204020204" pitchFamily="34" charset="-122"/>
              </a:defRPr>
            </a:lvl4pPr>
            <a:lvl5pPr>
              <a:defRPr sz="1600">
                <a:latin typeface="微软雅黑" panose="020B0503020204020204" pitchFamily="34" charset="-122"/>
                <a:ea typeface="微软雅黑" panose="020B0503020204020204" pitchFamily="34" charset="-122"/>
              </a:defRPr>
            </a:lvl5pPr>
          </a:lstStyle>
          <a:p>
            <a:pPr lvl="0" eaLnBrk="1" latinLnBrk="0" hangingPunct="1"/>
            <a:r>
              <a:rPr lang="zh-CN" altLang="en-US" dirty="0"/>
              <a:t>单击此处编辑母版文本样式</a:t>
            </a:r>
          </a:p>
          <a:p>
            <a:pPr lvl="1" eaLnBrk="1" latinLnBrk="0" hangingPunct="1"/>
            <a:r>
              <a:rPr lang="zh-CN" altLang="en-US" dirty="0"/>
              <a:t>第二级</a:t>
            </a:r>
          </a:p>
          <a:p>
            <a:pPr lvl="2" eaLnBrk="1" latinLnBrk="0" hangingPunct="1"/>
            <a:r>
              <a:rPr lang="zh-CN" altLang="en-US" dirty="0"/>
              <a:t>第三级</a:t>
            </a:r>
          </a:p>
          <a:p>
            <a:pPr lvl="3" eaLnBrk="1" latinLnBrk="0" hangingPunct="1"/>
            <a:r>
              <a:rPr lang="zh-CN" altLang="en-US" dirty="0"/>
              <a:t>第四级</a:t>
            </a:r>
          </a:p>
          <a:p>
            <a:pPr lvl="4" eaLnBrk="1" latinLnBrk="0" hangingPunct="1"/>
            <a:r>
              <a:rPr lang="zh-CN" altLang="en-US" dirty="0"/>
              <a:t>第五级</a:t>
            </a:r>
            <a:endParaRPr kumimoji="0" 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23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1011226"/>
            <a:ext cx="10972800" cy="774700"/>
          </a:xfrm>
        </p:spPr>
        <p:txBody>
          <a:bodyPr/>
          <a:lstStyle>
            <a:lvl1pPr>
              <a:defRPr sz="5000" b="1">
                <a:latin typeface="隶书" panose="02010509060101010101" pitchFamily="49" charset="-122"/>
                <a:ea typeface="隶书" panose="02010509060101010101" pitchFamily="49" charset="-122"/>
              </a:defRPr>
            </a:lvl1pPr>
          </a:lstStyle>
          <a:p>
            <a:r>
              <a:rPr lang="zh-CN" altLang="en-US" dirty="0"/>
              <a:t>单击此处编辑母版标题样式</a:t>
            </a:r>
          </a:p>
        </p:txBody>
      </p:sp>
      <p:sp>
        <p:nvSpPr>
          <p:cNvPr id="4" name="日期占位符 3"/>
          <p:cNvSpPr>
            <a:spLocks noGrp="1"/>
          </p:cNvSpPr>
          <p:nvPr>
            <p:ph type="dt" sz="half" idx="10"/>
          </p:nvPr>
        </p:nvSpPr>
        <p:spPr/>
        <p:txBody>
          <a:bodyPr/>
          <a:lstStyle>
            <a:lvl1pPr>
              <a:defRPr/>
            </a:lvl1pPr>
          </a:lstStyle>
          <a:p>
            <a:fld id="{9FADFB2E-885B-491E-A32A-9031AA86B1B0}" type="datetimeFigureOut">
              <a:rPr lang="zh-CN" altLang="en-US"/>
              <a:t>2024-07-20</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546D3D19-AF27-447E-95DA-1DCD44E4E178}" type="slidenum">
              <a:rPr lang="zh-CN" altLang="en-US"/>
              <a:t>‹#›</a:t>
            </a:fld>
            <a:endParaRPr lang="zh-CN" altLang="en-US"/>
          </a:p>
        </p:txBody>
      </p:sp>
      <p:sp>
        <p:nvSpPr>
          <p:cNvPr id="7" name="内容占位符 2"/>
          <p:cNvSpPr>
            <a:spLocks noGrp="1"/>
          </p:cNvSpPr>
          <p:nvPr>
            <p:ph idx="1"/>
          </p:nvPr>
        </p:nvSpPr>
        <p:spPr>
          <a:xfrm>
            <a:off x="609600" y="1935480"/>
            <a:ext cx="10972800" cy="4389120"/>
          </a:xfrm>
        </p:spPr>
        <p:txBody>
          <a:bodyPr/>
          <a:lstStyle>
            <a:lvl1pPr>
              <a:buFont typeface="Arial" panose="020B0604020202020204" pitchFamily="34" charset="0"/>
              <a:buChar char="•"/>
              <a:defRPr sz="2600">
                <a:latin typeface="微软雅黑" panose="020B0503020204020204" pitchFamily="34" charset="-122"/>
                <a:ea typeface="微软雅黑" panose="020B0503020204020204" pitchFamily="34" charset="-122"/>
              </a:defRPr>
            </a:lvl1pPr>
            <a:lvl2pPr>
              <a:buFont typeface="Arial" panose="020B0604020202020204" pitchFamily="34" charset="0"/>
              <a:buChar char="•"/>
              <a:defRPr sz="2400">
                <a:latin typeface="微软雅黑" panose="020B0503020204020204" pitchFamily="34" charset="-122"/>
                <a:ea typeface="微软雅黑" panose="020B0503020204020204" pitchFamily="34" charset="-122"/>
              </a:defRPr>
            </a:lvl2pPr>
            <a:lvl3pPr>
              <a:defRPr sz="2100">
                <a:latin typeface="微软雅黑" panose="020B0503020204020204" pitchFamily="34" charset="-122"/>
                <a:ea typeface="微软雅黑" panose="020B0503020204020204" pitchFamily="34" charset="-122"/>
              </a:defRPr>
            </a:lvl3pPr>
            <a:lvl4pPr>
              <a:buFont typeface="Arial" panose="020B0604020202020204" pitchFamily="34" charset="0"/>
              <a:buChar char="•"/>
              <a:defRPr sz="2000">
                <a:latin typeface="微软雅黑" panose="020B0503020204020204" pitchFamily="34" charset="-122"/>
                <a:ea typeface="微软雅黑" panose="020B0503020204020204" pitchFamily="34" charset="-122"/>
              </a:defRPr>
            </a:lvl4pPr>
            <a:lvl5pPr>
              <a:defRPr sz="1600">
                <a:latin typeface="微软雅黑" panose="020B0503020204020204" pitchFamily="34" charset="-122"/>
                <a:ea typeface="微软雅黑" panose="020B0503020204020204" pitchFamily="34" charset="-122"/>
              </a:defRPr>
            </a:lvl5pPr>
          </a:lstStyle>
          <a:p>
            <a:pPr lvl="0" eaLnBrk="1" latinLnBrk="0" hangingPunct="1"/>
            <a:r>
              <a:rPr lang="zh-CN" altLang="en-US" dirty="0"/>
              <a:t>单击此处编辑母版文本样式</a:t>
            </a:r>
          </a:p>
          <a:p>
            <a:pPr lvl="1" eaLnBrk="1" latinLnBrk="0" hangingPunct="1"/>
            <a:r>
              <a:rPr lang="zh-CN" altLang="en-US" dirty="0"/>
              <a:t>第二级</a:t>
            </a:r>
          </a:p>
          <a:p>
            <a:pPr lvl="2" eaLnBrk="1" latinLnBrk="0" hangingPunct="1"/>
            <a:r>
              <a:rPr lang="zh-CN" altLang="en-US" dirty="0"/>
              <a:t>第三级</a:t>
            </a:r>
          </a:p>
          <a:p>
            <a:pPr lvl="3" eaLnBrk="1" latinLnBrk="0" hangingPunct="1"/>
            <a:r>
              <a:rPr lang="zh-CN" altLang="en-US" dirty="0"/>
              <a:t>第四级</a:t>
            </a:r>
          </a:p>
          <a:p>
            <a:pPr lvl="4" eaLnBrk="1" latinLnBrk="0" hangingPunct="1"/>
            <a:r>
              <a:rPr lang="zh-CN" altLang="en-US" dirty="0"/>
              <a:t>第五级</a:t>
            </a:r>
            <a:endParaRPr kumimoji="0" 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25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1011226"/>
            <a:ext cx="10972800" cy="774700"/>
          </a:xfrm>
        </p:spPr>
        <p:txBody>
          <a:bodyPr/>
          <a:lstStyle>
            <a:lvl1pPr>
              <a:defRPr sz="5000" b="1">
                <a:latin typeface="隶书" panose="02010509060101010101" pitchFamily="49" charset="-122"/>
                <a:ea typeface="隶书" panose="02010509060101010101" pitchFamily="49" charset="-122"/>
              </a:defRPr>
            </a:lvl1pPr>
          </a:lstStyle>
          <a:p>
            <a:r>
              <a:rPr lang="zh-CN" altLang="en-US" dirty="0"/>
              <a:t>单击此处编辑母版标题样式</a:t>
            </a:r>
          </a:p>
        </p:txBody>
      </p:sp>
      <p:sp>
        <p:nvSpPr>
          <p:cNvPr id="4" name="日期占位符 3"/>
          <p:cNvSpPr>
            <a:spLocks noGrp="1"/>
          </p:cNvSpPr>
          <p:nvPr>
            <p:ph type="dt" sz="half" idx="10"/>
          </p:nvPr>
        </p:nvSpPr>
        <p:spPr/>
        <p:txBody>
          <a:bodyPr/>
          <a:lstStyle>
            <a:lvl1pPr>
              <a:defRPr/>
            </a:lvl1pPr>
          </a:lstStyle>
          <a:p>
            <a:fld id="{9FADFB2E-885B-491E-A32A-9031AA86B1B0}" type="datetimeFigureOut">
              <a:rPr lang="zh-CN" altLang="en-US"/>
              <a:t>2024-07-20</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546D3D19-AF27-447E-95DA-1DCD44E4E178}" type="slidenum">
              <a:rPr lang="zh-CN" altLang="en-US"/>
              <a:t>‹#›</a:t>
            </a:fld>
            <a:endParaRPr lang="zh-CN" altLang="en-US"/>
          </a:p>
        </p:txBody>
      </p:sp>
      <p:sp>
        <p:nvSpPr>
          <p:cNvPr id="7" name="内容占位符 2"/>
          <p:cNvSpPr>
            <a:spLocks noGrp="1"/>
          </p:cNvSpPr>
          <p:nvPr>
            <p:ph idx="1"/>
          </p:nvPr>
        </p:nvSpPr>
        <p:spPr>
          <a:xfrm>
            <a:off x="609600" y="1935480"/>
            <a:ext cx="10972800" cy="4389120"/>
          </a:xfrm>
        </p:spPr>
        <p:txBody>
          <a:bodyPr/>
          <a:lstStyle>
            <a:lvl1pPr>
              <a:buFont typeface="Arial" panose="020B0604020202020204" pitchFamily="34" charset="0"/>
              <a:buChar char="•"/>
              <a:defRPr sz="2600">
                <a:latin typeface="微软雅黑" panose="020B0503020204020204" pitchFamily="34" charset="-122"/>
                <a:ea typeface="微软雅黑" panose="020B0503020204020204" pitchFamily="34" charset="-122"/>
              </a:defRPr>
            </a:lvl1pPr>
            <a:lvl2pPr>
              <a:buFont typeface="Arial" panose="020B0604020202020204" pitchFamily="34" charset="0"/>
              <a:buChar char="•"/>
              <a:defRPr sz="2400">
                <a:latin typeface="微软雅黑" panose="020B0503020204020204" pitchFamily="34" charset="-122"/>
                <a:ea typeface="微软雅黑" panose="020B0503020204020204" pitchFamily="34" charset="-122"/>
              </a:defRPr>
            </a:lvl2pPr>
            <a:lvl3pPr>
              <a:defRPr sz="2100">
                <a:latin typeface="微软雅黑" panose="020B0503020204020204" pitchFamily="34" charset="-122"/>
                <a:ea typeface="微软雅黑" panose="020B0503020204020204" pitchFamily="34" charset="-122"/>
              </a:defRPr>
            </a:lvl3pPr>
            <a:lvl4pPr>
              <a:buFont typeface="Arial" panose="020B0604020202020204" pitchFamily="34" charset="0"/>
              <a:buChar char="•"/>
              <a:defRPr sz="2000">
                <a:latin typeface="微软雅黑" panose="020B0503020204020204" pitchFamily="34" charset="-122"/>
                <a:ea typeface="微软雅黑" panose="020B0503020204020204" pitchFamily="34" charset="-122"/>
              </a:defRPr>
            </a:lvl4pPr>
            <a:lvl5pPr>
              <a:defRPr sz="1600">
                <a:latin typeface="微软雅黑" panose="020B0503020204020204" pitchFamily="34" charset="-122"/>
                <a:ea typeface="微软雅黑" panose="020B0503020204020204" pitchFamily="34" charset="-122"/>
              </a:defRPr>
            </a:lvl5pPr>
          </a:lstStyle>
          <a:p>
            <a:pPr lvl="0" eaLnBrk="1" latinLnBrk="0" hangingPunct="1"/>
            <a:r>
              <a:rPr lang="zh-CN" altLang="en-US" dirty="0"/>
              <a:t>单击此处编辑母版文本样式</a:t>
            </a:r>
          </a:p>
          <a:p>
            <a:pPr lvl="1" eaLnBrk="1" latinLnBrk="0" hangingPunct="1"/>
            <a:r>
              <a:rPr lang="zh-CN" altLang="en-US" dirty="0"/>
              <a:t>第二级</a:t>
            </a:r>
          </a:p>
          <a:p>
            <a:pPr lvl="2" eaLnBrk="1" latinLnBrk="0" hangingPunct="1"/>
            <a:r>
              <a:rPr lang="zh-CN" altLang="en-US" dirty="0"/>
              <a:t>第三级</a:t>
            </a:r>
          </a:p>
          <a:p>
            <a:pPr lvl="3" eaLnBrk="1" latinLnBrk="0" hangingPunct="1"/>
            <a:r>
              <a:rPr lang="zh-CN" altLang="en-US" dirty="0"/>
              <a:t>第四级</a:t>
            </a:r>
          </a:p>
          <a:p>
            <a:pPr lvl="4" eaLnBrk="1" latinLnBrk="0" hangingPunct="1"/>
            <a:r>
              <a:rPr lang="zh-CN" altLang="en-US" dirty="0"/>
              <a:t>第五级</a:t>
            </a:r>
            <a:endParaRPr kumimoji="0" 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26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1011226"/>
            <a:ext cx="10972800" cy="774700"/>
          </a:xfrm>
        </p:spPr>
        <p:txBody>
          <a:bodyPr/>
          <a:lstStyle>
            <a:lvl1pPr>
              <a:defRPr sz="5000" b="1">
                <a:latin typeface="隶书" panose="02010509060101010101" pitchFamily="49" charset="-122"/>
                <a:ea typeface="隶书" panose="02010509060101010101" pitchFamily="49" charset="-122"/>
              </a:defRPr>
            </a:lvl1pPr>
          </a:lstStyle>
          <a:p>
            <a:r>
              <a:rPr lang="zh-CN" altLang="en-US" dirty="0"/>
              <a:t>单击此处编辑母版标题样式</a:t>
            </a:r>
          </a:p>
        </p:txBody>
      </p:sp>
      <p:sp>
        <p:nvSpPr>
          <p:cNvPr id="4" name="日期占位符 3"/>
          <p:cNvSpPr>
            <a:spLocks noGrp="1"/>
          </p:cNvSpPr>
          <p:nvPr>
            <p:ph type="dt" sz="half" idx="10"/>
          </p:nvPr>
        </p:nvSpPr>
        <p:spPr/>
        <p:txBody>
          <a:bodyPr/>
          <a:lstStyle>
            <a:lvl1pPr>
              <a:defRPr/>
            </a:lvl1pPr>
          </a:lstStyle>
          <a:p>
            <a:fld id="{9FADFB2E-885B-491E-A32A-9031AA86B1B0}" type="datetimeFigureOut">
              <a:rPr lang="zh-CN" altLang="en-US"/>
              <a:t>2024-07-20</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546D3D19-AF27-447E-95DA-1DCD44E4E178}" type="slidenum">
              <a:rPr lang="zh-CN" altLang="en-US"/>
              <a:t>‹#›</a:t>
            </a:fld>
            <a:endParaRPr lang="zh-CN" altLang="en-US"/>
          </a:p>
        </p:txBody>
      </p:sp>
      <p:sp>
        <p:nvSpPr>
          <p:cNvPr id="7" name="内容占位符 2"/>
          <p:cNvSpPr>
            <a:spLocks noGrp="1"/>
          </p:cNvSpPr>
          <p:nvPr>
            <p:ph idx="1"/>
          </p:nvPr>
        </p:nvSpPr>
        <p:spPr>
          <a:xfrm>
            <a:off x="609600" y="1935480"/>
            <a:ext cx="10972800" cy="4389120"/>
          </a:xfrm>
        </p:spPr>
        <p:txBody>
          <a:bodyPr/>
          <a:lstStyle>
            <a:lvl1pPr>
              <a:buFont typeface="Arial" panose="020B0604020202020204" pitchFamily="34" charset="0"/>
              <a:buChar char="•"/>
              <a:defRPr sz="2600">
                <a:latin typeface="微软雅黑" panose="020B0503020204020204" pitchFamily="34" charset="-122"/>
                <a:ea typeface="微软雅黑" panose="020B0503020204020204" pitchFamily="34" charset="-122"/>
              </a:defRPr>
            </a:lvl1pPr>
            <a:lvl2pPr>
              <a:buFont typeface="Arial" panose="020B0604020202020204" pitchFamily="34" charset="0"/>
              <a:buChar char="•"/>
              <a:defRPr sz="2400">
                <a:latin typeface="微软雅黑" panose="020B0503020204020204" pitchFamily="34" charset="-122"/>
                <a:ea typeface="微软雅黑" panose="020B0503020204020204" pitchFamily="34" charset="-122"/>
              </a:defRPr>
            </a:lvl2pPr>
            <a:lvl3pPr>
              <a:defRPr sz="2100">
                <a:latin typeface="微软雅黑" panose="020B0503020204020204" pitchFamily="34" charset="-122"/>
                <a:ea typeface="微软雅黑" panose="020B0503020204020204" pitchFamily="34" charset="-122"/>
              </a:defRPr>
            </a:lvl3pPr>
            <a:lvl4pPr>
              <a:buFont typeface="Arial" panose="020B0604020202020204" pitchFamily="34" charset="0"/>
              <a:buChar char="•"/>
              <a:defRPr sz="2000">
                <a:latin typeface="微软雅黑" panose="020B0503020204020204" pitchFamily="34" charset="-122"/>
                <a:ea typeface="微软雅黑" panose="020B0503020204020204" pitchFamily="34" charset="-122"/>
              </a:defRPr>
            </a:lvl4pPr>
            <a:lvl5pPr>
              <a:defRPr sz="1600">
                <a:latin typeface="微软雅黑" panose="020B0503020204020204" pitchFamily="34" charset="-122"/>
                <a:ea typeface="微软雅黑" panose="020B0503020204020204" pitchFamily="34" charset="-122"/>
              </a:defRPr>
            </a:lvl5pPr>
          </a:lstStyle>
          <a:p>
            <a:pPr lvl="0" eaLnBrk="1" latinLnBrk="0" hangingPunct="1"/>
            <a:r>
              <a:rPr lang="zh-CN" altLang="en-US" dirty="0"/>
              <a:t>单击此处编辑母版文本样式</a:t>
            </a:r>
          </a:p>
          <a:p>
            <a:pPr lvl="1" eaLnBrk="1" latinLnBrk="0" hangingPunct="1"/>
            <a:r>
              <a:rPr lang="zh-CN" altLang="en-US" dirty="0"/>
              <a:t>第二级</a:t>
            </a:r>
          </a:p>
          <a:p>
            <a:pPr lvl="2" eaLnBrk="1" latinLnBrk="0" hangingPunct="1"/>
            <a:r>
              <a:rPr lang="zh-CN" altLang="en-US" dirty="0"/>
              <a:t>第三级</a:t>
            </a:r>
          </a:p>
          <a:p>
            <a:pPr lvl="3" eaLnBrk="1" latinLnBrk="0" hangingPunct="1"/>
            <a:r>
              <a:rPr lang="zh-CN" altLang="en-US" dirty="0"/>
              <a:t>第四级</a:t>
            </a:r>
          </a:p>
          <a:p>
            <a:pPr lvl="4" eaLnBrk="1" latinLnBrk="0" hangingPunct="1"/>
            <a:r>
              <a:rPr lang="zh-CN" altLang="en-US" dirty="0"/>
              <a:t>第五级</a:t>
            </a:r>
            <a:endParaRPr kumimoji="0" 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27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1011226"/>
            <a:ext cx="10972800" cy="774700"/>
          </a:xfrm>
        </p:spPr>
        <p:txBody>
          <a:bodyPr/>
          <a:lstStyle>
            <a:lvl1pPr>
              <a:defRPr sz="5000" b="1">
                <a:latin typeface="隶书" panose="02010509060101010101" pitchFamily="49" charset="-122"/>
                <a:ea typeface="隶书" panose="02010509060101010101" pitchFamily="49" charset="-122"/>
              </a:defRPr>
            </a:lvl1pPr>
          </a:lstStyle>
          <a:p>
            <a:r>
              <a:rPr lang="zh-CN" altLang="en-US" dirty="0"/>
              <a:t>单击此处编辑母版标题样式</a:t>
            </a:r>
          </a:p>
        </p:txBody>
      </p:sp>
      <p:sp>
        <p:nvSpPr>
          <p:cNvPr id="4" name="日期占位符 3"/>
          <p:cNvSpPr>
            <a:spLocks noGrp="1"/>
          </p:cNvSpPr>
          <p:nvPr>
            <p:ph type="dt" sz="half" idx="10"/>
          </p:nvPr>
        </p:nvSpPr>
        <p:spPr/>
        <p:txBody>
          <a:bodyPr/>
          <a:lstStyle>
            <a:lvl1pPr>
              <a:defRPr/>
            </a:lvl1pPr>
          </a:lstStyle>
          <a:p>
            <a:fld id="{9FADFB2E-885B-491E-A32A-9031AA86B1B0}" type="datetimeFigureOut">
              <a:rPr lang="zh-CN" altLang="en-US"/>
              <a:t>2024-07-20</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546D3D19-AF27-447E-95DA-1DCD44E4E178}" type="slidenum">
              <a:rPr lang="zh-CN" altLang="en-US"/>
              <a:t>‹#›</a:t>
            </a:fld>
            <a:endParaRPr lang="zh-CN" altLang="en-US"/>
          </a:p>
        </p:txBody>
      </p:sp>
      <p:sp>
        <p:nvSpPr>
          <p:cNvPr id="7" name="内容占位符 2"/>
          <p:cNvSpPr>
            <a:spLocks noGrp="1"/>
          </p:cNvSpPr>
          <p:nvPr>
            <p:ph idx="1"/>
          </p:nvPr>
        </p:nvSpPr>
        <p:spPr>
          <a:xfrm>
            <a:off x="609600" y="1935480"/>
            <a:ext cx="10972800" cy="4389120"/>
          </a:xfrm>
        </p:spPr>
        <p:txBody>
          <a:bodyPr/>
          <a:lstStyle>
            <a:lvl1pPr>
              <a:buFont typeface="Arial" panose="020B0604020202020204" pitchFamily="34" charset="0"/>
              <a:buChar char="•"/>
              <a:defRPr sz="2600">
                <a:latin typeface="微软雅黑" panose="020B0503020204020204" pitchFamily="34" charset="-122"/>
                <a:ea typeface="微软雅黑" panose="020B0503020204020204" pitchFamily="34" charset="-122"/>
              </a:defRPr>
            </a:lvl1pPr>
            <a:lvl2pPr>
              <a:buFont typeface="Arial" panose="020B0604020202020204" pitchFamily="34" charset="0"/>
              <a:buChar char="•"/>
              <a:defRPr sz="2400">
                <a:latin typeface="微软雅黑" panose="020B0503020204020204" pitchFamily="34" charset="-122"/>
                <a:ea typeface="微软雅黑" panose="020B0503020204020204" pitchFamily="34" charset="-122"/>
              </a:defRPr>
            </a:lvl2pPr>
            <a:lvl3pPr>
              <a:defRPr sz="2100">
                <a:latin typeface="微软雅黑" panose="020B0503020204020204" pitchFamily="34" charset="-122"/>
                <a:ea typeface="微软雅黑" panose="020B0503020204020204" pitchFamily="34" charset="-122"/>
              </a:defRPr>
            </a:lvl3pPr>
            <a:lvl4pPr>
              <a:buFont typeface="Arial" panose="020B0604020202020204" pitchFamily="34" charset="0"/>
              <a:buChar char="•"/>
              <a:defRPr sz="2000">
                <a:latin typeface="微软雅黑" panose="020B0503020204020204" pitchFamily="34" charset="-122"/>
                <a:ea typeface="微软雅黑" panose="020B0503020204020204" pitchFamily="34" charset="-122"/>
              </a:defRPr>
            </a:lvl4pPr>
            <a:lvl5pPr>
              <a:defRPr sz="1600">
                <a:latin typeface="微软雅黑" panose="020B0503020204020204" pitchFamily="34" charset="-122"/>
                <a:ea typeface="微软雅黑" panose="020B0503020204020204" pitchFamily="34" charset="-122"/>
              </a:defRPr>
            </a:lvl5pPr>
          </a:lstStyle>
          <a:p>
            <a:pPr lvl="0" eaLnBrk="1" latinLnBrk="0" hangingPunct="1"/>
            <a:r>
              <a:rPr lang="zh-CN" altLang="en-US" dirty="0"/>
              <a:t>单击此处编辑母版文本样式</a:t>
            </a:r>
          </a:p>
          <a:p>
            <a:pPr lvl="1" eaLnBrk="1" latinLnBrk="0" hangingPunct="1"/>
            <a:r>
              <a:rPr lang="zh-CN" altLang="en-US" dirty="0"/>
              <a:t>第二级</a:t>
            </a:r>
          </a:p>
          <a:p>
            <a:pPr lvl="2" eaLnBrk="1" latinLnBrk="0" hangingPunct="1"/>
            <a:r>
              <a:rPr lang="zh-CN" altLang="en-US" dirty="0"/>
              <a:t>第三级</a:t>
            </a:r>
          </a:p>
          <a:p>
            <a:pPr lvl="3" eaLnBrk="1" latinLnBrk="0" hangingPunct="1"/>
            <a:r>
              <a:rPr lang="zh-CN" altLang="en-US" dirty="0"/>
              <a:t>第四级</a:t>
            </a:r>
          </a:p>
          <a:p>
            <a:pPr lvl="4" eaLnBrk="1" latinLnBrk="0" hangingPunct="1"/>
            <a:r>
              <a:rPr lang="zh-CN" altLang="en-US" dirty="0"/>
              <a:t>第五级</a:t>
            </a:r>
            <a:endParaRPr kumimoji="0" 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28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1011226"/>
            <a:ext cx="10972800" cy="774700"/>
          </a:xfrm>
        </p:spPr>
        <p:txBody>
          <a:bodyPr/>
          <a:lstStyle>
            <a:lvl1pPr>
              <a:defRPr sz="5000" b="1">
                <a:latin typeface="隶书" panose="02010509060101010101" pitchFamily="49" charset="-122"/>
                <a:ea typeface="隶书" panose="02010509060101010101" pitchFamily="49" charset="-122"/>
              </a:defRPr>
            </a:lvl1pPr>
          </a:lstStyle>
          <a:p>
            <a:r>
              <a:rPr lang="zh-CN" altLang="en-US" dirty="0"/>
              <a:t>单击此处编辑母版标题样式</a:t>
            </a:r>
          </a:p>
        </p:txBody>
      </p:sp>
      <p:sp>
        <p:nvSpPr>
          <p:cNvPr id="4" name="日期占位符 3"/>
          <p:cNvSpPr>
            <a:spLocks noGrp="1"/>
          </p:cNvSpPr>
          <p:nvPr>
            <p:ph type="dt" sz="half" idx="10"/>
          </p:nvPr>
        </p:nvSpPr>
        <p:spPr/>
        <p:txBody>
          <a:bodyPr/>
          <a:lstStyle>
            <a:lvl1pPr>
              <a:defRPr/>
            </a:lvl1pPr>
          </a:lstStyle>
          <a:p>
            <a:fld id="{9FADFB2E-885B-491E-A32A-9031AA86B1B0}" type="datetimeFigureOut">
              <a:rPr lang="zh-CN" altLang="en-US"/>
              <a:t>2024-07-20</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546D3D19-AF27-447E-95DA-1DCD44E4E178}" type="slidenum">
              <a:rPr lang="zh-CN" altLang="en-US"/>
              <a:t>‹#›</a:t>
            </a:fld>
            <a:endParaRPr lang="zh-CN" altLang="en-US"/>
          </a:p>
        </p:txBody>
      </p:sp>
      <p:sp>
        <p:nvSpPr>
          <p:cNvPr id="7" name="内容占位符 2"/>
          <p:cNvSpPr>
            <a:spLocks noGrp="1"/>
          </p:cNvSpPr>
          <p:nvPr>
            <p:ph idx="1"/>
          </p:nvPr>
        </p:nvSpPr>
        <p:spPr>
          <a:xfrm>
            <a:off x="609600" y="1935480"/>
            <a:ext cx="10972800" cy="4389120"/>
          </a:xfrm>
        </p:spPr>
        <p:txBody>
          <a:bodyPr/>
          <a:lstStyle>
            <a:lvl1pPr>
              <a:buFont typeface="Arial" panose="020B0604020202020204" pitchFamily="34" charset="0"/>
              <a:buChar char="•"/>
              <a:defRPr sz="2600">
                <a:latin typeface="微软雅黑" panose="020B0503020204020204" pitchFamily="34" charset="-122"/>
                <a:ea typeface="微软雅黑" panose="020B0503020204020204" pitchFamily="34" charset="-122"/>
              </a:defRPr>
            </a:lvl1pPr>
            <a:lvl2pPr>
              <a:buFont typeface="Arial" panose="020B0604020202020204" pitchFamily="34" charset="0"/>
              <a:buChar char="•"/>
              <a:defRPr sz="2400">
                <a:latin typeface="微软雅黑" panose="020B0503020204020204" pitchFamily="34" charset="-122"/>
                <a:ea typeface="微软雅黑" panose="020B0503020204020204" pitchFamily="34" charset="-122"/>
              </a:defRPr>
            </a:lvl2pPr>
            <a:lvl3pPr>
              <a:defRPr sz="2100">
                <a:latin typeface="微软雅黑" panose="020B0503020204020204" pitchFamily="34" charset="-122"/>
                <a:ea typeface="微软雅黑" panose="020B0503020204020204" pitchFamily="34" charset="-122"/>
              </a:defRPr>
            </a:lvl3pPr>
            <a:lvl4pPr>
              <a:buFont typeface="Arial" panose="020B0604020202020204" pitchFamily="34" charset="0"/>
              <a:buChar char="•"/>
              <a:defRPr sz="2000">
                <a:latin typeface="微软雅黑" panose="020B0503020204020204" pitchFamily="34" charset="-122"/>
                <a:ea typeface="微软雅黑" panose="020B0503020204020204" pitchFamily="34" charset="-122"/>
              </a:defRPr>
            </a:lvl4pPr>
            <a:lvl5pPr>
              <a:defRPr sz="1600">
                <a:latin typeface="微软雅黑" panose="020B0503020204020204" pitchFamily="34" charset="-122"/>
                <a:ea typeface="微软雅黑" panose="020B0503020204020204" pitchFamily="34" charset="-122"/>
              </a:defRPr>
            </a:lvl5pPr>
          </a:lstStyle>
          <a:p>
            <a:pPr lvl="0" eaLnBrk="1" latinLnBrk="0" hangingPunct="1"/>
            <a:r>
              <a:rPr lang="zh-CN" altLang="en-US" dirty="0"/>
              <a:t>单击此处编辑母版文本样式</a:t>
            </a:r>
          </a:p>
          <a:p>
            <a:pPr lvl="1" eaLnBrk="1" latinLnBrk="0" hangingPunct="1"/>
            <a:r>
              <a:rPr lang="zh-CN" altLang="en-US" dirty="0"/>
              <a:t>第二级</a:t>
            </a:r>
          </a:p>
          <a:p>
            <a:pPr lvl="2" eaLnBrk="1" latinLnBrk="0" hangingPunct="1"/>
            <a:r>
              <a:rPr lang="zh-CN" altLang="en-US" dirty="0"/>
              <a:t>第三级</a:t>
            </a:r>
          </a:p>
          <a:p>
            <a:pPr lvl="3" eaLnBrk="1" latinLnBrk="0" hangingPunct="1"/>
            <a:r>
              <a:rPr lang="zh-CN" altLang="en-US" dirty="0"/>
              <a:t>第四级</a:t>
            </a:r>
          </a:p>
          <a:p>
            <a:pPr lvl="4" eaLnBrk="1" latinLnBrk="0" hangingPunct="1"/>
            <a:r>
              <a:rPr lang="zh-CN" altLang="en-US" dirty="0"/>
              <a:t>第五级</a:t>
            </a:r>
            <a:endParaRPr kumimoji="0" 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29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1011226"/>
            <a:ext cx="10972800" cy="774700"/>
          </a:xfrm>
        </p:spPr>
        <p:txBody>
          <a:bodyPr/>
          <a:lstStyle>
            <a:lvl1pPr>
              <a:defRPr sz="5000" b="1">
                <a:latin typeface="隶书" panose="02010509060101010101" pitchFamily="49" charset="-122"/>
                <a:ea typeface="隶书" panose="02010509060101010101" pitchFamily="49" charset="-122"/>
              </a:defRPr>
            </a:lvl1pPr>
          </a:lstStyle>
          <a:p>
            <a:r>
              <a:rPr lang="zh-CN" altLang="en-US" dirty="0"/>
              <a:t>单击此处编辑母版标题样式</a:t>
            </a:r>
          </a:p>
        </p:txBody>
      </p:sp>
      <p:sp>
        <p:nvSpPr>
          <p:cNvPr id="4" name="日期占位符 3"/>
          <p:cNvSpPr>
            <a:spLocks noGrp="1"/>
          </p:cNvSpPr>
          <p:nvPr>
            <p:ph type="dt" sz="half" idx="10"/>
          </p:nvPr>
        </p:nvSpPr>
        <p:spPr/>
        <p:txBody>
          <a:bodyPr/>
          <a:lstStyle>
            <a:lvl1pPr>
              <a:defRPr/>
            </a:lvl1pPr>
          </a:lstStyle>
          <a:p>
            <a:fld id="{9FADFB2E-885B-491E-A32A-9031AA86B1B0}" type="datetimeFigureOut">
              <a:rPr lang="zh-CN" altLang="en-US"/>
              <a:t>2024-07-20</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546D3D19-AF27-447E-95DA-1DCD44E4E178}" type="slidenum">
              <a:rPr lang="zh-CN" altLang="en-US"/>
              <a:t>‹#›</a:t>
            </a:fld>
            <a:endParaRPr lang="zh-CN" altLang="en-US"/>
          </a:p>
        </p:txBody>
      </p:sp>
      <p:sp>
        <p:nvSpPr>
          <p:cNvPr id="7" name="内容占位符 2"/>
          <p:cNvSpPr>
            <a:spLocks noGrp="1"/>
          </p:cNvSpPr>
          <p:nvPr>
            <p:ph idx="1"/>
          </p:nvPr>
        </p:nvSpPr>
        <p:spPr>
          <a:xfrm>
            <a:off x="609600" y="1935480"/>
            <a:ext cx="10972800" cy="4389120"/>
          </a:xfrm>
        </p:spPr>
        <p:txBody>
          <a:bodyPr/>
          <a:lstStyle>
            <a:lvl1pPr>
              <a:buFont typeface="Arial" panose="020B0604020202020204" pitchFamily="34" charset="0"/>
              <a:buChar char="•"/>
              <a:defRPr sz="2600">
                <a:latin typeface="微软雅黑" panose="020B0503020204020204" pitchFamily="34" charset="-122"/>
                <a:ea typeface="微软雅黑" panose="020B0503020204020204" pitchFamily="34" charset="-122"/>
              </a:defRPr>
            </a:lvl1pPr>
            <a:lvl2pPr>
              <a:buFont typeface="Arial" panose="020B0604020202020204" pitchFamily="34" charset="0"/>
              <a:buChar char="•"/>
              <a:defRPr sz="2400">
                <a:latin typeface="微软雅黑" panose="020B0503020204020204" pitchFamily="34" charset="-122"/>
                <a:ea typeface="微软雅黑" panose="020B0503020204020204" pitchFamily="34" charset="-122"/>
              </a:defRPr>
            </a:lvl2pPr>
            <a:lvl3pPr>
              <a:defRPr sz="2100">
                <a:latin typeface="微软雅黑" panose="020B0503020204020204" pitchFamily="34" charset="-122"/>
                <a:ea typeface="微软雅黑" panose="020B0503020204020204" pitchFamily="34" charset="-122"/>
              </a:defRPr>
            </a:lvl3pPr>
            <a:lvl4pPr>
              <a:buFont typeface="Arial" panose="020B0604020202020204" pitchFamily="34" charset="0"/>
              <a:buChar char="•"/>
              <a:defRPr sz="2000">
                <a:latin typeface="微软雅黑" panose="020B0503020204020204" pitchFamily="34" charset="-122"/>
                <a:ea typeface="微软雅黑" panose="020B0503020204020204" pitchFamily="34" charset="-122"/>
              </a:defRPr>
            </a:lvl4pPr>
            <a:lvl5pPr>
              <a:defRPr sz="1600">
                <a:latin typeface="微软雅黑" panose="020B0503020204020204" pitchFamily="34" charset="-122"/>
                <a:ea typeface="微软雅黑" panose="020B0503020204020204" pitchFamily="34" charset="-122"/>
              </a:defRPr>
            </a:lvl5pPr>
          </a:lstStyle>
          <a:p>
            <a:pPr lvl="0" eaLnBrk="1" latinLnBrk="0" hangingPunct="1"/>
            <a:r>
              <a:rPr lang="zh-CN" altLang="en-US" dirty="0"/>
              <a:t>单击此处编辑母版文本样式</a:t>
            </a:r>
          </a:p>
          <a:p>
            <a:pPr lvl="1" eaLnBrk="1" latinLnBrk="0" hangingPunct="1"/>
            <a:r>
              <a:rPr lang="zh-CN" altLang="en-US" dirty="0"/>
              <a:t>第二级</a:t>
            </a:r>
          </a:p>
          <a:p>
            <a:pPr lvl="2" eaLnBrk="1" latinLnBrk="0" hangingPunct="1"/>
            <a:r>
              <a:rPr lang="zh-CN" altLang="en-US" dirty="0"/>
              <a:t>第三级</a:t>
            </a:r>
          </a:p>
          <a:p>
            <a:pPr lvl="3" eaLnBrk="1" latinLnBrk="0" hangingPunct="1"/>
            <a:r>
              <a:rPr lang="zh-CN" altLang="en-US" dirty="0"/>
              <a:t>第四级</a:t>
            </a:r>
          </a:p>
          <a:p>
            <a:pPr lvl="4" eaLnBrk="1" latinLnBrk="0" hangingPunct="1"/>
            <a:r>
              <a:rPr lang="zh-CN" altLang="en-US" dirty="0"/>
              <a:t>第五级</a:t>
            </a:r>
            <a:endParaRPr kumimoji="0" lang="en-US"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30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1011226"/>
            <a:ext cx="10972800" cy="774700"/>
          </a:xfrm>
        </p:spPr>
        <p:txBody>
          <a:bodyPr/>
          <a:lstStyle>
            <a:lvl1pPr>
              <a:defRPr sz="5000" b="1">
                <a:latin typeface="隶书" panose="02010509060101010101" pitchFamily="49" charset="-122"/>
                <a:ea typeface="隶书" panose="02010509060101010101" pitchFamily="49" charset="-122"/>
              </a:defRPr>
            </a:lvl1pPr>
          </a:lstStyle>
          <a:p>
            <a:r>
              <a:rPr lang="zh-CN" altLang="en-US" dirty="0"/>
              <a:t>单击此处编辑母版标题样式</a:t>
            </a:r>
          </a:p>
        </p:txBody>
      </p:sp>
      <p:sp>
        <p:nvSpPr>
          <p:cNvPr id="4" name="日期占位符 3"/>
          <p:cNvSpPr>
            <a:spLocks noGrp="1"/>
          </p:cNvSpPr>
          <p:nvPr>
            <p:ph type="dt" sz="half" idx="10"/>
          </p:nvPr>
        </p:nvSpPr>
        <p:spPr/>
        <p:txBody>
          <a:bodyPr/>
          <a:lstStyle>
            <a:lvl1pPr>
              <a:defRPr/>
            </a:lvl1pPr>
          </a:lstStyle>
          <a:p>
            <a:fld id="{9FADFB2E-885B-491E-A32A-9031AA86B1B0}" type="datetimeFigureOut">
              <a:rPr lang="zh-CN" altLang="en-US"/>
              <a:t>2024-07-20</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546D3D19-AF27-447E-95DA-1DCD44E4E178}" type="slidenum">
              <a:rPr lang="zh-CN" altLang="en-US"/>
              <a:t>‹#›</a:t>
            </a:fld>
            <a:endParaRPr lang="zh-CN" altLang="en-US"/>
          </a:p>
        </p:txBody>
      </p:sp>
      <p:sp>
        <p:nvSpPr>
          <p:cNvPr id="7" name="内容占位符 2"/>
          <p:cNvSpPr>
            <a:spLocks noGrp="1"/>
          </p:cNvSpPr>
          <p:nvPr>
            <p:ph idx="1"/>
          </p:nvPr>
        </p:nvSpPr>
        <p:spPr>
          <a:xfrm>
            <a:off x="609600" y="1935480"/>
            <a:ext cx="10972800" cy="4389120"/>
          </a:xfrm>
        </p:spPr>
        <p:txBody>
          <a:bodyPr/>
          <a:lstStyle>
            <a:lvl1pPr>
              <a:buFont typeface="Arial" panose="020B0604020202020204" pitchFamily="34" charset="0"/>
              <a:buChar char="•"/>
              <a:defRPr sz="2600">
                <a:latin typeface="微软雅黑" panose="020B0503020204020204" pitchFamily="34" charset="-122"/>
                <a:ea typeface="微软雅黑" panose="020B0503020204020204" pitchFamily="34" charset="-122"/>
              </a:defRPr>
            </a:lvl1pPr>
            <a:lvl2pPr>
              <a:buFont typeface="Arial" panose="020B0604020202020204" pitchFamily="34" charset="0"/>
              <a:buChar char="•"/>
              <a:defRPr sz="2400">
                <a:latin typeface="微软雅黑" panose="020B0503020204020204" pitchFamily="34" charset="-122"/>
                <a:ea typeface="微软雅黑" panose="020B0503020204020204" pitchFamily="34" charset="-122"/>
              </a:defRPr>
            </a:lvl2pPr>
            <a:lvl3pPr>
              <a:defRPr sz="2100">
                <a:latin typeface="微软雅黑" panose="020B0503020204020204" pitchFamily="34" charset="-122"/>
                <a:ea typeface="微软雅黑" panose="020B0503020204020204" pitchFamily="34" charset="-122"/>
              </a:defRPr>
            </a:lvl3pPr>
            <a:lvl4pPr>
              <a:buFont typeface="Arial" panose="020B0604020202020204" pitchFamily="34" charset="0"/>
              <a:buChar char="•"/>
              <a:defRPr sz="2000">
                <a:latin typeface="微软雅黑" panose="020B0503020204020204" pitchFamily="34" charset="-122"/>
                <a:ea typeface="微软雅黑" panose="020B0503020204020204" pitchFamily="34" charset="-122"/>
              </a:defRPr>
            </a:lvl4pPr>
            <a:lvl5pPr>
              <a:defRPr sz="1600">
                <a:latin typeface="微软雅黑" panose="020B0503020204020204" pitchFamily="34" charset="-122"/>
                <a:ea typeface="微软雅黑" panose="020B0503020204020204" pitchFamily="34" charset="-122"/>
              </a:defRPr>
            </a:lvl5pPr>
          </a:lstStyle>
          <a:p>
            <a:pPr lvl="0" eaLnBrk="1" latinLnBrk="0" hangingPunct="1"/>
            <a:r>
              <a:rPr lang="zh-CN" altLang="en-US" dirty="0"/>
              <a:t>单击此处编辑母版文本样式</a:t>
            </a:r>
          </a:p>
          <a:p>
            <a:pPr lvl="1" eaLnBrk="1" latinLnBrk="0" hangingPunct="1"/>
            <a:r>
              <a:rPr lang="zh-CN" altLang="en-US" dirty="0"/>
              <a:t>第二级</a:t>
            </a:r>
          </a:p>
          <a:p>
            <a:pPr lvl="2" eaLnBrk="1" latinLnBrk="0" hangingPunct="1"/>
            <a:r>
              <a:rPr lang="zh-CN" altLang="en-US" dirty="0"/>
              <a:t>第三级</a:t>
            </a:r>
          </a:p>
          <a:p>
            <a:pPr lvl="3" eaLnBrk="1" latinLnBrk="0" hangingPunct="1"/>
            <a:r>
              <a:rPr lang="zh-CN" altLang="en-US" dirty="0"/>
              <a:t>第四级</a:t>
            </a:r>
          </a:p>
          <a:p>
            <a:pPr lvl="4" eaLnBrk="1" latinLnBrk="0" hangingPunct="1"/>
            <a:r>
              <a:rPr lang="zh-CN" altLang="en-US" dirty="0"/>
              <a:t>第五级</a:t>
            </a:r>
            <a:endParaRPr kumimoji="0" lang="en-US" dirty="0"/>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31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1011226"/>
            <a:ext cx="10972800" cy="774700"/>
          </a:xfrm>
        </p:spPr>
        <p:txBody>
          <a:bodyPr/>
          <a:lstStyle>
            <a:lvl1pPr>
              <a:defRPr sz="5000" b="1">
                <a:latin typeface="隶书" panose="02010509060101010101" pitchFamily="49" charset="-122"/>
                <a:ea typeface="隶书" panose="02010509060101010101" pitchFamily="49" charset="-122"/>
              </a:defRPr>
            </a:lvl1pPr>
          </a:lstStyle>
          <a:p>
            <a:r>
              <a:rPr lang="zh-CN" altLang="en-US" dirty="0"/>
              <a:t>单击此处编辑母版标题样式</a:t>
            </a:r>
          </a:p>
        </p:txBody>
      </p:sp>
      <p:sp>
        <p:nvSpPr>
          <p:cNvPr id="4" name="日期占位符 3"/>
          <p:cNvSpPr>
            <a:spLocks noGrp="1"/>
          </p:cNvSpPr>
          <p:nvPr>
            <p:ph type="dt" sz="half" idx="10"/>
          </p:nvPr>
        </p:nvSpPr>
        <p:spPr/>
        <p:txBody>
          <a:bodyPr/>
          <a:lstStyle>
            <a:lvl1pPr>
              <a:defRPr/>
            </a:lvl1pPr>
          </a:lstStyle>
          <a:p>
            <a:fld id="{9FADFB2E-885B-491E-A32A-9031AA86B1B0}" type="datetimeFigureOut">
              <a:rPr lang="zh-CN" altLang="en-US"/>
              <a:t>2024-07-20</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546D3D19-AF27-447E-95DA-1DCD44E4E178}" type="slidenum">
              <a:rPr lang="zh-CN" altLang="en-US"/>
              <a:t>‹#›</a:t>
            </a:fld>
            <a:endParaRPr lang="zh-CN" altLang="en-US"/>
          </a:p>
        </p:txBody>
      </p:sp>
      <p:sp>
        <p:nvSpPr>
          <p:cNvPr id="7" name="内容占位符 2"/>
          <p:cNvSpPr>
            <a:spLocks noGrp="1"/>
          </p:cNvSpPr>
          <p:nvPr>
            <p:ph idx="1"/>
          </p:nvPr>
        </p:nvSpPr>
        <p:spPr>
          <a:xfrm>
            <a:off x="609600" y="1935480"/>
            <a:ext cx="10972800" cy="4389120"/>
          </a:xfrm>
        </p:spPr>
        <p:txBody>
          <a:bodyPr/>
          <a:lstStyle>
            <a:lvl1pPr>
              <a:buFont typeface="Arial" panose="020B0604020202020204" pitchFamily="34" charset="0"/>
              <a:buChar char="•"/>
              <a:defRPr sz="2600">
                <a:latin typeface="微软雅黑" panose="020B0503020204020204" pitchFamily="34" charset="-122"/>
                <a:ea typeface="微软雅黑" panose="020B0503020204020204" pitchFamily="34" charset="-122"/>
              </a:defRPr>
            </a:lvl1pPr>
            <a:lvl2pPr>
              <a:buFont typeface="Arial" panose="020B0604020202020204" pitchFamily="34" charset="0"/>
              <a:buChar char="•"/>
              <a:defRPr sz="2400">
                <a:latin typeface="微软雅黑" panose="020B0503020204020204" pitchFamily="34" charset="-122"/>
                <a:ea typeface="微软雅黑" panose="020B0503020204020204" pitchFamily="34" charset="-122"/>
              </a:defRPr>
            </a:lvl2pPr>
            <a:lvl3pPr>
              <a:defRPr sz="2100">
                <a:latin typeface="微软雅黑" panose="020B0503020204020204" pitchFamily="34" charset="-122"/>
                <a:ea typeface="微软雅黑" panose="020B0503020204020204" pitchFamily="34" charset="-122"/>
              </a:defRPr>
            </a:lvl3pPr>
            <a:lvl4pPr>
              <a:buFont typeface="Arial" panose="020B0604020202020204" pitchFamily="34" charset="0"/>
              <a:buChar char="•"/>
              <a:defRPr sz="2000">
                <a:latin typeface="微软雅黑" panose="020B0503020204020204" pitchFamily="34" charset="-122"/>
                <a:ea typeface="微软雅黑" panose="020B0503020204020204" pitchFamily="34" charset="-122"/>
              </a:defRPr>
            </a:lvl4pPr>
            <a:lvl5pPr>
              <a:defRPr sz="1600">
                <a:latin typeface="微软雅黑" panose="020B0503020204020204" pitchFamily="34" charset="-122"/>
                <a:ea typeface="微软雅黑" panose="020B0503020204020204" pitchFamily="34" charset="-122"/>
              </a:defRPr>
            </a:lvl5pPr>
          </a:lstStyle>
          <a:p>
            <a:pPr lvl="0" eaLnBrk="1" latinLnBrk="0" hangingPunct="1"/>
            <a:r>
              <a:rPr lang="zh-CN" altLang="en-US" dirty="0"/>
              <a:t>单击此处编辑母版文本样式</a:t>
            </a:r>
          </a:p>
          <a:p>
            <a:pPr lvl="1" eaLnBrk="1" latinLnBrk="0" hangingPunct="1"/>
            <a:r>
              <a:rPr lang="zh-CN" altLang="en-US" dirty="0"/>
              <a:t>第二级</a:t>
            </a:r>
          </a:p>
          <a:p>
            <a:pPr lvl="2" eaLnBrk="1" latinLnBrk="0" hangingPunct="1"/>
            <a:r>
              <a:rPr lang="zh-CN" altLang="en-US" dirty="0"/>
              <a:t>第三级</a:t>
            </a:r>
          </a:p>
          <a:p>
            <a:pPr lvl="3" eaLnBrk="1" latinLnBrk="0" hangingPunct="1"/>
            <a:r>
              <a:rPr lang="zh-CN" altLang="en-US" dirty="0"/>
              <a:t>第四级</a:t>
            </a:r>
          </a:p>
          <a:p>
            <a:pPr lvl="4" eaLnBrk="1" latinLnBrk="0" hangingPunct="1"/>
            <a:r>
              <a:rPr lang="zh-CN" altLang="en-US" dirty="0"/>
              <a:t>第五级</a:t>
            </a:r>
            <a:endParaRPr kumimoji="0" lang="en-US" dirty="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32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1011226"/>
            <a:ext cx="10972800" cy="774700"/>
          </a:xfrm>
        </p:spPr>
        <p:txBody>
          <a:bodyPr/>
          <a:lstStyle>
            <a:lvl1pPr>
              <a:defRPr sz="5000" b="1">
                <a:latin typeface="隶书" panose="02010509060101010101" pitchFamily="49" charset="-122"/>
                <a:ea typeface="隶书" panose="02010509060101010101" pitchFamily="49" charset="-122"/>
              </a:defRPr>
            </a:lvl1pPr>
          </a:lstStyle>
          <a:p>
            <a:r>
              <a:rPr lang="zh-CN" altLang="en-US" dirty="0"/>
              <a:t>单击此处编辑母版标题样式</a:t>
            </a:r>
          </a:p>
        </p:txBody>
      </p:sp>
      <p:sp>
        <p:nvSpPr>
          <p:cNvPr id="4" name="日期占位符 3"/>
          <p:cNvSpPr>
            <a:spLocks noGrp="1"/>
          </p:cNvSpPr>
          <p:nvPr>
            <p:ph type="dt" sz="half" idx="10"/>
          </p:nvPr>
        </p:nvSpPr>
        <p:spPr/>
        <p:txBody>
          <a:bodyPr/>
          <a:lstStyle>
            <a:lvl1pPr>
              <a:defRPr/>
            </a:lvl1pPr>
          </a:lstStyle>
          <a:p>
            <a:fld id="{9FADFB2E-885B-491E-A32A-9031AA86B1B0}" type="datetimeFigureOut">
              <a:rPr lang="zh-CN" altLang="en-US"/>
              <a:t>2024-07-20</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546D3D19-AF27-447E-95DA-1DCD44E4E178}" type="slidenum">
              <a:rPr lang="zh-CN" altLang="en-US"/>
              <a:t>‹#›</a:t>
            </a:fld>
            <a:endParaRPr lang="zh-CN" altLang="en-US"/>
          </a:p>
        </p:txBody>
      </p:sp>
      <p:sp>
        <p:nvSpPr>
          <p:cNvPr id="7" name="内容占位符 2"/>
          <p:cNvSpPr>
            <a:spLocks noGrp="1"/>
          </p:cNvSpPr>
          <p:nvPr>
            <p:ph idx="1"/>
          </p:nvPr>
        </p:nvSpPr>
        <p:spPr>
          <a:xfrm>
            <a:off x="609600" y="1935480"/>
            <a:ext cx="10972800" cy="4389120"/>
          </a:xfrm>
        </p:spPr>
        <p:txBody>
          <a:bodyPr/>
          <a:lstStyle>
            <a:lvl1pPr>
              <a:buFont typeface="Arial" panose="020B0604020202020204" pitchFamily="34" charset="0"/>
              <a:buChar char="•"/>
              <a:defRPr sz="2600">
                <a:latin typeface="微软雅黑" panose="020B0503020204020204" pitchFamily="34" charset="-122"/>
                <a:ea typeface="微软雅黑" panose="020B0503020204020204" pitchFamily="34" charset="-122"/>
              </a:defRPr>
            </a:lvl1pPr>
            <a:lvl2pPr>
              <a:buFont typeface="Arial" panose="020B0604020202020204" pitchFamily="34" charset="0"/>
              <a:buChar char="•"/>
              <a:defRPr sz="2400">
                <a:latin typeface="微软雅黑" panose="020B0503020204020204" pitchFamily="34" charset="-122"/>
                <a:ea typeface="微软雅黑" panose="020B0503020204020204" pitchFamily="34" charset="-122"/>
              </a:defRPr>
            </a:lvl2pPr>
            <a:lvl3pPr>
              <a:defRPr sz="2100">
                <a:latin typeface="微软雅黑" panose="020B0503020204020204" pitchFamily="34" charset="-122"/>
                <a:ea typeface="微软雅黑" panose="020B0503020204020204" pitchFamily="34" charset="-122"/>
              </a:defRPr>
            </a:lvl3pPr>
            <a:lvl4pPr>
              <a:buFont typeface="Arial" panose="020B0604020202020204" pitchFamily="34" charset="0"/>
              <a:buChar char="•"/>
              <a:defRPr sz="2000">
                <a:latin typeface="微软雅黑" panose="020B0503020204020204" pitchFamily="34" charset="-122"/>
                <a:ea typeface="微软雅黑" panose="020B0503020204020204" pitchFamily="34" charset="-122"/>
              </a:defRPr>
            </a:lvl4pPr>
            <a:lvl5pPr>
              <a:defRPr sz="1600">
                <a:latin typeface="微软雅黑" panose="020B0503020204020204" pitchFamily="34" charset="-122"/>
                <a:ea typeface="微软雅黑" panose="020B0503020204020204" pitchFamily="34" charset="-122"/>
              </a:defRPr>
            </a:lvl5pPr>
          </a:lstStyle>
          <a:p>
            <a:pPr lvl="0" eaLnBrk="1" latinLnBrk="0" hangingPunct="1"/>
            <a:r>
              <a:rPr lang="zh-CN" altLang="en-US" dirty="0"/>
              <a:t>单击此处编辑母版文本样式</a:t>
            </a:r>
          </a:p>
          <a:p>
            <a:pPr lvl="1" eaLnBrk="1" latinLnBrk="0" hangingPunct="1"/>
            <a:r>
              <a:rPr lang="zh-CN" altLang="en-US" dirty="0"/>
              <a:t>第二级</a:t>
            </a:r>
          </a:p>
          <a:p>
            <a:pPr lvl="2" eaLnBrk="1" latinLnBrk="0" hangingPunct="1"/>
            <a:r>
              <a:rPr lang="zh-CN" altLang="en-US" dirty="0"/>
              <a:t>第三级</a:t>
            </a:r>
          </a:p>
          <a:p>
            <a:pPr lvl="3" eaLnBrk="1" latinLnBrk="0" hangingPunct="1"/>
            <a:r>
              <a:rPr lang="zh-CN" altLang="en-US" dirty="0"/>
              <a:t>第四级</a:t>
            </a:r>
          </a:p>
          <a:p>
            <a:pPr lvl="4" eaLnBrk="1" latinLnBrk="0" hangingPunct="1"/>
            <a:r>
              <a:rPr lang="zh-CN" altLang="en-US" dirty="0"/>
              <a:t>第五级</a:t>
            </a:r>
            <a:endParaRPr kumimoji="0" lang="en-US" dirty="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33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1011226"/>
            <a:ext cx="10972800" cy="774700"/>
          </a:xfrm>
        </p:spPr>
        <p:txBody>
          <a:bodyPr/>
          <a:lstStyle>
            <a:lvl1pPr>
              <a:defRPr sz="5000" b="1">
                <a:latin typeface="隶书" panose="02010509060101010101" pitchFamily="49" charset="-122"/>
                <a:ea typeface="隶书" panose="02010509060101010101" pitchFamily="49" charset="-122"/>
              </a:defRPr>
            </a:lvl1pPr>
          </a:lstStyle>
          <a:p>
            <a:r>
              <a:rPr lang="zh-CN" altLang="en-US" dirty="0"/>
              <a:t>单击此处编辑母版标题样式</a:t>
            </a:r>
          </a:p>
        </p:txBody>
      </p:sp>
      <p:sp>
        <p:nvSpPr>
          <p:cNvPr id="4" name="日期占位符 3"/>
          <p:cNvSpPr>
            <a:spLocks noGrp="1"/>
          </p:cNvSpPr>
          <p:nvPr>
            <p:ph type="dt" sz="half" idx="10"/>
          </p:nvPr>
        </p:nvSpPr>
        <p:spPr/>
        <p:txBody>
          <a:bodyPr/>
          <a:lstStyle>
            <a:lvl1pPr>
              <a:defRPr/>
            </a:lvl1pPr>
          </a:lstStyle>
          <a:p>
            <a:fld id="{9FADFB2E-885B-491E-A32A-9031AA86B1B0}" type="datetimeFigureOut">
              <a:rPr lang="zh-CN" altLang="en-US"/>
              <a:t>2024-07-20</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546D3D19-AF27-447E-95DA-1DCD44E4E178}" type="slidenum">
              <a:rPr lang="zh-CN" altLang="en-US"/>
              <a:t>‹#›</a:t>
            </a:fld>
            <a:endParaRPr lang="zh-CN" altLang="en-US"/>
          </a:p>
        </p:txBody>
      </p:sp>
      <p:sp>
        <p:nvSpPr>
          <p:cNvPr id="7" name="内容占位符 2"/>
          <p:cNvSpPr>
            <a:spLocks noGrp="1"/>
          </p:cNvSpPr>
          <p:nvPr>
            <p:ph idx="1"/>
          </p:nvPr>
        </p:nvSpPr>
        <p:spPr>
          <a:xfrm>
            <a:off x="609600" y="1935480"/>
            <a:ext cx="10972800" cy="4389120"/>
          </a:xfrm>
        </p:spPr>
        <p:txBody>
          <a:bodyPr/>
          <a:lstStyle>
            <a:lvl1pPr>
              <a:buFont typeface="Arial" panose="020B0604020202020204" pitchFamily="34" charset="0"/>
              <a:buChar char="•"/>
              <a:defRPr sz="2600">
                <a:latin typeface="微软雅黑" panose="020B0503020204020204" pitchFamily="34" charset="-122"/>
                <a:ea typeface="微软雅黑" panose="020B0503020204020204" pitchFamily="34" charset="-122"/>
              </a:defRPr>
            </a:lvl1pPr>
            <a:lvl2pPr>
              <a:buFont typeface="Arial" panose="020B0604020202020204" pitchFamily="34" charset="0"/>
              <a:buChar char="•"/>
              <a:defRPr sz="2400">
                <a:latin typeface="微软雅黑" panose="020B0503020204020204" pitchFamily="34" charset="-122"/>
                <a:ea typeface="微软雅黑" panose="020B0503020204020204" pitchFamily="34" charset="-122"/>
              </a:defRPr>
            </a:lvl2pPr>
            <a:lvl3pPr>
              <a:defRPr sz="2100">
                <a:latin typeface="微软雅黑" panose="020B0503020204020204" pitchFamily="34" charset="-122"/>
                <a:ea typeface="微软雅黑" panose="020B0503020204020204" pitchFamily="34" charset="-122"/>
              </a:defRPr>
            </a:lvl3pPr>
            <a:lvl4pPr>
              <a:buFont typeface="Arial" panose="020B0604020202020204" pitchFamily="34" charset="0"/>
              <a:buChar char="•"/>
              <a:defRPr sz="2000">
                <a:latin typeface="微软雅黑" panose="020B0503020204020204" pitchFamily="34" charset="-122"/>
                <a:ea typeface="微软雅黑" panose="020B0503020204020204" pitchFamily="34" charset="-122"/>
              </a:defRPr>
            </a:lvl4pPr>
            <a:lvl5pPr>
              <a:defRPr sz="1600">
                <a:latin typeface="微软雅黑" panose="020B0503020204020204" pitchFamily="34" charset="-122"/>
                <a:ea typeface="微软雅黑" panose="020B0503020204020204" pitchFamily="34" charset="-122"/>
              </a:defRPr>
            </a:lvl5pPr>
          </a:lstStyle>
          <a:p>
            <a:pPr lvl="0" eaLnBrk="1" latinLnBrk="0" hangingPunct="1"/>
            <a:r>
              <a:rPr lang="zh-CN" altLang="en-US" dirty="0"/>
              <a:t>单击此处编辑母版文本样式</a:t>
            </a:r>
          </a:p>
          <a:p>
            <a:pPr lvl="1" eaLnBrk="1" latinLnBrk="0" hangingPunct="1"/>
            <a:r>
              <a:rPr lang="zh-CN" altLang="en-US" dirty="0"/>
              <a:t>第二级</a:t>
            </a:r>
          </a:p>
          <a:p>
            <a:pPr lvl="2" eaLnBrk="1" latinLnBrk="0" hangingPunct="1"/>
            <a:r>
              <a:rPr lang="zh-CN" altLang="en-US" dirty="0"/>
              <a:t>第三级</a:t>
            </a:r>
          </a:p>
          <a:p>
            <a:pPr lvl="3" eaLnBrk="1" latinLnBrk="0" hangingPunct="1"/>
            <a:r>
              <a:rPr lang="zh-CN" altLang="en-US" dirty="0"/>
              <a:t>第四级</a:t>
            </a:r>
          </a:p>
          <a:p>
            <a:pPr lvl="4" eaLnBrk="1" latinLnBrk="0" hangingPunct="1"/>
            <a:r>
              <a:rPr lang="zh-CN" altLang="en-US" dirty="0"/>
              <a:t>第五级</a:t>
            </a:r>
            <a:endParaRPr kumimoji="0" lang="en-US" dirty="0"/>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35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1011226"/>
            <a:ext cx="10972800" cy="774700"/>
          </a:xfrm>
        </p:spPr>
        <p:txBody>
          <a:bodyPr/>
          <a:lstStyle>
            <a:lvl1pPr>
              <a:defRPr sz="5000" b="1">
                <a:latin typeface="隶书" panose="02010509060101010101" pitchFamily="49" charset="-122"/>
                <a:ea typeface="隶书" panose="02010509060101010101" pitchFamily="49" charset="-122"/>
              </a:defRPr>
            </a:lvl1pPr>
          </a:lstStyle>
          <a:p>
            <a:r>
              <a:rPr lang="zh-CN" altLang="en-US" dirty="0"/>
              <a:t>单击此处编辑母版标题样式</a:t>
            </a:r>
          </a:p>
        </p:txBody>
      </p:sp>
      <p:sp>
        <p:nvSpPr>
          <p:cNvPr id="4" name="日期占位符 3"/>
          <p:cNvSpPr>
            <a:spLocks noGrp="1"/>
          </p:cNvSpPr>
          <p:nvPr>
            <p:ph type="dt" sz="half" idx="10"/>
          </p:nvPr>
        </p:nvSpPr>
        <p:spPr/>
        <p:txBody>
          <a:bodyPr/>
          <a:lstStyle>
            <a:lvl1pPr>
              <a:defRPr/>
            </a:lvl1pPr>
          </a:lstStyle>
          <a:p>
            <a:fld id="{9FADFB2E-885B-491E-A32A-9031AA86B1B0}" type="datetimeFigureOut">
              <a:rPr lang="zh-CN" altLang="en-US"/>
              <a:t>2024-07-20</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546D3D19-AF27-447E-95DA-1DCD44E4E178}" type="slidenum">
              <a:rPr lang="zh-CN" altLang="en-US"/>
              <a:t>‹#›</a:t>
            </a:fld>
            <a:endParaRPr lang="zh-CN" altLang="en-US"/>
          </a:p>
        </p:txBody>
      </p:sp>
      <p:sp>
        <p:nvSpPr>
          <p:cNvPr id="7" name="内容占位符 2"/>
          <p:cNvSpPr>
            <a:spLocks noGrp="1"/>
          </p:cNvSpPr>
          <p:nvPr>
            <p:ph idx="1"/>
          </p:nvPr>
        </p:nvSpPr>
        <p:spPr>
          <a:xfrm>
            <a:off x="609600" y="1935480"/>
            <a:ext cx="10972800" cy="4389120"/>
          </a:xfrm>
        </p:spPr>
        <p:txBody>
          <a:bodyPr/>
          <a:lstStyle>
            <a:lvl1pPr>
              <a:buFont typeface="Arial" panose="020B0604020202020204" pitchFamily="34" charset="0"/>
              <a:buChar char="•"/>
              <a:defRPr sz="2600">
                <a:latin typeface="微软雅黑" panose="020B0503020204020204" pitchFamily="34" charset="-122"/>
                <a:ea typeface="微软雅黑" panose="020B0503020204020204" pitchFamily="34" charset="-122"/>
              </a:defRPr>
            </a:lvl1pPr>
            <a:lvl2pPr>
              <a:buFont typeface="Arial" panose="020B0604020202020204" pitchFamily="34" charset="0"/>
              <a:buChar char="•"/>
              <a:defRPr sz="2400">
                <a:latin typeface="微软雅黑" panose="020B0503020204020204" pitchFamily="34" charset="-122"/>
                <a:ea typeface="微软雅黑" panose="020B0503020204020204" pitchFamily="34" charset="-122"/>
              </a:defRPr>
            </a:lvl2pPr>
            <a:lvl3pPr>
              <a:defRPr sz="2100">
                <a:latin typeface="微软雅黑" panose="020B0503020204020204" pitchFamily="34" charset="-122"/>
                <a:ea typeface="微软雅黑" panose="020B0503020204020204" pitchFamily="34" charset="-122"/>
              </a:defRPr>
            </a:lvl3pPr>
            <a:lvl4pPr>
              <a:buFont typeface="Arial" panose="020B0604020202020204" pitchFamily="34" charset="0"/>
              <a:buChar char="•"/>
              <a:defRPr sz="2000">
                <a:latin typeface="微软雅黑" panose="020B0503020204020204" pitchFamily="34" charset="-122"/>
                <a:ea typeface="微软雅黑" panose="020B0503020204020204" pitchFamily="34" charset="-122"/>
              </a:defRPr>
            </a:lvl4pPr>
            <a:lvl5pPr>
              <a:defRPr sz="1600">
                <a:latin typeface="微软雅黑" panose="020B0503020204020204" pitchFamily="34" charset="-122"/>
                <a:ea typeface="微软雅黑" panose="020B0503020204020204" pitchFamily="34" charset="-122"/>
              </a:defRPr>
            </a:lvl5pPr>
          </a:lstStyle>
          <a:p>
            <a:pPr lvl="0" eaLnBrk="1" latinLnBrk="0" hangingPunct="1"/>
            <a:r>
              <a:rPr lang="zh-CN" altLang="en-US" dirty="0"/>
              <a:t>单击此处编辑母版文本样式</a:t>
            </a:r>
          </a:p>
          <a:p>
            <a:pPr lvl="1" eaLnBrk="1" latinLnBrk="0" hangingPunct="1"/>
            <a:r>
              <a:rPr lang="zh-CN" altLang="en-US" dirty="0"/>
              <a:t>第二级</a:t>
            </a:r>
          </a:p>
          <a:p>
            <a:pPr lvl="2" eaLnBrk="1" latinLnBrk="0" hangingPunct="1"/>
            <a:r>
              <a:rPr lang="zh-CN" altLang="en-US" dirty="0"/>
              <a:t>第三级</a:t>
            </a:r>
          </a:p>
          <a:p>
            <a:pPr lvl="3" eaLnBrk="1" latinLnBrk="0" hangingPunct="1"/>
            <a:r>
              <a:rPr lang="zh-CN" altLang="en-US" dirty="0"/>
              <a:t>第四级</a:t>
            </a:r>
          </a:p>
          <a:p>
            <a:pPr lvl="4" eaLnBrk="1" latinLnBrk="0" hangingPunct="1"/>
            <a:r>
              <a:rPr lang="zh-CN" altLang="en-US" dirty="0"/>
              <a:t>第五级</a:t>
            </a:r>
            <a:endParaRPr kumimoji="0" lang="en-US" dirty="0"/>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36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1011226"/>
            <a:ext cx="10972800" cy="774700"/>
          </a:xfrm>
        </p:spPr>
        <p:txBody>
          <a:bodyPr/>
          <a:lstStyle>
            <a:lvl1pPr>
              <a:defRPr sz="5000" b="1">
                <a:latin typeface="隶书" panose="02010509060101010101" pitchFamily="49" charset="-122"/>
                <a:ea typeface="隶书" panose="02010509060101010101" pitchFamily="49" charset="-122"/>
              </a:defRPr>
            </a:lvl1pPr>
          </a:lstStyle>
          <a:p>
            <a:r>
              <a:rPr lang="zh-CN" altLang="en-US" dirty="0"/>
              <a:t>单击此处编辑母版标题样式</a:t>
            </a:r>
          </a:p>
        </p:txBody>
      </p:sp>
      <p:sp>
        <p:nvSpPr>
          <p:cNvPr id="4" name="日期占位符 3"/>
          <p:cNvSpPr>
            <a:spLocks noGrp="1"/>
          </p:cNvSpPr>
          <p:nvPr>
            <p:ph type="dt" sz="half" idx="10"/>
          </p:nvPr>
        </p:nvSpPr>
        <p:spPr/>
        <p:txBody>
          <a:bodyPr/>
          <a:lstStyle>
            <a:lvl1pPr>
              <a:defRPr/>
            </a:lvl1pPr>
          </a:lstStyle>
          <a:p>
            <a:fld id="{9FADFB2E-885B-491E-A32A-9031AA86B1B0}" type="datetimeFigureOut">
              <a:rPr lang="zh-CN" altLang="en-US"/>
              <a:t>2024-07-20</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546D3D19-AF27-447E-95DA-1DCD44E4E178}" type="slidenum">
              <a:rPr lang="zh-CN" altLang="en-US"/>
              <a:t>‹#›</a:t>
            </a:fld>
            <a:endParaRPr lang="zh-CN" altLang="en-US"/>
          </a:p>
        </p:txBody>
      </p:sp>
      <p:sp>
        <p:nvSpPr>
          <p:cNvPr id="7" name="内容占位符 2"/>
          <p:cNvSpPr>
            <a:spLocks noGrp="1"/>
          </p:cNvSpPr>
          <p:nvPr>
            <p:ph idx="1"/>
          </p:nvPr>
        </p:nvSpPr>
        <p:spPr>
          <a:xfrm>
            <a:off x="609600" y="1935480"/>
            <a:ext cx="10972800" cy="4389120"/>
          </a:xfrm>
        </p:spPr>
        <p:txBody>
          <a:bodyPr/>
          <a:lstStyle>
            <a:lvl1pPr>
              <a:buFont typeface="Arial" panose="020B0604020202020204" pitchFamily="34" charset="0"/>
              <a:buChar char="•"/>
              <a:defRPr sz="2600">
                <a:latin typeface="微软雅黑" panose="020B0503020204020204" pitchFamily="34" charset="-122"/>
                <a:ea typeface="微软雅黑" panose="020B0503020204020204" pitchFamily="34" charset="-122"/>
              </a:defRPr>
            </a:lvl1pPr>
            <a:lvl2pPr>
              <a:buFont typeface="Arial" panose="020B0604020202020204" pitchFamily="34" charset="0"/>
              <a:buChar char="•"/>
              <a:defRPr sz="2400">
                <a:latin typeface="微软雅黑" panose="020B0503020204020204" pitchFamily="34" charset="-122"/>
                <a:ea typeface="微软雅黑" panose="020B0503020204020204" pitchFamily="34" charset="-122"/>
              </a:defRPr>
            </a:lvl2pPr>
            <a:lvl3pPr>
              <a:defRPr sz="2100">
                <a:latin typeface="微软雅黑" panose="020B0503020204020204" pitchFamily="34" charset="-122"/>
                <a:ea typeface="微软雅黑" panose="020B0503020204020204" pitchFamily="34" charset="-122"/>
              </a:defRPr>
            </a:lvl3pPr>
            <a:lvl4pPr>
              <a:buFont typeface="Arial" panose="020B0604020202020204" pitchFamily="34" charset="0"/>
              <a:buChar char="•"/>
              <a:defRPr sz="2000">
                <a:latin typeface="微软雅黑" panose="020B0503020204020204" pitchFamily="34" charset="-122"/>
                <a:ea typeface="微软雅黑" panose="020B0503020204020204" pitchFamily="34" charset="-122"/>
              </a:defRPr>
            </a:lvl4pPr>
            <a:lvl5pPr>
              <a:defRPr sz="1600">
                <a:latin typeface="微软雅黑" panose="020B0503020204020204" pitchFamily="34" charset="-122"/>
                <a:ea typeface="微软雅黑" panose="020B0503020204020204" pitchFamily="34" charset="-122"/>
              </a:defRPr>
            </a:lvl5pPr>
          </a:lstStyle>
          <a:p>
            <a:pPr lvl="0" eaLnBrk="1" latinLnBrk="0" hangingPunct="1"/>
            <a:r>
              <a:rPr lang="zh-CN" altLang="en-US" dirty="0"/>
              <a:t>单击此处编辑母版文本样式</a:t>
            </a:r>
          </a:p>
          <a:p>
            <a:pPr lvl="1" eaLnBrk="1" latinLnBrk="0" hangingPunct="1"/>
            <a:r>
              <a:rPr lang="zh-CN" altLang="en-US" dirty="0"/>
              <a:t>第二级</a:t>
            </a:r>
          </a:p>
          <a:p>
            <a:pPr lvl="2" eaLnBrk="1" latinLnBrk="0" hangingPunct="1"/>
            <a:r>
              <a:rPr lang="zh-CN" altLang="en-US" dirty="0"/>
              <a:t>第三级</a:t>
            </a:r>
          </a:p>
          <a:p>
            <a:pPr lvl="3" eaLnBrk="1" latinLnBrk="0" hangingPunct="1"/>
            <a:r>
              <a:rPr lang="zh-CN" altLang="en-US" dirty="0"/>
              <a:t>第四级</a:t>
            </a:r>
          </a:p>
          <a:p>
            <a:pPr lvl="4" eaLnBrk="1" latinLnBrk="0" hangingPunct="1"/>
            <a:r>
              <a:rPr lang="zh-CN" altLang="en-US" dirty="0"/>
              <a:t>第五级</a:t>
            </a:r>
            <a:endParaRPr kumimoji="0" lang="en-US" dirty="0"/>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37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1011226"/>
            <a:ext cx="10972800" cy="774700"/>
          </a:xfrm>
        </p:spPr>
        <p:txBody>
          <a:bodyPr/>
          <a:lstStyle>
            <a:lvl1pPr>
              <a:defRPr sz="5000" b="1">
                <a:latin typeface="隶书" panose="02010509060101010101" pitchFamily="49" charset="-122"/>
                <a:ea typeface="隶书" panose="02010509060101010101" pitchFamily="49" charset="-122"/>
              </a:defRPr>
            </a:lvl1pPr>
          </a:lstStyle>
          <a:p>
            <a:r>
              <a:rPr lang="zh-CN" altLang="en-US" dirty="0"/>
              <a:t>单击此处编辑母版标题样式</a:t>
            </a:r>
          </a:p>
        </p:txBody>
      </p:sp>
      <p:sp>
        <p:nvSpPr>
          <p:cNvPr id="4" name="日期占位符 3"/>
          <p:cNvSpPr>
            <a:spLocks noGrp="1"/>
          </p:cNvSpPr>
          <p:nvPr>
            <p:ph type="dt" sz="half" idx="10"/>
          </p:nvPr>
        </p:nvSpPr>
        <p:spPr/>
        <p:txBody>
          <a:bodyPr/>
          <a:lstStyle>
            <a:lvl1pPr>
              <a:defRPr/>
            </a:lvl1pPr>
          </a:lstStyle>
          <a:p>
            <a:fld id="{9FADFB2E-885B-491E-A32A-9031AA86B1B0}" type="datetimeFigureOut">
              <a:rPr lang="zh-CN" altLang="en-US"/>
              <a:t>2024-07-20</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546D3D19-AF27-447E-95DA-1DCD44E4E178}" type="slidenum">
              <a:rPr lang="zh-CN" altLang="en-US"/>
              <a:t>‹#›</a:t>
            </a:fld>
            <a:endParaRPr lang="zh-CN" altLang="en-US"/>
          </a:p>
        </p:txBody>
      </p:sp>
      <p:sp>
        <p:nvSpPr>
          <p:cNvPr id="7" name="内容占位符 2"/>
          <p:cNvSpPr>
            <a:spLocks noGrp="1"/>
          </p:cNvSpPr>
          <p:nvPr>
            <p:ph idx="1"/>
          </p:nvPr>
        </p:nvSpPr>
        <p:spPr>
          <a:xfrm>
            <a:off x="609600" y="1935480"/>
            <a:ext cx="10972800" cy="4389120"/>
          </a:xfrm>
        </p:spPr>
        <p:txBody>
          <a:bodyPr/>
          <a:lstStyle>
            <a:lvl1pPr>
              <a:buFont typeface="Arial" panose="020B0604020202020204" pitchFamily="34" charset="0"/>
              <a:buChar char="•"/>
              <a:defRPr sz="2600">
                <a:latin typeface="微软雅黑" panose="020B0503020204020204" pitchFamily="34" charset="-122"/>
                <a:ea typeface="微软雅黑" panose="020B0503020204020204" pitchFamily="34" charset="-122"/>
              </a:defRPr>
            </a:lvl1pPr>
            <a:lvl2pPr>
              <a:buFont typeface="Arial" panose="020B0604020202020204" pitchFamily="34" charset="0"/>
              <a:buChar char="•"/>
              <a:defRPr sz="2400">
                <a:latin typeface="微软雅黑" panose="020B0503020204020204" pitchFamily="34" charset="-122"/>
                <a:ea typeface="微软雅黑" panose="020B0503020204020204" pitchFamily="34" charset="-122"/>
              </a:defRPr>
            </a:lvl2pPr>
            <a:lvl3pPr>
              <a:defRPr sz="2100">
                <a:latin typeface="微软雅黑" panose="020B0503020204020204" pitchFamily="34" charset="-122"/>
                <a:ea typeface="微软雅黑" panose="020B0503020204020204" pitchFamily="34" charset="-122"/>
              </a:defRPr>
            </a:lvl3pPr>
            <a:lvl4pPr>
              <a:buFont typeface="Arial" panose="020B0604020202020204" pitchFamily="34" charset="0"/>
              <a:buChar char="•"/>
              <a:defRPr sz="2000">
                <a:latin typeface="微软雅黑" panose="020B0503020204020204" pitchFamily="34" charset="-122"/>
                <a:ea typeface="微软雅黑" panose="020B0503020204020204" pitchFamily="34" charset="-122"/>
              </a:defRPr>
            </a:lvl4pPr>
            <a:lvl5pPr>
              <a:defRPr sz="1600">
                <a:latin typeface="微软雅黑" panose="020B0503020204020204" pitchFamily="34" charset="-122"/>
                <a:ea typeface="微软雅黑" panose="020B0503020204020204" pitchFamily="34" charset="-122"/>
              </a:defRPr>
            </a:lvl5pPr>
          </a:lstStyle>
          <a:p>
            <a:pPr lvl="0" eaLnBrk="1" latinLnBrk="0" hangingPunct="1"/>
            <a:r>
              <a:rPr lang="zh-CN" altLang="en-US" dirty="0"/>
              <a:t>单击此处编辑母版文本样式</a:t>
            </a:r>
          </a:p>
          <a:p>
            <a:pPr lvl="1" eaLnBrk="1" latinLnBrk="0" hangingPunct="1"/>
            <a:r>
              <a:rPr lang="zh-CN" altLang="en-US" dirty="0"/>
              <a:t>第二级</a:t>
            </a:r>
          </a:p>
          <a:p>
            <a:pPr lvl="2" eaLnBrk="1" latinLnBrk="0" hangingPunct="1"/>
            <a:r>
              <a:rPr lang="zh-CN" altLang="en-US" dirty="0"/>
              <a:t>第三级</a:t>
            </a:r>
          </a:p>
          <a:p>
            <a:pPr lvl="3" eaLnBrk="1" latinLnBrk="0" hangingPunct="1"/>
            <a:r>
              <a:rPr lang="zh-CN" altLang="en-US" dirty="0"/>
              <a:t>第四级</a:t>
            </a:r>
          </a:p>
          <a:p>
            <a:pPr lvl="4" eaLnBrk="1" latinLnBrk="0" hangingPunct="1"/>
            <a:r>
              <a:rPr lang="zh-CN" altLang="en-US" dirty="0"/>
              <a:t>第五级</a:t>
            </a:r>
            <a:endParaRPr kumimoji="0" lang="en-US" dirty="0"/>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38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1011226"/>
            <a:ext cx="10972800" cy="774700"/>
          </a:xfrm>
        </p:spPr>
        <p:txBody>
          <a:bodyPr/>
          <a:lstStyle>
            <a:lvl1pPr>
              <a:defRPr sz="5000" b="1">
                <a:latin typeface="隶书" panose="02010509060101010101" pitchFamily="49" charset="-122"/>
                <a:ea typeface="隶书" panose="02010509060101010101" pitchFamily="49" charset="-122"/>
              </a:defRPr>
            </a:lvl1pPr>
          </a:lstStyle>
          <a:p>
            <a:r>
              <a:rPr lang="zh-CN" altLang="en-US" dirty="0"/>
              <a:t>单击此处编辑母版标题样式</a:t>
            </a:r>
          </a:p>
        </p:txBody>
      </p:sp>
      <p:sp>
        <p:nvSpPr>
          <p:cNvPr id="4" name="日期占位符 3"/>
          <p:cNvSpPr>
            <a:spLocks noGrp="1"/>
          </p:cNvSpPr>
          <p:nvPr>
            <p:ph type="dt" sz="half" idx="10"/>
          </p:nvPr>
        </p:nvSpPr>
        <p:spPr/>
        <p:txBody>
          <a:bodyPr/>
          <a:lstStyle>
            <a:lvl1pPr>
              <a:defRPr/>
            </a:lvl1pPr>
          </a:lstStyle>
          <a:p>
            <a:fld id="{9FADFB2E-885B-491E-A32A-9031AA86B1B0}" type="datetimeFigureOut">
              <a:rPr lang="zh-CN" altLang="en-US"/>
              <a:t>2024-07-20</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546D3D19-AF27-447E-95DA-1DCD44E4E178}" type="slidenum">
              <a:rPr lang="zh-CN" altLang="en-US"/>
              <a:t>‹#›</a:t>
            </a:fld>
            <a:endParaRPr lang="zh-CN" altLang="en-US"/>
          </a:p>
        </p:txBody>
      </p:sp>
      <p:sp>
        <p:nvSpPr>
          <p:cNvPr id="7" name="内容占位符 2"/>
          <p:cNvSpPr>
            <a:spLocks noGrp="1"/>
          </p:cNvSpPr>
          <p:nvPr>
            <p:ph idx="1"/>
          </p:nvPr>
        </p:nvSpPr>
        <p:spPr>
          <a:xfrm>
            <a:off x="609600" y="1935480"/>
            <a:ext cx="10972800" cy="4389120"/>
          </a:xfrm>
        </p:spPr>
        <p:txBody>
          <a:bodyPr/>
          <a:lstStyle>
            <a:lvl1pPr>
              <a:buFont typeface="Arial" panose="020B0604020202020204" pitchFamily="34" charset="0"/>
              <a:buChar char="•"/>
              <a:defRPr sz="2600">
                <a:latin typeface="微软雅黑" panose="020B0503020204020204" pitchFamily="34" charset="-122"/>
                <a:ea typeface="微软雅黑" panose="020B0503020204020204" pitchFamily="34" charset="-122"/>
              </a:defRPr>
            </a:lvl1pPr>
            <a:lvl2pPr>
              <a:buFont typeface="Arial" panose="020B0604020202020204" pitchFamily="34" charset="0"/>
              <a:buChar char="•"/>
              <a:defRPr sz="2400">
                <a:latin typeface="微软雅黑" panose="020B0503020204020204" pitchFamily="34" charset="-122"/>
                <a:ea typeface="微软雅黑" panose="020B0503020204020204" pitchFamily="34" charset="-122"/>
              </a:defRPr>
            </a:lvl2pPr>
            <a:lvl3pPr>
              <a:defRPr sz="2100">
                <a:latin typeface="微软雅黑" panose="020B0503020204020204" pitchFamily="34" charset="-122"/>
                <a:ea typeface="微软雅黑" panose="020B0503020204020204" pitchFamily="34" charset="-122"/>
              </a:defRPr>
            </a:lvl3pPr>
            <a:lvl4pPr>
              <a:buFont typeface="Arial" panose="020B0604020202020204" pitchFamily="34" charset="0"/>
              <a:buChar char="•"/>
              <a:defRPr sz="2000">
                <a:latin typeface="微软雅黑" panose="020B0503020204020204" pitchFamily="34" charset="-122"/>
                <a:ea typeface="微软雅黑" panose="020B0503020204020204" pitchFamily="34" charset="-122"/>
              </a:defRPr>
            </a:lvl4pPr>
            <a:lvl5pPr>
              <a:defRPr sz="1600">
                <a:latin typeface="微软雅黑" panose="020B0503020204020204" pitchFamily="34" charset="-122"/>
                <a:ea typeface="微软雅黑" panose="020B0503020204020204" pitchFamily="34" charset="-122"/>
              </a:defRPr>
            </a:lvl5pPr>
          </a:lstStyle>
          <a:p>
            <a:pPr lvl="0" eaLnBrk="1" latinLnBrk="0" hangingPunct="1"/>
            <a:r>
              <a:rPr lang="zh-CN" altLang="en-US" dirty="0"/>
              <a:t>单击此处编辑母版文本样式</a:t>
            </a:r>
          </a:p>
          <a:p>
            <a:pPr lvl="1" eaLnBrk="1" latinLnBrk="0" hangingPunct="1"/>
            <a:r>
              <a:rPr lang="zh-CN" altLang="en-US" dirty="0"/>
              <a:t>第二级</a:t>
            </a:r>
          </a:p>
          <a:p>
            <a:pPr lvl="2" eaLnBrk="1" latinLnBrk="0" hangingPunct="1"/>
            <a:r>
              <a:rPr lang="zh-CN" altLang="en-US" dirty="0"/>
              <a:t>第三级</a:t>
            </a:r>
          </a:p>
          <a:p>
            <a:pPr lvl="3" eaLnBrk="1" latinLnBrk="0" hangingPunct="1"/>
            <a:r>
              <a:rPr lang="zh-CN" altLang="en-US" dirty="0"/>
              <a:t>第四级</a:t>
            </a:r>
          </a:p>
          <a:p>
            <a:pPr lvl="4" eaLnBrk="1" latinLnBrk="0" hangingPunct="1"/>
            <a:r>
              <a:rPr lang="zh-CN" altLang="en-US" dirty="0"/>
              <a:t>第五级</a:t>
            </a:r>
            <a:endParaRPr kumimoji="0" lang="en-US" dirty="0"/>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39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1011226"/>
            <a:ext cx="10972800" cy="774700"/>
          </a:xfrm>
        </p:spPr>
        <p:txBody>
          <a:bodyPr/>
          <a:lstStyle>
            <a:lvl1pPr>
              <a:defRPr sz="5000" b="1">
                <a:latin typeface="隶书" panose="02010509060101010101" pitchFamily="49" charset="-122"/>
                <a:ea typeface="隶书" panose="02010509060101010101" pitchFamily="49" charset="-122"/>
              </a:defRPr>
            </a:lvl1pPr>
          </a:lstStyle>
          <a:p>
            <a:r>
              <a:rPr lang="zh-CN" altLang="en-US" dirty="0"/>
              <a:t>单击此处编辑母版标题样式</a:t>
            </a:r>
          </a:p>
        </p:txBody>
      </p:sp>
      <p:sp>
        <p:nvSpPr>
          <p:cNvPr id="4" name="日期占位符 3"/>
          <p:cNvSpPr>
            <a:spLocks noGrp="1"/>
          </p:cNvSpPr>
          <p:nvPr>
            <p:ph type="dt" sz="half" idx="10"/>
          </p:nvPr>
        </p:nvSpPr>
        <p:spPr/>
        <p:txBody>
          <a:bodyPr/>
          <a:lstStyle>
            <a:lvl1pPr>
              <a:defRPr/>
            </a:lvl1pPr>
          </a:lstStyle>
          <a:p>
            <a:fld id="{9FADFB2E-885B-491E-A32A-9031AA86B1B0}" type="datetimeFigureOut">
              <a:rPr lang="zh-CN" altLang="en-US"/>
              <a:t>2024-07-20</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546D3D19-AF27-447E-95DA-1DCD44E4E178}" type="slidenum">
              <a:rPr lang="zh-CN" altLang="en-US"/>
              <a:t>‹#›</a:t>
            </a:fld>
            <a:endParaRPr lang="zh-CN" altLang="en-US"/>
          </a:p>
        </p:txBody>
      </p:sp>
      <p:sp>
        <p:nvSpPr>
          <p:cNvPr id="7" name="内容占位符 2"/>
          <p:cNvSpPr>
            <a:spLocks noGrp="1"/>
          </p:cNvSpPr>
          <p:nvPr>
            <p:ph idx="1"/>
          </p:nvPr>
        </p:nvSpPr>
        <p:spPr>
          <a:xfrm>
            <a:off x="609600" y="1935480"/>
            <a:ext cx="10972800" cy="4389120"/>
          </a:xfrm>
        </p:spPr>
        <p:txBody>
          <a:bodyPr/>
          <a:lstStyle>
            <a:lvl1pPr>
              <a:buFont typeface="Arial" panose="020B0604020202020204" pitchFamily="34" charset="0"/>
              <a:buChar char="•"/>
              <a:defRPr sz="2600">
                <a:latin typeface="微软雅黑" panose="020B0503020204020204" pitchFamily="34" charset="-122"/>
                <a:ea typeface="微软雅黑" panose="020B0503020204020204" pitchFamily="34" charset="-122"/>
              </a:defRPr>
            </a:lvl1pPr>
            <a:lvl2pPr>
              <a:buFont typeface="Arial" panose="020B0604020202020204" pitchFamily="34" charset="0"/>
              <a:buChar char="•"/>
              <a:defRPr sz="2400">
                <a:latin typeface="微软雅黑" panose="020B0503020204020204" pitchFamily="34" charset="-122"/>
                <a:ea typeface="微软雅黑" panose="020B0503020204020204" pitchFamily="34" charset="-122"/>
              </a:defRPr>
            </a:lvl2pPr>
            <a:lvl3pPr>
              <a:defRPr sz="2100">
                <a:latin typeface="微软雅黑" panose="020B0503020204020204" pitchFamily="34" charset="-122"/>
                <a:ea typeface="微软雅黑" panose="020B0503020204020204" pitchFamily="34" charset="-122"/>
              </a:defRPr>
            </a:lvl3pPr>
            <a:lvl4pPr>
              <a:buFont typeface="Arial" panose="020B0604020202020204" pitchFamily="34" charset="0"/>
              <a:buChar char="•"/>
              <a:defRPr sz="2000">
                <a:latin typeface="微软雅黑" panose="020B0503020204020204" pitchFamily="34" charset="-122"/>
                <a:ea typeface="微软雅黑" panose="020B0503020204020204" pitchFamily="34" charset="-122"/>
              </a:defRPr>
            </a:lvl4pPr>
            <a:lvl5pPr>
              <a:defRPr sz="1600">
                <a:latin typeface="微软雅黑" panose="020B0503020204020204" pitchFamily="34" charset="-122"/>
                <a:ea typeface="微软雅黑" panose="020B0503020204020204" pitchFamily="34" charset="-122"/>
              </a:defRPr>
            </a:lvl5pPr>
          </a:lstStyle>
          <a:p>
            <a:pPr lvl="0" eaLnBrk="1" latinLnBrk="0" hangingPunct="1"/>
            <a:r>
              <a:rPr lang="zh-CN" altLang="en-US" dirty="0"/>
              <a:t>单击此处编辑母版文本样式</a:t>
            </a:r>
          </a:p>
          <a:p>
            <a:pPr lvl="1" eaLnBrk="1" latinLnBrk="0" hangingPunct="1"/>
            <a:r>
              <a:rPr lang="zh-CN" altLang="en-US" dirty="0"/>
              <a:t>第二级</a:t>
            </a:r>
          </a:p>
          <a:p>
            <a:pPr lvl="2" eaLnBrk="1" latinLnBrk="0" hangingPunct="1"/>
            <a:r>
              <a:rPr lang="zh-CN" altLang="en-US" dirty="0"/>
              <a:t>第三级</a:t>
            </a:r>
          </a:p>
          <a:p>
            <a:pPr lvl="3" eaLnBrk="1" latinLnBrk="0" hangingPunct="1"/>
            <a:r>
              <a:rPr lang="zh-CN" altLang="en-US" dirty="0"/>
              <a:t>第四级</a:t>
            </a:r>
          </a:p>
          <a:p>
            <a:pPr lvl="4" eaLnBrk="1" latinLnBrk="0" hangingPunct="1"/>
            <a:r>
              <a:rPr lang="zh-CN" altLang="en-US" dirty="0"/>
              <a:t>第五级</a:t>
            </a:r>
            <a:endParaRPr kumimoji="0" lang="en-US" dirty="0"/>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40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1011226"/>
            <a:ext cx="10972800" cy="774700"/>
          </a:xfrm>
        </p:spPr>
        <p:txBody>
          <a:bodyPr/>
          <a:lstStyle>
            <a:lvl1pPr>
              <a:defRPr sz="5000" b="1">
                <a:latin typeface="隶书" panose="02010509060101010101" pitchFamily="49" charset="-122"/>
                <a:ea typeface="隶书" panose="02010509060101010101" pitchFamily="49" charset="-122"/>
              </a:defRPr>
            </a:lvl1pPr>
          </a:lstStyle>
          <a:p>
            <a:r>
              <a:rPr lang="zh-CN" altLang="en-US" dirty="0"/>
              <a:t>单击此处编辑母版标题样式</a:t>
            </a:r>
          </a:p>
        </p:txBody>
      </p:sp>
      <p:sp>
        <p:nvSpPr>
          <p:cNvPr id="4" name="日期占位符 3"/>
          <p:cNvSpPr>
            <a:spLocks noGrp="1"/>
          </p:cNvSpPr>
          <p:nvPr>
            <p:ph type="dt" sz="half" idx="10"/>
          </p:nvPr>
        </p:nvSpPr>
        <p:spPr/>
        <p:txBody>
          <a:bodyPr/>
          <a:lstStyle>
            <a:lvl1pPr>
              <a:defRPr/>
            </a:lvl1pPr>
          </a:lstStyle>
          <a:p>
            <a:fld id="{9FADFB2E-885B-491E-A32A-9031AA86B1B0}" type="datetimeFigureOut">
              <a:rPr lang="zh-CN" altLang="en-US"/>
              <a:t>2024-07-20</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546D3D19-AF27-447E-95DA-1DCD44E4E178}" type="slidenum">
              <a:rPr lang="zh-CN" altLang="en-US"/>
              <a:t>‹#›</a:t>
            </a:fld>
            <a:endParaRPr lang="zh-CN" altLang="en-US"/>
          </a:p>
        </p:txBody>
      </p:sp>
      <p:sp>
        <p:nvSpPr>
          <p:cNvPr id="7" name="内容占位符 2"/>
          <p:cNvSpPr>
            <a:spLocks noGrp="1"/>
          </p:cNvSpPr>
          <p:nvPr>
            <p:ph idx="1"/>
          </p:nvPr>
        </p:nvSpPr>
        <p:spPr>
          <a:xfrm>
            <a:off x="609600" y="1935480"/>
            <a:ext cx="10972800" cy="4389120"/>
          </a:xfrm>
        </p:spPr>
        <p:txBody>
          <a:bodyPr/>
          <a:lstStyle>
            <a:lvl1pPr>
              <a:buFont typeface="Arial" panose="020B0604020202020204" pitchFamily="34" charset="0"/>
              <a:buChar char="•"/>
              <a:defRPr sz="2600">
                <a:latin typeface="微软雅黑" panose="020B0503020204020204" pitchFamily="34" charset="-122"/>
                <a:ea typeface="微软雅黑" panose="020B0503020204020204" pitchFamily="34" charset="-122"/>
              </a:defRPr>
            </a:lvl1pPr>
            <a:lvl2pPr>
              <a:buFont typeface="Arial" panose="020B0604020202020204" pitchFamily="34" charset="0"/>
              <a:buChar char="•"/>
              <a:defRPr sz="2400">
                <a:latin typeface="微软雅黑" panose="020B0503020204020204" pitchFamily="34" charset="-122"/>
                <a:ea typeface="微软雅黑" panose="020B0503020204020204" pitchFamily="34" charset="-122"/>
              </a:defRPr>
            </a:lvl2pPr>
            <a:lvl3pPr>
              <a:defRPr sz="2100">
                <a:latin typeface="微软雅黑" panose="020B0503020204020204" pitchFamily="34" charset="-122"/>
                <a:ea typeface="微软雅黑" panose="020B0503020204020204" pitchFamily="34" charset="-122"/>
              </a:defRPr>
            </a:lvl3pPr>
            <a:lvl4pPr>
              <a:buFont typeface="Arial" panose="020B0604020202020204" pitchFamily="34" charset="0"/>
              <a:buChar char="•"/>
              <a:defRPr sz="2000">
                <a:latin typeface="微软雅黑" panose="020B0503020204020204" pitchFamily="34" charset="-122"/>
                <a:ea typeface="微软雅黑" panose="020B0503020204020204" pitchFamily="34" charset="-122"/>
              </a:defRPr>
            </a:lvl4pPr>
            <a:lvl5pPr>
              <a:defRPr sz="1600">
                <a:latin typeface="微软雅黑" panose="020B0503020204020204" pitchFamily="34" charset="-122"/>
                <a:ea typeface="微软雅黑" panose="020B0503020204020204" pitchFamily="34" charset="-122"/>
              </a:defRPr>
            </a:lvl5pPr>
          </a:lstStyle>
          <a:p>
            <a:pPr lvl="0" eaLnBrk="1" latinLnBrk="0" hangingPunct="1"/>
            <a:r>
              <a:rPr lang="zh-CN" altLang="en-US" dirty="0"/>
              <a:t>单击此处编辑母版文本样式</a:t>
            </a:r>
          </a:p>
          <a:p>
            <a:pPr lvl="1" eaLnBrk="1" latinLnBrk="0" hangingPunct="1"/>
            <a:r>
              <a:rPr lang="zh-CN" altLang="en-US" dirty="0"/>
              <a:t>第二级</a:t>
            </a:r>
          </a:p>
          <a:p>
            <a:pPr lvl="2" eaLnBrk="1" latinLnBrk="0" hangingPunct="1"/>
            <a:r>
              <a:rPr lang="zh-CN" altLang="en-US" dirty="0"/>
              <a:t>第三级</a:t>
            </a:r>
          </a:p>
          <a:p>
            <a:pPr lvl="3" eaLnBrk="1" latinLnBrk="0" hangingPunct="1"/>
            <a:r>
              <a:rPr lang="zh-CN" altLang="en-US" dirty="0"/>
              <a:t>第四级</a:t>
            </a:r>
          </a:p>
          <a:p>
            <a:pPr lvl="4" eaLnBrk="1" latinLnBrk="0" hangingPunct="1"/>
            <a:r>
              <a:rPr lang="zh-CN" altLang="en-US" dirty="0"/>
              <a:t>第五级</a:t>
            </a:r>
            <a:endParaRPr kumimoji="0" lang="en-US" dirty="0"/>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41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1011226"/>
            <a:ext cx="10972800" cy="774700"/>
          </a:xfrm>
        </p:spPr>
        <p:txBody>
          <a:bodyPr/>
          <a:lstStyle>
            <a:lvl1pPr>
              <a:defRPr sz="5000" b="1">
                <a:latin typeface="隶书" panose="02010509060101010101" pitchFamily="49" charset="-122"/>
                <a:ea typeface="隶书" panose="02010509060101010101" pitchFamily="49" charset="-122"/>
              </a:defRPr>
            </a:lvl1pPr>
          </a:lstStyle>
          <a:p>
            <a:r>
              <a:rPr lang="zh-CN" altLang="en-US" dirty="0"/>
              <a:t>单击此处编辑母版标题样式</a:t>
            </a:r>
          </a:p>
        </p:txBody>
      </p:sp>
      <p:sp>
        <p:nvSpPr>
          <p:cNvPr id="4" name="日期占位符 3"/>
          <p:cNvSpPr>
            <a:spLocks noGrp="1"/>
          </p:cNvSpPr>
          <p:nvPr>
            <p:ph type="dt" sz="half" idx="10"/>
          </p:nvPr>
        </p:nvSpPr>
        <p:spPr/>
        <p:txBody>
          <a:bodyPr/>
          <a:lstStyle>
            <a:lvl1pPr>
              <a:defRPr/>
            </a:lvl1pPr>
          </a:lstStyle>
          <a:p>
            <a:fld id="{9FADFB2E-885B-491E-A32A-9031AA86B1B0}" type="datetimeFigureOut">
              <a:rPr lang="zh-CN" altLang="en-US"/>
              <a:t>2024-07-20</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546D3D19-AF27-447E-95DA-1DCD44E4E178}" type="slidenum">
              <a:rPr lang="zh-CN" altLang="en-US"/>
              <a:t>‹#›</a:t>
            </a:fld>
            <a:endParaRPr lang="zh-CN" altLang="en-US"/>
          </a:p>
        </p:txBody>
      </p:sp>
      <p:sp>
        <p:nvSpPr>
          <p:cNvPr id="7" name="内容占位符 2"/>
          <p:cNvSpPr>
            <a:spLocks noGrp="1"/>
          </p:cNvSpPr>
          <p:nvPr>
            <p:ph idx="1"/>
          </p:nvPr>
        </p:nvSpPr>
        <p:spPr>
          <a:xfrm>
            <a:off x="609600" y="1935480"/>
            <a:ext cx="10972800" cy="4389120"/>
          </a:xfrm>
        </p:spPr>
        <p:txBody>
          <a:bodyPr/>
          <a:lstStyle>
            <a:lvl1pPr>
              <a:buFont typeface="Arial" panose="020B0604020202020204" pitchFamily="34" charset="0"/>
              <a:buChar char="•"/>
              <a:defRPr sz="2600">
                <a:latin typeface="微软雅黑" panose="020B0503020204020204" pitchFamily="34" charset="-122"/>
                <a:ea typeface="微软雅黑" panose="020B0503020204020204" pitchFamily="34" charset="-122"/>
              </a:defRPr>
            </a:lvl1pPr>
            <a:lvl2pPr>
              <a:buFont typeface="Arial" panose="020B0604020202020204" pitchFamily="34" charset="0"/>
              <a:buChar char="•"/>
              <a:defRPr sz="2400">
                <a:latin typeface="微软雅黑" panose="020B0503020204020204" pitchFamily="34" charset="-122"/>
                <a:ea typeface="微软雅黑" panose="020B0503020204020204" pitchFamily="34" charset="-122"/>
              </a:defRPr>
            </a:lvl2pPr>
            <a:lvl3pPr>
              <a:defRPr sz="2100">
                <a:latin typeface="微软雅黑" panose="020B0503020204020204" pitchFamily="34" charset="-122"/>
                <a:ea typeface="微软雅黑" panose="020B0503020204020204" pitchFamily="34" charset="-122"/>
              </a:defRPr>
            </a:lvl3pPr>
            <a:lvl4pPr>
              <a:buFont typeface="Arial" panose="020B0604020202020204" pitchFamily="34" charset="0"/>
              <a:buChar char="•"/>
              <a:defRPr sz="2000">
                <a:latin typeface="微软雅黑" panose="020B0503020204020204" pitchFamily="34" charset="-122"/>
                <a:ea typeface="微软雅黑" panose="020B0503020204020204" pitchFamily="34" charset="-122"/>
              </a:defRPr>
            </a:lvl4pPr>
            <a:lvl5pPr>
              <a:defRPr sz="1600">
                <a:latin typeface="微软雅黑" panose="020B0503020204020204" pitchFamily="34" charset="-122"/>
                <a:ea typeface="微软雅黑" panose="020B0503020204020204" pitchFamily="34" charset="-122"/>
              </a:defRPr>
            </a:lvl5pPr>
          </a:lstStyle>
          <a:p>
            <a:pPr lvl="0" eaLnBrk="1" latinLnBrk="0" hangingPunct="1"/>
            <a:r>
              <a:rPr lang="zh-CN" altLang="en-US" dirty="0"/>
              <a:t>单击此处编辑母版文本样式</a:t>
            </a:r>
          </a:p>
          <a:p>
            <a:pPr lvl="1" eaLnBrk="1" latinLnBrk="0" hangingPunct="1"/>
            <a:r>
              <a:rPr lang="zh-CN" altLang="en-US" dirty="0"/>
              <a:t>第二级</a:t>
            </a:r>
          </a:p>
          <a:p>
            <a:pPr lvl="2" eaLnBrk="1" latinLnBrk="0" hangingPunct="1"/>
            <a:r>
              <a:rPr lang="zh-CN" altLang="en-US" dirty="0"/>
              <a:t>第三级</a:t>
            </a:r>
          </a:p>
          <a:p>
            <a:pPr lvl="3" eaLnBrk="1" latinLnBrk="0" hangingPunct="1"/>
            <a:r>
              <a:rPr lang="zh-CN" altLang="en-US" dirty="0"/>
              <a:t>第四级</a:t>
            </a:r>
          </a:p>
          <a:p>
            <a:pPr lvl="4" eaLnBrk="1" latinLnBrk="0" hangingPunct="1"/>
            <a:r>
              <a:rPr lang="zh-CN" altLang="en-US" dirty="0"/>
              <a:t>第五级</a:t>
            </a:r>
            <a:endParaRPr kumimoji="0" lang="en-US" dirty="0"/>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42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1011226"/>
            <a:ext cx="10972800" cy="774700"/>
          </a:xfrm>
        </p:spPr>
        <p:txBody>
          <a:bodyPr/>
          <a:lstStyle>
            <a:lvl1pPr>
              <a:defRPr sz="5000" b="1">
                <a:latin typeface="隶书" panose="02010509060101010101" pitchFamily="49" charset="-122"/>
                <a:ea typeface="隶书" panose="02010509060101010101" pitchFamily="49" charset="-122"/>
              </a:defRPr>
            </a:lvl1pPr>
          </a:lstStyle>
          <a:p>
            <a:r>
              <a:rPr lang="zh-CN" altLang="en-US" dirty="0"/>
              <a:t>单击此处编辑母版标题样式</a:t>
            </a:r>
          </a:p>
        </p:txBody>
      </p:sp>
      <p:sp>
        <p:nvSpPr>
          <p:cNvPr id="4" name="日期占位符 3"/>
          <p:cNvSpPr>
            <a:spLocks noGrp="1"/>
          </p:cNvSpPr>
          <p:nvPr>
            <p:ph type="dt" sz="half" idx="10"/>
          </p:nvPr>
        </p:nvSpPr>
        <p:spPr/>
        <p:txBody>
          <a:bodyPr/>
          <a:lstStyle>
            <a:lvl1pPr>
              <a:defRPr/>
            </a:lvl1pPr>
          </a:lstStyle>
          <a:p>
            <a:fld id="{9FADFB2E-885B-491E-A32A-9031AA86B1B0}" type="datetimeFigureOut">
              <a:rPr lang="zh-CN" altLang="en-US"/>
              <a:t>2024-07-20</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546D3D19-AF27-447E-95DA-1DCD44E4E178}" type="slidenum">
              <a:rPr lang="zh-CN" altLang="en-US"/>
              <a:t>‹#›</a:t>
            </a:fld>
            <a:endParaRPr lang="zh-CN" altLang="en-US"/>
          </a:p>
        </p:txBody>
      </p:sp>
      <p:sp>
        <p:nvSpPr>
          <p:cNvPr id="7" name="内容占位符 2"/>
          <p:cNvSpPr>
            <a:spLocks noGrp="1"/>
          </p:cNvSpPr>
          <p:nvPr>
            <p:ph idx="1"/>
          </p:nvPr>
        </p:nvSpPr>
        <p:spPr>
          <a:xfrm>
            <a:off x="609600" y="1935480"/>
            <a:ext cx="10972800" cy="4389120"/>
          </a:xfrm>
        </p:spPr>
        <p:txBody>
          <a:bodyPr/>
          <a:lstStyle>
            <a:lvl1pPr>
              <a:buFont typeface="Arial" panose="020B0604020202020204" pitchFamily="34" charset="0"/>
              <a:buChar char="•"/>
              <a:defRPr sz="2600">
                <a:latin typeface="微软雅黑" panose="020B0503020204020204" pitchFamily="34" charset="-122"/>
                <a:ea typeface="微软雅黑" panose="020B0503020204020204" pitchFamily="34" charset="-122"/>
              </a:defRPr>
            </a:lvl1pPr>
            <a:lvl2pPr>
              <a:buFont typeface="Arial" panose="020B0604020202020204" pitchFamily="34" charset="0"/>
              <a:buChar char="•"/>
              <a:defRPr sz="2400">
                <a:latin typeface="微软雅黑" panose="020B0503020204020204" pitchFamily="34" charset="-122"/>
                <a:ea typeface="微软雅黑" panose="020B0503020204020204" pitchFamily="34" charset="-122"/>
              </a:defRPr>
            </a:lvl2pPr>
            <a:lvl3pPr>
              <a:defRPr sz="2100">
                <a:latin typeface="微软雅黑" panose="020B0503020204020204" pitchFamily="34" charset="-122"/>
                <a:ea typeface="微软雅黑" panose="020B0503020204020204" pitchFamily="34" charset="-122"/>
              </a:defRPr>
            </a:lvl3pPr>
            <a:lvl4pPr>
              <a:buFont typeface="Arial" panose="020B0604020202020204" pitchFamily="34" charset="0"/>
              <a:buChar char="•"/>
              <a:defRPr sz="2000">
                <a:latin typeface="微软雅黑" panose="020B0503020204020204" pitchFamily="34" charset="-122"/>
                <a:ea typeface="微软雅黑" panose="020B0503020204020204" pitchFamily="34" charset="-122"/>
              </a:defRPr>
            </a:lvl4pPr>
            <a:lvl5pPr>
              <a:defRPr sz="1600">
                <a:latin typeface="微软雅黑" panose="020B0503020204020204" pitchFamily="34" charset="-122"/>
                <a:ea typeface="微软雅黑" panose="020B0503020204020204" pitchFamily="34" charset="-122"/>
              </a:defRPr>
            </a:lvl5pPr>
          </a:lstStyle>
          <a:p>
            <a:pPr lvl="0" eaLnBrk="1" latinLnBrk="0" hangingPunct="1"/>
            <a:r>
              <a:rPr lang="zh-CN" altLang="en-US" dirty="0"/>
              <a:t>单击此处编辑母版文本样式</a:t>
            </a:r>
          </a:p>
          <a:p>
            <a:pPr lvl="1" eaLnBrk="1" latinLnBrk="0" hangingPunct="1"/>
            <a:r>
              <a:rPr lang="zh-CN" altLang="en-US" dirty="0"/>
              <a:t>第二级</a:t>
            </a:r>
          </a:p>
          <a:p>
            <a:pPr lvl="2" eaLnBrk="1" latinLnBrk="0" hangingPunct="1"/>
            <a:r>
              <a:rPr lang="zh-CN" altLang="en-US" dirty="0"/>
              <a:t>第三级</a:t>
            </a:r>
          </a:p>
          <a:p>
            <a:pPr lvl="3" eaLnBrk="1" latinLnBrk="0" hangingPunct="1"/>
            <a:r>
              <a:rPr lang="zh-CN" altLang="en-US" dirty="0"/>
              <a:t>第四级</a:t>
            </a:r>
          </a:p>
          <a:p>
            <a:pPr lvl="4" eaLnBrk="1" latinLnBrk="0" hangingPunct="1"/>
            <a:r>
              <a:rPr lang="zh-CN" altLang="en-US" dirty="0"/>
              <a:t>第五级</a:t>
            </a:r>
            <a:endParaRPr kumimoji="0" lang="en-US" dirty="0"/>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43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1011226"/>
            <a:ext cx="10972800" cy="774700"/>
          </a:xfrm>
        </p:spPr>
        <p:txBody>
          <a:bodyPr/>
          <a:lstStyle>
            <a:lvl1pPr>
              <a:defRPr sz="5000" b="1">
                <a:latin typeface="隶书" panose="02010509060101010101" pitchFamily="49" charset="-122"/>
                <a:ea typeface="隶书" panose="02010509060101010101" pitchFamily="49" charset="-122"/>
              </a:defRPr>
            </a:lvl1pPr>
          </a:lstStyle>
          <a:p>
            <a:r>
              <a:rPr lang="zh-CN" altLang="en-US" dirty="0"/>
              <a:t>单击此处编辑母版标题样式</a:t>
            </a:r>
          </a:p>
        </p:txBody>
      </p:sp>
      <p:sp>
        <p:nvSpPr>
          <p:cNvPr id="4" name="日期占位符 3"/>
          <p:cNvSpPr>
            <a:spLocks noGrp="1"/>
          </p:cNvSpPr>
          <p:nvPr>
            <p:ph type="dt" sz="half" idx="10"/>
          </p:nvPr>
        </p:nvSpPr>
        <p:spPr/>
        <p:txBody>
          <a:bodyPr/>
          <a:lstStyle>
            <a:lvl1pPr>
              <a:defRPr/>
            </a:lvl1pPr>
          </a:lstStyle>
          <a:p>
            <a:fld id="{9FADFB2E-885B-491E-A32A-9031AA86B1B0}" type="datetimeFigureOut">
              <a:rPr lang="zh-CN" altLang="en-US"/>
              <a:t>2024-07-20</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546D3D19-AF27-447E-95DA-1DCD44E4E178}" type="slidenum">
              <a:rPr lang="zh-CN" altLang="en-US"/>
              <a:t>‹#›</a:t>
            </a:fld>
            <a:endParaRPr lang="zh-CN" altLang="en-US"/>
          </a:p>
        </p:txBody>
      </p:sp>
      <p:sp>
        <p:nvSpPr>
          <p:cNvPr id="7" name="内容占位符 2"/>
          <p:cNvSpPr>
            <a:spLocks noGrp="1"/>
          </p:cNvSpPr>
          <p:nvPr>
            <p:ph idx="1"/>
          </p:nvPr>
        </p:nvSpPr>
        <p:spPr>
          <a:xfrm>
            <a:off x="609600" y="1935480"/>
            <a:ext cx="10972800" cy="4389120"/>
          </a:xfrm>
        </p:spPr>
        <p:txBody>
          <a:bodyPr/>
          <a:lstStyle>
            <a:lvl1pPr>
              <a:buFont typeface="Arial" panose="020B0604020202020204" pitchFamily="34" charset="0"/>
              <a:buChar char="•"/>
              <a:defRPr sz="2600">
                <a:latin typeface="微软雅黑" panose="020B0503020204020204" pitchFamily="34" charset="-122"/>
                <a:ea typeface="微软雅黑" panose="020B0503020204020204" pitchFamily="34" charset="-122"/>
              </a:defRPr>
            </a:lvl1pPr>
            <a:lvl2pPr>
              <a:buFont typeface="Arial" panose="020B0604020202020204" pitchFamily="34" charset="0"/>
              <a:buChar char="•"/>
              <a:defRPr sz="2400">
                <a:latin typeface="微软雅黑" panose="020B0503020204020204" pitchFamily="34" charset="-122"/>
                <a:ea typeface="微软雅黑" panose="020B0503020204020204" pitchFamily="34" charset="-122"/>
              </a:defRPr>
            </a:lvl2pPr>
            <a:lvl3pPr>
              <a:defRPr sz="2100">
                <a:latin typeface="微软雅黑" panose="020B0503020204020204" pitchFamily="34" charset="-122"/>
                <a:ea typeface="微软雅黑" panose="020B0503020204020204" pitchFamily="34" charset="-122"/>
              </a:defRPr>
            </a:lvl3pPr>
            <a:lvl4pPr>
              <a:buFont typeface="Arial" panose="020B0604020202020204" pitchFamily="34" charset="0"/>
              <a:buChar char="•"/>
              <a:defRPr sz="2000">
                <a:latin typeface="微软雅黑" panose="020B0503020204020204" pitchFamily="34" charset="-122"/>
                <a:ea typeface="微软雅黑" panose="020B0503020204020204" pitchFamily="34" charset="-122"/>
              </a:defRPr>
            </a:lvl4pPr>
            <a:lvl5pPr>
              <a:defRPr sz="1600">
                <a:latin typeface="微软雅黑" panose="020B0503020204020204" pitchFamily="34" charset="-122"/>
                <a:ea typeface="微软雅黑" panose="020B0503020204020204" pitchFamily="34" charset="-122"/>
              </a:defRPr>
            </a:lvl5pPr>
          </a:lstStyle>
          <a:p>
            <a:pPr lvl="0" eaLnBrk="1" latinLnBrk="0" hangingPunct="1"/>
            <a:r>
              <a:rPr lang="zh-CN" altLang="en-US" dirty="0"/>
              <a:t>单击此处编辑母版文本样式</a:t>
            </a:r>
          </a:p>
          <a:p>
            <a:pPr lvl="1" eaLnBrk="1" latinLnBrk="0" hangingPunct="1"/>
            <a:r>
              <a:rPr lang="zh-CN" altLang="en-US" dirty="0"/>
              <a:t>第二级</a:t>
            </a:r>
          </a:p>
          <a:p>
            <a:pPr lvl="2" eaLnBrk="1" latinLnBrk="0" hangingPunct="1"/>
            <a:r>
              <a:rPr lang="zh-CN" altLang="en-US" dirty="0"/>
              <a:t>第三级</a:t>
            </a:r>
          </a:p>
          <a:p>
            <a:pPr lvl="3" eaLnBrk="1" latinLnBrk="0" hangingPunct="1"/>
            <a:r>
              <a:rPr lang="zh-CN" altLang="en-US" dirty="0"/>
              <a:t>第四级</a:t>
            </a:r>
          </a:p>
          <a:p>
            <a:pPr lvl="4" eaLnBrk="1" latinLnBrk="0" hangingPunct="1"/>
            <a:r>
              <a:rPr lang="zh-CN" altLang="en-US" dirty="0"/>
              <a:t>第五级</a:t>
            </a:r>
            <a:endParaRPr kumimoji="0" lang="en-US" dirty="0"/>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44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1011226"/>
            <a:ext cx="10972800" cy="774700"/>
          </a:xfrm>
        </p:spPr>
        <p:txBody>
          <a:bodyPr/>
          <a:lstStyle>
            <a:lvl1pPr>
              <a:defRPr sz="5000" b="1">
                <a:latin typeface="隶书" panose="02010509060101010101" pitchFamily="49" charset="-122"/>
                <a:ea typeface="隶书" panose="02010509060101010101" pitchFamily="49" charset="-122"/>
              </a:defRPr>
            </a:lvl1pPr>
          </a:lstStyle>
          <a:p>
            <a:r>
              <a:rPr lang="zh-CN" altLang="en-US" dirty="0"/>
              <a:t>单击此处编辑母版标题样式</a:t>
            </a:r>
          </a:p>
        </p:txBody>
      </p:sp>
      <p:sp>
        <p:nvSpPr>
          <p:cNvPr id="4" name="日期占位符 3"/>
          <p:cNvSpPr>
            <a:spLocks noGrp="1"/>
          </p:cNvSpPr>
          <p:nvPr>
            <p:ph type="dt" sz="half" idx="10"/>
          </p:nvPr>
        </p:nvSpPr>
        <p:spPr/>
        <p:txBody>
          <a:bodyPr/>
          <a:lstStyle>
            <a:lvl1pPr>
              <a:defRPr/>
            </a:lvl1pPr>
          </a:lstStyle>
          <a:p>
            <a:fld id="{9FADFB2E-885B-491E-A32A-9031AA86B1B0}" type="datetimeFigureOut">
              <a:rPr lang="zh-CN" altLang="en-US"/>
              <a:t>2024-07-20</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546D3D19-AF27-447E-95DA-1DCD44E4E178}" type="slidenum">
              <a:rPr lang="zh-CN" altLang="en-US"/>
              <a:t>‹#›</a:t>
            </a:fld>
            <a:endParaRPr lang="zh-CN" altLang="en-US"/>
          </a:p>
        </p:txBody>
      </p:sp>
      <p:sp>
        <p:nvSpPr>
          <p:cNvPr id="7" name="内容占位符 2"/>
          <p:cNvSpPr>
            <a:spLocks noGrp="1"/>
          </p:cNvSpPr>
          <p:nvPr>
            <p:ph idx="1"/>
          </p:nvPr>
        </p:nvSpPr>
        <p:spPr>
          <a:xfrm>
            <a:off x="609600" y="1935480"/>
            <a:ext cx="10972800" cy="4389120"/>
          </a:xfrm>
        </p:spPr>
        <p:txBody>
          <a:bodyPr/>
          <a:lstStyle>
            <a:lvl1pPr>
              <a:buFont typeface="Arial" panose="020B0604020202020204" pitchFamily="34" charset="0"/>
              <a:buChar char="•"/>
              <a:defRPr sz="2600">
                <a:latin typeface="微软雅黑" panose="020B0503020204020204" pitchFamily="34" charset="-122"/>
                <a:ea typeface="微软雅黑" panose="020B0503020204020204" pitchFamily="34" charset="-122"/>
              </a:defRPr>
            </a:lvl1pPr>
            <a:lvl2pPr>
              <a:buFont typeface="Arial" panose="020B0604020202020204" pitchFamily="34" charset="0"/>
              <a:buChar char="•"/>
              <a:defRPr sz="2400">
                <a:latin typeface="微软雅黑" panose="020B0503020204020204" pitchFamily="34" charset="-122"/>
                <a:ea typeface="微软雅黑" panose="020B0503020204020204" pitchFamily="34" charset="-122"/>
              </a:defRPr>
            </a:lvl2pPr>
            <a:lvl3pPr>
              <a:defRPr sz="2100">
                <a:latin typeface="微软雅黑" panose="020B0503020204020204" pitchFamily="34" charset="-122"/>
                <a:ea typeface="微软雅黑" panose="020B0503020204020204" pitchFamily="34" charset="-122"/>
              </a:defRPr>
            </a:lvl3pPr>
            <a:lvl4pPr>
              <a:buFont typeface="Arial" panose="020B0604020202020204" pitchFamily="34" charset="0"/>
              <a:buChar char="•"/>
              <a:defRPr sz="2000">
                <a:latin typeface="微软雅黑" panose="020B0503020204020204" pitchFamily="34" charset="-122"/>
                <a:ea typeface="微软雅黑" panose="020B0503020204020204" pitchFamily="34" charset="-122"/>
              </a:defRPr>
            </a:lvl4pPr>
            <a:lvl5pPr>
              <a:defRPr sz="1600">
                <a:latin typeface="微软雅黑" panose="020B0503020204020204" pitchFamily="34" charset="-122"/>
                <a:ea typeface="微软雅黑" panose="020B0503020204020204" pitchFamily="34" charset="-122"/>
              </a:defRPr>
            </a:lvl5pPr>
          </a:lstStyle>
          <a:p>
            <a:pPr lvl="0" eaLnBrk="1" latinLnBrk="0" hangingPunct="1"/>
            <a:r>
              <a:rPr lang="zh-CN" altLang="en-US" dirty="0"/>
              <a:t>单击此处编辑母版文本样式</a:t>
            </a:r>
          </a:p>
          <a:p>
            <a:pPr lvl="1" eaLnBrk="1" latinLnBrk="0" hangingPunct="1"/>
            <a:r>
              <a:rPr lang="zh-CN" altLang="en-US" dirty="0"/>
              <a:t>第二级</a:t>
            </a:r>
          </a:p>
          <a:p>
            <a:pPr lvl="2" eaLnBrk="1" latinLnBrk="0" hangingPunct="1"/>
            <a:r>
              <a:rPr lang="zh-CN" altLang="en-US" dirty="0"/>
              <a:t>第三级</a:t>
            </a:r>
          </a:p>
          <a:p>
            <a:pPr lvl="3" eaLnBrk="1" latinLnBrk="0" hangingPunct="1"/>
            <a:r>
              <a:rPr lang="zh-CN" altLang="en-US" dirty="0"/>
              <a:t>第四级</a:t>
            </a:r>
          </a:p>
          <a:p>
            <a:pPr lvl="4" eaLnBrk="1" latinLnBrk="0" hangingPunct="1"/>
            <a:r>
              <a:rPr lang="zh-CN" altLang="en-US" dirty="0"/>
              <a:t>第五级</a:t>
            </a:r>
            <a:endParaRPr kumimoji="0" lang="en-US" dirty="0"/>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45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1011226"/>
            <a:ext cx="10972800" cy="774700"/>
          </a:xfrm>
        </p:spPr>
        <p:txBody>
          <a:bodyPr/>
          <a:lstStyle>
            <a:lvl1pPr>
              <a:defRPr sz="5000" b="1">
                <a:latin typeface="隶书" panose="02010509060101010101" pitchFamily="49" charset="-122"/>
                <a:ea typeface="隶书" panose="02010509060101010101" pitchFamily="49" charset="-122"/>
              </a:defRPr>
            </a:lvl1pPr>
          </a:lstStyle>
          <a:p>
            <a:r>
              <a:rPr lang="zh-CN" altLang="en-US" dirty="0"/>
              <a:t>单击此处编辑母版标题样式</a:t>
            </a:r>
          </a:p>
        </p:txBody>
      </p:sp>
      <p:sp>
        <p:nvSpPr>
          <p:cNvPr id="4" name="日期占位符 3"/>
          <p:cNvSpPr>
            <a:spLocks noGrp="1"/>
          </p:cNvSpPr>
          <p:nvPr>
            <p:ph type="dt" sz="half" idx="10"/>
          </p:nvPr>
        </p:nvSpPr>
        <p:spPr/>
        <p:txBody>
          <a:bodyPr/>
          <a:lstStyle>
            <a:lvl1pPr>
              <a:defRPr/>
            </a:lvl1pPr>
          </a:lstStyle>
          <a:p>
            <a:fld id="{9FADFB2E-885B-491E-A32A-9031AA86B1B0}" type="datetimeFigureOut">
              <a:rPr lang="zh-CN" altLang="en-US"/>
              <a:t>2024-07-20</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546D3D19-AF27-447E-95DA-1DCD44E4E178}" type="slidenum">
              <a:rPr lang="zh-CN" altLang="en-US"/>
              <a:t>‹#›</a:t>
            </a:fld>
            <a:endParaRPr lang="zh-CN" altLang="en-US"/>
          </a:p>
        </p:txBody>
      </p:sp>
      <p:sp>
        <p:nvSpPr>
          <p:cNvPr id="7" name="内容占位符 2"/>
          <p:cNvSpPr>
            <a:spLocks noGrp="1"/>
          </p:cNvSpPr>
          <p:nvPr>
            <p:ph idx="1"/>
          </p:nvPr>
        </p:nvSpPr>
        <p:spPr>
          <a:xfrm>
            <a:off x="609600" y="1935480"/>
            <a:ext cx="10972800" cy="4389120"/>
          </a:xfrm>
        </p:spPr>
        <p:txBody>
          <a:bodyPr/>
          <a:lstStyle>
            <a:lvl1pPr>
              <a:buFont typeface="Arial" panose="020B0604020202020204" pitchFamily="34" charset="0"/>
              <a:buChar char="•"/>
              <a:defRPr sz="2600">
                <a:latin typeface="微软雅黑" panose="020B0503020204020204" pitchFamily="34" charset="-122"/>
                <a:ea typeface="微软雅黑" panose="020B0503020204020204" pitchFamily="34" charset="-122"/>
              </a:defRPr>
            </a:lvl1pPr>
            <a:lvl2pPr>
              <a:buFont typeface="Arial" panose="020B0604020202020204" pitchFamily="34" charset="0"/>
              <a:buChar char="•"/>
              <a:defRPr sz="2400">
                <a:latin typeface="微软雅黑" panose="020B0503020204020204" pitchFamily="34" charset="-122"/>
                <a:ea typeface="微软雅黑" panose="020B0503020204020204" pitchFamily="34" charset="-122"/>
              </a:defRPr>
            </a:lvl2pPr>
            <a:lvl3pPr>
              <a:defRPr sz="2100">
                <a:latin typeface="微软雅黑" panose="020B0503020204020204" pitchFamily="34" charset="-122"/>
                <a:ea typeface="微软雅黑" panose="020B0503020204020204" pitchFamily="34" charset="-122"/>
              </a:defRPr>
            </a:lvl3pPr>
            <a:lvl4pPr>
              <a:buFont typeface="Arial" panose="020B0604020202020204" pitchFamily="34" charset="0"/>
              <a:buChar char="•"/>
              <a:defRPr sz="2000">
                <a:latin typeface="微软雅黑" panose="020B0503020204020204" pitchFamily="34" charset="-122"/>
                <a:ea typeface="微软雅黑" panose="020B0503020204020204" pitchFamily="34" charset="-122"/>
              </a:defRPr>
            </a:lvl4pPr>
            <a:lvl5pPr>
              <a:defRPr sz="1600">
                <a:latin typeface="微软雅黑" panose="020B0503020204020204" pitchFamily="34" charset="-122"/>
                <a:ea typeface="微软雅黑" panose="020B0503020204020204" pitchFamily="34" charset="-122"/>
              </a:defRPr>
            </a:lvl5pPr>
          </a:lstStyle>
          <a:p>
            <a:pPr lvl="0" eaLnBrk="1" latinLnBrk="0" hangingPunct="1"/>
            <a:r>
              <a:rPr lang="zh-CN" altLang="en-US" dirty="0"/>
              <a:t>单击此处编辑母版文本样式</a:t>
            </a:r>
          </a:p>
          <a:p>
            <a:pPr lvl="1" eaLnBrk="1" latinLnBrk="0" hangingPunct="1"/>
            <a:r>
              <a:rPr lang="zh-CN" altLang="en-US" dirty="0"/>
              <a:t>第二级</a:t>
            </a:r>
          </a:p>
          <a:p>
            <a:pPr lvl="2" eaLnBrk="1" latinLnBrk="0" hangingPunct="1"/>
            <a:r>
              <a:rPr lang="zh-CN" altLang="en-US" dirty="0"/>
              <a:t>第三级</a:t>
            </a:r>
          </a:p>
          <a:p>
            <a:pPr lvl="3" eaLnBrk="1" latinLnBrk="0" hangingPunct="1"/>
            <a:r>
              <a:rPr lang="zh-CN" altLang="en-US" dirty="0"/>
              <a:t>第四级</a:t>
            </a:r>
          </a:p>
          <a:p>
            <a:pPr lvl="4" eaLnBrk="1" latinLnBrk="0" hangingPunct="1"/>
            <a:r>
              <a:rPr lang="zh-CN" altLang="en-US" dirty="0"/>
              <a:t>第五级</a:t>
            </a:r>
            <a:endParaRPr kumimoji="0" lang="en-US" dirty="0"/>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46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1011226"/>
            <a:ext cx="10972800" cy="774700"/>
          </a:xfrm>
        </p:spPr>
        <p:txBody>
          <a:bodyPr/>
          <a:lstStyle>
            <a:lvl1pPr>
              <a:defRPr sz="5000" b="1">
                <a:latin typeface="隶书" panose="02010509060101010101" pitchFamily="49" charset="-122"/>
                <a:ea typeface="隶书" panose="02010509060101010101" pitchFamily="49" charset="-122"/>
              </a:defRPr>
            </a:lvl1pPr>
          </a:lstStyle>
          <a:p>
            <a:r>
              <a:rPr lang="zh-CN" altLang="en-US" dirty="0"/>
              <a:t>单击此处编辑母版标题样式</a:t>
            </a:r>
          </a:p>
        </p:txBody>
      </p:sp>
      <p:sp>
        <p:nvSpPr>
          <p:cNvPr id="4" name="日期占位符 3"/>
          <p:cNvSpPr>
            <a:spLocks noGrp="1"/>
          </p:cNvSpPr>
          <p:nvPr>
            <p:ph type="dt" sz="half" idx="10"/>
          </p:nvPr>
        </p:nvSpPr>
        <p:spPr/>
        <p:txBody>
          <a:bodyPr/>
          <a:lstStyle>
            <a:lvl1pPr>
              <a:defRPr/>
            </a:lvl1pPr>
          </a:lstStyle>
          <a:p>
            <a:fld id="{9FADFB2E-885B-491E-A32A-9031AA86B1B0}" type="datetimeFigureOut">
              <a:rPr lang="zh-CN" altLang="en-US"/>
              <a:t>2024-07-20</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546D3D19-AF27-447E-95DA-1DCD44E4E178}" type="slidenum">
              <a:rPr lang="zh-CN" altLang="en-US"/>
              <a:t>‹#›</a:t>
            </a:fld>
            <a:endParaRPr lang="zh-CN" altLang="en-US"/>
          </a:p>
        </p:txBody>
      </p:sp>
      <p:sp>
        <p:nvSpPr>
          <p:cNvPr id="7" name="内容占位符 2"/>
          <p:cNvSpPr>
            <a:spLocks noGrp="1"/>
          </p:cNvSpPr>
          <p:nvPr>
            <p:ph idx="1"/>
          </p:nvPr>
        </p:nvSpPr>
        <p:spPr>
          <a:xfrm>
            <a:off x="609600" y="1935480"/>
            <a:ext cx="10972800" cy="4389120"/>
          </a:xfrm>
        </p:spPr>
        <p:txBody>
          <a:bodyPr/>
          <a:lstStyle>
            <a:lvl1pPr>
              <a:buFont typeface="Arial" panose="020B0604020202020204" pitchFamily="34" charset="0"/>
              <a:buChar char="•"/>
              <a:defRPr sz="2600">
                <a:latin typeface="微软雅黑" panose="020B0503020204020204" pitchFamily="34" charset="-122"/>
                <a:ea typeface="微软雅黑" panose="020B0503020204020204" pitchFamily="34" charset="-122"/>
              </a:defRPr>
            </a:lvl1pPr>
            <a:lvl2pPr>
              <a:buFont typeface="Arial" panose="020B0604020202020204" pitchFamily="34" charset="0"/>
              <a:buChar char="•"/>
              <a:defRPr sz="2400">
                <a:latin typeface="微软雅黑" panose="020B0503020204020204" pitchFamily="34" charset="-122"/>
                <a:ea typeface="微软雅黑" panose="020B0503020204020204" pitchFamily="34" charset="-122"/>
              </a:defRPr>
            </a:lvl2pPr>
            <a:lvl3pPr>
              <a:defRPr sz="2100">
                <a:latin typeface="微软雅黑" panose="020B0503020204020204" pitchFamily="34" charset="-122"/>
                <a:ea typeface="微软雅黑" panose="020B0503020204020204" pitchFamily="34" charset="-122"/>
              </a:defRPr>
            </a:lvl3pPr>
            <a:lvl4pPr>
              <a:buFont typeface="Arial" panose="020B0604020202020204" pitchFamily="34" charset="0"/>
              <a:buChar char="•"/>
              <a:defRPr sz="2000">
                <a:latin typeface="微软雅黑" panose="020B0503020204020204" pitchFamily="34" charset="-122"/>
                <a:ea typeface="微软雅黑" panose="020B0503020204020204" pitchFamily="34" charset="-122"/>
              </a:defRPr>
            </a:lvl4pPr>
            <a:lvl5pPr>
              <a:defRPr sz="1600">
                <a:latin typeface="微软雅黑" panose="020B0503020204020204" pitchFamily="34" charset="-122"/>
                <a:ea typeface="微软雅黑" panose="020B0503020204020204" pitchFamily="34" charset="-122"/>
              </a:defRPr>
            </a:lvl5pPr>
          </a:lstStyle>
          <a:p>
            <a:pPr lvl="0" eaLnBrk="1" latinLnBrk="0" hangingPunct="1"/>
            <a:r>
              <a:rPr lang="zh-CN" altLang="en-US" dirty="0"/>
              <a:t>单击此处编辑母版文本样式</a:t>
            </a:r>
          </a:p>
          <a:p>
            <a:pPr lvl="1" eaLnBrk="1" latinLnBrk="0" hangingPunct="1"/>
            <a:r>
              <a:rPr lang="zh-CN" altLang="en-US" dirty="0"/>
              <a:t>第二级</a:t>
            </a:r>
          </a:p>
          <a:p>
            <a:pPr lvl="2" eaLnBrk="1" latinLnBrk="0" hangingPunct="1"/>
            <a:r>
              <a:rPr lang="zh-CN" altLang="en-US" dirty="0"/>
              <a:t>第三级</a:t>
            </a:r>
          </a:p>
          <a:p>
            <a:pPr lvl="3" eaLnBrk="1" latinLnBrk="0" hangingPunct="1"/>
            <a:r>
              <a:rPr lang="zh-CN" altLang="en-US" dirty="0"/>
              <a:t>第四级</a:t>
            </a:r>
          </a:p>
          <a:p>
            <a:pPr lvl="4" eaLnBrk="1" latinLnBrk="0" hangingPunct="1"/>
            <a:r>
              <a:rPr lang="zh-CN" altLang="en-US" dirty="0"/>
              <a:t>第五级</a:t>
            </a:r>
            <a:endParaRPr kumimoji="0" lang="en-US" dirty="0"/>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47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1011226"/>
            <a:ext cx="10972800" cy="774700"/>
          </a:xfrm>
        </p:spPr>
        <p:txBody>
          <a:bodyPr/>
          <a:lstStyle>
            <a:lvl1pPr>
              <a:defRPr sz="5000" b="1">
                <a:latin typeface="隶书" panose="02010509060101010101" pitchFamily="49" charset="-122"/>
                <a:ea typeface="隶书" panose="02010509060101010101" pitchFamily="49" charset="-122"/>
              </a:defRPr>
            </a:lvl1pPr>
          </a:lstStyle>
          <a:p>
            <a:r>
              <a:rPr lang="zh-CN" altLang="en-US" dirty="0"/>
              <a:t>单击此处编辑母版标题样式</a:t>
            </a:r>
          </a:p>
        </p:txBody>
      </p:sp>
      <p:sp>
        <p:nvSpPr>
          <p:cNvPr id="4" name="日期占位符 3"/>
          <p:cNvSpPr>
            <a:spLocks noGrp="1"/>
          </p:cNvSpPr>
          <p:nvPr>
            <p:ph type="dt" sz="half" idx="10"/>
          </p:nvPr>
        </p:nvSpPr>
        <p:spPr/>
        <p:txBody>
          <a:bodyPr/>
          <a:lstStyle>
            <a:lvl1pPr>
              <a:defRPr/>
            </a:lvl1pPr>
          </a:lstStyle>
          <a:p>
            <a:fld id="{9FADFB2E-885B-491E-A32A-9031AA86B1B0}" type="datetimeFigureOut">
              <a:rPr lang="zh-CN" altLang="en-US"/>
              <a:t>2024-07-20</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546D3D19-AF27-447E-95DA-1DCD44E4E178}" type="slidenum">
              <a:rPr lang="zh-CN" altLang="en-US"/>
              <a:t>‹#›</a:t>
            </a:fld>
            <a:endParaRPr lang="zh-CN" altLang="en-US"/>
          </a:p>
        </p:txBody>
      </p:sp>
      <p:sp>
        <p:nvSpPr>
          <p:cNvPr id="7" name="内容占位符 2"/>
          <p:cNvSpPr>
            <a:spLocks noGrp="1"/>
          </p:cNvSpPr>
          <p:nvPr>
            <p:ph idx="1"/>
          </p:nvPr>
        </p:nvSpPr>
        <p:spPr>
          <a:xfrm>
            <a:off x="609600" y="1935480"/>
            <a:ext cx="10972800" cy="4389120"/>
          </a:xfrm>
        </p:spPr>
        <p:txBody>
          <a:bodyPr/>
          <a:lstStyle>
            <a:lvl1pPr>
              <a:buFont typeface="Arial" panose="020B0604020202020204" pitchFamily="34" charset="0"/>
              <a:buChar char="•"/>
              <a:defRPr sz="2600">
                <a:latin typeface="微软雅黑" panose="020B0503020204020204" pitchFamily="34" charset="-122"/>
                <a:ea typeface="微软雅黑" panose="020B0503020204020204" pitchFamily="34" charset="-122"/>
              </a:defRPr>
            </a:lvl1pPr>
            <a:lvl2pPr>
              <a:buFont typeface="Arial" panose="020B0604020202020204" pitchFamily="34" charset="0"/>
              <a:buChar char="•"/>
              <a:defRPr sz="2400">
                <a:latin typeface="微软雅黑" panose="020B0503020204020204" pitchFamily="34" charset="-122"/>
                <a:ea typeface="微软雅黑" panose="020B0503020204020204" pitchFamily="34" charset="-122"/>
              </a:defRPr>
            </a:lvl2pPr>
            <a:lvl3pPr>
              <a:defRPr sz="2100">
                <a:latin typeface="微软雅黑" panose="020B0503020204020204" pitchFamily="34" charset="-122"/>
                <a:ea typeface="微软雅黑" panose="020B0503020204020204" pitchFamily="34" charset="-122"/>
              </a:defRPr>
            </a:lvl3pPr>
            <a:lvl4pPr>
              <a:buFont typeface="Arial" panose="020B0604020202020204" pitchFamily="34" charset="0"/>
              <a:buChar char="•"/>
              <a:defRPr sz="2000">
                <a:latin typeface="微软雅黑" panose="020B0503020204020204" pitchFamily="34" charset="-122"/>
                <a:ea typeface="微软雅黑" panose="020B0503020204020204" pitchFamily="34" charset="-122"/>
              </a:defRPr>
            </a:lvl4pPr>
            <a:lvl5pPr>
              <a:defRPr sz="1600">
                <a:latin typeface="微软雅黑" panose="020B0503020204020204" pitchFamily="34" charset="-122"/>
                <a:ea typeface="微软雅黑" panose="020B0503020204020204" pitchFamily="34" charset="-122"/>
              </a:defRPr>
            </a:lvl5pPr>
          </a:lstStyle>
          <a:p>
            <a:pPr lvl="0" eaLnBrk="1" latinLnBrk="0" hangingPunct="1"/>
            <a:r>
              <a:rPr lang="zh-CN" altLang="en-US" dirty="0"/>
              <a:t>单击此处编辑母版文本样式</a:t>
            </a:r>
          </a:p>
          <a:p>
            <a:pPr lvl="1" eaLnBrk="1" latinLnBrk="0" hangingPunct="1"/>
            <a:r>
              <a:rPr lang="zh-CN" altLang="en-US" dirty="0"/>
              <a:t>第二级</a:t>
            </a:r>
          </a:p>
          <a:p>
            <a:pPr lvl="2" eaLnBrk="1" latinLnBrk="0" hangingPunct="1"/>
            <a:r>
              <a:rPr lang="zh-CN" altLang="en-US" dirty="0"/>
              <a:t>第三级</a:t>
            </a:r>
          </a:p>
          <a:p>
            <a:pPr lvl="3" eaLnBrk="1" latinLnBrk="0" hangingPunct="1"/>
            <a:r>
              <a:rPr lang="zh-CN" altLang="en-US" dirty="0"/>
              <a:t>第四级</a:t>
            </a:r>
          </a:p>
          <a:p>
            <a:pPr lvl="4" eaLnBrk="1" latinLnBrk="0" hangingPunct="1"/>
            <a:r>
              <a:rPr lang="zh-CN" altLang="en-US" dirty="0"/>
              <a:t>第五级</a:t>
            </a:r>
            <a:endParaRPr kumimoji="0" lang="en-US" dirty="0"/>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49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1011226"/>
            <a:ext cx="10972800" cy="774700"/>
          </a:xfrm>
        </p:spPr>
        <p:txBody>
          <a:bodyPr/>
          <a:lstStyle>
            <a:lvl1pPr>
              <a:defRPr sz="5000" b="1">
                <a:latin typeface="隶书" panose="02010509060101010101" pitchFamily="49" charset="-122"/>
                <a:ea typeface="隶书" panose="02010509060101010101" pitchFamily="49" charset="-122"/>
              </a:defRPr>
            </a:lvl1pPr>
          </a:lstStyle>
          <a:p>
            <a:r>
              <a:rPr lang="zh-CN" altLang="en-US" dirty="0"/>
              <a:t>单击此处编辑母版标题样式</a:t>
            </a:r>
          </a:p>
        </p:txBody>
      </p:sp>
      <p:sp>
        <p:nvSpPr>
          <p:cNvPr id="4" name="日期占位符 3"/>
          <p:cNvSpPr>
            <a:spLocks noGrp="1"/>
          </p:cNvSpPr>
          <p:nvPr>
            <p:ph type="dt" sz="half" idx="10"/>
          </p:nvPr>
        </p:nvSpPr>
        <p:spPr/>
        <p:txBody>
          <a:bodyPr/>
          <a:lstStyle>
            <a:lvl1pPr>
              <a:defRPr/>
            </a:lvl1pPr>
          </a:lstStyle>
          <a:p>
            <a:fld id="{9FADFB2E-885B-491E-A32A-9031AA86B1B0}" type="datetimeFigureOut">
              <a:rPr lang="zh-CN" altLang="en-US"/>
              <a:t>2024-07-20</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546D3D19-AF27-447E-95DA-1DCD44E4E178}" type="slidenum">
              <a:rPr lang="zh-CN" altLang="en-US"/>
              <a:t>‹#›</a:t>
            </a:fld>
            <a:endParaRPr lang="zh-CN" altLang="en-US"/>
          </a:p>
        </p:txBody>
      </p:sp>
      <p:sp>
        <p:nvSpPr>
          <p:cNvPr id="7" name="内容占位符 2"/>
          <p:cNvSpPr>
            <a:spLocks noGrp="1"/>
          </p:cNvSpPr>
          <p:nvPr>
            <p:ph idx="1"/>
          </p:nvPr>
        </p:nvSpPr>
        <p:spPr>
          <a:xfrm>
            <a:off x="609600" y="1935480"/>
            <a:ext cx="10972800" cy="4389120"/>
          </a:xfrm>
        </p:spPr>
        <p:txBody>
          <a:bodyPr/>
          <a:lstStyle>
            <a:lvl1pPr>
              <a:buFont typeface="Arial" panose="020B0604020202020204" pitchFamily="34" charset="0"/>
              <a:buChar char="•"/>
              <a:defRPr sz="2600">
                <a:latin typeface="微软雅黑" panose="020B0503020204020204" pitchFamily="34" charset="-122"/>
                <a:ea typeface="微软雅黑" panose="020B0503020204020204" pitchFamily="34" charset="-122"/>
              </a:defRPr>
            </a:lvl1pPr>
            <a:lvl2pPr>
              <a:buFont typeface="Arial" panose="020B0604020202020204" pitchFamily="34" charset="0"/>
              <a:buChar char="•"/>
              <a:defRPr sz="2400">
                <a:latin typeface="微软雅黑" panose="020B0503020204020204" pitchFamily="34" charset="-122"/>
                <a:ea typeface="微软雅黑" panose="020B0503020204020204" pitchFamily="34" charset="-122"/>
              </a:defRPr>
            </a:lvl2pPr>
            <a:lvl3pPr>
              <a:defRPr sz="2100">
                <a:latin typeface="微软雅黑" panose="020B0503020204020204" pitchFamily="34" charset="-122"/>
                <a:ea typeface="微软雅黑" panose="020B0503020204020204" pitchFamily="34" charset="-122"/>
              </a:defRPr>
            </a:lvl3pPr>
            <a:lvl4pPr>
              <a:buFont typeface="Arial" panose="020B0604020202020204" pitchFamily="34" charset="0"/>
              <a:buChar char="•"/>
              <a:defRPr sz="2000">
                <a:latin typeface="微软雅黑" panose="020B0503020204020204" pitchFamily="34" charset="-122"/>
                <a:ea typeface="微软雅黑" panose="020B0503020204020204" pitchFamily="34" charset="-122"/>
              </a:defRPr>
            </a:lvl4pPr>
            <a:lvl5pPr>
              <a:defRPr sz="1600">
                <a:latin typeface="微软雅黑" panose="020B0503020204020204" pitchFamily="34" charset="-122"/>
                <a:ea typeface="微软雅黑" panose="020B0503020204020204" pitchFamily="34" charset="-122"/>
              </a:defRPr>
            </a:lvl5pPr>
          </a:lstStyle>
          <a:p>
            <a:pPr lvl="0" eaLnBrk="1" latinLnBrk="0" hangingPunct="1"/>
            <a:r>
              <a:rPr lang="zh-CN" altLang="en-US" dirty="0"/>
              <a:t>单击此处编辑母版文本样式</a:t>
            </a:r>
          </a:p>
          <a:p>
            <a:pPr lvl="1" eaLnBrk="1" latinLnBrk="0" hangingPunct="1"/>
            <a:r>
              <a:rPr lang="zh-CN" altLang="en-US" dirty="0"/>
              <a:t>第二级</a:t>
            </a:r>
          </a:p>
          <a:p>
            <a:pPr lvl="2" eaLnBrk="1" latinLnBrk="0" hangingPunct="1"/>
            <a:r>
              <a:rPr lang="zh-CN" altLang="en-US" dirty="0"/>
              <a:t>第三级</a:t>
            </a:r>
          </a:p>
          <a:p>
            <a:pPr lvl="3" eaLnBrk="1" latinLnBrk="0" hangingPunct="1"/>
            <a:r>
              <a:rPr lang="zh-CN" altLang="en-US" dirty="0"/>
              <a:t>第四级</a:t>
            </a:r>
          </a:p>
          <a:p>
            <a:pPr lvl="4" eaLnBrk="1" latinLnBrk="0" hangingPunct="1"/>
            <a:r>
              <a:rPr lang="zh-CN" altLang="en-US" dirty="0"/>
              <a:t>第五级</a:t>
            </a:r>
            <a:endParaRPr kumimoji="0" lang="en-US" dirty="0"/>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50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1011226"/>
            <a:ext cx="10972800" cy="774700"/>
          </a:xfrm>
        </p:spPr>
        <p:txBody>
          <a:bodyPr/>
          <a:lstStyle>
            <a:lvl1pPr>
              <a:defRPr sz="5000" b="1">
                <a:latin typeface="隶书" panose="02010509060101010101" pitchFamily="49" charset="-122"/>
                <a:ea typeface="隶书" panose="02010509060101010101" pitchFamily="49" charset="-122"/>
              </a:defRPr>
            </a:lvl1pPr>
          </a:lstStyle>
          <a:p>
            <a:r>
              <a:rPr lang="zh-CN" altLang="en-US" dirty="0"/>
              <a:t>单击此处编辑母版标题样式</a:t>
            </a:r>
          </a:p>
        </p:txBody>
      </p:sp>
      <p:sp>
        <p:nvSpPr>
          <p:cNvPr id="4" name="日期占位符 3"/>
          <p:cNvSpPr>
            <a:spLocks noGrp="1"/>
          </p:cNvSpPr>
          <p:nvPr>
            <p:ph type="dt" sz="half" idx="10"/>
          </p:nvPr>
        </p:nvSpPr>
        <p:spPr/>
        <p:txBody>
          <a:bodyPr/>
          <a:lstStyle>
            <a:lvl1pPr>
              <a:defRPr/>
            </a:lvl1pPr>
          </a:lstStyle>
          <a:p>
            <a:fld id="{9FADFB2E-885B-491E-A32A-9031AA86B1B0}" type="datetimeFigureOut">
              <a:rPr lang="zh-CN" altLang="en-US"/>
              <a:t>2024-07-20</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546D3D19-AF27-447E-95DA-1DCD44E4E178}" type="slidenum">
              <a:rPr lang="zh-CN" altLang="en-US"/>
              <a:t>‹#›</a:t>
            </a:fld>
            <a:endParaRPr lang="zh-CN" altLang="en-US"/>
          </a:p>
        </p:txBody>
      </p:sp>
      <p:sp>
        <p:nvSpPr>
          <p:cNvPr id="7" name="内容占位符 2"/>
          <p:cNvSpPr>
            <a:spLocks noGrp="1"/>
          </p:cNvSpPr>
          <p:nvPr>
            <p:ph idx="1"/>
          </p:nvPr>
        </p:nvSpPr>
        <p:spPr>
          <a:xfrm>
            <a:off x="609600" y="1935480"/>
            <a:ext cx="10972800" cy="4389120"/>
          </a:xfrm>
        </p:spPr>
        <p:txBody>
          <a:bodyPr/>
          <a:lstStyle>
            <a:lvl1pPr>
              <a:buFont typeface="Arial" panose="020B0604020202020204" pitchFamily="34" charset="0"/>
              <a:buChar char="•"/>
              <a:defRPr sz="2600">
                <a:latin typeface="微软雅黑" panose="020B0503020204020204" pitchFamily="34" charset="-122"/>
                <a:ea typeface="微软雅黑" panose="020B0503020204020204" pitchFamily="34" charset="-122"/>
              </a:defRPr>
            </a:lvl1pPr>
            <a:lvl2pPr>
              <a:buFont typeface="Arial" panose="020B0604020202020204" pitchFamily="34" charset="0"/>
              <a:buChar char="•"/>
              <a:defRPr sz="2400">
                <a:latin typeface="微软雅黑" panose="020B0503020204020204" pitchFamily="34" charset="-122"/>
                <a:ea typeface="微软雅黑" panose="020B0503020204020204" pitchFamily="34" charset="-122"/>
              </a:defRPr>
            </a:lvl2pPr>
            <a:lvl3pPr>
              <a:defRPr sz="2100">
                <a:latin typeface="微软雅黑" panose="020B0503020204020204" pitchFamily="34" charset="-122"/>
                <a:ea typeface="微软雅黑" panose="020B0503020204020204" pitchFamily="34" charset="-122"/>
              </a:defRPr>
            </a:lvl3pPr>
            <a:lvl4pPr>
              <a:buFont typeface="Arial" panose="020B0604020202020204" pitchFamily="34" charset="0"/>
              <a:buChar char="•"/>
              <a:defRPr sz="2000">
                <a:latin typeface="微软雅黑" panose="020B0503020204020204" pitchFamily="34" charset="-122"/>
                <a:ea typeface="微软雅黑" panose="020B0503020204020204" pitchFamily="34" charset="-122"/>
              </a:defRPr>
            </a:lvl4pPr>
            <a:lvl5pPr>
              <a:defRPr sz="1600">
                <a:latin typeface="微软雅黑" panose="020B0503020204020204" pitchFamily="34" charset="-122"/>
                <a:ea typeface="微软雅黑" panose="020B0503020204020204" pitchFamily="34" charset="-122"/>
              </a:defRPr>
            </a:lvl5pPr>
          </a:lstStyle>
          <a:p>
            <a:pPr lvl="0" eaLnBrk="1" latinLnBrk="0" hangingPunct="1"/>
            <a:r>
              <a:rPr lang="zh-CN" altLang="en-US" dirty="0"/>
              <a:t>单击此处编辑母版文本样式</a:t>
            </a:r>
          </a:p>
          <a:p>
            <a:pPr lvl="1" eaLnBrk="1" latinLnBrk="0" hangingPunct="1"/>
            <a:r>
              <a:rPr lang="zh-CN" altLang="en-US" dirty="0"/>
              <a:t>第二级</a:t>
            </a:r>
          </a:p>
          <a:p>
            <a:pPr lvl="2" eaLnBrk="1" latinLnBrk="0" hangingPunct="1"/>
            <a:r>
              <a:rPr lang="zh-CN" altLang="en-US" dirty="0"/>
              <a:t>第三级</a:t>
            </a:r>
          </a:p>
          <a:p>
            <a:pPr lvl="3" eaLnBrk="1" latinLnBrk="0" hangingPunct="1"/>
            <a:r>
              <a:rPr lang="zh-CN" altLang="en-US" dirty="0"/>
              <a:t>第四级</a:t>
            </a:r>
          </a:p>
          <a:p>
            <a:pPr lvl="4" eaLnBrk="1" latinLnBrk="0" hangingPunct="1"/>
            <a:r>
              <a:rPr lang="zh-CN" altLang="en-US" dirty="0"/>
              <a:t>第五级</a:t>
            </a:r>
            <a:endParaRPr kumimoji="0" lang="en-US" dirty="0"/>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51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1011226"/>
            <a:ext cx="10972800" cy="774700"/>
          </a:xfrm>
        </p:spPr>
        <p:txBody>
          <a:bodyPr/>
          <a:lstStyle>
            <a:lvl1pPr>
              <a:defRPr sz="5000" b="1">
                <a:latin typeface="隶书" panose="02010509060101010101" pitchFamily="49" charset="-122"/>
                <a:ea typeface="隶书" panose="02010509060101010101" pitchFamily="49" charset="-122"/>
              </a:defRPr>
            </a:lvl1pPr>
          </a:lstStyle>
          <a:p>
            <a:r>
              <a:rPr lang="zh-CN" altLang="en-US" dirty="0"/>
              <a:t>单击此处编辑母版标题样式</a:t>
            </a:r>
          </a:p>
        </p:txBody>
      </p:sp>
      <p:sp>
        <p:nvSpPr>
          <p:cNvPr id="4" name="日期占位符 3"/>
          <p:cNvSpPr>
            <a:spLocks noGrp="1"/>
          </p:cNvSpPr>
          <p:nvPr>
            <p:ph type="dt" sz="half" idx="10"/>
          </p:nvPr>
        </p:nvSpPr>
        <p:spPr/>
        <p:txBody>
          <a:bodyPr/>
          <a:lstStyle>
            <a:lvl1pPr>
              <a:defRPr/>
            </a:lvl1pPr>
          </a:lstStyle>
          <a:p>
            <a:fld id="{9FADFB2E-885B-491E-A32A-9031AA86B1B0}" type="datetimeFigureOut">
              <a:rPr lang="zh-CN" altLang="en-US"/>
              <a:t>2024-07-20</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546D3D19-AF27-447E-95DA-1DCD44E4E178}" type="slidenum">
              <a:rPr lang="zh-CN" altLang="en-US"/>
              <a:t>‹#›</a:t>
            </a:fld>
            <a:endParaRPr lang="zh-CN" altLang="en-US"/>
          </a:p>
        </p:txBody>
      </p:sp>
      <p:sp>
        <p:nvSpPr>
          <p:cNvPr id="7" name="内容占位符 2"/>
          <p:cNvSpPr>
            <a:spLocks noGrp="1"/>
          </p:cNvSpPr>
          <p:nvPr>
            <p:ph idx="1"/>
          </p:nvPr>
        </p:nvSpPr>
        <p:spPr>
          <a:xfrm>
            <a:off x="609600" y="1935480"/>
            <a:ext cx="10972800" cy="4389120"/>
          </a:xfrm>
        </p:spPr>
        <p:txBody>
          <a:bodyPr/>
          <a:lstStyle>
            <a:lvl1pPr>
              <a:buFont typeface="Arial" panose="020B0604020202020204" pitchFamily="34" charset="0"/>
              <a:buChar char="•"/>
              <a:defRPr sz="2600">
                <a:latin typeface="微软雅黑" panose="020B0503020204020204" pitchFamily="34" charset="-122"/>
                <a:ea typeface="微软雅黑" panose="020B0503020204020204" pitchFamily="34" charset="-122"/>
              </a:defRPr>
            </a:lvl1pPr>
            <a:lvl2pPr>
              <a:buFont typeface="Arial" panose="020B0604020202020204" pitchFamily="34" charset="0"/>
              <a:buChar char="•"/>
              <a:defRPr sz="2400">
                <a:latin typeface="微软雅黑" panose="020B0503020204020204" pitchFamily="34" charset="-122"/>
                <a:ea typeface="微软雅黑" panose="020B0503020204020204" pitchFamily="34" charset="-122"/>
              </a:defRPr>
            </a:lvl2pPr>
            <a:lvl3pPr>
              <a:defRPr sz="2100">
                <a:latin typeface="微软雅黑" panose="020B0503020204020204" pitchFamily="34" charset="-122"/>
                <a:ea typeface="微软雅黑" panose="020B0503020204020204" pitchFamily="34" charset="-122"/>
              </a:defRPr>
            </a:lvl3pPr>
            <a:lvl4pPr>
              <a:buFont typeface="Arial" panose="020B0604020202020204" pitchFamily="34" charset="0"/>
              <a:buChar char="•"/>
              <a:defRPr sz="2000">
                <a:latin typeface="微软雅黑" panose="020B0503020204020204" pitchFamily="34" charset="-122"/>
                <a:ea typeface="微软雅黑" panose="020B0503020204020204" pitchFamily="34" charset="-122"/>
              </a:defRPr>
            </a:lvl4pPr>
            <a:lvl5pPr>
              <a:defRPr sz="1600">
                <a:latin typeface="微软雅黑" panose="020B0503020204020204" pitchFamily="34" charset="-122"/>
                <a:ea typeface="微软雅黑" panose="020B0503020204020204" pitchFamily="34" charset="-122"/>
              </a:defRPr>
            </a:lvl5pPr>
          </a:lstStyle>
          <a:p>
            <a:pPr lvl="0" eaLnBrk="1" latinLnBrk="0" hangingPunct="1"/>
            <a:r>
              <a:rPr lang="zh-CN" altLang="en-US" dirty="0"/>
              <a:t>单击此处编辑母版文本样式</a:t>
            </a:r>
          </a:p>
          <a:p>
            <a:pPr lvl="1" eaLnBrk="1" latinLnBrk="0" hangingPunct="1"/>
            <a:r>
              <a:rPr lang="zh-CN" altLang="en-US" dirty="0"/>
              <a:t>第二级</a:t>
            </a:r>
          </a:p>
          <a:p>
            <a:pPr lvl="2" eaLnBrk="1" latinLnBrk="0" hangingPunct="1"/>
            <a:r>
              <a:rPr lang="zh-CN" altLang="en-US" dirty="0"/>
              <a:t>第三级</a:t>
            </a:r>
          </a:p>
          <a:p>
            <a:pPr lvl="3" eaLnBrk="1" latinLnBrk="0" hangingPunct="1"/>
            <a:r>
              <a:rPr lang="zh-CN" altLang="en-US" dirty="0"/>
              <a:t>第四级</a:t>
            </a:r>
          </a:p>
          <a:p>
            <a:pPr lvl="4" eaLnBrk="1" latinLnBrk="0" hangingPunct="1"/>
            <a:r>
              <a:rPr lang="zh-CN" altLang="en-US" dirty="0"/>
              <a:t>第五级</a:t>
            </a:r>
            <a:endParaRPr kumimoji="0" lang="en-US" dirty="0"/>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52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1011226"/>
            <a:ext cx="10972800" cy="774700"/>
          </a:xfrm>
        </p:spPr>
        <p:txBody>
          <a:bodyPr/>
          <a:lstStyle>
            <a:lvl1pPr>
              <a:defRPr sz="5000" b="1">
                <a:latin typeface="隶书" panose="02010509060101010101" pitchFamily="49" charset="-122"/>
                <a:ea typeface="隶书" panose="02010509060101010101" pitchFamily="49" charset="-122"/>
              </a:defRPr>
            </a:lvl1pPr>
          </a:lstStyle>
          <a:p>
            <a:r>
              <a:rPr lang="zh-CN" altLang="en-US" dirty="0"/>
              <a:t>单击此处编辑母版标题样式</a:t>
            </a:r>
          </a:p>
        </p:txBody>
      </p:sp>
      <p:sp>
        <p:nvSpPr>
          <p:cNvPr id="4" name="日期占位符 3"/>
          <p:cNvSpPr>
            <a:spLocks noGrp="1"/>
          </p:cNvSpPr>
          <p:nvPr>
            <p:ph type="dt" sz="half" idx="10"/>
          </p:nvPr>
        </p:nvSpPr>
        <p:spPr/>
        <p:txBody>
          <a:bodyPr/>
          <a:lstStyle>
            <a:lvl1pPr>
              <a:defRPr/>
            </a:lvl1pPr>
          </a:lstStyle>
          <a:p>
            <a:fld id="{9FADFB2E-885B-491E-A32A-9031AA86B1B0}" type="datetimeFigureOut">
              <a:rPr lang="zh-CN" altLang="en-US"/>
              <a:t>2024-07-20</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546D3D19-AF27-447E-95DA-1DCD44E4E178}" type="slidenum">
              <a:rPr lang="zh-CN" altLang="en-US"/>
              <a:t>‹#›</a:t>
            </a:fld>
            <a:endParaRPr lang="zh-CN" altLang="en-US"/>
          </a:p>
        </p:txBody>
      </p:sp>
      <p:sp>
        <p:nvSpPr>
          <p:cNvPr id="7" name="内容占位符 2"/>
          <p:cNvSpPr>
            <a:spLocks noGrp="1"/>
          </p:cNvSpPr>
          <p:nvPr>
            <p:ph idx="1"/>
          </p:nvPr>
        </p:nvSpPr>
        <p:spPr>
          <a:xfrm>
            <a:off x="609600" y="1935480"/>
            <a:ext cx="10972800" cy="4389120"/>
          </a:xfrm>
        </p:spPr>
        <p:txBody>
          <a:bodyPr/>
          <a:lstStyle>
            <a:lvl1pPr>
              <a:buFont typeface="Arial" panose="020B0604020202020204" pitchFamily="34" charset="0"/>
              <a:buChar char="•"/>
              <a:defRPr sz="2600">
                <a:latin typeface="微软雅黑" panose="020B0503020204020204" pitchFamily="34" charset="-122"/>
                <a:ea typeface="微软雅黑" panose="020B0503020204020204" pitchFamily="34" charset="-122"/>
              </a:defRPr>
            </a:lvl1pPr>
            <a:lvl2pPr>
              <a:buFont typeface="Arial" panose="020B0604020202020204" pitchFamily="34" charset="0"/>
              <a:buChar char="•"/>
              <a:defRPr sz="2400">
                <a:latin typeface="微软雅黑" panose="020B0503020204020204" pitchFamily="34" charset="-122"/>
                <a:ea typeface="微软雅黑" panose="020B0503020204020204" pitchFamily="34" charset="-122"/>
              </a:defRPr>
            </a:lvl2pPr>
            <a:lvl3pPr>
              <a:defRPr sz="2100">
                <a:latin typeface="微软雅黑" panose="020B0503020204020204" pitchFamily="34" charset="-122"/>
                <a:ea typeface="微软雅黑" panose="020B0503020204020204" pitchFamily="34" charset="-122"/>
              </a:defRPr>
            </a:lvl3pPr>
            <a:lvl4pPr>
              <a:buFont typeface="Arial" panose="020B0604020202020204" pitchFamily="34" charset="0"/>
              <a:buChar char="•"/>
              <a:defRPr sz="2000">
                <a:latin typeface="微软雅黑" panose="020B0503020204020204" pitchFamily="34" charset="-122"/>
                <a:ea typeface="微软雅黑" panose="020B0503020204020204" pitchFamily="34" charset="-122"/>
              </a:defRPr>
            </a:lvl4pPr>
            <a:lvl5pPr>
              <a:defRPr sz="1600">
                <a:latin typeface="微软雅黑" panose="020B0503020204020204" pitchFamily="34" charset="-122"/>
                <a:ea typeface="微软雅黑" panose="020B0503020204020204" pitchFamily="34" charset="-122"/>
              </a:defRPr>
            </a:lvl5pPr>
          </a:lstStyle>
          <a:p>
            <a:pPr lvl="0" eaLnBrk="1" latinLnBrk="0" hangingPunct="1"/>
            <a:r>
              <a:rPr lang="zh-CN" altLang="en-US" dirty="0"/>
              <a:t>单击此处编辑母版文本样式</a:t>
            </a:r>
          </a:p>
          <a:p>
            <a:pPr lvl="1" eaLnBrk="1" latinLnBrk="0" hangingPunct="1"/>
            <a:r>
              <a:rPr lang="zh-CN" altLang="en-US" dirty="0"/>
              <a:t>第二级</a:t>
            </a:r>
          </a:p>
          <a:p>
            <a:pPr lvl="2" eaLnBrk="1" latinLnBrk="0" hangingPunct="1"/>
            <a:r>
              <a:rPr lang="zh-CN" altLang="en-US" dirty="0"/>
              <a:t>第三级</a:t>
            </a:r>
          </a:p>
          <a:p>
            <a:pPr lvl="3" eaLnBrk="1" latinLnBrk="0" hangingPunct="1"/>
            <a:r>
              <a:rPr lang="zh-CN" altLang="en-US" dirty="0"/>
              <a:t>第四级</a:t>
            </a:r>
          </a:p>
          <a:p>
            <a:pPr lvl="4" eaLnBrk="1" latinLnBrk="0" hangingPunct="1"/>
            <a:r>
              <a:rPr lang="zh-CN" altLang="en-US" dirty="0"/>
              <a:t>第五级</a:t>
            </a:r>
            <a:endParaRPr kumimoji="0" lang="en-US" dirty="0"/>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53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1011226"/>
            <a:ext cx="10972800" cy="774700"/>
          </a:xfrm>
        </p:spPr>
        <p:txBody>
          <a:bodyPr/>
          <a:lstStyle>
            <a:lvl1pPr>
              <a:defRPr sz="5000" b="1">
                <a:latin typeface="隶书" panose="02010509060101010101" pitchFamily="49" charset="-122"/>
                <a:ea typeface="隶书" panose="02010509060101010101" pitchFamily="49" charset="-122"/>
              </a:defRPr>
            </a:lvl1pPr>
          </a:lstStyle>
          <a:p>
            <a:r>
              <a:rPr lang="zh-CN" altLang="en-US" dirty="0"/>
              <a:t>单击此处编辑母版标题样式</a:t>
            </a:r>
          </a:p>
        </p:txBody>
      </p:sp>
      <p:sp>
        <p:nvSpPr>
          <p:cNvPr id="4" name="日期占位符 3"/>
          <p:cNvSpPr>
            <a:spLocks noGrp="1"/>
          </p:cNvSpPr>
          <p:nvPr>
            <p:ph type="dt" sz="half" idx="10"/>
          </p:nvPr>
        </p:nvSpPr>
        <p:spPr/>
        <p:txBody>
          <a:bodyPr/>
          <a:lstStyle>
            <a:lvl1pPr>
              <a:defRPr/>
            </a:lvl1pPr>
          </a:lstStyle>
          <a:p>
            <a:fld id="{9FADFB2E-885B-491E-A32A-9031AA86B1B0}" type="datetimeFigureOut">
              <a:rPr lang="zh-CN" altLang="en-US"/>
              <a:t>2024-07-20</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546D3D19-AF27-447E-95DA-1DCD44E4E178}" type="slidenum">
              <a:rPr lang="zh-CN" altLang="en-US"/>
              <a:t>‹#›</a:t>
            </a:fld>
            <a:endParaRPr lang="zh-CN" altLang="en-US"/>
          </a:p>
        </p:txBody>
      </p:sp>
      <p:sp>
        <p:nvSpPr>
          <p:cNvPr id="7" name="内容占位符 2"/>
          <p:cNvSpPr>
            <a:spLocks noGrp="1"/>
          </p:cNvSpPr>
          <p:nvPr>
            <p:ph idx="1"/>
          </p:nvPr>
        </p:nvSpPr>
        <p:spPr>
          <a:xfrm>
            <a:off x="609600" y="1935480"/>
            <a:ext cx="10972800" cy="4389120"/>
          </a:xfrm>
        </p:spPr>
        <p:txBody>
          <a:bodyPr/>
          <a:lstStyle>
            <a:lvl1pPr>
              <a:buFont typeface="Arial" panose="020B0604020202020204" pitchFamily="34" charset="0"/>
              <a:buChar char="•"/>
              <a:defRPr sz="2600">
                <a:latin typeface="微软雅黑" panose="020B0503020204020204" pitchFamily="34" charset="-122"/>
                <a:ea typeface="微软雅黑" panose="020B0503020204020204" pitchFamily="34" charset="-122"/>
              </a:defRPr>
            </a:lvl1pPr>
            <a:lvl2pPr>
              <a:buFont typeface="Arial" panose="020B0604020202020204" pitchFamily="34" charset="0"/>
              <a:buChar char="•"/>
              <a:defRPr sz="2400">
                <a:latin typeface="微软雅黑" panose="020B0503020204020204" pitchFamily="34" charset="-122"/>
                <a:ea typeface="微软雅黑" panose="020B0503020204020204" pitchFamily="34" charset="-122"/>
              </a:defRPr>
            </a:lvl2pPr>
            <a:lvl3pPr>
              <a:defRPr sz="2100">
                <a:latin typeface="微软雅黑" panose="020B0503020204020204" pitchFamily="34" charset="-122"/>
                <a:ea typeface="微软雅黑" panose="020B0503020204020204" pitchFamily="34" charset="-122"/>
              </a:defRPr>
            </a:lvl3pPr>
            <a:lvl4pPr>
              <a:buFont typeface="Arial" panose="020B0604020202020204" pitchFamily="34" charset="0"/>
              <a:buChar char="•"/>
              <a:defRPr sz="2000">
                <a:latin typeface="微软雅黑" panose="020B0503020204020204" pitchFamily="34" charset="-122"/>
                <a:ea typeface="微软雅黑" panose="020B0503020204020204" pitchFamily="34" charset="-122"/>
              </a:defRPr>
            </a:lvl4pPr>
            <a:lvl5pPr>
              <a:defRPr sz="1600">
                <a:latin typeface="微软雅黑" panose="020B0503020204020204" pitchFamily="34" charset="-122"/>
                <a:ea typeface="微软雅黑" panose="020B0503020204020204" pitchFamily="34" charset="-122"/>
              </a:defRPr>
            </a:lvl5pPr>
          </a:lstStyle>
          <a:p>
            <a:pPr lvl="0" eaLnBrk="1" latinLnBrk="0" hangingPunct="1"/>
            <a:r>
              <a:rPr lang="zh-CN" altLang="en-US" dirty="0"/>
              <a:t>单击此处编辑母版文本样式</a:t>
            </a:r>
          </a:p>
          <a:p>
            <a:pPr lvl="1" eaLnBrk="1" latinLnBrk="0" hangingPunct="1"/>
            <a:r>
              <a:rPr lang="zh-CN" altLang="en-US" dirty="0"/>
              <a:t>第二级</a:t>
            </a:r>
          </a:p>
          <a:p>
            <a:pPr lvl="2" eaLnBrk="1" latinLnBrk="0" hangingPunct="1"/>
            <a:r>
              <a:rPr lang="zh-CN" altLang="en-US" dirty="0"/>
              <a:t>第三级</a:t>
            </a:r>
          </a:p>
          <a:p>
            <a:pPr lvl="3" eaLnBrk="1" latinLnBrk="0" hangingPunct="1"/>
            <a:r>
              <a:rPr lang="zh-CN" altLang="en-US" dirty="0"/>
              <a:t>第四级</a:t>
            </a:r>
          </a:p>
          <a:p>
            <a:pPr lvl="4" eaLnBrk="1" latinLnBrk="0" hangingPunct="1"/>
            <a:r>
              <a:rPr lang="zh-CN" altLang="en-US" dirty="0"/>
              <a:t>第五级</a:t>
            </a:r>
            <a:endParaRPr kumimoji="0" lang="en-US" dirty="0"/>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54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1011226"/>
            <a:ext cx="10972800" cy="774700"/>
          </a:xfrm>
        </p:spPr>
        <p:txBody>
          <a:bodyPr/>
          <a:lstStyle>
            <a:lvl1pPr>
              <a:defRPr sz="5000" b="1">
                <a:latin typeface="隶书" panose="02010509060101010101" pitchFamily="49" charset="-122"/>
                <a:ea typeface="隶书" panose="02010509060101010101" pitchFamily="49" charset="-122"/>
              </a:defRPr>
            </a:lvl1pPr>
          </a:lstStyle>
          <a:p>
            <a:r>
              <a:rPr lang="zh-CN" altLang="en-US" dirty="0"/>
              <a:t>单击此处编辑母版标题样式</a:t>
            </a:r>
          </a:p>
        </p:txBody>
      </p:sp>
      <p:sp>
        <p:nvSpPr>
          <p:cNvPr id="4" name="日期占位符 3"/>
          <p:cNvSpPr>
            <a:spLocks noGrp="1"/>
          </p:cNvSpPr>
          <p:nvPr>
            <p:ph type="dt" sz="half" idx="10"/>
          </p:nvPr>
        </p:nvSpPr>
        <p:spPr/>
        <p:txBody>
          <a:bodyPr/>
          <a:lstStyle>
            <a:lvl1pPr>
              <a:defRPr/>
            </a:lvl1pPr>
          </a:lstStyle>
          <a:p>
            <a:fld id="{9FADFB2E-885B-491E-A32A-9031AA86B1B0}" type="datetimeFigureOut">
              <a:rPr lang="zh-CN" altLang="en-US"/>
              <a:t>2024-07-20</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546D3D19-AF27-447E-95DA-1DCD44E4E178}" type="slidenum">
              <a:rPr lang="zh-CN" altLang="en-US"/>
              <a:t>‹#›</a:t>
            </a:fld>
            <a:endParaRPr lang="zh-CN" altLang="en-US"/>
          </a:p>
        </p:txBody>
      </p:sp>
      <p:sp>
        <p:nvSpPr>
          <p:cNvPr id="7" name="内容占位符 2"/>
          <p:cNvSpPr>
            <a:spLocks noGrp="1"/>
          </p:cNvSpPr>
          <p:nvPr>
            <p:ph idx="1"/>
          </p:nvPr>
        </p:nvSpPr>
        <p:spPr>
          <a:xfrm>
            <a:off x="609600" y="1935480"/>
            <a:ext cx="10972800" cy="4389120"/>
          </a:xfrm>
        </p:spPr>
        <p:txBody>
          <a:bodyPr/>
          <a:lstStyle>
            <a:lvl1pPr>
              <a:buFont typeface="Arial" panose="020B0604020202020204" pitchFamily="34" charset="0"/>
              <a:buChar char="•"/>
              <a:defRPr sz="2600">
                <a:latin typeface="微软雅黑" panose="020B0503020204020204" pitchFamily="34" charset="-122"/>
                <a:ea typeface="微软雅黑" panose="020B0503020204020204" pitchFamily="34" charset="-122"/>
              </a:defRPr>
            </a:lvl1pPr>
            <a:lvl2pPr>
              <a:buFont typeface="Arial" panose="020B0604020202020204" pitchFamily="34" charset="0"/>
              <a:buChar char="•"/>
              <a:defRPr sz="2400">
                <a:latin typeface="微软雅黑" panose="020B0503020204020204" pitchFamily="34" charset="-122"/>
                <a:ea typeface="微软雅黑" panose="020B0503020204020204" pitchFamily="34" charset="-122"/>
              </a:defRPr>
            </a:lvl2pPr>
            <a:lvl3pPr>
              <a:defRPr sz="2100">
                <a:latin typeface="微软雅黑" panose="020B0503020204020204" pitchFamily="34" charset="-122"/>
                <a:ea typeface="微软雅黑" panose="020B0503020204020204" pitchFamily="34" charset="-122"/>
              </a:defRPr>
            </a:lvl3pPr>
            <a:lvl4pPr>
              <a:buFont typeface="Arial" panose="020B0604020202020204" pitchFamily="34" charset="0"/>
              <a:buChar char="•"/>
              <a:defRPr sz="2000">
                <a:latin typeface="微软雅黑" panose="020B0503020204020204" pitchFamily="34" charset="-122"/>
                <a:ea typeface="微软雅黑" panose="020B0503020204020204" pitchFamily="34" charset="-122"/>
              </a:defRPr>
            </a:lvl4pPr>
            <a:lvl5pPr>
              <a:defRPr sz="1600">
                <a:latin typeface="微软雅黑" panose="020B0503020204020204" pitchFamily="34" charset="-122"/>
                <a:ea typeface="微软雅黑" panose="020B0503020204020204" pitchFamily="34" charset="-122"/>
              </a:defRPr>
            </a:lvl5pPr>
          </a:lstStyle>
          <a:p>
            <a:pPr lvl="0" eaLnBrk="1" latinLnBrk="0" hangingPunct="1"/>
            <a:r>
              <a:rPr lang="zh-CN" altLang="en-US" dirty="0"/>
              <a:t>单击此处编辑母版文本样式</a:t>
            </a:r>
          </a:p>
          <a:p>
            <a:pPr lvl="1" eaLnBrk="1" latinLnBrk="0" hangingPunct="1"/>
            <a:r>
              <a:rPr lang="zh-CN" altLang="en-US" dirty="0"/>
              <a:t>第二级</a:t>
            </a:r>
          </a:p>
          <a:p>
            <a:pPr lvl="2" eaLnBrk="1" latinLnBrk="0" hangingPunct="1"/>
            <a:r>
              <a:rPr lang="zh-CN" altLang="en-US" dirty="0"/>
              <a:t>第三级</a:t>
            </a:r>
          </a:p>
          <a:p>
            <a:pPr lvl="3" eaLnBrk="1" latinLnBrk="0" hangingPunct="1"/>
            <a:r>
              <a:rPr lang="zh-CN" altLang="en-US" dirty="0"/>
              <a:t>第四级</a:t>
            </a:r>
          </a:p>
          <a:p>
            <a:pPr lvl="4" eaLnBrk="1" latinLnBrk="0" hangingPunct="1"/>
            <a:r>
              <a:rPr lang="zh-CN" altLang="en-US" dirty="0"/>
              <a:t>第五级</a:t>
            </a:r>
            <a:endParaRPr kumimoji="0" lang="en-US" dirty="0"/>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57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1011226"/>
            <a:ext cx="10972800" cy="774700"/>
          </a:xfrm>
        </p:spPr>
        <p:txBody>
          <a:bodyPr/>
          <a:lstStyle>
            <a:lvl1pPr>
              <a:defRPr sz="5000" b="1">
                <a:latin typeface="隶书" panose="02010509060101010101" pitchFamily="49" charset="-122"/>
                <a:ea typeface="隶书" panose="02010509060101010101" pitchFamily="49" charset="-122"/>
              </a:defRPr>
            </a:lvl1pPr>
          </a:lstStyle>
          <a:p>
            <a:r>
              <a:rPr lang="zh-CN" altLang="en-US" dirty="0"/>
              <a:t>单击此处编辑母版标题样式</a:t>
            </a:r>
          </a:p>
        </p:txBody>
      </p:sp>
      <p:sp>
        <p:nvSpPr>
          <p:cNvPr id="4" name="日期占位符 3"/>
          <p:cNvSpPr>
            <a:spLocks noGrp="1"/>
          </p:cNvSpPr>
          <p:nvPr>
            <p:ph type="dt" sz="half" idx="10"/>
          </p:nvPr>
        </p:nvSpPr>
        <p:spPr/>
        <p:txBody>
          <a:bodyPr/>
          <a:lstStyle>
            <a:lvl1pPr>
              <a:defRPr/>
            </a:lvl1pPr>
          </a:lstStyle>
          <a:p>
            <a:fld id="{9FADFB2E-885B-491E-A32A-9031AA86B1B0}" type="datetimeFigureOut">
              <a:rPr lang="zh-CN" altLang="en-US"/>
              <a:t>2024-07-20</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546D3D19-AF27-447E-95DA-1DCD44E4E178}" type="slidenum">
              <a:rPr lang="zh-CN" altLang="en-US"/>
              <a:t>‹#›</a:t>
            </a:fld>
            <a:endParaRPr lang="zh-CN" altLang="en-US"/>
          </a:p>
        </p:txBody>
      </p:sp>
      <p:sp>
        <p:nvSpPr>
          <p:cNvPr id="7" name="内容占位符 2"/>
          <p:cNvSpPr>
            <a:spLocks noGrp="1"/>
          </p:cNvSpPr>
          <p:nvPr>
            <p:ph idx="1"/>
          </p:nvPr>
        </p:nvSpPr>
        <p:spPr>
          <a:xfrm>
            <a:off x="609600" y="1935480"/>
            <a:ext cx="10972800" cy="4389120"/>
          </a:xfrm>
        </p:spPr>
        <p:txBody>
          <a:bodyPr/>
          <a:lstStyle>
            <a:lvl1pPr>
              <a:buFont typeface="Arial" panose="020B0604020202020204" pitchFamily="34" charset="0"/>
              <a:buChar char="•"/>
              <a:defRPr sz="2600">
                <a:latin typeface="微软雅黑" panose="020B0503020204020204" pitchFamily="34" charset="-122"/>
                <a:ea typeface="微软雅黑" panose="020B0503020204020204" pitchFamily="34" charset="-122"/>
              </a:defRPr>
            </a:lvl1pPr>
            <a:lvl2pPr>
              <a:buFont typeface="Arial" panose="020B0604020202020204" pitchFamily="34" charset="0"/>
              <a:buChar char="•"/>
              <a:defRPr sz="2400">
                <a:latin typeface="微软雅黑" panose="020B0503020204020204" pitchFamily="34" charset="-122"/>
                <a:ea typeface="微软雅黑" panose="020B0503020204020204" pitchFamily="34" charset="-122"/>
              </a:defRPr>
            </a:lvl2pPr>
            <a:lvl3pPr>
              <a:defRPr sz="2100">
                <a:latin typeface="微软雅黑" panose="020B0503020204020204" pitchFamily="34" charset="-122"/>
                <a:ea typeface="微软雅黑" panose="020B0503020204020204" pitchFamily="34" charset="-122"/>
              </a:defRPr>
            </a:lvl3pPr>
            <a:lvl4pPr>
              <a:buFont typeface="Arial" panose="020B0604020202020204" pitchFamily="34" charset="0"/>
              <a:buChar char="•"/>
              <a:defRPr sz="2000">
                <a:latin typeface="微软雅黑" panose="020B0503020204020204" pitchFamily="34" charset="-122"/>
                <a:ea typeface="微软雅黑" panose="020B0503020204020204" pitchFamily="34" charset="-122"/>
              </a:defRPr>
            </a:lvl4pPr>
            <a:lvl5pPr>
              <a:defRPr sz="1600">
                <a:latin typeface="微软雅黑" panose="020B0503020204020204" pitchFamily="34" charset="-122"/>
                <a:ea typeface="微软雅黑" panose="020B0503020204020204" pitchFamily="34" charset="-122"/>
              </a:defRPr>
            </a:lvl5pPr>
          </a:lstStyle>
          <a:p>
            <a:pPr lvl="0" eaLnBrk="1" latinLnBrk="0" hangingPunct="1"/>
            <a:r>
              <a:rPr lang="zh-CN" altLang="en-US" dirty="0"/>
              <a:t>单击此处编辑母版文本样式</a:t>
            </a:r>
          </a:p>
          <a:p>
            <a:pPr lvl="1" eaLnBrk="1" latinLnBrk="0" hangingPunct="1"/>
            <a:r>
              <a:rPr lang="zh-CN" altLang="en-US" dirty="0"/>
              <a:t>第二级</a:t>
            </a:r>
          </a:p>
          <a:p>
            <a:pPr lvl="2" eaLnBrk="1" latinLnBrk="0" hangingPunct="1"/>
            <a:r>
              <a:rPr lang="zh-CN" altLang="en-US" dirty="0"/>
              <a:t>第三级</a:t>
            </a:r>
          </a:p>
          <a:p>
            <a:pPr lvl="3" eaLnBrk="1" latinLnBrk="0" hangingPunct="1"/>
            <a:r>
              <a:rPr lang="zh-CN" altLang="en-US" dirty="0"/>
              <a:t>第四级</a:t>
            </a:r>
          </a:p>
          <a:p>
            <a:pPr lvl="4" eaLnBrk="1" latinLnBrk="0" hangingPunct="1"/>
            <a:r>
              <a:rPr lang="zh-CN" altLang="en-US" dirty="0"/>
              <a:t>第五级</a:t>
            </a:r>
            <a:endParaRPr kumimoji="0" lang="en-US" dirty="0"/>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58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1011226"/>
            <a:ext cx="10972800" cy="774700"/>
          </a:xfrm>
        </p:spPr>
        <p:txBody>
          <a:bodyPr/>
          <a:lstStyle>
            <a:lvl1pPr>
              <a:defRPr sz="5000" b="1">
                <a:latin typeface="隶书" panose="02010509060101010101" pitchFamily="49" charset="-122"/>
                <a:ea typeface="隶书" panose="02010509060101010101" pitchFamily="49" charset="-122"/>
              </a:defRPr>
            </a:lvl1pPr>
          </a:lstStyle>
          <a:p>
            <a:r>
              <a:rPr lang="zh-CN" altLang="en-US" dirty="0"/>
              <a:t>单击此处编辑母版标题样式</a:t>
            </a:r>
          </a:p>
        </p:txBody>
      </p:sp>
      <p:sp>
        <p:nvSpPr>
          <p:cNvPr id="4" name="日期占位符 3"/>
          <p:cNvSpPr>
            <a:spLocks noGrp="1"/>
          </p:cNvSpPr>
          <p:nvPr>
            <p:ph type="dt" sz="half" idx="10"/>
          </p:nvPr>
        </p:nvSpPr>
        <p:spPr/>
        <p:txBody>
          <a:bodyPr/>
          <a:lstStyle>
            <a:lvl1pPr>
              <a:defRPr/>
            </a:lvl1pPr>
          </a:lstStyle>
          <a:p>
            <a:fld id="{9FADFB2E-885B-491E-A32A-9031AA86B1B0}" type="datetimeFigureOut">
              <a:rPr lang="zh-CN" altLang="en-US"/>
              <a:t>2024-07-20</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546D3D19-AF27-447E-95DA-1DCD44E4E178}" type="slidenum">
              <a:rPr lang="zh-CN" altLang="en-US"/>
              <a:t>‹#›</a:t>
            </a:fld>
            <a:endParaRPr lang="zh-CN" altLang="en-US"/>
          </a:p>
        </p:txBody>
      </p:sp>
      <p:sp>
        <p:nvSpPr>
          <p:cNvPr id="7" name="内容占位符 2"/>
          <p:cNvSpPr>
            <a:spLocks noGrp="1"/>
          </p:cNvSpPr>
          <p:nvPr>
            <p:ph idx="1"/>
          </p:nvPr>
        </p:nvSpPr>
        <p:spPr>
          <a:xfrm>
            <a:off x="609600" y="1935480"/>
            <a:ext cx="10972800" cy="4389120"/>
          </a:xfrm>
        </p:spPr>
        <p:txBody>
          <a:bodyPr/>
          <a:lstStyle>
            <a:lvl1pPr>
              <a:buFont typeface="Arial" panose="020B0604020202020204" pitchFamily="34" charset="0"/>
              <a:buChar char="•"/>
              <a:defRPr sz="2600">
                <a:latin typeface="微软雅黑" panose="020B0503020204020204" pitchFamily="34" charset="-122"/>
                <a:ea typeface="微软雅黑" panose="020B0503020204020204" pitchFamily="34" charset="-122"/>
              </a:defRPr>
            </a:lvl1pPr>
            <a:lvl2pPr>
              <a:buFont typeface="Arial" panose="020B0604020202020204" pitchFamily="34" charset="0"/>
              <a:buChar char="•"/>
              <a:defRPr sz="2400">
                <a:latin typeface="微软雅黑" panose="020B0503020204020204" pitchFamily="34" charset="-122"/>
                <a:ea typeface="微软雅黑" panose="020B0503020204020204" pitchFamily="34" charset="-122"/>
              </a:defRPr>
            </a:lvl2pPr>
            <a:lvl3pPr>
              <a:defRPr sz="2100">
                <a:latin typeface="微软雅黑" panose="020B0503020204020204" pitchFamily="34" charset="-122"/>
                <a:ea typeface="微软雅黑" panose="020B0503020204020204" pitchFamily="34" charset="-122"/>
              </a:defRPr>
            </a:lvl3pPr>
            <a:lvl4pPr>
              <a:buFont typeface="Arial" panose="020B0604020202020204" pitchFamily="34" charset="0"/>
              <a:buChar char="•"/>
              <a:defRPr sz="2000">
                <a:latin typeface="微软雅黑" panose="020B0503020204020204" pitchFamily="34" charset="-122"/>
                <a:ea typeface="微软雅黑" panose="020B0503020204020204" pitchFamily="34" charset="-122"/>
              </a:defRPr>
            </a:lvl4pPr>
            <a:lvl5pPr>
              <a:defRPr sz="1600">
                <a:latin typeface="微软雅黑" panose="020B0503020204020204" pitchFamily="34" charset="-122"/>
                <a:ea typeface="微软雅黑" panose="020B0503020204020204" pitchFamily="34" charset="-122"/>
              </a:defRPr>
            </a:lvl5pPr>
          </a:lstStyle>
          <a:p>
            <a:pPr lvl="0" eaLnBrk="1" latinLnBrk="0" hangingPunct="1"/>
            <a:r>
              <a:rPr lang="zh-CN" altLang="en-US" dirty="0"/>
              <a:t>单击此处编辑母版文本样式</a:t>
            </a:r>
          </a:p>
          <a:p>
            <a:pPr lvl="1" eaLnBrk="1" latinLnBrk="0" hangingPunct="1"/>
            <a:r>
              <a:rPr lang="zh-CN" altLang="en-US" dirty="0"/>
              <a:t>第二级</a:t>
            </a:r>
          </a:p>
          <a:p>
            <a:pPr lvl="2" eaLnBrk="1" latinLnBrk="0" hangingPunct="1"/>
            <a:r>
              <a:rPr lang="zh-CN" altLang="en-US" dirty="0"/>
              <a:t>第三级</a:t>
            </a:r>
          </a:p>
          <a:p>
            <a:pPr lvl="3" eaLnBrk="1" latinLnBrk="0" hangingPunct="1"/>
            <a:r>
              <a:rPr lang="zh-CN" altLang="en-US" dirty="0"/>
              <a:t>第四级</a:t>
            </a:r>
          </a:p>
          <a:p>
            <a:pPr lvl="4" eaLnBrk="1" latinLnBrk="0" hangingPunct="1"/>
            <a:r>
              <a:rPr lang="zh-CN" altLang="en-US" dirty="0"/>
              <a:t>第五级</a:t>
            </a:r>
            <a:endParaRPr kumimoji="0" lang="en-US" dirty="0"/>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59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1011226"/>
            <a:ext cx="10972800" cy="774700"/>
          </a:xfrm>
        </p:spPr>
        <p:txBody>
          <a:bodyPr/>
          <a:lstStyle>
            <a:lvl1pPr>
              <a:defRPr sz="5000" b="1">
                <a:latin typeface="隶书" panose="02010509060101010101" pitchFamily="49" charset="-122"/>
                <a:ea typeface="隶书" panose="02010509060101010101" pitchFamily="49" charset="-122"/>
              </a:defRPr>
            </a:lvl1pPr>
          </a:lstStyle>
          <a:p>
            <a:r>
              <a:rPr lang="zh-CN" altLang="en-US" dirty="0"/>
              <a:t>单击此处编辑母版标题样式</a:t>
            </a:r>
          </a:p>
        </p:txBody>
      </p:sp>
      <p:sp>
        <p:nvSpPr>
          <p:cNvPr id="4" name="日期占位符 3"/>
          <p:cNvSpPr>
            <a:spLocks noGrp="1"/>
          </p:cNvSpPr>
          <p:nvPr>
            <p:ph type="dt" sz="half" idx="10"/>
          </p:nvPr>
        </p:nvSpPr>
        <p:spPr/>
        <p:txBody>
          <a:bodyPr/>
          <a:lstStyle>
            <a:lvl1pPr>
              <a:defRPr/>
            </a:lvl1pPr>
          </a:lstStyle>
          <a:p>
            <a:fld id="{9FADFB2E-885B-491E-A32A-9031AA86B1B0}" type="datetimeFigureOut">
              <a:rPr lang="zh-CN" altLang="en-US"/>
              <a:t>2024-07-20</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546D3D19-AF27-447E-95DA-1DCD44E4E178}" type="slidenum">
              <a:rPr lang="zh-CN" altLang="en-US"/>
              <a:t>‹#›</a:t>
            </a:fld>
            <a:endParaRPr lang="zh-CN" altLang="en-US"/>
          </a:p>
        </p:txBody>
      </p:sp>
      <p:sp>
        <p:nvSpPr>
          <p:cNvPr id="7" name="内容占位符 2"/>
          <p:cNvSpPr>
            <a:spLocks noGrp="1"/>
          </p:cNvSpPr>
          <p:nvPr>
            <p:ph idx="1"/>
          </p:nvPr>
        </p:nvSpPr>
        <p:spPr>
          <a:xfrm>
            <a:off x="609600" y="1935480"/>
            <a:ext cx="10972800" cy="4389120"/>
          </a:xfrm>
        </p:spPr>
        <p:txBody>
          <a:bodyPr/>
          <a:lstStyle>
            <a:lvl1pPr>
              <a:buFont typeface="Arial" panose="020B0604020202020204" pitchFamily="34" charset="0"/>
              <a:buChar char="•"/>
              <a:defRPr sz="2600">
                <a:latin typeface="微软雅黑" panose="020B0503020204020204" pitchFamily="34" charset="-122"/>
                <a:ea typeface="微软雅黑" panose="020B0503020204020204" pitchFamily="34" charset="-122"/>
              </a:defRPr>
            </a:lvl1pPr>
            <a:lvl2pPr>
              <a:buFont typeface="Arial" panose="020B0604020202020204" pitchFamily="34" charset="0"/>
              <a:buChar char="•"/>
              <a:defRPr sz="2400">
                <a:latin typeface="微软雅黑" panose="020B0503020204020204" pitchFamily="34" charset="-122"/>
                <a:ea typeface="微软雅黑" panose="020B0503020204020204" pitchFamily="34" charset="-122"/>
              </a:defRPr>
            </a:lvl2pPr>
            <a:lvl3pPr>
              <a:defRPr sz="2100">
                <a:latin typeface="微软雅黑" panose="020B0503020204020204" pitchFamily="34" charset="-122"/>
                <a:ea typeface="微软雅黑" panose="020B0503020204020204" pitchFamily="34" charset="-122"/>
              </a:defRPr>
            </a:lvl3pPr>
            <a:lvl4pPr>
              <a:buFont typeface="Arial" panose="020B0604020202020204" pitchFamily="34" charset="0"/>
              <a:buChar char="•"/>
              <a:defRPr sz="2000">
                <a:latin typeface="微软雅黑" panose="020B0503020204020204" pitchFamily="34" charset="-122"/>
                <a:ea typeface="微软雅黑" panose="020B0503020204020204" pitchFamily="34" charset="-122"/>
              </a:defRPr>
            </a:lvl4pPr>
            <a:lvl5pPr>
              <a:defRPr sz="1600">
                <a:latin typeface="微软雅黑" panose="020B0503020204020204" pitchFamily="34" charset="-122"/>
                <a:ea typeface="微软雅黑" panose="020B0503020204020204" pitchFamily="34" charset="-122"/>
              </a:defRPr>
            </a:lvl5pPr>
          </a:lstStyle>
          <a:p>
            <a:pPr lvl="0" eaLnBrk="1" latinLnBrk="0" hangingPunct="1"/>
            <a:r>
              <a:rPr lang="zh-CN" altLang="en-US" dirty="0"/>
              <a:t>单击此处编辑母版文本样式</a:t>
            </a:r>
          </a:p>
          <a:p>
            <a:pPr lvl="1" eaLnBrk="1" latinLnBrk="0" hangingPunct="1"/>
            <a:r>
              <a:rPr lang="zh-CN" altLang="en-US" dirty="0"/>
              <a:t>第二级</a:t>
            </a:r>
          </a:p>
          <a:p>
            <a:pPr lvl="2" eaLnBrk="1" latinLnBrk="0" hangingPunct="1"/>
            <a:r>
              <a:rPr lang="zh-CN" altLang="en-US" dirty="0"/>
              <a:t>第三级</a:t>
            </a:r>
          </a:p>
          <a:p>
            <a:pPr lvl="3" eaLnBrk="1" latinLnBrk="0" hangingPunct="1"/>
            <a:r>
              <a:rPr lang="zh-CN" altLang="en-US" dirty="0"/>
              <a:t>第四级</a:t>
            </a:r>
          </a:p>
          <a:p>
            <a:pPr lvl="4" eaLnBrk="1" latinLnBrk="0" hangingPunct="1"/>
            <a:r>
              <a:rPr lang="zh-CN" altLang="en-US" dirty="0"/>
              <a:t>第五级</a:t>
            </a:r>
            <a:endParaRPr kumimoji="0" lang="en-US" dirty="0"/>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60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1011226"/>
            <a:ext cx="10972800" cy="774700"/>
          </a:xfrm>
        </p:spPr>
        <p:txBody>
          <a:bodyPr/>
          <a:lstStyle>
            <a:lvl1pPr>
              <a:defRPr sz="5000" b="1">
                <a:latin typeface="隶书" panose="02010509060101010101" pitchFamily="49" charset="-122"/>
                <a:ea typeface="隶书" panose="02010509060101010101" pitchFamily="49" charset="-122"/>
              </a:defRPr>
            </a:lvl1pPr>
          </a:lstStyle>
          <a:p>
            <a:r>
              <a:rPr lang="zh-CN" altLang="en-US" dirty="0"/>
              <a:t>单击此处编辑母版标题样式</a:t>
            </a:r>
          </a:p>
        </p:txBody>
      </p:sp>
      <p:sp>
        <p:nvSpPr>
          <p:cNvPr id="4" name="日期占位符 3"/>
          <p:cNvSpPr>
            <a:spLocks noGrp="1"/>
          </p:cNvSpPr>
          <p:nvPr>
            <p:ph type="dt" sz="half" idx="10"/>
          </p:nvPr>
        </p:nvSpPr>
        <p:spPr/>
        <p:txBody>
          <a:bodyPr/>
          <a:lstStyle>
            <a:lvl1pPr>
              <a:defRPr/>
            </a:lvl1pPr>
          </a:lstStyle>
          <a:p>
            <a:fld id="{9FADFB2E-885B-491E-A32A-9031AA86B1B0}" type="datetimeFigureOut">
              <a:rPr lang="zh-CN" altLang="en-US"/>
              <a:t>2024-07-20</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546D3D19-AF27-447E-95DA-1DCD44E4E178}" type="slidenum">
              <a:rPr lang="zh-CN" altLang="en-US"/>
              <a:t>‹#›</a:t>
            </a:fld>
            <a:endParaRPr lang="zh-CN" altLang="en-US"/>
          </a:p>
        </p:txBody>
      </p:sp>
      <p:sp>
        <p:nvSpPr>
          <p:cNvPr id="7" name="内容占位符 2"/>
          <p:cNvSpPr>
            <a:spLocks noGrp="1"/>
          </p:cNvSpPr>
          <p:nvPr>
            <p:ph idx="1"/>
          </p:nvPr>
        </p:nvSpPr>
        <p:spPr>
          <a:xfrm>
            <a:off x="609600" y="1935480"/>
            <a:ext cx="10972800" cy="4389120"/>
          </a:xfrm>
        </p:spPr>
        <p:txBody>
          <a:bodyPr/>
          <a:lstStyle>
            <a:lvl1pPr>
              <a:buFont typeface="Arial" panose="020B0604020202020204" pitchFamily="34" charset="0"/>
              <a:buChar char="•"/>
              <a:defRPr sz="2600">
                <a:latin typeface="微软雅黑" panose="020B0503020204020204" pitchFamily="34" charset="-122"/>
                <a:ea typeface="微软雅黑" panose="020B0503020204020204" pitchFamily="34" charset="-122"/>
              </a:defRPr>
            </a:lvl1pPr>
            <a:lvl2pPr>
              <a:buFont typeface="Arial" panose="020B0604020202020204" pitchFamily="34" charset="0"/>
              <a:buChar char="•"/>
              <a:defRPr sz="2400">
                <a:latin typeface="微软雅黑" panose="020B0503020204020204" pitchFamily="34" charset="-122"/>
                <a:ea typeface="微软雅黑" panose="020B0503020204020204" pitchFamily="34" charset="-122"/>
              </a:defRPr>
            </a:lvl2pPr>
            <a:lvl3pPr>
              <a:defRPr sz="2100">
                <a:latin typeface="微软雅黑" panose="020B0503020204020204" pitchFamily="34" charset="-122"/>
                <a:ea typeface="微软雅黑" panose="020B0503020204020204" pitchFamily="34" charset="-122"/>
              </a:defRPr>
            </a:lvl3pPr>
            <a:lvl4pPr>
              <a:buFont typeface="Arial" panose="020B0604020202020204" pitchFamily="34" charset="0"/>
              <a:buChar char="•"/>
              <a:defRPr sz="2000">
                <a:latin typeface="微软雅黑" panose="020B0503020204020204" pitchFamily="34" charset="-122"/>
                <a:ea typeface="微软雅黑" panose="020B0503020204020204" pitchFamily="34" charset="-122"/>
              </a:defRPr>
            </a:lvl4pPr>
            <a:lvl5pPr>
              <a:defRPr sz="1600">
                <a:latin typeface="微软雅黑" panose="020B0503020204020204" pitchFamily="34" charset="-122"/>
                <a:ea typeface="微软雅黑" panose="020B0503020204020204" pitchFamily="34" charset="-122"/>
              </a:defRPr>
            </a:lvl5pPr>
          </a:lstStyle>
          <a:p>
            <a:pPr lvl="0" eaLnBrk="1" latinLnBrk="0" hangingPunct="1"/>
            <a:r>
              <a:rPr lang="zh-CN" altLang="en-US" dirty="0"/>
              <a:t>单击此处编辑母版文本样式</a:t>
            </a:r>
          </a:p>
          <a:p>
            <a:pPr lvl="1" eaLnBrk="1" latinLnBrk="0" hangingPunct="1"/>
            <a:r>
              <a:rPr lang="zh-CN" altLang="en-US" dirty="0"/>
              <a:t>第二级</a:t>
            </a:r>
          </a:p>
          <a:p>
            <a:pPr lvl="2" eaLnBrk="1" latinLnBrk="0" hangingPunct="1"/>
            <a:r>
              <a:rPr lang="zh-CN" altLang="en-US" dirty="0"/>
              <a:t>第三级</a:t>
            </a:r>
          </a:p>
          <a:p>
            <a:pPr lvl="3" eaLnBrk="1" latinLnBrk="0" hangingPunct="1"/>
            <a:r>
              <a:rPr lang="zh-CN" altLang="en-US" dirty="0"/>
              <a:t>第四级</a:t>
            </a:r>
          </a:p>
          <a:p>
            <a:pPr lvl="4" eaLnBrk="1" latinLnBrk="0" hangingPunct="1"/>
            <a:r>
              <a:rPr lang="zh-CN" altLang="en-US" dirty="0"/>
              <a:t>第五级</a:t>
            </a:r>
            <a:endParaRPr kumimoji="0" lang="en-US" dirty="0"/>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61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1011226"/>
            <a:ext cx="10972800" cy="774700"/>
          </a:xfrm>
        </p:spPr>
        <p:txBody>
          <a:bodyPr/>
          <a:lstStyle>
            <a:lvl1pPr>
              <a:defRPr sz="5000" b="1">
                <a:latin typeface="隶书" panose="02010509060101010101" pitchFamily="49" charset="-122"/>
                <a:ea typeface="隶书" panose="02010509060101010101" pitchFamily="49" charset="-122"/>
              </a:defRPr>
            </a:lvl1pPr>
          </a:lstStyle>
          <a:p>
            <a:r>
              <a:rPr lang="zh-CN" altLang="en-US" dirty="0"/>
              <a:t>单击此处编辑母版标题样式</a:t>
            </a:r>
          </a:p>
        </p:txBody>
      </p:sp>
      <p:sp>
        <p:nvSpPr>
          <p:cNvPr id="4" name="日期占位符 3"/>
          <p:cNvSpPr>
            <a:spLocks noGrp="1"/>
          </p:cNvSpPr>
          <p:nvPr>
            <p:ph type="dt" sz="half" idx="10"/>
          </p:nvPr>
        </p:nvSpPr>
        <p:spPr/>
        <p:txBody>
          <a:bodyPr/>
          <a:lstStyle>
            <a:lvl1pPr>
              <a:defRPr/>
            </a:lvl1pPr>
          </a:lstStyle>
          <a:p>
            <a:fld id="{9FADFB2E-885B-491E-A32A-9031AA86B1B0}" type="datetimeFigureOut">
              <a:rPr lang="zh-CN" altLang="en-US"/>
              <a:t>2024-07-20</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546D3D19-AF27-447E-95DA-1DCD44E4E178}" type="slidenum">
              <a:rPr lang="zh-CN" altLang="en-US"/>
              <a:t>‹#›</a:t>
            </a:fld>
            <a:endParaRPr lang="zh-CN" altLang="en-US"/>
          </a:p>
        </p:txBody>
      </p:sp>
      <p:sp>
        <p:nvSpPr>
          <p:cNvPr id="7" name="内容占位符 2"/>
          <p:cNvSpPr>
            <a:spLocks noGrp="1"/>
          </p:cNvSpPr>
          <p:nvPr>
            <p:ph idx="1"/>
          </p:nvPr>
        </p:nvSpPr>
        <p:spPr>
          <a:xfrm>
            <a:off x="609600" y="1935480"/>
            <a:ext cx="10972800" cy="4389120"/>
          </a:xfrm>
        </p:spPr>
        <p:txBody>
          <a:bodyPr/>
          <a:lstStyle>
            <a:lvl1pPr>
              <a:buFont typeface="Arial" panose="020B0604020202020204" pitchFamily="34" charset="0"/>
              <a:buChar char="•"/>
              <a:defRPr sz="2600">
                <a:latin typeface="微软雅黑" panose="020B0503020204020204" pitchFamily="34" charset="-122"/>
                <a:ea typeface="微软雅黑" panose="020B0503020204020204" pitchFamily="34" charset="-122"/>
              </a:defRPr>
            </a:lvl1pPr>
            <a:lvl2pPr>
              <a:buFont typeface="Arial" panose="020B0604020202020204" pitchFamily="34" charset="0"/>
              <a:buChar char="•"/>
              <a:defRPr sz="2400">
                <a:latin typeface="微软雅黑" panose="020B0503020204020204" pitchFamily="34" charset="-122"/>
                <a:ea typeface="微软雅黑" panose="020B0503020204020204" pitchFamily="34" charset="-122"/>
              </a:defRPr>
            </a:lvl2pPr>
            <a:lvl3pPr>
              <a:defRPr sz="2100">
                <a:latin typeface="微软雅黑" panose="020B0503020204020204" pitchFamily="34" charset="-122"/>
                <a:ea typeface="微软雅黑" panose="020B0503020204020204" pitchFamily="34" charset="-122"/>
              </a:defRPr>
            </a:lvl3pPr>
            <a:lvl4pPr>
              <a:buFont typeface="Arial" panose="020B0604020202020204" pitchFamily="34" charset="0"/>
              <a:buChar char="•"/>
              <a:defRPr sz="2000">
                <a:latin typeface="微软雅黑" panose="020B0503020204020204" pitchFamily="34" charset="-122"/>
                <a:ea typeface="微软雅黑" panose="020B0503020204020204" pitchFamily="34" charset="-122"/>
              </a:defRPr>
            </a:lvl4pPr>
            <a:lvl5pPr>
              <a:defRPr sz="1600">
                <a:latin typeface="微软雅黑" panose="020B0503020204020204" pitchFamily="34" charset="-122"/>
                <a:ea typeface="微软雅黑" panose="020B0503020204020204" pitchFamily="34" charset="-122"/>
              </a:defRPr>
            </a:lvl5pPr>
          </a:lstStyle>
          <a:p>
            <a:pPr lvl="0" eaLnBrk="1" latinLnBrk="0" hangingPunct="1"/>
            <a:r>
              <a:rPr lang="zh-CN" altLang="en-US" dirty="0"/>
              <a:t>单击此处编辑母版文本样式</a:t>
            </a:r>
          </a:p>
          <a:p>
            <a:pPr lvl="1" eaLnBrk="1" latinLnBrk="0" hangingPunct="1"/>
            <a:r>
              <a:rPr lang="zh-CN" altLang="en-US" dirty="0"/>
              <a:t>第二级</a:t>
            </a:r>
          </a:p>
          <a:p>
            <a:pPr lvl="2" eaLnBrk="1" latinLnBrk="0" hangingPunct="1"/>
            <a:r>
              <a:rPr lang="zh-CN" altLang="en-US" dirty="0"/>
              <a:t>第三级</a:t>
            </a:r>
          </a:p>
          <a:p>
            <a:pPr lvl="3" eaLnBrk="1" latinLnBrk="0" hangingPunct="1"/>
            <a:r>
              <a:rPr lang="zh-CN" altLang="en-US" dirty="0"/>
              <a:t>第四级</a:t>
            </a:r>
          </a:p>
          <a:p>
            <a:pPr lvl="4" eaLnBrk="1" latinLnBrk="0" hangingPunct="1"/>
            <a:r>
              <a:rPr lang="zh-CN" altLang="en-US" dirty="0"/>
              <a:t>第五级</a:t>
            </a:r>
            <a:endParaRPr kumimoji="0" lang="en-US" dirty="0"/>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62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1011226"/>
            <a:ext cx="10972800" cy="774700"/>
          </a:xfrm>
        </p:spPr>
        <p:txBody>
          <a:bodyPr/>
          <a:lstStyle>
            <a:lvl1pPr>
              <a:defRPr sz="5000" b="1">
                <a:latin typeface="隶书" panose="02010509060101010101" pitchFamily="49" charset="-122"/>
                <a:ea typeface="隶书" panose="02010509060101010101" pitchFamily="49" charset="-122"/>
              </a:defRPr>
            </a:lvl1pPr>
          </a:lstStyle>
          <a:p>
            <a:r>
              <a:rPr lang="zh-CN" altLang="en-US" dirty="0"/>
              <a:t>单击此处编辑母版标题样式</a:t>
            </a:r>
          </a:p>
        </p:txBody>
      </p:sp>
      <p:sp>
        <p:nvSpPr>
          <p:cNvPr id="4" name="日期占位符 3"/>
          <p:cNvSpPr>
            <a:spLocks noGrp="1"/>
          </p:cNvSpPr>
          <p:nvPr>
            <p:ph type="dt" sz="half" idx="10"/>
          </p:nvPr>
        </p:nvSpPr>
        <p:spPr/>
        <p:txBody>
          <a:bodyPr/>
          <a:lstStyle>
            <a:lvl1pPr>
              <a:defRPr/>
            </a:lvl1pPr>
          </a:lstStyle>
          <a:p>
            <a:fld id="{9FADFB2E-885B-491E-A32A-9031AA86B1B0}" type="datetimeFigureOut">
              <a:rPr lang="zh-CN" altLang="en-US"/>
              <a:t>2024-07-20</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546D3D19-AF27-447E-95DA-1DCD44E4E178}" type="slidenum">
              <a:rPr lang="zh-CN" altLang="en-US"/>
              <a:t>‹#›</a:t>
            </a:fld>
            <a:endParaRPr lang="zh-CN" altLang="en-US"/>
          </a:p>
        </p:txBody>
      </p:sp>
      <p:sp>
        <p:nvSpPr>
          <p:cNvPr id="7" name="内容占位符 2"/>
          <p:cNvSpPr>
            <a:spLocks noGrp="1"/>
          </p:cNvSpPr>
          <p:nvPr>
            <p:ph idx="1"/>
          </p:nvPr>
        </p:nvSpPr>
        <p:spPr>
          <a:xfrm>
            <a:off x="609600" y="1935480"/>
            <a:ext cx="10972800" cy="4389120"/>
          </a:xfrm>
        </p:spPr>
        <p:txBody>
          <a:bodyPr/>
          <a:lstStyle>
            <a:lvl1pPr>
              <a:buFont typeface="Arial" panose="020B0604020202020204" pitchFamily="34" charset="0"/>
              <a:buChar char="•"/>
              <a:defRPr sz="2600">
                <a:latin typeface="微软雅黑" panose="020B0503020204020204" pitchFamily="34" charset="-122"/>
                <a:ea typeface="微软雅黑" panose="020B0503020204020204" pitchFamily="34" charset="-122"/>
              </a:defRPr>
            </a:lvl1pPr>
            <a:lvl2pPr>
              <a:buFont typeface="Arial" panose="020B0604020202020204" pitchFamily="34" charset="0"/>
              <a:buChar char="•"/>
              <a:defRPr sz="2400">
                <a:latin typeface="微软雅黑" panose="020B0503020204020204" pitchFamily="34" charset="-122"/>
                <a:ea typeface="微软雅黑" panose="020B0503020204020204" pitchFamily="34" charset="-122"/>
              </a:defRPr>
            </a:lvl2pPr>
            <a:lvl3pPr>
              <a:defRPr sz="2100">
                <a:latin typeface="微软雅黑" panose="020B0503020204020204" pitchFamily="34" charset="-122"/>
                <a:ea typeface="微软雅黑" panose="020B0503020204020204" pitchFamily="34" charset="-122"/>
              </a:defRPr>
            </a:lvl3pPr>
            <a:lvl4pPr>
              <a:buFont typeface="Arial" panose="020B0604020202020204" pitchFamily="34" charset="0"/>
              <a:buChar char="•"/>
              <a:defRPr sz="2000">
                <a:latin typeface="微软雅黑" panose="020B0503020204020204" pitchFamily="34" charset="-122"/>
                <a:ea typeface="微软雅黑" panose="020B0503020204020204" pitchFamily="34" charset="-122"/>
              </a:defRPr>
            </a:lvl4pPr>
            <a:lvl5pPr>
              <a:defRPr sz="1600">
                <a:latin typeface="微软雅黑" panose="020B0503020204020204" pitchFamily="34" charset="-122"/>
                <a:ea typeface="微软雅黑" panose="020B0503020204020204" pitchFamily="34" charset="-122"/>
              </a:defRPr>
            </a:lvl5pPr>
          </a:lstStyle>
          <a:p>
            <a:pPr lvl="0" eaLnBrk="1" latinLnBrk="0" hangingPunct="1"/>
            <a:r>
              <a:rPr lang="zh-CN" altLang="en-US" dirty="0"/>
              <a:t>单击此处编辑母版文本样式</a:t>
            </a:r>
          </a:p>
          <a:p>
            <a:pPr lvl="1" eaLnBrk="1" latinLnBrk="0" hangingPunct="1"/>
            <a:r>
              <a:rPr lang="zh-CN" altLang="en-US" dirty="0"/>
              <a:t>第二级</a:t>
            </a:r>
          </a:p>
          <a:p>
            <a:pPr lvl="2" eaLnBrk="1" latinLnBrk="0" hangingPunct="1"/>
            <a:r>
              <a:rPr lang="zh-CN" altLang="en-US" dirty="0"/>
              <a:t>第三级</a:t>
            </a:r>
          </a:p>
          <a:p>
            <a:pPr lvl="3" eaLnBrk="1" latinLnBrk="0" hangingPunct="1"/>
            <a:r>
              <a:rPr lang="zh-CN" altLang="en-US" dirty="0"/>
              <a:t>第四级</a:t>
            </a:r>
          </a:p>
          <a:p>
            <a:pPr lvl="4" eaLnBrk="1" latinLnBrk="0" hangingPunct="1"/>
            <a:r>
              <a:rPr lang="zh-CN" altLang="en-US" dirty="0"/>
              <a:t>第五级</a:t>
            </a:r>
            <a:endParaRPr kumimoji="0" lang="en-US" dirty="0"/>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userDrawn="1">
  <p:cSld name="63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1011226"/>
            <a:ext cx="10972800" cy="774700"/>
          </a:xfrm>
        </p:spPr>
        <p:txBody>
          <a:bodyPr/>
          <a:lstStyle>
            <a:lvl1pPr>
              <a:defRPr sz="5000" b="1">
                <a:latin typeface="隶书" panose="02010509060101010101" pitchFamily="49" charset="-122"/>
                <a:ea typeface="隶书" panose="02010509060101010101" pitchFamily="49" charset="-122"/>
              </a:defRPr>
            </a:lvl1pPr>
          </a:lstStyle>
          <a:p>
            <a:r>
              <a:rPr lang="zh-CN" altLang="en-US" dirty="0"/>
              <a:t>单击此处编辑母版标题样式</a:t>
            </a:r>
          </a:p>
        </p:txBody>
      </p:sp>
      <p:sp>
        <p:nvSpPr>
          <p:cNvPr id="4" name="日期占位符 3"/>
          <p:cNvSpPr>
            <a:spLocks noGrp="1"/>
          </p:cNvSpPr>
          <p:nvPr>
            <p:ph type="dt" sz="half" idx="10"/>
          </p:nvPr>
        </p:nvSpPr>
        <p:spPr/>
        <p:txBody>
          <a:bodyPr/>
          <a:lstStyle>
            <a:lvl1pPr>
              <a:defRPr/>
            </a:lvl1pPr>
          </a:lstStyle>
          <a:p>
            <a:fld id="{9FADFB2E-885B-491E-A32A-9031AA86B1B0}" type="datetimeFigureOut">
              <a:rPr lang="zh-CN" altLang="en-US"/>
              <a:t>2024-07-20</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546D3D19-AF27-447E-95DA-1DCD44E4E178}" type="slidenum">
              <a:rPr lang="zh-CN" altLang="en-US"/>
              <a:t>‹#›</a:t>
            </a:fld>
            <a:endParaRPr lang="zh-CN" altLang="en-US"/>
          </a:p>
        </p:txBody>
      </p:sp>
      <p:sp>
        <p:nvSpPr>
          <p:cNvPr id="7" name="内容占位符 2"/>
          <p:cNvSpPr>
            <a:spLocks noGrp="1"/>
          </p:cNvSpPr>
          <p:nvPr>
            <p:ph idx="1"/>
          </p:nvPr>
        </p:nvSpPr>
        <p:spPr>
          <a:xfrm>
            <a:off x="609600" y="1935480"/>
            <a:ext cx="10972800" cy="4389120"/>
          </a:xfrm>
        </p:spPr>
        <p:txBody>
          <a:bodyPr/>
          <a:lstStyle>
            <a:lvl1pPr>
              <a:buFont typeface="Arial" panose="020B0604020202020204" pitchFamily="34" charset="0"/>
              <a:buChar char="•"/>
              <a:defRPr sz="2600">
                <a:latin typeface="微软雅黑" panose="020B0503020204020204" pitchFamily="34" charset="-122"/>
                <a:ea typeface="微软雅黑" panose="020B0503020204020204" pitchFamily="34" charset="-122"/>
              </a:defRPr>
            </a:lvl1pPr>
            <a:lvl2pPr>
              <a:buFont typeface="Arial" panose="020B0604020202020204" pitchFamily="34" charset="0"/>
              <a:buChar char="•"/>
              <a:defRPr sz="2400">
                <a:latin typeface="微软雅黑" panose="020B0503020204020204" pitchFamily="34" charset="-122"/>
                <a:ea typeface="微软雅黑" panose="020B0503020204020204" pitchFamily="34" charset="-122"/>
              </a:defRPr>
            </a:lvl2pPr>
            <a:lvl3pPr>
              <a:defRPr sz="2100">
                <a:latin typeface="微软雅黑" panose="020B0503020204020204" pitchFamily="34" charset="-122"/>
                <a:ea typeface="微软雅黑" panose="020B0503020204020204" pitchFamily="34" charset="-122"/>
              </a:defRPr>
            </a:lvl3pPr>
            <a:lvl4pPr>
              <a:buFont typeface="Arial" panose="020B0604020202020204" pitchFamily="34" charset="0"/>
              <a:buChar char="•"/>
              <a:defRPr sz="2000">
                <a:latin typeface="微软雅黑" panose="020B0503020204020204" pitchFamily="34" charset="-122"/>
                <a:ea typeface="微软雅黑" panose="020B0503020204020204" pitchFamily="34" charset="-122"/>
              </a:defRPr>
            </a:lvl4pPr>
            <a:lvl5pPr>
              <a:defRPr sz="1600">
                <a:latin typeface="微软雅黑" panose="020B0503020204020204" pitchFamily="34" charset="-122"/>
                <a:ea typeface="微软雅黑" panose="020B0503020204020204" pitchFamily="34" charset="-122"/>
              </a:defRPr>
            </a:lvl5pPr>
          </a:lstStyle>
          <a:p>
            <a:pPr lvl="0" eaLnBrk="1" latinLnBrk="0" hangingPunct="1"/>
            <a:r>
              <a:rPr lang="zh-CN" altLang="en-US" dirty="0"/>
              <a:t>单击此处编辑母版文本样式</a:t>
            </a:r>
          </a:p>
          <a:p>
            <a:pPr lvl="1" eaLnBrk="1" latinLnBrk="0" hangingPunct="1"/>
            <a:r>
              <a:rPr lang="zh-CN" altLang="en-US" dirty="0"/>
              <a:t>第二级</a:t>
            </a:r>
          </a:p>
          <a:p>
            <a:pPr lvl="2" eaLnBrk="1" latinLnBrk="0" hangingPunct="1"/>
            <a:r>
              <a:rPr lang="zh-CN" altLang="en-US" dirty="0"/>
              <a:t>第三级</a:t>
            </a:r>
          </a:p>
          <a:p>
            <a:pPr lvl="3" eaLnBrk="1" latinLnBrk="0" hangingPunct="1"/>
            <a:r>
              <a:rPr lang="zh-CN" altLang="en-US" dirty="0"/>
              <a:t>第四级</a:t>
            </a:r>
          </a:p>
          <a:p>
            <a:pPr lvl="4" eaLnBrk="1" latinLnBrk="0" hangingPunct="1"/>
            <a:r>
              <a:rPr lang="zh-CN" altLang="en-US" dirty="0"/>
              <a:t>第五级</a:t>
            </a:r>
            <a:endParaRPr kumimoji="0" lang="en-US" dirty="0"/>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userDrawn="1">
  <p:cSld name="64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1011226"/>
            <a:ext cx="10972800" cy="774700"/>
          </a:xfrm>
        </p:spPr>
        <p:txBody>
          <a:bodyPr/>
          <a:lstStyle>
            <a:lvl1pPr>
              <a:defRPr sz="5000" b="1">
                <a:latin typeface="隶书" panose="02010509060101010101" pitchFamily="49" charset="-122"/>
                <a:ea typeface="隶书" panose="02010509060101010101" pitchFamily="49" charset="-122"/>
              </a:defRPr>
            </a:lvl1pPr>
          </a:lstStyle>
          <a:p>
            <a:r>
              <a:rPr lang="zh-CN" altLang="en-US" dirty="0"/>
              <a:t>单击此处编辑母版标题样式</a:t>
            </a:r>
          </a:p>
        </p:txBody>
      </p:sp>
      <p:sp>
        <p:nvSpPr>
          <p:cNvPr id="4" name="日期占位符 3"/>
          <p:cNvSpPr>
            <a:spLocks noGrp="1"/>
          </p:cNvSpPr>
          <p:nvPr>
            <p:ph type="dt" sz="half" idx="10"/>
          </p:nvPr>
        </p:nvSpPr>
        <p:spPr/>
        <p:txBody>
          <a:bodyPr/>
          <a:lstStyle>
            <a:lvl1pPr>
              <a:defRPr/>
            </a:lvl1pPr>
          </a:lstStyle>
          <a:p>
            <a:fld id="{9FADFB2E-885B-491E-A32A-9031AA86B1B0}" type="datetimeFigureOut">
              <a:rPr lang="zh-CN" altLang="en-US"/>
              <a:t>2024-07-20</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546D3D19-AF27-447E-95DA-1DCD44E4E178}" type="slidenum">
              <a:rPr lang="zh-CN" altLang="en-US"/>
              <a:t>‹#›</a:t>
            </a:fld>
            <a:endParaRPr lang="zh-CN" altLang="en-US"/>
          </a:p>
        </p:txBody>
      </p:sp>
      <p:sp>
        <p:nvSpPr>
          <p:cNvPr id="7" name="内容占位符 2"/>
          <p:cNvSpPr>
            <a:spLocks noGrp="1"/>
          </p:cNvSpPr>
          <p:nvPr>
            <p:ph idx="1"/>
          </p:nvPr>
        </p:nvSpPr>
        <p:spPr>
          <a:xfrm>
            <a:off x="609600" y="1935480"/>
            <a:ext cx="10972800" cy="4389120"/>
          </a:xfrm>
        </p:spPr>
        <p:txBody>
          <a:bodyPr/>
          <a:lstStyle>
            <a:lvl1pPr>
              <a:buFont typeface="Arial" panose="020B0604020202020204" pitchFamily="34" charset="0"/>
              <a:buChar char="•"/>
              <a:defRPr sz="2600">
                <a:latin typeface="微软雅黑" panose="020B0503020204020204" pitchFamily="34" charset="-122"/>
                <a:ea typeface="微软雅黑" panose="020B0503020204020204" pitchFamily="34" charset="-122"/>
              </a:defRPr>
            </a:lvl1pPr>
            <a:lvl2pPr>
              <a:buFont typeface="Arial" panose="020B0604020202020204" pitchFamily="34" charset="0"/>
              <a:buChar char="•"/>
              <a:defRPr sz="2400">
                <a:latin typeface="微软雅黑" panose="020B0503020204020204" pitchFamily="34" charset="-122"/>
                <a:ea typeface="微软雅黑" panose="020B0503020204020204" pitchFamily="34" charset="-122"/>
              </a:defRPr>
            </a:lvl2pPr>
            <a:lvl3pPr>
              <a:defRPr sz="2100">
                <a:latin typeface="微软雅黑" panose="020B0503020204020204" pitchFamily="34" charset="-122"/>
                <a:ea typeface="微软雅黑" panose="020B0503020204020204" pitchFamily="34" charset="-122"/>
              </a:defRPr>
            </a:lvl3pPr>
            <a:lvl4pPr>
              <a:buFont typeface="Arial" panose="020B0604020202020204" pitchFamily="34" charset="0"/>
              <a:buChar char="•"/>
              <a:defRPr sz="2000">
                <a:latin typeface="微软雅黑" panose="020B0503020204020204" pitchFamily="34" charset="-122"/>
                <a:ea typeface="微软雅黑" panose="020B0503020204020204" pitchFamily="34" charset="-122"/>
              </a:defRPr>
            </a:lvl4pPr>
            <a:lvl5pPr>
              <a:defRPr sz="1600">
                <a:latin typeface="微软雅黑" panose="020B0503020204020204" pitchFamily="34" charset="-122"/>
                <a:ea typeface="微软雅黑" panose="020B0503020204020204" pitchFamily="34" charset="-122"/>
              </a:defRPr>
            </a:lvl5pPr>
          </a:lstStyle>
          <a:p>
            <a:pPr lvl="0" eaLnBrk="1" latinLnBrk="0" hangingPunct="1"/>
            <a:r>
              <a:rPr lang="zh-CN" altLang="en-US" dirty="0"/>
              <a:t>单击此处编辑母版文本样式</a:t>
            </a:r>
          </a:p>
          <a:p>
            <a:pPr lvl="1" eaLnBrk="1" latinLnBrk="0" hangingPunct="1"/>
            <a:r>
              <a:rPr lang="zh-CN" altLang="en-US" dirty="0"/>
              <a:t>第二级</a:t>
            </a:r>
          </a:p>
          <a:p>
            <a:pPr lvl="2" eaLnBrk="1" latinLnBrk="0" hangingPunct="1"/>
            <a:r>
              <a:rPr lang="zh-CN" altLang="en-US" dirty="0"/>
              <a:t>第三级</a:t>
            </a:r>
          </a:p>
          <a:p>
            <a:pPr lvl="3" eaLnBrk="1" latinLnBrk="0" hangingPunct="1"/>
            <a:r>
              <a:rPr lang="zh-CN" altLang="en-US" dirty="0"/>
              <a:t>第四级</a:t>
            </a:r>
          </a:p>
          <a:p>
            <a:pPr lvl="4" eaLnBrk="1" latinLnBrk="0" hangingPunct="1"/>
            <a:r>
              <a:rPr lang="zh-CN" altLang="en-US" dirty="0"/>
              <a:t>第五级</a:t>
            </a:r>
            <a:endParaRPr kumimoji="0" lang="en-US" dirty="0"/>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userDrawn="1">
  <p:cSld name="65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1011226"/>
            <a:ext cx="10972800" cy="774700"/>
          </a:xfrm>
        </p:spPr>
        <p:txBody>
          <a:bodyPr/>
          <a:lstStyle>
            <a:lvl1pPr>
              <a:defRPr sz="5000" b="1">
                <a:latin typeface="隶书" panose="02010509060101010101" pitchFamily="49" charset="-122"/>
                <a:ea typeface="隶书" panose="02010509060101010101" pitchFamily="49" charset="-122"/>
              </a:defRPr>
            </a:lvl1pPr>
          </a:lstStyle>
          <a:p>
            <a:r>
              <a:rPr lang="zh-CN" altLang="en-US" dirty="0"/>
              <a:t>单击此处编辑母版标题样式</a:t>
            </a:r>
          </a:p>
        </p:txBody>
      </p:sp>
      <p:sp>
        <p:nvSpPr>
          <p:cNvPr id="4" name="日期占位符 3"/>
          <p:cNvSpPr>
            <a:spLocks noGrp="1"/>
          </p:cNvSpPr>
          <p:nvPr>
            <p:ph type="dt" sz="half" idx="10"/>
          </p:nvPr>
        </p:nvSpPr>
        <p:spPr/>
        <p:txBody>
          <a:bodyPr/>
          <a:lstStyle>
            <a:lvl1pPr>
              <a:defRPr/>
            </a:lvl1pPr>
          </a:lstStyle>
          <a:p>
            <a:fld id="{9FADFB2E-885B-491E-A32A-9031AA86B1B0}" type="datetimeFigureOut">
              <a:rPr lang="zh-CN" altLang="en-US"/>
              <a:t>2024-07-20</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546D3D19-AF27-447E-95DA-1DCD44E4E178}" type="slidenum">
              <a:rPr lang="zh-CN" altLang="en-US"/>
              <a:t>‹#›</a:t>
            </a:fld>
            <a:endParaRPr lang="zh-CN" altLang="en-US"/>
          </a:p>
        </p:txBody>
      </p:sp>
      <p:sp>
        <p:nvSpPr>
          <p:cNvPr id="7" name="内容占位符 2"/>
          <p:cNvSpPr>
            <a:spLocks noGrp="1"/>
          </p:cNvSpPr>
          <p:nvPr>
            <p:ph idx="1"/>
          </p:nvPr>
        </p:nvSpPr>
        <p:spPr>
          <a:xfrm>
            <a:off x="609600" y="1935480"/>
            <a:ext cx="10972800" cy="4389120"/>
          </a:xfrm>
        </p:spPr>
        <p:txBody>
          <a:bodyPr/>
          <a:lstStyle>
            <a:lvl1pPr>
              <a:buFont typeface="Arial" panose="020B0604020202020204" pitchFamily="34" charset="0"/>
              <a:buChar char="•"/>
              <a:defRPr sz="2600">
                <a:latin typeface="微软雅黑" panose="020B0503020204020204" pitchFamily="34" charset="-122"/>
                <a:ea typeface="微软雅黑" panose="020B0503020204020204" pitchFamily="34" charset="-122"/>
              </a:defRPr>
            </a:lvl1pPr>
            <a:lvl2pPr>
              <a:buFont typeface="Arial" panose="020B0604020202020204" pitchFamily="34" charset="0"/>
              <a:buChar char="•"/>
              <a:defRPr sz="2400">
                <a:latin typeface="微软雅黑" panose="020B0503020204020204" pitchFamily="34" charset="-122"/>
                <a:ea typeface="微软雅黑" panose="020B0503020204020204" pitchFamily="34" charset="-122"/>
              </a:defRPr>
            </a:lvl2pPr>
            <a:lvl3pPr>
              <a:defRPr sz="2100">
                <a:latin typeface="微软雅黑" panose="020B0503020204020204" pitchFamily="34" charset="-122"/>
                <a:ea typeface="微软雅黑" panose="020B0503020204020204" pitchFamily="34" charset="-122"/>
              </a:defRPr>
            </a:lvl3pPr>
            <a:lvl4pPr>
              <a:buFont typeface="Arial" panose="020B0604020202020204" pitchFamily="34" charset="0"/>
              <a:buChar char="•"/>
              <a:defRPr sz="2000">
                <a:latin typeface="微软雅黑" panose="020B0503020204020204" pitchFamily="34" charset="-122"/>
                <a:ea typeface="微软雅黑" panose="020B0503020204020204" pitchFamily="34" charset="-122"/>
              </a:defRPr>
            </a:lvl4pPr>
            <a:lvl5pPr>
              <a:defRPr sz="1600">
                <a:latin typeface="微软雅黑" panose="020B0503020204020204" pitchFamily="34" charset="-122"/>
                <a:ea typeface="微软雅黑" panose="020B0503020204020204" pitchFamily="34" charset="-122"/>
              </a:defRPr>
            </a:lvl5pPr>
          </a:lstStyle>
          <a:p>
            <a:pPr lvl="0" eaLnBrk="1" latinLnBrk="0" hangingPunct="1"/>
            <a:r>
              <a:rPr lang="zh-CN" altLang="en-US" dirty="0"/>
              <a:t>单击此处编辑母版文本样式</a:t>
            </a:r>
          </a:p>
          <a:p>
            <a:pPr lvl="1" eaLnBrk="1" latinLnBrk="0" hangingPunct="1"/>
            <a:r>
              <a:rPr lang="zh-CN" altLang="en-US" dirty="0"/>
              <a:t>第二级</a:t>
            </a:r>
          </a:p>
          <a:p>
            <a:pPr lvl="2" eaLnBrk="1" latinLnBrk="0" hangingPunct="1"/>
            <a:r>
              <a:rPr lang="zh-CN" altLang="en-US" dirty="0"/>
              <a:t>第三级</a:t>
            </a:r>
          </a:p>
          <a:p>
            <a:pPr lvl="3" eaLnBrk="1" latinLnBrk="0" hangingPunct="1"/>
            <a:r>
              <a:rPr lang="zh-CN" altLang="en-US" dirty="0"/>
              <a:t>第四级</a:t>
            </a:r>
          </a:p>
          <a:p>
            <a:pPr lvl="4" eaLnBrk="1" latinLnBrk="0" hangingPunct="1"/>
            <a:r>
              <a:rPr lang="zh-CN" altLang="en-US" dirty="0"/>
              <a:t>第五级</a:t>
            </a:r>
            <a:endParaRPr kumimoji="0" lang="en-US" dirty="0"/>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userDrawn="1">
  <p:cSld name="66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1011226"/>
            <a:ext cx="10972800" cy="774700"/>
          </a:xfrm>
        </p:spPr>
        <p:txBody>
          <a:bodyPr/>
          <a:lstStyle>
            <a:lvl1pPr>
              <a:defRPr sz="5000" b="1">
                <a:latin typeface="隶书" panose="02010509060101010101" pitchFamily="49" charset="-122"/>
                <a:ea typeface="隶书" panose="02010509060101010101" pitchFamily="49" charset="-122"/>
              </a:defRPr>
            </a:lvl1pPr>
          </a:lstStyle>
          <a:p>
            <a:r>
              <a:rPr lang="zh-CN" altLang="en-US" dirty="0"/>
              <a:t>单击此处编辑母版标题样式</a:t>
            </a:r>
          </a:p>
        </p:txBody>
      </p:sp>
      <p:sp>
        <p:nvSpPr>
          <p:cNvPr id="4" name="日期占位符 3"/>
          <p:cNvSpPr>
            <a:spLocks noGrp="1"/>
          </p:cNvSpPr>
          <p:nvPr>
            <p:ph type="dt" sz="half" idx="10"/>
          </p:nvPr>
        </p:nvSpPr>
        <p:spPr/>
        <p:txBody>
          <a:bodyPr/>
          <a:lstStyle>
            <a:lvl1pPr>
              <a:defRPr/>
            </a:lvl1pPr>
          </a:lstStyle>
          <a:p>
            <a:fld id="{9FADFB2E-885B-491E-A32A-9031AA86B1B0}" type="datetimeFigureOut">
              <a:rPr lang="zh-CN" altLang="en-US"/>
              <a:t>2024-07-20</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546D3D19-AF27-447E-95DA-1DCD44E4E178}" type="slidenum">
              <a:rPr lang="zh-CN" altLang="en-US"/>
              <a:t>‹#›</a:t>
            </a:fld>
            <a:endParaRPr lang="zh-CN" altLang="en-US"/>
          </a:p>
        </p:txBody>
      </p:sp>
      <p:sp>
        <p:nvSpPr>
          <p:cNvPr id="7" name="内容占位符 2"/>
          <p:cNvSpPr>
            <a:spLocks noGrp="1"/>
          </p:cNvSpPr>
          <p:nvPr>
            <p:ph idx="1"/>
          </p:nvPr>
        </p:nvSpPr>
        <p:spPr>
          <a:xfrm>
            <a:off x="609600" y="1935480"/>
            <a:ext cx="10972800" cy="4389120"/>
          </a:xfrm>
        </p:spPr>
        <p:txBody>
          <a:bodyPr/>
          <a:lstStyle>
            <a:lvl1pPr>
              <a:buFont typeface="Arial" panose="020B0604020202020204" pitchFamily="34" charset="0"/>
              <a:buChar char="•"/>
              <a:defRPr sz="2600">
                <a:latin typeface="微软雅黑" panose="020B0503020204020204" pitchFamily="34" charset="-122"/>
                <a:ea typeface="微软雅黑" panose="020B0503020204020204" pitchFamily="34" charset="-122"/>
              </a:defRPr>
            </a:lvl1pPr>
            <a:lvl2pPr>
              <a:buFont typeface="Arial" panose="020B0604020202020204" pitchFamily="34" charset="0"/>
              <a:buChar char="•"/>
              <a:defRPr sz="2400">
                <a:latin typeface="微软雅黑" panose="020B0503020204020204" pitchFamily="34" charset="-122"/>
                <a:ea typeface="微软雅黑" panose="020B0503020204020204" pitchFamily="34" charset="-122"/>
              </a:defRPr>
            </a:lvl2pPr>
            <a:lvl3pPr>
              <a:defRPr sz="2100">
                <a:latin typeface="微软雅黑" panose="020B0503020204020204" pitchFamily="34" charset="-122"/>
                <a:ea typeface="微软雅黑" panose="020B0503020204020204" pitchFamily="34" charset="-122"/>
              </a:defRPr>
            </a:lvl3pPr>
            <a:lvl4pPr>
              <a:buFont typeface="Arial" panose="020B0604020202020204" pitchFamily="34" charset="0"/>
              <a:buChar char="•"/>
              <a:defRPr sz="2000">
                <a:latin typeface="微软雅黑" panose="020B0503020204020204" pitchFamily="34" charset="-122"/>
                <a:ea typeface="微软雅黑" panose="020B0503020204020204" pitchFamily="34" charset="-122"/>
              </a:defRPr>
            </a:lvl4pPr>
            <a:lvl5pPr>
              <a:defRPr sz="1600">
                <a:latin typeface="微软雅黑" panose="020B0503020204020204" pitchFamily="34" charset="-122"/>
                <a:ea typeface="微软雅黑" panose="020B0503020204020204" pitchFamily="34" charset="-122"/>
              </a:defRPr>
            </a:lvl5pPr>
          </a:lstStyle>
          <a:p>
            <a:pPr lvl="0" eaLnBrk="1" latinLnBrk="0" hangingPunct="1"/>
            <a:r>
              <a:rPr lang="zh-CN" altLang="en-US" dirty="0"/>
              <a:t>单击此处编辑母版文本样式</a:t>
            </a:r>
          </a:p>
          <a:p>
            <a:pPr lvl="1" eaLnBrk="1" latinLnBrk="0" hangingPunct="1"/>
            <a:r>
              <a:rPr lang="zh-CN" altLang="en-US" dirty="0"/>
              <a:t>第二级</a:t>
            </a:r>
          </a:p>
          <a:p>
            <a:pPr lvl="2" eaLnBrk="1" latinLnBrk="0" hangingPunct="1"/>
            <a:r>
              <a:rPr lang="zh-CN" altLang="en-US" dirty="0"/>
              <a:t>第三级</a:t>
            </a:r>
          </a:p>
          <a:p>
            <a:pPr lvl="3" eaLnBrk="1" latinLnBrk="0" hangingPunct="1"/>
            <a:r>
              <a:rPr lang="zh-CN" altLang="en-US" dirty="0"/>
              <a:t>第四级</a:t>
            </a:r>
          </a:p>
          <a:p>
            <a:pPr lvl="4" eaLnBrk="1" latinLnBrk="0" hangingPunct="1"/>
            <a:r>
              <a:rPr lang="zh-CN" altLang="en-US" dirty="0"/>
              <a:t>第五级</a:t>
            </a:r>
            <a:endParaRPr kumimoji="0" lang="en-US" dirty="0"/>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userDrawn="1">
  <p:cSld name="68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1011226"/>
            <a:ext cx="10972800" cy="774700"/>
          </a:xfrm>
        </p:spPr>
        <p:txBody>
          <a:bodyPr/>
          <a:lstStyle>
            <a:lvl1pPr>
              <a:defRPr sz="5000" b="1">
                <a:latin typeface="隶书" panose="02010509060101010101" pitchFamily="49" charset="-122"/>
                <a:ea typeface="隶书" panose="02010509060101010101" pitchFamily="49" charset="-122"/>
              </a:defRPr>
            </a:lvl1pPr>
          </a:lstStyle>
          <a:p>
            <a:r>
              <a:rPr lang="zh-CN" altLang="en-US" dirty="0"/>
              <a:t>单击此处编辑母版标题样式</a:t>
            </a:r>
          </a:p>
        </p:txBody>
      </p:sp>
      <p:sp>
        <p:nvSpPr>
          <p:cNvPr id="4" name="日期占位符 3"/>
          <p:cNvSpPr>
            <a:spLocks noGrp="1"/>
          </p:cNvSpPr>
          <p:nvPr>
            <p:ph type="dt" sz="half" idx="10"/>
          </p:nvPr>
        </p:nvSpPr>
        <p:spPr/>
        <p:txBody>
          <a:bodyPr/>
          <a:lstStyle>
            <a:lvl1pPr>
              <a:defRPr/>
            </a:lvl1pPr>
          </a:lstStyle>
          <a:p>
            <a:fld id="{9FADFB2E-885B-491E-A32A-9031AA86B1B0}" type="datetimeFigureOut">
              <a:rPr lang="zh-CN" altLang="en-US"/>
              <a:t>2024-07-20</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546D3D19-AF27-447E-95DA-1DCD44E4E178}" type="slidenum">
              <a:rPr lang="zh-CN" altLang="en-US"/>
              <a:t>‹#›</a:t>
            </a:fld>
            <a:endParaRPr lang="zh-CN" altLang="en-US"/>
          </a:p>
        </p:txBody>
      </p:sp>
      <p:sp>
        <p:nvSpPr>
          <p:cNvPr id="7" name="内容占位符 2"/>
          <p:cNvSpPr>
            <a:spLocks noGrp="1"/>
          </p:cNvSpPr>
          <p:nvPr>
            <p:ph idx="1"/>
          </p:nvPr>
        </p:nvSpPr>
        <p:spPr>
          <a:xfrm>
            <a:off x="609600" y="1935480"/>
            <a:ext cx="10972800" cy="4389120"/>
          </a:xfrm>
        </p:spPr>
        <p:txBody>
          <a:bodyPr/>
          <a:lstStyle>
            <a:lvl1pPr>
              <a:buFont typeface="Arial" panose="020B0604020202020204" pitchFamily="34" charset="0"/>
              <a:buChar char="•"/>
              <a:defRPr sz="2600">
                <a:latin typeface="微软雅黑" panose="020B0503020204020204" pitchFamily="34" charset="-122"/>
                <a:ea typeface="微软雅黑" panose="020B0503020204020204" pitchFamily="34" charset="-122"/>
              </a:defRPr>
            </a:lvl1pPr>
            <a:lvl2pPr>
              <a:buFont typeface="Arial" panose="020B0604020202020204" pitchFamily="34" charset="0"/>
              <a:buChar char="•"/>
              <a:defRPr sz="2400">
                <a:latin typeface="微软雅黑" panose="020B0503020204020204" pitchFamily="34" charset="-122"/>
                <a:ea typeface="微软雅黑" panose="020B0503020204020204" pitchFamily="34" charset="-122"/>
              </a:defRPr>
            </a:lvl2pPr>
            <a:lvl3pPr>
              <a:defRPr sz="2100">
                <a:latin typeface="微软雅黑" panose="020B0503020204020204" pitchFamily="34" charset="-122"/>
                <a:ea typeface="微软雅黑" panose="020B0503020204020204" pitchFamily="34" charset="-122"/>
              </a:defRPr>
            </a:lvl3pPr>
            <a:lvl4pPr>
              <a:buFont typeface="Arial" panose="020B0604020202020204" pitchFamily="34" charset="0"/>
              <a:buChar char="•"/>
              <a:defRPr sz="2000">
                <a:latin typeface="微软雅黑" panose="020B0503020204020204" pitchFamily="34" charset="-122"/>
                <a:ea typeface="微软雅黑" panose="020B0503020204020204" pitchFamily="34" charset="-122"/>
              </a:defRPr>
            </a:lvl4pPr>
            <a:lvl5pPr>
              <a:defRPr sz="1600">
                <a:latin typeface="微软雅黑" panose="020B0503020204020204" pitchFamily="34" charset="-122"/>
                <a:ea typeface="微软雅黑" panose="020B0503020204020204" pitchFamily="34" charset="-122"/>
              </a:defRPr>
            </a:lvl5pPr>
          </a:lstStyle>
          <a:p>
            <a:pPr lvl="0" eaLnBrk="1" latinLnBrk="0" hangingPunct="1"/>
            <a:r>
              <a:rPr lang="zh-CN" altLang="en-US" dirty="0"/>
              <a:t>单击此处编辑母版文本样式</a:t>
            </a:r>
          </a:p>
          <a:p>
            <a:pPr lvl="1" eaLnBrk="1" latinLnBrk="0" hangingPunct="1"/>
            <a:r>
              <a:rPr lang="zh-CN" altLang="en-US" dirty="0"/>
              <a:t>第二级</a:t>
            </a:r>
          </a:p>
          <a:p>
            <a:pPr lvl="2" eaLnBrk="1" latinLnBrk="0" hangingPunct="1"/>
            <a:r>
              <a:rPr lang="zh-CN" altLang="en-US" dirty="0"/>
              <a:t>第三级</a:t>
            </a:r>
          </a:p>
          <a:p>
            <a:pPr lvl="3" eaLnBrk="1" latinLnBrk="0" hangingPunct="1"/>
            <a:r>
              <a:rPr lang="zh-CN" altLang="en-US" dirty="0"/>
              <a:t>第四级</a:t>
            </a:r>
          </a:p>
          <a:p>
            <a:pPr lvl="4" eaLnBrk="1" latinLnBrk="0" hangingPunct="1"/>
            <a:r>
              <a:rPr lang="zh-CN" altLang="en-US" dirty="0"/>
              <a:t>第五级</a:t>
            </a:r>
            <a:endParaRPr kumimoji="0" lang="en-US" dirty="0"/>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userDrawn="1">
  <p:cSld name="70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1011226"/>
            <a:ext cx="10972800" cy="774700"/>
          </a:xfrm>
        </p:spPr>
        <p:txBody>
          <a:bodyPr/>
          <a:lstStyle>
            <a:lvl1pPr>
              <a:defRPr sz="5000" b="1">
                <a:latin typeface="隶书" panose="02010509060101010101" pitchFamily="49" charset="-122"/>
                <a:ea typeface="隶书" panose="02010509060101010101" pitchFamily="49" charset="-122"/>
              </a:defRPr>
            </a:lvl1pPr>
          </a:lstStyle>
          <a:p>
            <a:r>
              <a:rPr lang="zh-CN" altLang="en-US" dirty="0"/>
              <a:t>单击此处编辑母版标题样式</a:t>
            </a:r>
          </a:p>
        </p:txBody>
      </p:sp>
      <p:sp>
        <p:nvSpPr>
          <p:cNvPr id="4" name="日期占位符 3"/>
          <p:cNvSpPr>
            <a:spLocks noGrp="1"/>
          </p:cNvSpPr>
          <p:nvPr>
            <p:ph type="dt" sz="half" idx="10"/>
          </p:nvPr>
        </p:nvSpPr>
        <p:spPr/>
        <p:txBody>
          <a:bodyPr/>
          <a:lstStyle>
            <a:lvl1pPr>
              <a:defRPr/>
            </a:lvl1pPr>
          </a:lstStyle>
          <a:p>
            <a:fld id="{9FADFB2E-885B-491E-A32A-9031AA86B1B0}" type="datetimeFigureOut">
              <a:rPr lang="zh-CN" altLang="en-US"/>
              <a:t>2024-07-20</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546D3D19-AF27-447E-95DA-1DCD44E4E178}" type="slidenum">
              <a:rPr lang="zh-CN" altLang="en-US"/>
              <a:t>‹#›</a:t>
            </a:fld>
            <a:endParaRPr lang="zh-CN" altLang="en-US"/>
          </a:p>
        </p:txBody>
      </p:sp>
      <p:sp>
        <p:nvSpPr>
          <p:cNvPr id="7" name="内容占位符 2"/>
          <p:cNvSpPr>
            <a:spLocks noGrp="1"/>
          </p:cNvSpPr>
          <p:nvPr>
            <p:ph idx="1"/>
          </p:nvPr>
        </p:nvSpPr>
        <p:spPr>
          <a:xfrm>
            <a:off x="609600" y="1935480"/>
            <a:ext cx="10972800" cy="4389120"/>
          </a:xfrm>
        </p:spPr>
        <p:txBody>
          <a:bodyPr/>
          <a:lstStyle>
            <a:lvl1pPr>
              <a:buFont typeface="Arial" panose="020B0604020202020204" pitchFamily="34" charset="0"/>
              <a:buChar char="•"/>
              <a:defRPr sz="2600">
                <a:latin typeface="微软雅黑" panose="020B0503020204020204" pitchFamily="34" charset="-122"/>
                <a:ea typeface="微软雅黑" panose="020B0503020204020204" pitchFamily="34" charset="-122"/>
              </a:defRPr>
            </a:lvl1pPr>
            <a:lvl2pPr>
              <a:buFont typeface="Arial" panose="020B0604020202020204" pitchFamily="34" charset="0"/>
              <a:buChar char="•"/>
              <a:defRPr sz="2400">
                <a:latin typeface="微软雅黑" panose="020B0503020204020204" pitchFamily="34" charset="-122"/>
                <a:ea typeface="微软雅黑" panose="020B0503020204020204" pitchFamily="34" charset="-122"/>
              </a:defRPr>
            </a:lvl2pPr>
            <a:lvl3pPr>
              <a:defRPr sz="2100">
                <a:latin typeface="微软雅黑" panose="020B0503020204020204" pitchFamily="34" charset="-122"/>
                <a:ea typeface="微软雅黑" panose="020B0503020204020204" pitchFamily="34" charset="-122"/>
              </a:defRPr>
            </a:lvl3pPr>
            <a:lvl4pPr>
              <a:buFont typeface="Arial" panose="020B0604020202020204" pitchFamily="34" charset="0"/>
              <a:buChar char="•"/>
              <a:defRPr sz="2000">
                <a:latin typeface="微软雅黑" panose="020B0503020204020204" pitchFamily="34" charset="-122"/>
                <a:ea typeface="微软雅黑" panose="020B0503020204020204" pitchFamily="34" charset="-122"/>
              </a:defRPr>
            </a:lvl4pPr>
            <a:lvl5pPr>
              <a:defRPr sz="1600">
                <a:latin typeface="微软雅黑" panose="020B0503020204020204" pitchFamily="34" charset="-122"/>
                <a:ea typeface="微软雅黑" panose="020B0503020204020204" pitchFamily="34" charset="-122"/>
              </a:defRPr>
            </a:lvl5pPr>
          </a:lstStyle>
          <a:p>
            <a:pPr lvl="0" eaLnBrk="1" latinLnBrk="0" hangingPunct="1"/>
            <a:r>
              <a:rPr lang="zh-CN" altLang="en-US" dirty="0"/>
              <a:t>单击此处编辑母版文本样式</a:t>
            </a:r>
          </a:p>
          <a:p>
            <a:pPr lvl="1" eaLnBrk="1" latinLnBrk="0" hangingPunct="1"/>
            <a:r>
              <a:rPr lang="zh-CN" altLang="en-US" dirty="0"/>
              <a:t>第二级</a:t>
            </a:r>
          </a:p>
          <a:p>
            <a:pPr lvl="2" eaLnBrk="1" latinLnBrk="0" hangingPunct="1"/>
            <a:r>
              <a:rPr lang="zh-CN" altLang="en-US" dirty="0"/>
              <a:t>第三级</a:t>
            </a:r>
          </a:p>
          <a:p>
            <a:pPr lvl="3" eaLnBrk="1" latinLnBrk="0" hangingPunct="1"/>
            <a:r>
              <a:rPr lang="zh-CN" altLang="en-US" dirty="0"/>
              <a:t>第四级</a:t>
            </a:r>
          </a:p>
          <a:p>
            <a:pPr lvl="4" eaLnBrk="1" latinLnBrk="0" hangingPunct="1"/>
            <a:r>
              <a:rPr lang="zh-CN" altLang="en-US" dirty="0"/>
              <a:t>第五级</a:t>
            </a:r>
            <a:endParaRPr kumimoji="0" lang="en-US" dirty="0"/>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userDrawn="1">
  <p:cSld name="71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1011226"/>
            <a:ext cx="10972800" cy="774700"/>
          </a:xfrm>
        </p:spPr>
        <p:txBody>
          <a:bodyPr/>
          <a:lstStyle>
            <a:lvl1pPr>
              <a:defRPr sz="5000" b="1">
                <a:latin typeface="隶书" panose="02010509060101010101" pitchFamily="49" charset="-122"/>
                <a:ea typeface="隶书" panose="02010509060101010101" pitchFamily="49" charset="-122"/>
              </a:defRPr>
            </a:lvl1pPr>
          </a:lstStyle>
          <a:p>
            <a:r>
              <a:rPr lang="zh-CN" altLang="en-US" dirty="0"/>
              <a:t>单击此处编辑母版标题样式</a:t>
            </a:r>
          </a:p>
        </p:txBody>
      </p:sp>
      <p:sp>
        <p:nvSpPr>
          <p:cNvPr id="4" name="日期占位符 3"/>
          <p:cNvSpPr>
            <a:spLocks noGrp="1"/>
          </p:cNvSpPr>
          <p:nvPr>
            <p:ph type="dt" sz="half" idx="10"/>
          </p:nvPr>
        </p:nvSpPr>
        <p:spPr/>
        <p:txBody>
          <a:bodyPr/>
          <a:lstStyle>
            <a:lvl1pPr>
              <a:defRPr/>
            </a:lvl1pPr>
          </a:lstStyle>
          <a:p>
            <a:fld id="{9FADFB2E-885B-491E-A32A-9031AA86B1B0}" type="datetimeFigureOut">
              <a:rPr lang="zh-CN" altLang="en-US"/>
              <a:t>2024-07-20</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546D3D19-AF27-447E-95DA-1DCD44E4E178}" type="slidenum">
              <a:rPr lang="zh-CN" altLang="en-US"/>
              <a:t>‹#›</a:t>
            </a:fld>
            <a:endParaRPr lang="zh-CN" altLang="en-US"/>
          </a:p>
        </p:txBody>
      </p:sp>
      <p:sp>
        <p:nvSpPr>
          <p:cNvPr id="7" name="内容占位符 2"/>
          <p:cNvSpPr>
            <a:spLocks noGrp="1"/>
          </p:cNvSpPr>
          <p:nvPr>
            <p:ph idx="1"/>
          </p:nvPr>
        </p:nvSpPr>
        <p:spPr>
          <a:xfrm>
            <a:off x="609600" y="1935480"/>
            <a:ext cx="10972800" cy="4389120"/>
          </a:xfrm>
        </p:spPr>
        <p:txBody>
          <a:bodyPr/>
          <a:lstStyle>
            <a:lvl1pPr>
              <a:buFont typeface="Arial" panose="020B0604020202020204" pitchFamily="34" charset="0"/>
              <a:buChar char="•"/>
              <a:defRPr sz="2600">
                <a:latin typeface="微软雅黑" panose="020B0503020204020204" pitchFamily="34" charset="-122"/>
                <a:ea typeface="微软雅黑" panose="020B0503020204020204" pitchFamily="34" charset="-122"/>
              </a:defRPr>
            </a:lvl1pPr>
            <a:lvl2pPr>
              <a:buFont typeface="Arial" panose="020B0604020202020204" pitchFamily="34" charset="0"/>
              <a:buChar char="•"/>
              <a:defRPr sz="2400">
                <a:latin typeface="微软雅黑" panose="020B0503020204020204" pitchFamily="34" charset="-122"/>
                <a:ea typeface="微软雅黑" panose="020B0503020204020204" pitchFamily="34" charset="-122"/>
              </a:defRPr>
            </a:lvl2pPr>
            <a:lvl3pPr>
              <a:defRPr sz="2100">
                <a:latin typeface="微软雅黑" panose="020B0503020204020204" pitchFamily="34" charset="-122"/>
                <a:ea typeface="微软雅黑" panose="020B0503020204020204" pitchFamily="34" charset="-122"/>
              </a:defRPr>
            </a:lvl3pPr>
            <a:lvl4pPr>
              <a:buFont typeface="Arial" panose="020B0604020202020204" pitchFamily="34" charset="0"/>
              <a:buChar char="•"/>
              <a:defRPr sz="2000">
                <a:latin typeface="微软雅黑" panose="020B0503020204020204" pitchFamily="34" charset="-122"/>
                <a:ea typeface="微软雅黑" panose="020B0503020204020204" pitchFamily="34" charset="-122"/>
              </a:defRPr>
            </a:lvl4pPr>
            <a:lvl5pPr>
              <a:defRPr sz="1600">
                <a:latin typeface="微软雅黑" panose="020B0503020204020204" pitchFamily="34" charset="-122"/>
                <a:ea typeface="微软雅黑" panose="020B0503020204020204" pitchFamily="34" charset="-122"/>
              </a:defRPr>
            </a:lvl5pPr>
          </a:lstStyle>
          <a:p>
            <a:pPr lvl="0" eaLnBrk="1" latinLnBrk="0" hangingPunct="1"/>
            <a:r>
              <a:rPr lang="zh-CN" altLang="en-US" dirty="0"/>
              <a:t>单击此处编辑母版文本样式</a:t>
            </a:r>
          </a:p>
          <a:p>
            <a:pPr lvl="1" eaLnBrk="1" latinLnBrk="0" hangingPunct="1"/>
            <a:r>
              <a:rPr lang="zh-CN" altLang="en-US" dirty="0"/>
              <a:t>第二级</a:t>
            </a:r>
          </a:p>
          <a:p>
            <a:pPr lvl="2" eaLnBrk="1" latinLnBrk="0" hangingPunct="1"/>
            <a:r>
              <a:rPr lang="zh-CN" altLang="en-US" dirty="0"/>
              <a:t>第三级</a:t>
            </a:r>
          </a:p>
          <a:p>
            <a:pPr lvl="3" eaLnBrk="1" latinLnBrk="0" hangingPunct="1"/>
            <a:r>
              <a:rPr lang="zh-CN" altLang="en-US" dirty="0"/>
              <a:t>第四级</a:t>
            </a:r>
          </a:p>
          <a:p>
            <a:pPr lvl="4" eaLnBrk="1" latinLnBrk="0" hangingPunct="1"/>
            <a:r>
              <a:rPr lang="zh-CN" altLang="en-US" dirty="0"/>
              <a:t>第五级</a:t>
            </a:r>
            <a:endParaRPr kumimoji="0" lang="en-US" dirty="0"/>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userDrawn="1">
  <p:cSld name="73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1011226"/>
            <a:ext cx="10972800" cy="774700"/>
          </a:xfrm>
        </p:spPr>
        <p:txBody>
          <a:bodyPr/>
          <a:lstStyle>
            <a:lvl1pPr>
              <a:defRPr sz="5000" b="1">
                <a:latin typeface="隶书" panose="02010509060101010101" pitchFamily="49" charset="-122"/>
                <a:ea typeface="隶书" panose="02010509060101010101" pitchFamily="49" charset="-122"/>
              </a:defRPr>
            </a:lvl1pPr>
          </a:lstStyle>
          <a:p>
            <a:r>
              <a:rPr lang="zh-CN" altLang="en-US" dirty="0"/>
              <a:t>单击此处编辑母版标题样式</a:t>
            </a:r>
          </a:p>
        </p:txBody>
      </p:sp>
      <p:sp>
        <p:nvSpPr>
          <p:cNvPr id="4" name="日期占位符 3"/>
          <p:cNvSpPr>
            <a:spLocks noGrp="1"/>
          </p:cNvSpPr>
          <p:nvPr>
            <p:ph type="dt" sz="half" idx="10"/>
          </p:nvPr>
        </p:nvSpPr>
        <p:spPr/>
        <p:txBody>
          <a:bodyPr/>
          <a:lstStyle>
            <a:lvl1pPr>
              <a:defRPr/>
            </a:lvl1pPr>
          </a:lstStyle>
          <a:p>
            <a:fld id="{9FADFB2E-885B-491E-A32A-9031AA86B1B0}" type="datetimeFigureOut">
              <a:rPr lang="zh-CN" altLang="en-US"/>
              <a:t>2024-07-20</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546D3D19-AF27-447E-95DA-1DCD44E4E178}" type="slidenum">
              <a:rPr lang="zh-CN" altLang="en-US"/>
              <a:t>‹#›</a:t>
            </a:fld>
            <a:endParaRPr lang="zh-CN" altLang="en-US"/>
          </a:p>
        </p:txBody>
      </p:sp>
      <p:sp>
        <p:nvSpPr>
          <p:cNvPr id="7" name="内容占位符 2"/>
          <p:cNvSpPr>
            <a:spLocks noGrp="1"/>
          </p:cNvSpPr>
          <p:nvPr>
            <p:ph idx="1"/>
          </p:nvPr>
        </p:nvSpPr>
        <p:spPr>
          <a:xfrm>
            <a:off x="609600" y="1935480"/>
            <a:ext cx="10972800" cy="4389120"/>
          </a:xfrm>
        </p:spPr>
        <p:txBody>
          <a:bodyPr/>
          <a:lstStyle>
            <a:lvl1pPr>
              <a:buFont typeface="Arial" panose="020B0604020202020204" pitchFamily="34" charset="0"/>
              <a:buChar char="•"/>
              <a:defRPr sz="2600">
                <a:latin typeface="微软雅黑" panose="020B0503020204020204" pitchFamily="34" charset="-122"/>
                <a:ea typeface="微软雅黑" panose="020B0503020204020204" pitchFamily="34" charset="-122"/>
              </a:defRPr>
            </a:lvl1pPr>
            <a:lvl2pPr>
              <a:buFont typeface="Arial" panose="020B0604020202020204" pitchFamily="34" charset="0"/>
              <a:buChar char="•"/>
              <a:defRPr sz="2400">
                <a:latin typeface="微软雅黑" panose="020B0503020204020204" pitchFamily="34" charset="-122"/>
                <a:ea typeface="微软雅黑" panose="020B0503020204020204" pitchFamily="34" charset="-122"/>
              </a:defRPr>
            </a:lvl2pPr>
            <a:lvl3pPr>
              <a:defRPr sz="2100">
                <a:latin typeface="微软雅黑" panose="020B0503020204020204" pitchFamily="34" charset="-122"/>
                <a:ea typeface="微软雅黑" panose="020B0503020204020204" pitchFamily="34" charset="-122"/>
              </a:defRPr>
            </a:lvl3pPr>
            <a:lvl4pPr>
              <a:buFont typeface="Arial" panose="020B0604020202020204" pitchFamily="34" charset="0"/>
              <a:buChar char="•"/>
              <a:defRPr sz="2000">
                <a:latin typeface="微软雅黑" panose="020B0503020204020204" pitchFamily="34" charset="-122"/>
                <a:ea typeface="微软雅黑" panose="020B0503020204020204" pitchFamily="34" charset="-122"/>
              </a:defRPr>
            </a:lvl4pPr>
            <a:lvl5pPr>
              <a:defRPr sz="1600">
                <a:latin typeface="微软雅黑" panose="020B0503020204020204" pitchFamily="34" charset="-122"/>
                <a:ea typeface="微软雅黑" panose="020B0503020204020204" pitchFamily="34" charset="-122"/>
              </a:defRPr>
            </a:lvl5pPr>
          </a:lstStyle>
          <a:p>
            <a:pPr lvl="0" eaLnBrk="1" latinLnBrk="0" hangingPunct="1"/>
            <a:r>
              <a:rPr lang="zh-CN" altLang="en-US" dirty="0"/>
              <a:t>单击此处编辑母版文本样式</a:t>
            </a:r>
          </a:p>
          <a:p>
            <a:pPr lvl="1" eaLnBrk="1" latinLnBrk="0" hangingPunct="1"/>
            <a:r>
              <a:rPr lang="zh-CN" altLang="en-US" dirty="0"/>
              <a:t>第二级</a:t>
            </a:r>
          </a:p>
          <a:p>
            <a:pPr lvl="2" eaLnBrk="1" latinLnBrk="0" hangingPunct="1"/>
            <a:r>
              <a:rPr lang="zh-CN" altLang="en-US" dirty="0"/>
              <a:t>第三级</a:t>
            </a:r>
          </a:p>
          <a:p>
            <a:pPr lvl="3" eaLnBrk="1" latinLnBrk="0" hangingPunct="1"/>
            <a:r>
              <a:rPr lang="zh-CN" altLang="en-US" dirty="0"/>
              <a:t>第四级</a:t>
            </a:r>
          </a:p>
          <a:p>
            <a:pPr lvl="4" eaLnBrk="1" latinLnBrk="0" hangingPunct="1"/>
            <a:r>
              <a:rPr lang="zh-CN" altLang="en-US" dirty="0"/>
              <a:t>第五级</a:t>
            </a:r>
            <a:endParaRPr kumimoji="0" lang="en-US" dirty="0"/>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userDrawn="1">
  <p:cSld name="74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1011226"/>
            <a:ext cx="10972800" cy="774700"/>
          </a:xfrm>
        </p:spPr>
        <p:txBody>
          <a:bodyPr/>
          <a:lstStyle>
            <a:lvl1pPr>
              <a:defRPr sz="5000" b="1">
                <a:latin typeface="隶书" panose="02010509060101010101" pitchFamily="49" charset="-122"/>
                <a:ea typeface="隶书" panose="02010509060101010101" pitchFamily="49" charset="-122"/>
              </a:defRPr>
            </a:lvl1pPr>
          </a:lstStyle>
          <a:p>
            <a:r>
              <a:rPr lang="zh-CN" altLang="en-US" dirty="0"/>
              <a:t>单击此处编辑母版标题样式</a:t>
            </a:r>
          </a:p>
        </p:txBody>
      </p:sp>
      <p:sp>
        <p:nvSpPr>
          <p:cNvPr id="4" name="日期占位符 3"/>
          <p:cNvSpPr>
            <a:spLocks noGrp="1"/>
          </p:cNvSpPr>
          <p:nvPr>
            <p:ph type="dt" sz="half" idx="10"/>
          </p:nvPr>
        </p:nvSpPr>
        <p:spPr/>
        <p:txBody>
          <a:bodyPr/>
          <a:lstStyle>
            <a:lvl1pPr>
              <a:defRPr/>
            </a:lvl1pPr>
          </a:lstStyle>
          <a:p>
            <a:fld id="{9FADFB2E-885B-491E-A32A-9031AA86B1B0}" type="datetimeFigureOut">
              <a:rPr lang="zh-CN" altLang="en-US"/>
              <a:t>2024-07-20</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546D3D19-AF27-447E-95DA-1DCD44E4E178}" type="slidenum">
              <a:rPr lang="zh-CN" altLang="en-US"/>
              <a:t>‹#›</a:t>
            </a:fld>
            <a:endParaRPr lang="zh-CN" altLang="en-US"/>
          </a:p>
        </p:txBody>
      </p:sp>
      <p:sp>
        <p:nvSpPr>
          <p:cNvPr id="7" name="内容占位符 2"/>
          <p:cNvSpPr>
            <a:spLocks noGrp="1"/>
          </p:cNvSpPr>
          <p:nvPr>
            <p:ph idx="1"/>
          </p:nvPr>
        </p:nvSpPr>
        <p:spPr>
          <a:xfrm>
            <a:off x="609600" y="1935480"/>
            <a:ext cx="10972800" cy="4389120"/>
          </a:xfrm>
        </p:spPr>
        <p:txBody>
          <a:bodyPr/>
          <a:lstStyle>
            <a:lvl1pPr>
              <a:buFont typeface="Arial" panose="020B0604020202020204" pitchFamily="34" charset="0"/>
              <a:buChar char="•"/>
              <a:defRPr sz="2600">
                <a:latin typeface="微软雅黑" panose="020B0503020204020204" pitchFamily="34" charset="-122"/>
                <a:ea typeface="微软雅黑" panose="020B0503020204020204" pitchFamily="34" charset="-122"/>
              </a:defRPr>
            </a:lvl1pPr>
            <a:lvl2pPr>
              <a:buFont typeface="Arial" panose="020B0604020202020204" pitchFamily="34" charset="0"/>
              <a:buChar char="•"/>
              <a:defRPr sz="2400">
                <a:latin typeface="微软雅黑" panose="020B0503020204020204" pitchFamily="34" charset="-122"/>
                <a:ea typeface="微软雅黑" panose="020B0503020204020204" pitchFamily="34" charset="-122"/>
              </a:defRPr>
            </a:lvl2pPr>
            <a:lvl3pPr>
              <a:defRPr sz="2100">
                <a:latin typeface="微软雅黑" panose="020B0503020204020204" pitchFamily="34" charset="-122"/>
                <a:ea typeface="微软雅黑" panose="020B0503020204020204" pitchFamily="34" charset="-122"/>
              </a:defRPr>
            </a:lvl3pPr>
            <a:lvl4pPr>
              <a:buFont typeface="Arial" panose="020B0604020202020204" pitchFamily="34" charset="0"/>
              <a:buChar char="•"/>
              <a:defRPr sz="2000">
                <a:latin typeface="微软雅黑" panose="020B0503020204020204" pitchFamily="34" charset="-122"/>
                <a:ea typeface="微软雅黑" panose="020B0503020204020204" pitchFamily="34" charset="-122"/>
              </a:defRPr>
            </a:lvl4pPr>
            <a:lvl5pPr>
              <a:defRPr sz="1600">
                <a:latin typeface="微软雅黑" panose="020B0503020204020204" pitchFamily="34" charset="-122"/>
                <a:ea typeface="微软雅黑" panose="020B0503020204020204" pitchFamily="34" charset="-122"/>
              </a:defRPr>
            </a:lvl5pPr>
          </a:lstStyle>
          <a:p>
            <a:pPr lvl="0" eaLnBrk="1" latinLnBrk="0" hangingPunct="1"/>
            <a:r>
              <a:rPr lang="zh-CN" altLang="en-US" dirty="0"/>
              <a:t>单击此处编辑母版文本样式</a:t>
            </a:r>
          </a:p>
          <a:p>
            <a:pPr lvl="1" eaLnBrk="1" latinLnBrk="0" hangingPunct="1"/>
            <a:r>
              <a:rPr lang="zh-CN" altLang="en-US" dirty="0"/>
              <a:t>第二级</a:t>
            </a:r>
          </a:p>
          <a:p>
            <a:pPr lvl="2" eaLnBrk="1" latinLnBrk="0" hangingPunct="1"/>
            <a:r>
              <a:rPr lang="zh-CN" altLang="en-US" dirty="0"/>
              <a:t>第三级</a:t>
            </a:r>
          </a:p>
          <a:p>
            <a:pPr lvl="3" eaLnBrk="1" latinLnBrk="0" hangingPunct="1"/>
            <a:r>
              <a:rPr lang="zh-CN" altLang="en-US" dirty="0"/>
              <a:t>第四级</a:t>
            </a:r>
          </a:p>
          <a:p>
            <a:pPr lvl="4" eaLnBrk="1" latinLnBrk="0" hangingPunct="1"/>
            <a:r>
              <a:rPr lang="zh-CN" altLang="en-US" dirty="0"/>
              <a:t>第五级</a:t>
            </a:r>
            <a:endParaRPr kumimoji="0"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63" Type="http://schemas.openxmlformats.org/officeDocument/2006/relationships/image" Target="../media/image1.jpeg"/><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61" Type="http://schemas.openxmlformats.org/officeDocument/2006/relationships/slideLayout" Target="../slideLayouts/slideLayout6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6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矩形 1"/>
          <p:cNvSpPr/>
          <p:nvPr userDrawn="1"/>
        </p:nvSpPr>
        <p:spPr>
          <a:xfrm>
            <a:off x="0" y="0"/>
            <a:ext cx="12192000" cy="6858000"/>
          </a:xfrm>
          <a:prstGeom prst="rect">
            <a:avLst/>
          </a:prstGeom>
          <a:gradFill flip="none" rotWithShape="1">
            <a:gsLst>
              <a:gs pos="100000">
                <a:schemeClr val="bg1">
                  <a:alpha val="59000"/>
                </a:schemeClr>
              </a:gs>
              <a:gs pos="0">
                <a:schemeClr val="bg1">
                  <a:alpha val="34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userDrawn="1"/>
        </p:nvSpPr>
        <p:spPr>
          <a:xfrm>
            <a:off x="0" y="6555346"/>
            <a:ext cx="12192000" cy="302654"/>
          </a:xfrm>
          <a:prstGeom prst="rect">
            <a:avLst/>
          </a:prstGeom>
          <a:gradFill>
            <a:gsLst>
              <a:gs pos="0">
                <a:srgbClr val="404040"/>
              </a:gs>
              <a:gs pos="94000">
                <a:srgbClr val="0D0D0D"/>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任意多边形 8"/>
          <p:cNvSpPr/>
          <p:nvPr userDrawn="1"/>
        </p:nvSpPr>
        <p:spPr>
          <a:xfrm>
            <a:off x="0" y="6465194"/>
            <a:ext cx="2305316" cy="392806"/>
          </a:xfrm>
          <a:custGeom>
            <a:avLst/>
            <a:gdLst>
              <a:gd name="connsiteX0" fmla="*/ 0 w 2305316"/>
              <a:gd name="connsiteY0" fmla="*/ 0 h 392806"/>
              <a:gd name="connsiteX1" fmla="*/ 2305316 w 2305316"/>
              <a:gd name="connsiteY1" fmla="*/ 0 h 392806"/>
              <a:gd name="connsiteX2" fmla="*/ 2163649 w 2305316"/>
              <a:gd name="connsiteY2" fmla="*/ 392806 h 392806"/>
              <a:gd name="connsiteX3" fmla="*/ 0 w 2305316"/>
              <a:gd name="connsiteY3" fmla="*/ 392806 h 392806"/>
            </a:gdLst>
            <a:ahLst/>
            <a:cxnLst>
              <a:cxn ang="0">
                <a:pos x="connsiteX0" y="connsiteY0"/>
              </a:cxn>
              <a:cxn ang="0">
                <a:pos x="connsiteX1" y="connsiteY1"/>
              </a:cxn>
              <a:cxn ang="0">
                <a:pos x="connsiteX2" y="connsiteY2"/>
              </a:cxn>
              <a:cxn ang="0">
                <a:pos x="connsiteX3" y="connsiteY3"/>
              </a:cxn>
            </a:cxnLst>
            <a:rect l="l" t="t" r="r" b="b"/>
            <a:pathLst>
              <a:path w="2305316" h="392806">
                <a:moveTo>
                  <a:pt x="0" y="0"/>
                </a:moveTo>
                <a:lnTo>
                  <a:pt x="2305316" y="0"/>
                </a:lnTo>
                <a:lnTo>
                  <a:pt x="2163649" y="392806"/>
                </a:lnTo>
                <a:lnTo>
                  <a:pt x="0" y="392806"/>
                </a:lnTo>
                <a:close/>
              </a:path>
            </a:pathLst>
          </a:custGeom>
          <a:gradFill flip="none" rotWithShape="1">
            <a:gsLst>
              <a:gs pos="0">
                <a:srgbClr val="F93D32"/>
              </a:gs>
              <a:gs pos="91000">
                <a:srgbClr val="BE1007"/>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任意多边形 9"/>
          <p:cNvSpPr/>
          <p:nvPr userDrawn="1"/>
        </p:nvSpPr>
        <p:spPr>
          <a:xfrm>
            <a:off x="0" y="567314"/>
            <a:ext cx="167640" cy="453766"/>
          </a:xfrm>
          <a:custGeom>
            <a:avLst/>
            <a:gdLst>
              <a:gd name="connsiteX0" fmla="*/ 0 w 2305316"/>
              <a:gd name="connsiteY0" fmla="*/ 0 h 392806"/>
              <a:gd name="connsiteX1" fmla="*/ 2305316 w 2305316"/>
              <a:gd name="connsiteY1" fmla="*/ 0 h 392806"/>
              <a:gd name="connsiteX2" fmla="*/ 2163649 w 2305316"/>
              <a:gd name="connsiteY2" fmla="*/ 392806 h 392806"/>
              <a:gd name="connsiteX3" fmla="*/ 0 w 2305316"/>
              <a:gd name="connsiteY3" fmla="*/ 392806 h 392806"/>
            </a:gdLst>
            <a:ahLst/>
            <a:cxnLst>
              <a:cxn ang="0">
                <a:pos x="connsiteX0" y="connsiteY0"/>
              </a:cxn>
              <a:cxn ang="0">
                <a:pos x="connsiteX1" y="connsiteY1"/>
              </a:cxn>
              <a:cxn ang="0">
                <a:pos x="connsiteX2" y="connsiteY2"/>
              </a:cxn>
              <a:cxn ang="0">
                <a:pos x="connsiteX3" y="connsiteY3"/>
              </a:cxn>
            </a:cxnLst>
            <a:rect l="l" t="t" r="r" b="b"/>
            <a:pathLst>
              <a:path w="2305316" h="392806">
                <a:moveTo>
                  <a:pt x="0" y="0"/>
                </a:moveTo>
                <a:lnTo>
                  <a:pt x="2305316" y="0"/>
                </a:lnTo>
                <a:lnTo>
                  <a:pt x="2163649" y="392806"/>
                </a:lnTo>
                <a:lnTo>
                  <a:pt x="0" y="392806"/>
                </a:lnTo>
                <a:close/>
              </a:path>
            </a:pathLst>
          </a:cu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 id="2147483686" r:id="rId38"/>
    <p:sldLayoutId id="2147483687" r:id="rId39"/>
    <p:sldLayoutId id="2147483688" r:id="rId40"/>
    <p:sldLayoutId id="2147483689" r:id="rId41"/>
    <p:sldLayoutId id="2147483690" r:id="rId42"/>
    <p:sldLayoutId id="2147483691" r:id="rId43"/>
    <p:sldLayoutId id="2147483692" r:id="rId44"/>
    <p:sldLayoutId id="2147483693" r:id="rId45"/>
    <p:sldLayoutId id="2147483694" r:id="rId46"/>
    <p:sldLayoutId id="2147483695" r:id="rId47"/>
    <p:sldLayoutId id="2147483696" r:id="rId48"/>
    <p:sldLayoutId id="2147483697" r:id="rId49"/>
    <p:sldLayoutId id="2147483698" r:id="rId50"/>
    <p:sldLayoutId id="2147483699" r:id="rId51"/>
    <p:sldLayoutId id="2147483700" r:id="rId52"/>
    <p:sldLayoutId id="2147483701" r:id="rId53"/>
    <p:sldLayoutId id="2147483702" r:id="rId54"/>
    <p:sldLayoutId id="2147483703" r:id="rId55"/>
    <p:sldLayoutId id="2147483704" r:id="rId56"/>
    <p:sldLayoutId id="2147483705" r:id="rId57"/>
    <p:sldLayoutId id="2147483706" r:id="rId58"/>
    <p:sldLayoutId id="2147483707" r:id="rId59"/>
    <p:sldLayoutId id="2147483708" r:id="rId60"/>
    <p:sldLayoutId id="2147483709" r:id="rId6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1.jpeg"/><Relationship Id="rId5" Type="http://schemas.openxmlformats.org/officeDocument/2006/relationships/image" Target="../media/image10.jpe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19.xml"/><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20.xml"/></Relationships>
</file>

<file path=ppt/slides/_rels/slide20.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10.xml"/><Relationship Id="rId1" Type="http://schemas.openxmlformats.org/officeDocument/2006/relationships/slideLayout" Target="../slideLayouts/slideLayout21.xml"/></Relationships>
</file>

<file path=ppt/slides/_rels/slide21.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image" Target="../media/image19.emf"/><Relationship Id="rId1" Type="http://schemas.openxmlformats.org/officeDocument/2006/relationships/slideLayout" Target="../slideLayouts/slideLayout22.xml"/></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23.xm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2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3.xml"/><Relationship Id="rId1" Type="http://schemas.openxmlformats.org/officeDocument/2006/relationships/slideLayout" Target="../slideLayouts/slideLayout2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28.xml"/></Relationships>
</file>

<file path=ppt/slides/_rels/slide3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5.xml"/><Relationship Id="rId1" Type="http://schemas.openxmlformats.org/officeDocument/2006/relationships/slideLayout" Target="../slideLayouts/slideLayout29.xml"/></Relationships>
</file>

<file path=ppt/slides/_rels/slide3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6.xml"/><Relationship Id="rId1" Type="http://schemas.openxmlformats.org/officeDocument/2006/relationships/slideLayout" Target="../slideLayouts/slideLayout30.xml"/></Relationships>
</file>

<file path=ppt/slides/_rels/slide3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7.xml"/><Relationship Id="rId1" Type="http://schemas.openxmlformats.org/officeDocument/2006/relationships/slideLayout" Target="../slideLayouts/slideLayout31.xml"/><Relationship Id="rId5" Type="http://schemas.openxmlformats.org/officeDocument/2006/relationships/image" Target="../media/image28.jpeg"/><Relationship Id="rId4" Type="http://schemas.openxmlformats.org/officeDocument/2006/relationships/image" Target="../media/image27.jpeg"/></Relationships>
</file>

<file path=ppt/slides/_rels/slide3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8.xml"/><Relationship Id="rId1" Type="http://schemas.openxmlformats.org/officeDocument/2006/relationships/slideLayout" Target="../slideLayouts/slideLayout32.xml"/><Relationship Id="rId5" Type="http://schemas.openxmlformats.org/officeDocument/2006/relationships/image" Target="../media/image31.jpeg"/><Relationship Id="rId4" Type="http://schemas.openxmlformats.org/officeDocument/2006/relationships/image" Target="../media/image30.jpe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37.x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notesSlide" Target="../notesSlides/notesSlide19.xml"/><Relationship Id="rId1" Type="http://schemas.openxmlformats.org/officeDocument/2006/relationships/slideLayout" Target="../slideLayouts/slideLayout35.xml"/></Relationships>
</file>

<file path=ppt/slides/_rels/slide3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0.xml"/><Relationship Id="rId1" Type="http://schemas.openxmlformats.org/officeDocument/2006/relationships/slideLayout" Target="../slideLayouts/slideLayout36.xml"/></Relationships>
</file>

<file path=ppt/slides/_rels/slide3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37.xml"/></Relationships>
</file>

<file path=ppt/slides/_rels/slide4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1.xml"/><Relationship Id="rId1" Type="http://schemas.openxmlformats.org/officeDocument/2006/relationships/slideLayout" Target="../slideLayouts/slideLayout38.xml"/></Relationships>
</file>

<file path=ppt/slides/_rels/slide4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2.xml"/><Relationship Id="rId1" Type="http://schemas.openxmlformats.org/officeDocument/2006/relationships/slideLayout" Target="../slideLayouts/slideLayout39.xml"/></Relationships>
</file>

<file path=ppt/slides/_rels/slide4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3.xml"/><Relationship Id="rId1" Type="http://schemas.openxmlformats.org/officeDocument/2006/relationships/slideLayout" Target="../slideLayouts/slideLayout40.xml"/></Relationships>
</file>

<file path=ppt/slides/_rels/slide4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4.xml"/><Relationship Id="rId1" Type="http://schemas.openxmlformats.org/officeDocument/2006/relationships/slideLayout" Target="../slideLayouts/slideLayout41.xml"/><Relationship Id="rId4" Type="http://schemas.openxmlformats.org/officeDocument/2006/relationships/image" Target="../media/image39.jpg"/></Relationships>
</file>

<file path=ppt/slides/_rels/slide44.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42.xml"/></Relationships>
</file>

<file path=ppt/slides/_rels/slide45.xml.rels><?xml version="1.0" encoding="UTF-8" standalone="yes"?>
<Relationships xmlns="http://schemas.openxmlformats.org/package/2006/relationships"><Relationship Id="rId3" Type="http://schemas.openxmlformats.org/officeDocument/2006/relationships/image" Target="../media/image42.jpg"/><Relationship Id="rId2" Type="http://schemas.openxmlformats.org/officeDocument/2006/relationships/image" Target="../media/image41.png"/><Relationship Id="rId1" Type="http://schemas.openxmlformats.org/officeDocument/2006/relationships/slideLayout" Target="../slideLayouts/slideLayout43.xml"/></Relationships>
</file>

<file path=ppt/slides/_rels/slide46.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44.xml"/></Relationships>
</file>

<file path=ppt/slides/_rels/slide47.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45.xml"/></Relationships>
</file>

<file path=ppt/slides/_rels/slide48.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4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7.xml"/></Relationships>
</file>

<file path=ppt/slides/_rels/slide5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6.xml"/><Relationship Id="rId1" Type="http://schemas.openxmlformats.org/officeDocument/2006/relationships/slideLayout" Target="../slideLayouts/slideLayout48.xml"/><Relationship Id="rId4" Type="http://schemas.openxmlformats.org/officeDocument/2006/relationships/image" Target="../media/image47.png"/></Relationships>
</file>

<file path=ppt/slides/_rels/slide53.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49.xml"/></Relationships>
</file>

<file path=ppt/slides/_rels/slide54.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50.xml"/></Relationships>
</file>

<file path=ppt/slides/_rels/slide55.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5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53.xml"/></Relationships>
</file>

<file path=ppt/slides/_rels/slide58.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27.xml"/><Relationship Id="rId1" Type="http://schemas.openxmlformats.org/officeDocument/2006/relationships/slideLayout" Target="../slideLayouts/slideLayout54.xml"/><Relationship Id="rId4" Type="http://schemas.openxmlformats.org/officeDocument/2006/relationships/image" Target="../media/image33.png"/></Relationships>
</file>

<file path=ppt/slides/_rels/slide59.xml.rels><?xml version="1.0" encoding="UTF-8" standalone="yes"?>
<Relationships xmlns="http://schemas.openxmlformats.org/package/2006/relationships"><Relationship Id="rId2" Type="http://schemas.openxmlformats.org/officeDocument/2006/relationships/image" Target="../media/image55.jpeg"/><Relationship Id="rId1" Type="http://schemas.openxmlformats.org/officeDocument/2006/relationships/slideLayout" Target="../slideLayouts/slideLayout55.xml"/></Relationships>
</file>

<file path=ppt/slides/_rels/slide60.xml.rels><?xml version="1.0" encoding="UTF-8" standalone="yes"?>
<Relationships xmlns="http://schemas.openxmlformats.org/package/2006/relationships"><Relationship Id="rId3" Type="http://schemas.openxmlformats.org/officeDocument/2006/relationships/image" Target="../media/image56.jpg"/><Relationship Id="rId2" Type="http://schemas.openxmlformats.org/officeDocument/2006/relationships/notesSlide" Target="../notesSlides/notesSlide28.xml"/><Relationship Id="rId1" Type="http://schemas.openxmlformats.org/officeDocument/2006/relationships/slideLayout" Target="../slideLayouts/slideLayout55.xml"/></Relationships>
</file>

<file path=ppt/slides/_rels/slide61.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56.xml"/></Relationships>
</file>

<file path=ppt/slides/_rels/slide62.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57.xml"/><Relationship Id="rId4" Type="http://schemas.openxmlformats.org/officeDocument/2006/relationships/image" Target="../media/image60.png"/></Relationships>
</file>

<file path=ppt/slides/_rels/slide63.xml.rels><?xml version="1.0" encoding="UTF-8" standalone="yes"?>
<Relationships xmlns="http://schemas.openxmlformats.org/package/2006/relationships"><Relationship Id="rId2" Type="http://schemas.openxmlformats.org/officeDocument/2006/relationships/image" Target="../media/image61.jpeg"/><Relationship Id="rId1" Type="http://schemas.openxmlformats.org/officeDocument/2006/relationships/slideLayout" Target="../slideLayouts/slideLayout59.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65.xml.rels><?xml version="1.0" encoding="UTF-8" standalone="yes"?>
<Relationships xmlns="http://schemas.openxmlformats.org/package/2006/relationships"><Relationship Id="rId2" Type="http://schemas.openxmlformats.org/officeDocument/2006/relationships/image" Target="../media/image55.jpeg"/><Relationship Id="rId1" Type="http://schemas.openxmlformats.org/officeDocument/2006/relationships/slideLayout" Target="../slideLayouts/slideLayout60.xml"/></Relationships>
</file>

<file path=ppt/slides/_rels/slide66.xml.rels><?xml version="1.0" encoding="UTF-8" standalone="yes"?>
<Relationships xmlns="http://schemas.openxmlformats.org/package/2006/relationships"><Relationship Id="rId2" Type="http://schemas.openxmlformats.org/officeDocument/2006/relationships/image" Target="../media/image55.jpeg"/><Relationship Id="rId1" Type="http://schemas.openxmlformats.org/officeDocument/2006/relationships/slideLayout" Target="../slideLayouts/slideLayout6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6722772" y="3245476"/>
            <a:ext cx="5469228" cy="64394"/>
          </a:xfrm>
          <a:prstGeom prst="rect">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6672585" y="2613640"/>
            <a:ext cx="5407249" cy="523220"/>
          </a:xfrm>
          <a:prstGeom prst="rect">
            <a:avLst/>
          </a:prstGeom>
          <a:noFill/>
        </p:spPr>
        <p:txBody>
          <a:bodyPr wrap="none" rtlCol="0">
            <a:spAutoFit/>
          </a:bodyPr>
          <a:lstStyle/>
          <a:p>
            <a:r>
              <a:rPr lang="zh-CN" altLang="en-US" sz="2800" b="1" dirty="0">
                <a:solidFill>
                  <a:srgbClr val="BE1007"/>
                </a:solidFill>
                <a:latin typeface="华康俪金黑W8(P)" panose="020B0800000000000000" pitchFamily="34" charset="-122"/>
                <a:ea typeface="华康俪金黑W8(P)" panose="020B0800000000000000" pitchFamily="34" charset="-122"/>
              </a:rPr>
              <a:t>第三章  业务建模，精准了解客户</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withEffect">
                                  <p:stCondLst>
                                    <p:cond delay="0"/>
                                  </p:stCondLst>
                                  <p:iterate type="lt">
                                    <p:tmPct val="10000"/>
                                  </p:iterate>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8"/>
                                        </p:tgtEl>
                                        <p:attrNameLst>
                                          <p:attrName>ppt_y</p:attrName>
                                        </p:attrNameLst>
                                      </p:cBhvr>
                                      <p:tavLst>
                                        <p:tav tm="0">
                                          <p:val>
                                            <p:strVal val="#ppt_y"/>
                                          </p:val>
                                        </p:tav>
                                        <p:tav tm="100000">
                                          <p:val>
                                            <p:strVal val="#ppt_y"/>
                                          </p:val>
                                        </p:tav>
                                      </p:tavLst>
                                    </p:anim>
                                    <p:anim calcmode="lin" valueType="num">
                                      <p:cBhvr>
                                        <p:cTn id="9" dur="500" fill="hold"/>
                                        <p:tgtEl>
                                          <p:spTgt spid="8"/>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8"/>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8"/>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74320" y="449590"/>
            <a:ext cx="4698722" cy="584775"/>
          </a:xfrm>
          <a:prstGeom prst="rect">
            <a:avLst/>
          </a:prstGeom>
          <a:noFill/>
        </p:spPr>
        <p:txBody>
          <a:bodyPr wrap="none" rtlCol="0">
            <a:spAutoFit/>
          </a:bodyPr>
          <a:lstStyle/>
          <a:p>
            <a:r>
              <a:rPr lang="zh-CN" altLang="en-US" sz="3200" b="1" dirty="0">
                <a:solidFill>
                  <a:srgbClr val="141316"/>
                </a:solidFill>
                <a:latin typeface="微软雅黑" panose="020B0503020204020204" pitchFamily="34" charset="-122"/>
                <a:ea typeface="微软雅黑" panose="020B0503020204020204" pitchFamily="34" charset="-122"/>
              </a:rPr>
              <a:t>回顾：获取愿景的三步曲</a:t>
            </a:r>
          </a:p>
        </p:txBody>
      </p:sp>
      <p:cxnSp>
        <p:nvCxnSpPr>
          <p:cNvPr id="3" name="直接连接符 2"/>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grpSp>
        <p:nvGrpSpPr>
          <p:cNvPr id="4" name="组合 3"/>
          <p:cNvGrpSpPr/>
          <p:nvPr/>
        </p:nvGrpSpPr>
        <p:grpSpPr>
          <a:xfrm>
            <a:off x="4973042" y="588916"/>
            <a:ext cx="491490" cy="318085"/>
            <a:chOff x="3017520" y="601990"/>
            <a:chExt cx="491490" cy="414010"/>
          </a:xfrm>
        </p:grpSpPr>
        <p:sp>
          <p:nvSpPr>
            <p:cNvPr id="5" name="燕尾形 4"/>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 name="燕尾形 5"/>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7" name="燕尾形 6"/>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8" name="矩形 7"/>
          <p:cNvSpPr/>
          <p:nvPr/>
        </p:nvSpPr>
        <p:spPr>
          <a:xfrm>
            <a:off x="7818120"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8885357"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9952594"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11019831"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矩形 41"/>
          <p:cNvSpPr/>
          <p:nvPr/>
        </p:nvSpPr>
        <p:spPr>
          <a:xfrm>
            <a:off x="11018478" y="796875"/>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内容占位符 2"/>
          <p:cNvSpPr txBox="1"/>
          <p:nvPr/>
        </p:nvSpPr>
        <p:spPr>
          <a:xfrm>
            <a:off x="393700" y="1345383"/>
            <a:ext cx="11375934" cy="4663530"/>
          </a:xfrm>
          <a:prstGeom prst="rect">
            <a:avLst/>
          </a:prstGeom>
        </p:spPr>
        <p:txBody>
          <a:bodyPr/>
          <a:lstStyle>
            <a:defPPr>
              <a:defRPr lang="zh-CN"/>
            </a:defPPr>
            <a:lvl1pPr marL="285750" indent="-285750">
              <a:lnSpc>
                <a:spcPct val="150000"/>
              </a:lnSpc>
              <a:spcBef>
                <a:spcPts val="1000"/>
              </a:spcBef>
              <a:buFont typeface="Arial" panose="020B0604020202020204" pitchFamily="34" charset="0"/>
              <a:buChar char="•"/>
              <a:defRPr sz="2400">
                <a:latin typeface="微软雅黑" panose="020B0503020204020204" pitchFamily="34" charset="-122"/>
                <a:ea typeface="微软雅黑" panose="020B0503020204020204" pitchFamily="34" charset="-122"/>
              </a:defRPr>
            </a:lvl1pPr>
            <a:lvl2pPr marL="742950" lvl="1" indent="-285750">
              <a:lnSpc>
                <a:spcPct val="150000"/>
              </a:lnSpc>
              <a:spcBef>
                <a:spcPts val="500"/>
              </a:spcBef>
              <a:buFont typeface="Arial" panose="020B0604020202020204" pitchFamily="34" charset="0"/>
              <a:buChar char="•"/>
              <a:defRPr>
                <a:latin typeface="微软雅黑" panose="020B0503020204020204" pitchFamily="34" charset="-122"/>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zh-CN" altLang="en-US" sz="2600" dirty="0"/>
              <a:t>第一步：找到软件项目的“老大”；</a:t>
            </a:r>
            <a:endParaRPr lang="en-US" altLang="zh-CN" sz="2600" dirty="0"/>
          </a:p>
          <a:p>
            <a:r>
              <a:rPr lang="zh-CN" altLang="en-US" sz="2600" dirty="0"/>
              <a:t>第二步：得到“老大”对项目的期望（愿景）；</a:t>
            </a:r>
            <a:endParaRPr lang="en-US" altLang="zh-CN" sz="2600" dirty="0"/>
          </a:p>
          <a:p>
            <a:r>
              <a:rPr lang="zh-CN" altLang="en-US" sz="2600" dirty="0"/>
              <a:t>第三步：描述出愿景的度量指标；</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74320" y="449590"/>
            <a:ext cx="4288353" cy="584775"/>
          </a:xfrm>
          <a:prstGeom prst="rect">
            <a:avLst/>
          </a:prstGeom>
          <a:noFill/>
        </p:spPr>
        <p:txBody>
          <a:bodyPr wrap="none" rtlCol="0">
            <a:spAutoFit/>
          </a:bodyPr>
          <a:lstStyle/>
          <a:p>
            <a:r>
              <a:rPr lang="zh-CN" altLang="en-US" sz="3200" b="1" dirty="0">
                <a:solidFill>
                  <a:srgbClr val="141316"/>
                </a:solidFill>
                <a:latin typeface="微软雅黑" panose="020B0503020204020204" pitchFamily="34" charset="-122"/>
                <a:ea typeface="微软雅黑" panose="020B0503020204020204" pitchFamily="34" charset="-122"/>
              </a:rPr>
              <a:t>从需求调查到需求分析</a:t>
            </a:r>
          </a:p>
        </p:txBody>
      </p:sp>
      <p:cxnSp>
        <p:nvCxnSpPr>
          <p:cNvPr id="3" name="直接连接符 2"/>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grpSp>
        <p:nvGrpSpPr>
          <p:cNvPr id="4" name="组合 3"/>
          <p:cNvGrpSpPr/>
          <p:nvPr/>
        </p:nvGrpSpPr>
        <p:grpSpPr>
          <a:xfrm>
            <a:off x="4562673" y="611264"/>
            <a:ext cx="491490" cy="318085"/>
            <a:chOff x="3017520" y="601990"/>
            <a:chExt cx="491490" cy="414010"/>
          </a:xfrm>
        </p:grpSpPr>
        <p:sp>
          <p:nvSpPr>
            <p:cNvPr id="5" name="燕尾形 4"/>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pitchFamily="34" charset="-122"/>
                <a:ea typeface="微软雅黑" panose="020B0503020204020204" pitchFamily="34" charset="-122"/>
              </a:endParaRPr>
            </a:p>
          </p:txBody>
        </p:sp>
        <p:sp>
          <p:nvSpPr>
            <p:cNvPr id="6" name="燕尾形 5"/>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pitchFamily="34" charset="-122"/>
                <a:ea typeface="微软雅黑" panose="020B0503020204020204" pitchFamily="34" charset="-122"/>
              </a:endParaRPr>
            </a:p>
          </p:txBody>
        </p:sp>
        <p:sp>
          <p:nvSpPr>
            <p:cNvPr id="7" name="燕尾形 6"/>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pitchFamily="34" charset="-122"/>
                <a:ea typeface="微软雅黑" panose="020B0503020204020204" pitchFamily="34" charset="-122"/>
              </a:endParaRPr>
            </a:p>
          </p:txBody>
        </p:sp>
      </p:grpSp>
      <p:sp>
        <p:nvSpPr>
          <p:cNvPr id="8" name="矩形 7"/>
          <p:cNvSpPr/>
          <p:nvPr/>
        </p:nvSpPr>
        <p:spPr>
          <a:xfrm>
            <a:off x="7818120"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9" name="矩形 8"/>
          <p:cNvSpPr/>
          <p:nvPr/>
        </p:nvSpPr>
        <p:spPr>
          <a:xfrm>
            <a:off x="8885357"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10" name="矩形 9"/>
          <p:cNvSpPr/>
          <p:nvPr/>
        </p:nvSpPr>
        <p:spPr>
          <a:xfrm>
            <a:off x="9952594"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11" name="矩形 10"/>
          <p:cNvSpPr/>
          <p:nvPr/>
        </p:nvSpPr>
        <p:spPr>
          <a:xfrm>
            <a:off x="11019831"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42" name="矩形 41"/>
          <p:cNvSpPr/>
          <p:nvPr/>
        </p:nvSpPr>
        <p:spPr>
          <a:xfrm>
            <a:off x="8885357" y="814112"/>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21" name="内容占位符 2"/>
          <p:cNvSpPr txBox="1"/>
          <p:nvPr/>
        </p:nvSpPr>
        <p:spPr>
          <a:xfrm>
            <a:off x="393700" y="1423761"/>
            <a:ext cx="11375934" cy="466353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lnSpc>
                <a:spcPct val="150000"/>
              </a:lnSpc>
            </a:pPr>
            <a:endParaRPr lang="en-US" altLang="zh-CN" sz="2400" dirty="0">
              <a:latin typeface="微软雅黑" panose="020B0503020204020204" pitchFamily="34" charset="-122"/>
              <a:ea typeface="微软雅黑" panose="020B0503020204020204" pitchFamily="34" charset="-122"/>
            </a:endParaRPr>
          </a:p>
        </p:txBody>
      </p:sp>
      <p:pic>
        <p:nvPicPr>
          <p:cNvPr id="16" name="图片 15"/>
          <p:cNvPicPr>
            <a:picLocks noChangeAspect="1"/>
          </p:cNvPicPr>
          <p:nvPr/>
        </p:nvPicPr>
        <p:blipFill>
          <a:blip r:embed="rId2"/>
          <a:stretch>
            <a:fillRect/>
          </a:stretch>
        </p:blipFill>
        <p:spPr>
          <a:xfrm>
            <a:off x="2300960" y="1517178"/>
            <a:ext cx="2409825" cy="1905000"/>
          </a:xfrm>
          <a:prstGeom prst="rect">
            <a:avLst/>
          </a:prstGeom>
        </p:spPr>
      </p:pic>
      <p:pic>
        <p:nvPicPr>
          <p:cNvPr id="17" name="图片 16"/>
          <p:cNvPicPr>
            <a:picLocks noChangeAspect="1"/>
          </p:cNvPicPr>
          <p:nvPr/>
        </p:nvPicPr>
        <p:blipFill>
          <a:blip r:embed="rId3"/>
          <a:stretch>
            <a:fillRect/>
          </a:stretch>
        </p:blipFill>
        <p:spPr>
          <a:xfrm>
            <a:off x="6638356" y="1510647"/>
            <a:ext cx="1066800" cy="1828800"/>
          </a:xfrm>
          <a:prstGeom prst="rect">
            <a:avLst/>
          </a:prstGeom>
        </p:spPr>
      </p:pic>
      <p:pic>
        <p:nvPicPr>
          <p:cNvPr id="18" name="图片 17"/>
          <p:cNvPicPr>
            <a:picLocks noChangeAspect="1"/>
          </p:cNvPicPr>
          <p:nvPr/>
        </p:nvPicPr>
        <p:blipFill>
          <a:blip r:embed="rId4"/>
          <a:stretch>
            <a:fillRect/>
          </a:stretch>
        </p:blipFill>
        <p:spPr>
          <a:xfrm>
            <a:off x="9632727" y="1510647"/>
            <a:ext cx="1028700" cy="2009775"/>
          </a:xfrm>
          <a:prstGeom prst="rect">
            <a:avLst/>
          </a:prstGeom>
        </p:spPr>
      </p:pic>
      <p:sp>
        <p:nvSpPr>
          <p:cNvPr id="19" name="文本框 18"/>
          <p:cNvSpPr txBox="1"/>
          <p:nvPr/>
        </p:nvSpPr>
        <p:spPr>
          <a:xfrm>
            <a:off x="3088110" y="3520422"/>
            <a:ext cx="800219" cy="461665"/>
          </a:xfrm>
          <a:prstGeom prst="rect">
            <a:avLst/>
          </a:prstGeom>
          <a:noFill/>
        </p:spPr>
        <p:txBody>
          <a:bodyPr wrap="none" rtlCol="0">
            <a:spAutoFit/>
          </a:bodyPr>
          <a:lstStyle/>
          <a:p>
            <a:r>
              <a:rPr lang="zh-CN" altLang="en-US" sz="2400" b="1" dirty="0">
                <a:latin typeface="微软雅黑" panose="020B0503020204020204" pitchFamily="34" charset="-122"/>
                <a:ea typeface="微软雅黑" panose="020B0503020204020204" pitchFamily="34" charset="-122"/>
              </a:rPr>
              <a:t>老板</a:t>
            </a:r>
          </a:p>
        </p:txBody>
      </p:sp>
      <p:sp>
        <p:nvSpPr>
          <p:cNvPr id="27" name="文本框 26"/>
          <p:cNvSpPr txBox="1"/>
          <p:nvPr/>
        </p:nvSpPr>
        <p:spPr>
          <a:xfrm>
            <a:off x="6533271" y="3519607"/>
            <a:ext cx="1415772" cy="461665"/>
          </a:xfrm>
          <a:prstGeom prst="rect">
            <a:avLst/>
          </a:prstGeom>
          <a:noFill/>
        </p:spPr>
        <p:txBody>
          <a:bodyPr wrap="none" rtlCol="0">
            <a:spAutoFit/>
          </a:bodyPr>
          <a:lstStyle/>
          <a:p>
            <a:r>
              <a:rPr lang="zh-CN" altLang="en-US" sz="2400" b="1" dirty="0">
                <a:latin typeface="微软雅黑" panose="020B0503020204020204" pitchFamily="34" charset="-122"/>
                <a:ea typeface="微软雅黑" panose="020B0503020204020204" pitchFamily="34" charset="-122"/>
              </a:rPr>
              <a:t>中层经理</a:t>
            </a:r>
          </a:p>
        </p:txBody>
      </p:sp>
      <p:sp>
        <p:nvSpPr>
          <p:cNvPr id="28" name="文本框 27"/>
          <p:cNvSpPr txBox="1"/>
          <p:nvPr/>
        </p:nvSpPr>
        <p:spPr>
          <a:xfrm>
            <a:off x="9542964" y="3582006"/>
            <a:ext cx="1415772" cy="461665"/>
          </a:xfrm>
          <a:prstGeom prst="rect">
            <a:avLst/>
          </a:prstGeom>
          <a:noFill/>
        </p:spPr>
        <p:txBody>
          <a:bodyPr wrap="none" rtlCol="0">
            <a:spAutoFit/>
          </a:bodyPr>
          <a:lstStyle/>
          <a:p>
            <a:r>
              <a:rPr lang="zh-CN" altLang="en-US" sz="2400" b="1" dirty="0">
                <a:latin typeface="微软雅黑" panose="020B0503020204020204" pitchFamily="34" charset="-122"/>
                <a:ea typeface="微软雅黑" panose="020B0503020204020204" pitchFamily="34" charset="-122"/>
              </a:rPr>
              <a:t>一线员工</a:t>
            </a:r>
          </a:p>
        </p:txBody>
      </p:sp>
      <p:sp>
        <p:nvSpPr>
          <p:cNvPr id="20" name="文本框 19"/>
          <p:cNvSpPr txBox="1"/>
          <p:nvPr/>
        </p:nvSpPr>
        <p:spPr>
          <a:xfrm>
            <a:off x="2174381" y="4082937"/>
            <a:ext cx="2723823" cy="430887"/>
          </a:xfrm>
          <a:prstGeom prst="rect">
            <a:avLst/>
          </a:prstGeom>
          <a:noFill/>
        </p:spPr>
        <p:txBody>
          <a:bodyPr wrap="none" rtlCol="0">
            <a:spAutoFit/>
          </a:bodyPr>
          <a:lstStyle/>
          <a:p>
            <a:r>
              <a:rPr lang="zh-CN" altLang="en-US" sz="2200" dirty="0">
                <a:latin typeface="微软雅黑" panose="020B0503020204020204" pitchFamily="34" charset="-122"/>
                <a:ea typeface="微软雅黑" panose="020B0503020204020204" pitchFamily="34" charset="-122"/>
              </a:rPr>
              <a:t>企业战略、开源节流</a:t>
            </a:r>
          </a:p>
        </p:txBody>
      </p:sp>
      <p:sp>
        <p:nvSpPr>
          <p:cNvPr id="30" name="文本框 29"/>
          <p:cNvSpPr txBox="1"/>
          <p:nvPr/>
        </p:nvSpPr>
        <p:spPr>
          <a:xfrm>
            <a:off x="5914549" y="4082937"/>
            <a:ext cx="2723823" cy="430887"/>
          </a:xfrm>
          <a:prstGeom prst="rect">
            <a:avLst/>
          </a:prstGeom>
          <a:noFill/>
        </p:spPr>
        <p:txBody>
          <a:bodyPr wrap="none" rtlCol="0">
            <a:spAutoFit/>
          </a:bodyPr>
          <a:lstStyle/>
          <a:p>
            <a:r>
              <a:rPr lang="zh-CN" altLang="en-US" sz="2200" dirty="0">
                <a:latin typeface="微软雅黑" panose="020B0503020204020204" pitchFamily="34" charset="-122"/>
                <a:ea typeface="微软雅黑" panose="020B0503020204020204" pitchFamily="34" charset="-122"/>
              </a:rPr>
              <a:t>简化管理、优化流程</a:t>
            </a:r>
          </a:p>
        </p:txBody>
      </p:sp>
      <p:sp>
        <p:nvSpPr>
          <p:cNvPr id="31" name="文本框 30"/>
          <p:cNvSpPr txBox="1"/>
          <p:nvPr/>
        </p:nvSpPr>
        <p:spPr>
          <a:xfrm>
            <a:off x="9575887" y="4082937"/>
            <a:ext cx="1313180" cy="430887"/>
          </a:xfrm>
          <a:prstGeom prst="rect">
            <a:avLst/>
          </a:prstGeom>
          <a:noFill/>
        </p:spPr>
        <p:txBody>
          <a:bodyPr wrap="none" rtlCol="0">
            <a:spAutoFit/>
          </a:bodyPr>
          <a:lstStyle/>
          <a:p>
            <a:r>
              <a:rPr lang="zh-CN" altLang="en-US" sz="2200" dirty="0">
                <a:latin typeface="微软雅黑" panose="020B0503020204020204" pitchFamily="34" charset="-122"/>
                <a:ea typeface="微软雅黑" panose="020B0503020204020204" pitchFamily="34" charset="-122"/>
              </a:rPr>
              <a:t>工作简单</a:t>
            </a:r>
          </a:p>
        </p:txBody>
      </p:sp>
      <p:sp>
        <p:nvSpPr>
          <p:cNvPr id="23" name="文本框 22"/>
          <p:cNvSpPr txBox="1"/>
          <p:nvPr/>
        </p:nvSpPr>
        <p:spPr>
          <a:xfrm>
            <a:off x="2807649" y="5437815"/>
            <a:ext cx="1415772" cy="461665"/>
          </a:xfrm>
          <a:prstGeom prst="rect">
            <a:avLst/>
          </a:prstGeom>
          <a:noFill/>
        </p:spPr>
        <p:txBody>
          <a:bodyPr wrap="none" rtlCol="0">
            <a:spAutoFit/>
          </a:bodyPr>
          <a:lstStyle/>
          <a:p>
            <a:r>
              <a:rPr lang="zh-CN" altLang="en-US" sz="2400" dirty="0">
                <a:solidFill>
                  <a:srgbClr val="FF0000"/>
                </a:solidFill>
                <a:latin typeface="微软雅黑" panose="020B0503020204020204" pitchFamily="34" charset="-122"/>
                <a:ea typeface="微软雅黑" panose="020B0503020204020204" pitchFamily="34" charset="-122"/>
              </a:rPr>
              <a:t>定义愿景</a:t>
            </a:r>
          </a:p>
        </p:txBody>
      </p:sp>
      <p:sp>
        <p:nvSpPr>
          <p:cNvPr id="24" name="文本框 23"/>
          <p:cNvSpPr txBox="1"/>
          <p:nvPr/>
        </p:nvSpPr>
        <p:spPr>
          <a:xfrm>
            <a:off x="6463869" y="5437815"/>
            <a:ext cx="1415772" cy="461665"/>
          </a:xfrm>
          <a:prstGeom prst="rect">
            <a:avLst/>
          </a:prstGeom>
          <a:noFill/>
        </p:spPr>
        <p:txBody>
          <a:bodyPr wrap="none" rtlCol="0">
            <a:spAutoFit/>
          </a:bodyPr>
          <a:lstStyle/>
          <a:p>
            <a:r>
              <a:rPr lang="zh-CN" altLang="en-US" sz="2400" dirty="0">
                <a:solidFill>
                  <a:srgbClr val="FF0000"/>
                </a:solidFill>
                <a:latin typeface="微软雅黑" panose="020B0503020204020204" pitchFamily="34" charset="-122"/>
                <a:ea typeface="微软雅黑" panose="020B0503020204020204" pitchFamily="34" charset="-122"/>
              </a:rPr>
              <a:t>业务建模</a:t>
            </a:r>
          </a:p>
        </p:txBody>
      </p:sp>
      <p:sp>
        <p:nvSpPr>
          <p:cNvPr id="25" name="文本框 24"/>
          <p:cNvSpPr txBox="1"/>
          <p:nvPr/>
        </p:nvSpPr>
        <p:spPr>
          <a:xfrm>
            <a:off x="9527734" y="5422045"/>
            <a:ext cx="1415772" cy="461665"/>
          </a:xfrm>
          <a:prstGeom prst="rect">
            <a:avLst/>
          </a:prstGeom>
          <a:noFill/>
        </p:spPr>
        <p:txBody>
          <a:bodyPr wrap="none" rtlCol="0">
            <a:spAutoFit/>
          </a:bodyPr>
          <a:lstStyle/>
          <a:p>
            <a:r>
              <a:rPr lang="zh-CN" altLang="en-US" sz="2400" dirty="0">
                <a:solidFill>
                  <a:srgbClr val="FF0000"/>
                </a:solidFill>
                <a:latin typeface="微软雅黑" panose="020B0503020204020204" pitchFamily="34" charset="-122"/>
                <a:ea typeface="微软雅黑" panose="020B0503020204020204" pitchFamily="34" charset="-122"/>
              </a:rPr>
              <a:t>用例分析</a:t>
            </a:r>
          </a:p>
        </p:txBody>
      </p:sp>
      <p:sp>
        <p:nvSpPr>
          <p:cNvPr id="12" name="文本框 11"/>
          <p:cNvSpPr txBox="1"/>
          <p:nvPr/>
        </p:nvSpPr>
        <p:spPr>
          <a:xfrm>
            <a:off x="496807" y="3097319"/>
            <a:ext cx="553998" cy="1323439"/>
          </a:xfrm>
          <a:prstGeom prst="rect">
            <a:avLst/>
          </a:prstGeom>
          <a:noFill/>
        </p:spPr>
        <p:txBody>
          <a:bodyPr vert="eaVert" wrap="none" rtlCol="0">
            <a:spAutoFit/>
          </a:bodyPr>
          <a:lstStyle/>
          <a:p>
            <a:r>
              <a:rPr lang="zh-CN" altLang="en-US" sz="2400" dirty="0">
                <a:latin typeface="微软雅黑" panose="020B0503020204020204" pitchFamily="34" charset="-122"/>
                <a:ea typeface="微软雅黑" panose="020B0503020204020204" pitchFamily="34" charset="-122"/>
              </a:rPr>
              <a:t>需求调查</a:t>
            </a:r>
          </a:p>
        </p:txBody>
      </p:sp>
      <p:sp>
        <p:nvSpPr>
          <p:cNvPr id="29" name="文本框 28"/>
          <p:cNvSpPr txBox="1"/>
          <p:nvPr/>
        </p:nvSpPr>
        <p:spPr>
          <a:xfrm>
            <a:off x="496807" y="5066473"/>
            <a:ext cx="553998" cy="1323439"/>
          </a:xfrm>
          <a:prstGeom prst="rect">
            <a:avLst/>
          </a:prstGeom>
          <a:noFill/>
        </p:spPr>
        <p:txBody>
          <a:bodyPr vert="eaVert" wrap="none" rtlCol="0">
            <a:spAutoFit/>
          </a:bodyPr>
          <a:lstStyle/>
          <a:p>
            <a:r>
              <a:rPr lang="zh-CN" altLang="en-US" sz="2400" dirty="0">
                <a:latin typeface="微软雅黑" panose="020B0503020204020204" pitchFamily="34" charset="-122"/>
                <a:ea typeface="微软雅黑" panose="020B0503020204020204" pitchFamily="34" charset="-122"/>
              </a:rPr>
              <a:t>需求分析</a:t>
            </a:r>
          </a:p>
        </p:txBody>
      </p:sp>
      <p:sp>
        <p:nvSpPr>
          <p:cNvPr id="13" name="虚尾箭头 12"/>
          <p:cNvSpPr/>
          <p:nvPr/>
        </p:nvSpPr>
        <p:spPr>
          <a:xfrm rot="5400000">
            <a:off x="431072" y="4524702"/>
            <a:ext cx="587829" cy="378823"/>
          </a:xfrm>
          <a:prstGeom prst="strip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32" name="虚尾箭头 31"/>
          <p:cNvSpPr/>
          <p:nvPr/>
        </p:nvSpPr>
        <p:spPr>
          <a:xfrm rot="5400000">
            <a:off x="3221621" y="4714432"/>
            <a:ext cx="587829" cy="378823"/>
          </a:xfrm>
          <a:prstGeom prst="strip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33" name="虚尾箭头 32"/>
          <p:cNvSpPr/>
          <p:nvPr/>
        </p:nvSpPr>
        <p:spPr>
          <a:xfrm rot="5400000">
            <a:off x="6877841" y="4740807"/>
            <a:ext cx="587829" cy="378823"/>
          </a:xfrm>
          <a:prstGeom prst="strip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34" name="虚尾箭头 33"/>
          <p:cNvSpPr/>
          <p:nvPr/>
        </p:nvSpPr>
        <p:spPr>
          <a:xfrm rot="5400000">
            <a:off x="9941706" y="4714431"/>
            <a:ext cx="587829" cy="378823"/>
          </a:xfrm>
          <a:prstGeom prst="strip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500"/>
                                        <p:tgtEl>
                                          <p:spTgt spid="2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2"/>
                                        </p:tgtEl>
                                        <p:attrNameLst>
                                          <p:attrName>style.visibility</p:attrName>
                                        </p:attrNameLst>
                                      </p:cBhvr>
                                      <p:to>
                                        <p:strVal val="visible"/>
                                      </p:to>
                                    </p:set>
                                    <p:animEffect transition="in" filter="fade">
                                      <p:cBhvr>
                                        <p:cTn id="10" dur="500"/>
                                        <p:tgtEl>
                                          <p:spTgt spid="3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4"/>
                                        </p:tgtEl>
                                        <p:attrNameLst>
                                          <p:attrName>style.visibility</p:attrName>
                                        </p:attrNameLst>
                                      </p:cBhvr>
                                      <p:to>
                                        <p:strVal val="visible"/>
                                      </p:to>
                                    </p:set>
                                    <p:animEffect transition="in" filter="fade">
                                      <p:cBhvr>
                                        <p:cTn id="15" dur="500"/>
                                        <p:tgtEl>
                                          <p:spTgt spid="2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3"/>
                                        </p:tgtEl>
                                        <p:attrNameLst>
                                          <p:attrName>style.visibility</p:attrName>
                                        </p:attrNameLst>
                                      </p:cBhvr>
                                      <p:to>
                                        <p:strVal val="visible"/>
                                      </p:to>
                                    </p:set>
                                    <p:animEffect transition="in" filter="fade">
                                      <p:cBhvr>
                                        <p:cTn id="18" dur="500"/>
                                        <p:tgtEl>
                                          <p:spTgt spid="3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25"/>
                                        </p:tgtEl>
                                        <p:attrNameLst>
                                          <p:attrName>style.visibility</p:attrName>
                                        </p:attrNameLst>
                                      </p:cBhvr>
                                      <p:to>
                                        <p:strVal val="visible"/>
                                      </p:to>
                                    </p:set>
                                    <p:animEffect transition="in" filter="fade">
                                      <p:cBhvr>
                                        <p:cTn id="23" dur="500"/>
                                        <p:tgtEl>
                                          <p:spTgt spid="25"/>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4"/>
                                        </p:tgtEl>
                                        <p:attrNameLst>
                                          <p:attrName>style.visibility</p:attrName>
                                        </p:attrNameLst>
                                      </p:cBhvr>
                                      <p:to>
                                        <p:strVal val="visible"/>
                                      </p:to>
                                    </p:set>
                                    <p:animEffect transition="in" filter="fade">
                                      <p:cBhvr>
                                        <p:cTn id="26"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4" grpId="0"/>
      <p:bldP spid="25" grpId="0"/>
      <p:bldP spid="32" grpId="0" animBg="1"/>
      <p:bldP spid="33" grpId="0" animBg="1"/>
      <p:bldP spid="34"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74320" y="449590"/>
            <a:ext cx="6626558" cy="584775"/>
          </a:xfrm>
          <a:prstGeom prst="rect">
            <a:avLst/>
          </a:prstGeom>
          <a:noFill/>
        </p:spPr>
        <p:txBody>
          <a:bodyPr wrap="none" rtlCol="0">
            <a:spAutoFit/>
          </a:bodyPr>
          <a:lstStyle/>
          <a:p>
            <a:r>
              <a:rPr lang="zh-CN" altLang="en-US" sz="3200" b="1" dirty="0">
                <a:solidFill>
                  <a:srgbClr val="141316"/>
                </a:solidFill>
                <a:latin typeface="微软雅黑" panose="020B0503020204020204" pitchFamily="34" charset="-122"/>
                <a:ea typeface="微软雅黑" panose="020B0503020204020204" pitchFamily="34" charset="-122"/>
              </a:rPr>
              <a:t>回顾：</a:t>
            </a:r>
            <a:r>
              <a:rPr lang="en-US" altLang="zh-CN" sz="3200" b="1" dirty="0">
                <a:solidFill>
                  <a:srgbClr val="141316"/>
                </a:solidFill>
                <a:latin typeface="微软雅黑" panose="020B0503020204020204" pitchFamily="34" charset="-122"/>
                <a:ea typeface="微软雅黑" panose="020B0503020204020204" pitchFamily="34" charset="-122"/>
              </a:rPr>
              <a:t>ICONIX</a:t>
            </a:r>
            <a:r>
              <a:rPr lang="zh-CN" altLang="en-US" sz="3200" b="1" dirty="0">
                <a:solidFill>
                  <a:srgbClr val="141316"/>
                </a:solidFill>
                <a:latin typeface="微软雅黑" panose="020B0503020204020204" pitchFamily="34" charset="-122"/>
                <a:ea typeface="微软雅黑" panose="020B0503020204020204" pitchFamily="34" charset="-122"/>
              </a:rPr>
              <a:t>过程中需求分析流程</a:t>
            </a:r>
          </a:p>
        </p:txBody>
      </p:sp>
      <p:cxnSp>
        <p:nvCxnSpPr>
          <p:cNvPr id="3" name="直接连接符 2"/>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7818120"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8885357"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9952594"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11019831"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9958956" y="796875"/>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 name="内容占位符 14" descr="map.jpg"/>
          <p:cNvPicPr>
            <a:picLocks noChangeAspect="1"/>
          </p:cNvPicPr>
          <p:nvPr/>
        </p:nvPicPr>
        <p:blipFill>
          <a:blip r:embed="rId3" cstate="print"/>
          <a:stretch>
            <a:fillRect/>
          </a:stretch>
        </p:blipFill>
        <p:spPr>
          <a:xfrm>
            <a:off x="493347" y="1476103"/>
            <a:ext cx="11412228" cy="4057681"/>
          </a:xfrm>
          <a:prstGeom prst="rect">
            <a:avLst/>
          </a:prstGeom>
        </p:spPr>
      </p:pic>
      <p:cxnSp>
        <p:nvCxnSpPr>
          <p:cNvPr id="18" name="直接连接符 17"/>
          <p:cNvCxnSpPr/>
          <p:nvPr/>
        </p:nvCxnSpPr>
        <p:spPr>
          <a:xfrm>
            <a:off x="5865518" y="1279753"/>
            <a:ext cx="12768" cy="4559344"/>
          </a:xfrm>
          <a:prstGeom prst="line">
            <a:avLst/>
          </a:prstGeom>
          <a:ln w="38100">
            <a:prstDash val="dash"/>
          </a:ln>
        </p:spPr>
        <p:style>
          <a:lnRef idx="3">
            <a:schemeClr val="accent1"/>
          </a:lnRef>
          <a:fillRef idx="0">
            <a:schemeClr val="accent1"/>
          </a:fillRef>
          <a:effectRef idx="2">
            <a:schemeClr val="accent1"/>
          </a:effectRef>
          <a:fontRef idx="minor">
            <a:schemeClr val="tx1"/>
          </a:fontRef>
        </p:style>
      </p:cxnSp>
      <p:sp>
        <p:nvSpPr>
          <p:cNvPr id="19" name="AutoShape 9"/>
          <p:cNvSpPr>
            <a:spLocks noChangeArrowheads="1"/>
          </p:cNvSpPr>
          <p:nvPr/>
        </p:nvSpPr>
        <p:spPr bwMode="gray">
          <a:xfrm>
            <a:off x="2840332" y="5657690"/>
            <a:ext cx="1870364" cy="527763"/>
          </a:xfrm>
          <a:prstGeom prst="roundRect">
            <a:avLst>
              <a:gd name="adj" fmla="val 50000"/>
            </a:avLst>
          </a:prstGeom>
          <a:gradFill rotWithShape="1">
            <a:gsLst>
              <a:gs pos="0">
                <a:schemeClr val="accent2"/>
              </a:gs>
              <a:gs pos="100000">
                <a:schemeClr val="accent2">
                  <a:gamma/>
                  <a:tint val="69804"/>
                  <a:invGamma/>
                </a:schemeClr>
              </a:gs>
            </a:gsLst>
            <a:lin ang="0" scaled="1"/>
          </a:gradFill>
          <a:ln w="38100" algn="ctr">
            <a:solidFill>
              <a:srgbClr val="FFFFFF"/>
            </a:solidFill>
            <a:round/>
          </a:ln>
          <a:effectLst>
            <a:outerShdw dist="63500" dir="3187806" algn="ctr" rotWithShape="0">
              <a:srgbClr val="001D3A"/>
            </a:outerShdw>
          </a:effectLst>
        </p:spPr>
        <p:txBody>
          <a:bodyPr wrap="none" anchor="ctr"/>
          <a:lstStyle/>
          <a:p>
            <a:pPr algn="ctr"/>
            <a:r>
              <a:rPr lang="zh-CN" altLang="en-US" sz="2000" b="1" dirty="0">
                <a:solidFill>
                  <a:srgbClr val="FFFFFF"/>
                </a:solidFill>
                <a:ea typeface="宋体" panose="02010600030101010101" pitchFamily="2" charset="-122"/>
              </a:rPr>
              <a:t>需求开发</a:t>
            </a:r>
            <a:endParaRPr lang="en-US" altLang="zh-CN" sz="2000" b="1" dirty="0">
              <a:solidFill>
                <a:srgbClr val="FFFFFF"/>
              </a:solidFill>
              <a:ea typeface="宋体" panose="02010600030101010101" pitchFamily="2" charset="-122"/>
            </a:endParaRPr>
          </a:p>
        </p:txBody>
      </p:sp>
      <p:sp>
        <p:nvSpPr>
          <p:cNvPr id="20" name="AutoShape 9"/>
          <p:cNvSpPr>
            <a:spLocks noChangeArrowheads="1"/>
          </p:cNvSpPr>
          <p:nvPr/>
        </p:nvSpPr>
        <p:spPr bwMode="gray">
          <a:xfrm>
            <a:off x="8480035" y="5657690"/>
            <a:ext cx="1962765" cy="527763"/>
          </a:xfrm>
          <a:prstGeom prst="roundRect">
            <a:avLst>
              <a:gd name="adj" fmla="val 50000"/>
            </a:avLst>
          </a:prstGeom>
          <a:gradFill rotWithShape="1">
            <a:gsLst>
              <a:gs pos="0">
                <a:schemeClr val="accent2"/>
              </a:gs>
              <a:gs pos="100000">
                <a:schemeClr val="accent2">
                  <a:gamma/>
                  <a:tint val="69804"/>
                  <a:invGamma/>
                </a:schemeClr>
              </a:gs>
            </a:gsLst>
            <a:lin ang="0" scaled="1"/>
          </a:gradFill>
          <a:ln w="38100" algn="ctr">
            <a:solidFill>
              <a:srgbClr val="FFFFFF"/>
            </a:solidFill>
            <a:round/>
          </a:ln>
          <a:effectLst>
            <a:outerShdw dist="63500" dir="3187806" algn="ctr" rotWithShape="0">
              <a:srgbClr val="001D3A"/>
            </a:outerShdw>
          </a:effectLst>
        </p:spPr>
        <p:txBody>
          <a:bodyPr wrap="none" anchor="ctr"/>
          <a:lstStyle/>
          <a:p>
            <a:pPr algn="ctr"/>
            <a:r>
              <a:rPr lang="zh-CN" altLang="en-US" sz="2000" b="1" dirty="0">
                <a:solidFill>
                  <a:srgbClr val="FFFFFF"/>
                </a:solidFill>
                <a:ea typeface="宋体" panose="02010600030101010101" pitchFamily="2" charset="-122"/>
              </a:rPr>
              <a:t>设计实现</a:t>
            </a:r>
            <a:endParaRPr lang="en-US" altLang="zh-CN" sz="2000" b="1" dirty="0">
              <a:solidFill>
                <a:srgbClr val="FFFFFF"/>
              </a:solidFill>
              <a:ea typeface="宋体" panose="02010600030101010101" pitchFamily="2" charset="-122"/>
            </a:endParaRPr>
          </a:p>
        </p:txBody>
      </p:sp>
      <p:grpSp>
        <p:nvGrpSpPr>
          <p:cNvPr id="21" name="组合 20"/>
          <p:cNvGrpSpPr/>
          <p:nvPr/>
        </p:nvGrpSpPr>
        <p:grpSpPr>
          <a:xfrm>
            <a:off x="6864828" y="590238"/>
            <a:ext cx="491490" cy="318085"/>
            <a:chOff x="3017520" y="601990"/>
            <a:chExt cx="491490" cy="414010"/>
          </a:xfrm>
        </p:grpSpPr>
        <p:sp>
          <p:nvSpPr>
            <p:cNvPr id="22" name="燕尾形 21"/>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3" name="燕尾形 22"/>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4" name="燕尾形 23"/>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2000"/>
                                        <p:tgtEl>
                                          <p:spTgt spid="18"/>
                                        </p:tgtEl>
                                      </p:cBhvr>
                                    </p:animEffect>
                                  </p:childTnLst>
                                </p:cTn>
                              </p:par>
                              <p:par>
                                <p:cTn id="8" presetID="2" presetClass="entr" presetSubtype="4" fill="hold" grpId="0" nodeType="withEffect">
                                  <p:stCondLst>
                                    <p:cond delay="0"/>
                                  </p:stCondLst>
                                  <p:childTnLst>
                                    <p:set>
                                      <p:cBhvr>
                                        <p:cTn id="9" dur="1" fill="hold">
                                          <p:stCondLst>
                                            <p:cond delay="0"/>
                                          </p:stCondLst>
                                        </p:cTn>
                                        <p:tgtEl>
                                          <p:spTgt spid="19"/>
                                        </p:tgtEl>
                                        <p:attrNameLst>
                                          <p:attrName>style.visibility</p:attrName>
                                        </p:attrNameLst>
                                      </p:cBhvr>
                                      <p:to>
                                        <p:strVal val="visible"/>
                                      </p:to>
                                    </p:set>
                                    <p:anim calcmode="lin" valueType="num">
                                      <p:cBhvr additive="base">
                                        <p:cTn id="10" dur="500" fill="hold"/>
                                        <p:tgtEl>
                                          <p:spTgt spid="19"/>
                                        </p:tgtEl>
                                        <p:attrNameLst>
                                          <p:attrName>ppt_x</p:attrName>
                                        </p:attrNameLst>
                                      </p:cBhvr>
                                      <p:tavLst>
                                        <p:tav tm="0">
                                          <p:val>
                                            <p:strVal val="#ppt_x"/>
                                          </p:val>
                                        </p:tav>
                                        <p:tav tm="100000">
                                          <p:val>
                                            <p:strVal val="#ppt_x"/>
                                          </p:val>
                                        </p:tav>
                                      </p:tavLst>
                                    </p:anim>
                                    <p:anim calcmode="lin" valueType="num">
                                      <p:cBhvr additive="base">
                                        <p:cTn id="11" dur="500" fill="hold"/>
                                        <p:tgtEl>
                                          <p:spTgt spid="19"/>
                                        </p:tgtEl>
                                        <p:attrNameLst>
                                          <p:attrName>ppt_y</p:attrName>
                                        </p:attrNameLst>
                                      </p:cBhvr>
                                      <p:tavLst>
                                        <p:tav tm="0">
                                          <p:val>
                                            <p:strVal val="1+#ppt_h/2"/>
                                          </p:val>
                                        </p:tav>
                                        <p:tav tm="100000">
                                          <p:val>
                                            <p:strVal val="#ppt_y"/>
                                          </p:val>
                                        </p:tav>
                                      </p:tavLst>
                                    </p:anim>
                                  </p:childTnLst>
                                </p:cTn>
                              </p:par>
                              <p:par>
                                <p:cTn id="12" presetID="2" presetClass="entr" presetSubtype="4" fill="hold" grpId="0" nodeType="withEffect">
                                  <p:stCondLst>
                                    <p:cond delay="0"/>
                                  </p:stCondLst>
                                  <p:childTnLst>
                                    <p:set>
                                      <p:cBhvr>
                                        <p:cTn id="13" dur="1" fill="hold">
                                          <p:stCondLst>
                                            <p:cond delay="0"/>
                                          </p:stCondLst>
                                        </p:cTn>
                                        <p:tgtEl>
                                          <p:spTgt spid="20"/>
                                        </p:tgtEl>
                                        <p:attrNameLst>
                                          <p:attrName>style.visibility</p:attrName>
                                        </p:attrNameLst>
                                      </p:cBhvr>
                                      <p:to>
                                        <p:strVal val="visible"/>
                                      </p:to>
                                    </p:set>
                                    <p:anim calcmode="lin" valueType="num">
                                      <p:cBhvr additive="base">
                                        <p:cTn id="14" dur="500" fill="hold"/>
                                        <p:tgtEl>
                                          <p:spTgt spid="20"/>
                                        </p:tgtEl>
                                        <p:attrNameLst>
                                          <p:attrName>ppt_x</p:attrName>
                                        </p:attrNameLst>
                                      </p:cBhvr>
                                      <p:tavLst>
                                        <p:tav tm="0">
                                          <p:val>
                                            <p:strVal val="#ppt_x"/>
                                          </p:val>
                                        </p:tav>
                                        <p:tav tm="100000">
                                          <p:val>
                                            <p:strVal val="#ppt_x"/>
                                          </p:val>
                                        </p:tav>
                                      </p:tavLst>
                                    </p:anim>
                                    <p:anim calcmode="lin" valueType="num">
                                      <p:cBhvr additive="base">
                                        <p:cTn id="15"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3227388" y="3028950"/>
            <a:ext cx="6501248" cy="723900"/>
            <a:chOff x="3328988" y="3028950"/>
            <a:chExt cx="6501248" cy="723900"/>
          </a:xfrm>
        </p:grpSpPr>
        <p:sp>
          <p:nvSpPr>
            <p:cNvPr id="45" name="矩形 44"/>
            <p:cNvSpPr/>
            <p:nvPr/>
          </p:nvSpPr>
          <p:spPr>
            <a:xfrm>
              <a:off x="3328988" y="3028950"/>
              <a:ext cx="722312" cy="723900"/>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矩形 45"/>
            <p:cNvSpPr/>
            <p:nvPr/>
          </p:nvSpPr>
          <p:spPr>
            <a:xfrm>
              <a:off x="4192588" y="3028950"/>
              <a:ext cx="5637648" cy="723900"/>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矩形 46"/>
            <p:cNvSpPr/>
            <p:nvPr/>
          </p:nvSpPr>
          <p:spPr>
            <a:xfrm>
              <a:off x="3328988" y="3613150"/>
              <a:ext cx="722312"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矩形 47"/>
            <p:cNvSpPr/>
            <p:nvPr/>
          </p:nvSpPr>
          <p:spPr>
            <a:xfrm>
              <a:off x="4192588" y="3613150"/>
              <a:ext cx="5637648"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文本框 48"/>
            <p:cNvSpPr txBox="1"/>
            <p:nvPr/>
          </p:nvSpPr>
          <p:spPr>
            <a:xfrm>
              <a:off x="3460225" y="3120995"/>
              <a:ext cx="441146" cy="400110"/>
            </a:xfrm>
            <a:prstGeom prst="rect">
              <a:avLst/>
            </a:prstGeom>
            <a:noFill/>
          </p:spPr>
          <p:txBody>
            <a:bodyPr wrap="none" rtlCol="0">
              <a:spAutoFit/>
            </a:bodyPr>
            <a:lstStyle/>
            <a:p>
              <a:pPr algn="ctr"/>
              <a:r>
                <a:rPr lang="zh-CN" altLang="en-US" sz="2000" b="1">
                  <a:solidFill>
                    <a:schemeClr val="bg1"/>
                  </a:solidFill>
                  <a:latin typeface="微软雅黑" panose="020B0503020204020204" pitchFamily="34" charset="-122"/>
                  <a:ea typeface="微软雅黑" panose="020B0503020204020204" pitchFamily="34" charset="-122"/>
                </a:rPr>
                <a:t>二</a:t>
              </a:r>
            </a:p>
          </p:txBody>
        </p:sp>
      </p:grpSp>
      <p:sp>
        <p:nvSpPr>
          <p:cNvPr id="6" name="文本框 5"/>
          <p:cNvSpPr txBox="1"/>
          <p:nvPr/>
        </p:nvSpPr>
        <p:spPr>
          <a:xfrm>
            <a:off x="274320" y="449590"/>
            <a:ext cx="1005403" cy="584775"/>
          </a:xfrm>
          <a:prstGeom prst="rect">
            <a:avLst/>
          </a:prstGeom>
          <a:noFill/>
        </p:spPr>
        <p:txBody>
          <a:bodyPr wrap="none" rtlCol="0">
            <a:spAutoFit/>
          </a:bodyPr>
          <a:lstStyle/>
          <a:p>
            <a:r>
              <a:rPr lang="zh-CN" altLang="en-US" sz="3200" b="1">
                <a:solidFill>
                  <a:srgbClr val="141316"/>
                </a:solidFill>
                <a:latin typeface="微软雅黑" panose="020B0503020204020204" pitchFamily="34" charset="-122"/>
                <a:ea typeface="微软雅黑" panose="020B0503020204020204" pitchFamily="34" charset="-122"/>
              </a:rPr>
              <a:t>目录</a:t>
            </a:r>
          </a:p>
        </p:txBody>
      </p:sp>
      <p:cxnSp>
        <p:nvCxnSpPr>
          <p:cNvPr id="8" name="直接连接符 7"/>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grpSp>
        <p:nvGrpSpPr>
          <p:cNvPr id="12" name="组合 11"/>
          <p:cNvGrpSpPr/>
          <p:nvPr/>
        </p:nvGrpSpPr>
        <p:grpSpPr>
          <a:xfrm>
            <a:off x="1402080" y="594359"/>
            <a:ext cx="491490" cy="318085"/>
            <a:chOff x="3017520" y="601990"/>
            <a:chExt cx="491490" cy="414010"/>
          </a:xfrm>
        </p:grpSpPr>
        <p:sp>
          <p:nvSpPr>
            <p:cNvPr id="9" name="燕尾形 8"/>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 name="燕尾形 9"/>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1" name="燕尾形 10"/>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31" name="组合 30"/>
          <p:cNvGrpSpPr/>
          <p:nvPr/>
        </p:nvGrpSpPr>
        <p:grpSpPr>
          <a:xfrm>
            <a:off x="11683199" y="3291839"/>
            <a:ext cx="344805" cy="318085"/>
            <a:chOff x="3017520" y="601990"/>
            <a:chExt cx="344805" cy="414010"/>
          </a:xfrm>
        </p:grpSpPr>
        <p:sp>
          <p:nvSpPr>
            <p:cNvPr id="32" name="燕尾形 31"/>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3" name="燕尾形 32"/>
            <p:cNvSpPr/>
            <p:nvPr/>
          </p:nvSpPr>
          <p:spPr>
            <a:xfrm>
              <a:off x="3164205"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35" name="组合 34"/>
          <p:cNvGrpSpPr/>
          <p:nvPr/>
        </p:nvGrpSpPr>
        <p:grpSpPr>
          <a:xfrm flipH="1">
            <a:off x="101917" y="3291839"/>
            <a:ext cx="344805" cy="318085"/>
            <a:chOff x="3017520" y="601990"/>
            <a:chExt cx="344805" cy="414010"/>
          </a:xfrm>
        </p:grpSpPr>
        <p:sp>
          <p:nvSpPr>
            <p:cNvPr id="36" name="燕尾形 35"/>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7" name="燕尾形 36"/>
            <p:cNvSpPr/>
            <p:nvPr/>
          </p:nvSpPr>
          <p:spPr>
            <a:xfrm>
              <a:off x="3164205"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38" name="矩形 37"/>
          <p:cNvSpPr/>
          <p:nvPr/>
        </p:nvSpPr>
        <p:spPr>
          <a:xfrm>
            <a:off x="7818120"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矩形 38"/>
          <p:cNvSpPr/>
          <p:nvPr/>
        </p:nvSpPr>
        <p:spPr>
          <a:xfrm>
            <a:off x="8885357"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矩形 39"/>
          <p:cNvSpPr/>
          <p:nvPr/>
        </p:nvSpPr>
        <p:spPr>
          <a:xfrm>
            <a:off x="9952594"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40"/>
          <p:cNvSpPr/>
          <p:nvPr/>
        </p:nvSpPr>
        <p:spPr>
          <a:xfrm>
            <a:off x="11019831"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 name="组合 4"/>
          <p:cNvGrpSpPr/>
          <p:nvPr/>
        </p:nvGrpSpPr>
        <p:grpSpPr>
          <a:xfrm>
            <a:off x="3227388" y="2082800"/>
            <a:ext cx="6501248" cy="1452355"/>
            <a:chOff x="3328988" y="2082800"/>
            <a:chExt cx="6501248" cy="1452355"/>
          </a:xfrm>
        </p:grpSpPr>
        <p:sp>
          <p:nvSpPr>
            <p:cNvPr id="2" name="矩形 1"/>
            <p:cNvSpPr/>
            <p:nvPr/>
          </p:nvSpPr>
          <p:spPr>
            <a:xfrm>
              <a:off x="3328988" y="2082800"/>
              <a:ext cx="722312" cy="723900"/>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矩形 41"/>
            <p:cNvSpPr/>
            <p:nvPr/>
          </p:nvSpPr>
          <p:spPr>
            <a:xfrm>
              <a:off x="4192588" y="2082800"/>
              <a:ext cx="5637648" cy="723900"/>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3328988" y="2667000"/>
              <a:ext cx="722312"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矩形 42"/>
            <p:cNvSpPr/>
            <p:nvPr/>
          </p:nvSpPr>
          <p:spPr>
            <a:xfrm>
              <a:off x="4192587" y="2667000"/>
              <a:ext cx="5637649"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3460225" y="2174845"/>
              <a:ext cx="441146" cy="400110"/>
            </a:xfrm>
            <a:prstGeom prst="rect">
              <a:avLst/>
            </a:prstGeom>
            <a:noFill/>
          </p:spPr>
          <p:txBody>
            <a:bodyPr wrap="none" rtlCol="0">
              <a:spAutoFit/>
            </a:bodyPr>
            <a:lstStyle/>
            <a:p>
              <a:pPr algn="ctr"/>
              <a:r>
                <a:rPr lang="zh-CN" altLang="en-US" sz="2000" b="1">
                  <a:solidFill>
                    <a:schemeClr val="bg1"/>
                  </a:solidFill>
                  <a:latin typeface="微软雅黑" panose="020B0503020204020204" pitchFamily="34" charset="-122"/>
                  <a:ea typeface="微软雅黑" panose="020B0503020204020204" pitchFamily="34" charset="-122"/>
                </a:rPr>
                <a:t>一</a:t>
              </a:r>
            </a:p>
          </p:txBody>
        </p:sp>
        <p:sp>
          <p:nvSpPr>
            <p:cNvPr id="44" name="文本框 43"/>
            <p:cNvSpPr txBox="1"/>
            <p:nvPr/>
          </p:nvSpPr>
          <p:spPr>
            <a:xfrm>
              <a:off x="4502887" y="3135045"/>
              <a:ext cx="3005951" cy="400110"/>
            </a:xfrm>
            <a:prstGeom prst="rect">
              <a:avLst/>
            </a:prstGeom>
            <a:noFill/>
          </p:spPr>
          <p:txBody>
            <a:bodyPr wrap="none" rtlCol="0">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业务用例：从外部看组织</a:t>
              </a:r>
            </a:p>
          </p:txBody>
        </p:sp>
      </p:grpSp>
      <p:grpSp>
        <p:nvGrpSpPr>
          <p:cNvPr id="34" name="组合 33"/>
          <p:cNvGrpSpPr/>
          <p:nvPr/>
        </p:nvGrpSpPr>
        <p:grpSpPr>
          <a:xfrm>
            <a:off x="3227388" y="3975100"/>
            <a:ext cx="6501248" cy="723900"/>
            <a:chOff x="3328988" y="3975100"/>
            <a:chExt cx="6501248" cy="723900"/>
          </a:xfrm>
        </p:grpSpPr>
        <p:sp>
          <p:nvSpPr>
            <p:cNvPr id="51" name="矩形 50"/>
            <p:cNvSpPr/>
            <p:nvPr/>
          </p:nvSpPr>
          <p:spPr>
            <a:xfrm>
              <a:off x="3328988" y="3975100"/>
              <a:ext cx="722312" cy="723900"/>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矩形 51"/>
            <p:cNvSpPr/>
            <p:nvPr/>
          </p:nvSpPr>
          <p:spPr>
            <a:xfrm>
              <a:off x="4192588" y="3975100"/>
              <a:ext cx="5637648" cy="723900"/>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矩形 52"/>
            <p:cNvSpPr/>
            <p:nvPr/>
          </p:nvSpPr>
          <p:spPr>
            <a:xfrm>
              <a:off x="3328988" y="4559300"/>
              <a:ext cx="722312"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矩形 53"/>
            <p:cNvSpPr/>
            <p:nvPr/>
          </p:nvSpPr>
          <p:spPr>
            <a:xfrm>
              <a:off x="4192587" y="4559300"/>
              <a:ext cx="5637649"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文本框 54"/>
            <p:cNvSpPr txBox="1"/>
            <p:nvPr/>
          </p:nvSpPr>
          <p:spPr>
            <a:xfrm>
              <a:off x="3460225" y="4067145"/>
              <a:ext cx="441146" cy="400110"/>
            </a:xfrm>
            <a:prstGeom prst="rect">
              <a:avLst/>
            </a:prstGeom>
            <a:noFill/>
          </p:spPr>
          <p:txBody>
            <a:bodyPr wrap="none" rtlCol="0">
              <a:spAutoFit/>
            </a:bodyPr>
            <a:lstStyle/>
            <a:p>
              <a:pPr algn="ctr"/>
              <a:r>
                <a:rPr lang="zh-CN" altLang="en-US" sz="2000" b="1">
                  <a:solidFill>
                    <a:schemeClr val="bg1"/>
                  </a:solidFill>
                  <a:latin typeface="微软雅黑" panose="020B0503020204020204" pitchFamily="34" charset="-122"/>
                  <a:ea typeface="微软雅黑" panose="020B0503020204020204" pitchFamily="34" charset="-122"/>
                </a:rPr>
                <a:t>三</a:t>
              </a:r>
            </a:p>
          </p:txBody>
        </p:sp>
        <p:sp>
          <p:nvSpPr>
            <p:cNvPr id="56" name="文本框 55"/>
            <p:cNvSpPr txBox="1"/>
            <p:nvPr/>
          </p:nvSpPr>
          <p:spPr>
            <a:xfrm>
              <a:off x="4474051" y="4054464"/>
              <a:ext cx="3518913" cy="400110"/>
            </a:xfrm>
            <a:prstGeom prst="rect">
              <a:avLst/>
            </a:prstGeom>
            <a:noFill/>
          </p:spPr>
          <p:txBody>
            <a:bodyPr wrap="none" rtlCol="0">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业务序列图：从内部解剖组织</a:t>
              </a:r>
            </a:p>
          </p:txBody>
        </p:sp>
      </p:grpSp>
      <p:grpSp>
        <p:nvGrpSpPr>
          <p:cNvPr id="63" name="组合 62"/>
          <p:cNvGrpSpPr/>
          <p:nvPr/>
        </p:nvGrpSpPr>
        <p:grpSpPr>
          <a:xfrm>
            <a:off x="3227388" y="4921250"/>
            <a:ext cx="6501248" cy="723900"/>
            <a:chOff x="3328988" y="4921250"/>
            <a:chExt cx="6501248" cy="723900"/>
          </a:xfrm>
        </p:grpSpPr>
        <p:sp>
          <p:nvSpPr>
            <p:cNvPr id="57" name="矩形 56"/>
            <p:cNvSpPr/>
            <p:nvPr/>
          </p:nvSpPr>
          <p:spPr>
            <a:xfrm>
              <a:off x="3328988" y="4921250"/>
              <a:ext cx="722312" cy="723900"/>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矩形 57"/>
            <p:cNvSpPr/>
            <p:nvPr/>
          </p:nvSpPr>
          <p:spPr>
            <a:xfrm>
              <a:off x="4192587" y="4921250"/>
              <a:ext cx="5637649" cy="723900"/>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矩形 58"/>
            <p:cNvSpPr/>
            <p:nvPr/>
          </p:nvSpPr>
          <p:spPr>
            <a:xfrm>
              <a:off x="3328988" y="5505450"/>
              <a:ext cx="722312"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矩形 59"/>
            <p:cNvSpPr/>
            <p:nvPr/>
          </p:nvSpPr>
          <p:spPr>
            <a:xfrm>
              <a:off x="4192588" y="5505450"/>
              <a:ext cx="5637648"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文本框 60"/>
            <p:cNvSpPr txBox="1"/>
            <p:nvPr/>
          </p:nvSpPr>
          <p:spPr>
            <a:xfrm>
              <a:off x="3460225" y="5013295"/>
              <a:ext cx="441146" cy="400110"/>
            </a:xfrm>
            <a:prstGeom prst="rect">
              <a:avLst/>
            </a:prstGeom>
            <a:noFill/>
          </p:spPr>
          <p:txBody>
            <a:bodyPr wrap="none" rtlCol="0">
              <a:spAutoFit/>
            </a:bodyPr>
            <a:lstStyle/>
            <a:p>
              <a:pPr algn="ctr"/>
              <a:r>
                <a:rPr lang="zh-CN" altLang="en-US" sz="2000" b="1">
                  <a:solidFill>
                    <a:schemeClr val="bg1"/>
                  </a:solidFill>
                  <a:latin typeface="微软雅黑" panose="020B0503020204020204" pitchFamily="34" charset="-122"/>
                  <a:ea typeface="微软雅黑" panose="020B0503020204020204" pitchFamily="34" charset="-122"/>
                </a:rPr>
                <a:t>四</a:t>
              </a:r>
            </a:p>
          </p:txBody>
        </p:sp>
      </p:grpSp>
      <p:sp>
        <p:nvSpPr>
          <p:cNvPr id="64" name="文本框 63"/>
          <p:cNvSpPr txBox="1"/>
          <p:nvPr/>
        </p:nvSpPr>
        <p:spPr>
          <a:xfrm>
            <a:off x="4372452" y="4994215"/>
            <a:ext cx="3518912" cy="400110"/>
          </a:xfrm>
          <a:prstGeom prst="rect">
            <a:avLst/>
          </a:prstGeom>
          <a:noFill/>
        </p:spPr>
        <p:txBody>
          <a:bodyPr wrap="none" rtlCol="0">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改进业务序列图：开个好方子</a:t>
            </a:r>
          </a:p>
        </p:txBody>
      </p:sp>
      <p:sp>
        <p:nvSpPr>
          <p:cNvPr id="50" name="文本框 49"/>
          <p:cNvSpPr txBox="1"/>
          <p:nvPr/>
        </p:nvSpPr>
        <p:spPr>
          <a:xfrm>
            <a:off x="4401287" y="2188895"/>
            <a:ext cx="2749472" cy="400110"/>
          </a:xfrm>
          <a:prstGeom prst="rect">
            <a:avLst/>
          </a:prstGeom>
          <a:noFill/>
        </p:spPr>
        <p:txBody>
          <a:bodyPr wrap="none" rtlCol="0">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业务建模的意义和步骤</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14:presetBounceEnd="30000">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14:bounceEnd="30000">
                                          <p:cBhvr additive="base">
                                            <p:cTn id="7" dur="500" fill="hold"/>
                                            <p:tgtEl>
                                              <p:spTgt spid="5"/>
                                            </p:tgtEl>
                                            <p:attrNameLst>
                                              <p:attrName>ppt_x</p:attrName>
                                            </p:attrNameLst>
                                          </p:cBhvr>
                                          <p:tavLst>
                                            <p:tav tm="0">
                                              <p:val>
                                                <p:strVal val="0-#ppt_w/2"/>
                                              </p:val>
                                            </p:tav>
                                            <p:tav tm="100000">
                                              <p:val>
                                                <p:strVal val="#ppt_x"/>
                                              </p:val>
                                            </p:tav>
                                          </p:tavLst>
                                        </p:anim>
                                        <p:anim calcmode="lin" valueType="num" p14:bounceEnd="30000">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14:presetBounceEnd="30000">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14:bounceEnd="30000">
                                          <p:cBhvr additive="base">
                                            <p:cTn id="11" dur="500" fill="hold"/>
                                            <p:tgtEl>
                                              <p:spTgt spid="7"/>
                                            </p:tgtEl>
                                            <p:attrNameLst>
                                              <p:attrName>ppt_x</p:attrName>
                                            </p:attrNameLst>
                                          </p:cBhvr>
                                          <p:tavLst>
                                            <p:tav tm="0">
                                              <p:val>
                                                <p:strVal val="1+#ppt_w/2"/>
                                              </p:val>
                                            </p:tav>
                                            <p:tav tm="100000">
                                              <p:val>
                                                <p:strVal val="#ppt_x"/>
                                              </p:val>
                                            </p:tav>
                                          </p:tavLst>
                                        </p:anim>
                                        <p:anim calcmode="lin" valueType="num" p14:bounceEnd="30000">
                                          <p:cBhvr additive="base">
                                            <p:cTn id="12" dur="500" fill="hold"/>
                                            <p:tgtEl>
                                              <p:spTgt spid="7"/>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14:presetBounceEnd="30000">
                                      <p:stCondLst>
                                        <p:cond delay="0"/>
                                      </p:stCondLst>
                                      <p:childTnLst>
                                        <p:set>
                                          <p:cBhvr>
                                            <p:cTn id="14" dur="1" fill="hold">
                                              <p:stCondLst>
                                                <p:cond delay="0"/>
                                              </p:stCondLst>
                                            </p:cTn>
                                            <p:tgtEl>
                                              <p:spTgt spid="34"/>
                                            </p:tgtEl>
                                            <p:attrNameLst>
                                              <p:attrName>style.visibility</p:attrName>
                                            </p:attrNameLst>
                                          </p:cBhvr>
                                          <p:to>
                                            <p:strVal val="visible"/>
                                          </p:to>
                                        </p:set>
                                        <p:anim calcmode="lin" valueType="num" p14:bounceEnd="30000">
                                          <p:cBhvr additive="base">
                                            <p:cTn id="15" dur="500" fill="hold"/>
                                            <p:tgtEl>
                                              <p:spTgt spid="34"/>
                                            </p:tgtEl>
                                            <p:attrNameLst>
                                              <p:attrName>ppt_x</p:attrName>
                                            </p:attrNameLst>
                                          </p:cBhvr>
                                          <p:tavLst>
                                            <p:tav tm="0">
                                              <p:val>
                                                <p:strVal val="0-#ppt_w/2"/>
                                              </p:val>
                                            </p:tav>
                                            <p:tav tm="100000">
                                              <p:val>
                                                <p:strVal val="#ppt_x"/>
                                              </p:val>
                                            </p:tav>
                                          </p:tavLst>
                                        </p:anim>
                                        <p:anim calcmode="lin" valueType="num" p14:bounceEnd="30000">
                                          <p:cBhvr additive="base">
                                            <p:cTn id="16" dur="500" fill="hold"/>
                                            <p:tgtEl>
                                              <p:spTgt spid="34"/>
                                            </p:tgtEl>
                                            <p:attrNameLst>
                                              <p:attrName>ppt_y</p:attrName>
                                            </p:attrNameLst>
                                          </p:cBhvr>
                                          <p:tavLst>
                                            <p:tav tm="0">
                                              <p:val>
                                                <p:strVal val="#ppt_y"/>
                                              </p:val>
                                            </p:tav>
                                            <p:tav tm="100000">
                                              <p:val>
                                                <p:strVal val="#ppt_y"/>
                                              </p:val>
                                            </p:tav>
                                          </p:tavLst>
                                        </p:anim>
                                      </p:childTnLst>
                                    </p:cTn>
                                  </p:par>
                                  <p:par>
                                    <p:cTn id="17" presetID="2" presetClass="entr" presetSubtype="2" fill="hold" nodeType="withEffect" p14:presetBounceEnd="30000">
                                      <p:stCondLst>
                                        <p:cond delay="0"/>
                                      </p:stCondLst>
                                      <p:childTnLst>
                                        <p:set>
                                          <p:cBhvr>
                                            <p:cTn id="18" dur="1" fill="hold">
                                              <p:stCondLst>
                                                <p:cond delay="0"/>
                                              </p:stCondLst>
                                            </p:cTn>
                                            <p:tgtEl>
                                              <p:spTgt spid="63"/>
                                            </p:tgtEl>
                                            <p:attrNameLst>
                                              <p:attrName>style.visibility</p:attrName>
                                            </p:attrNameLst>
                                          </p:cBhvr>
                                          <p:to>
                                            <p:strVal val="visible"/>
                                          </p:to>
                                        </p:set>
                                        <p:anim calcmode="lin" valueType="num" p14:bounceEnd="30000">
                                          <p:cBhvr additive="base">
                                            <p:cTn id="19" dur="500" fill="hold"/>
                                            <p:tgtEl>
                                              <p:spTgt spid="63"/>
                                            </p:tgtEl>
                                            <p:attrNameLst>
                                              <p:attrName>ppt_x</p:attrName>
                                            </p:attrNameLst>
                                          </p:cBhvr>
                                          <p:tavLst>
                                            <p:tav tm="0">
                                              <p:val>
                                                <p:strVal val="1+#ppt_w/2"/>
                                              </p:val>
                                            </p:tav>
                                            <p:tav tm="100000">
                                              <p:val>
                                                <p:strVal val="#ppt_x"/>
                                              </p:val>
                                            </p:tav>
                                          </p:tavLst>
                                        </p:anim>
                                        <p:anim calcmode="lin" valueType="num" p14:bounceEnd="30000">
                                          <p:cBhvr additive="base">
                                            <p:cTn id="20" dur="500" fill="hold"/>
                                            <p:tgtEl>
                                              <p:spTgt spid="6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1+#ppt_w/2"/>
                                              </p:val>
                                            </p:tav>
                                            <p:tav tm="100000">
                                              <p:val>
                                                <p:strVal val="#ppt_x"/>
                                              </p:val>
                                            </p:tav>
                                          </p:tavLst>
                                        </p:anim>
                                        <p:anim calcmode="lin" valueType="num">
                                          <p:cBhvr additive="base">
                                            <p:cTn id="12" dur="500" fill="hold"/>
                                            <p:tgtEl>
                                              <p:spTgt spid="7"/>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0"/>
                                      </p:stCondLst>
                                      <p:childTnLst>
                                        <p:set>
                                          <p:cBhvr>
                                            <p:cTn id="14" dur="1" fill="hold">
                                              <p:stCondLst>
                                                <p:cond delay="0"/>
                                              </p:stCondLst>
                                            </p:cTn>
                                            <p:tgtEl>
                                              <p:spTgt spid="34"/>
                                            </p:tgtEl>
                                            <p:attrNameLst>
                                              <p:attrName>style.visibility</p:attrName>
                                            </p:attrNameLst>
                                          </p:cBhvr>
                                          <p:to>
                                            <p:strVal val="visible"/>
                                          </p:to>
                                        </p:set>
                                        <p:anim calcmode="lin" valueType="num">
                                          <p:cBhvr additive="base">
                                            <p:cTn id="15" dur="500" fill="hold"/>
                                            <p:tgtEl>
                                              <p:spTgt spid="34"/>
                                            </p:tgtEl>
                                            <p:attrNameLst>
                                              <p:attrName>ppt_x</p:attrName>
                                            </p:attrNameLst>
                                          </p:cBhvr>
                                          <p:tavLst>
                                            <p:tav tm="0">
                                              <p:val>
                                                <p:strVal val="0-#ppt_w/2"/>
                                              </p:val>
                                            </p:tav>
                                            <p:tav tm="100000">
                                              <p:val>
                                                <p:strVal val="#ppt_x"/>
                                              </p:val>
                                            </p:tav>
                                          </p:tavLst>
                                        </p:anim>
                                        <p:anim calcmode="lin" valueType="num">
                                          <p:cBhvr additive="base">
                                            <p:cTn id="16" dur="500" fill="hold"/>
                                            <p:tgtEl>
                                              <p:spTgt spid="34"/>
                                            </p:tgtEl>
                                            <p:attrNameLst>
                                              <p:attrName>ppt_y</p:attrName>
                                            </p:attrNameLst>
                                          </p:cBhvr>
                                          <p:tavLst>
                                            <p:tav tm="0">
                                              <p:val>
                                                <p:strVal val="#ppt_y"/>
                                              </p:val>
                                            </p:tav>
                                            <p:tav tm="100000">
                                              <p:val>
                                                <p:strVal val="#ppt_y"/>
                                              </p:val>
                                            </p:tav>
                                          </p:tavLst>
                                        </p:anim>
                                      </p:childTnLst>
                                    </p:cTn>
                                  </p:par>
                                  <p:par>
                                    <p:cTn id="17" presetID="2" presetClass="entr" presetSubtype="2" fill="hold" nodeType="withEffect">
                                      <p:stCondLst>
                                        <p:cond delay="0"/>
                                      </p:stCondLst>
                                      <p:childTnLst>
                                        <p:set>
                                          <p:cBhvr>
                                            <p:cTn id="18" dur="1" fill="hold">
                                              <p:stCondLst>
                                                <p:cond delay="0"/>
                                              </p:stCondLst>
                                            </p:cTn>
                                            <p:tgtEl>
                                              <p:spTgt spid="63"/>
                                            </p:tgtEl>
                                            <p:attrNameLst>
                                              <p:attrName>style.visibility</p:attrName>
                                            </p:attrNameLst>
                                          </p:cBhvr>
                                          <p:to>
                                            <p:strVal val="visible"/>
                                          </p:to>
                                        </p:set>
                                        <p:anim calcmode="lin" valueType="num">
                                          <p:cBhvr additive="base">
                                            <p:cTn id="19" dur="500" fill="hold"/>
                                            <p:tgtEl>
                                              <p:spTgt spid="63"/>
                                            </p:tgtEl>
                                            <p:attrNameLst>
                                              <p:attrName>ppt_x</p:attrName>
                                            </p:attrNameLst>
                                          </p:cBhvr>
                                          <p:tavLst>
                                            <p:tav tm="0">
                                              <p:val>
                                                <p:strVal val="1+#ppt_w/2"/>
                                              </p:val>
                                            </p:tav>
                                            <p:tav tm="100000">
                                              <p:val>
                                                <p:strVal val="#ppt_x"/>
                                              </p:val>
                                            </p:tav>
                                          </p:tavLst>
                                        </p:anim>
                                        <p:anim calcmode="lin" valueType="num">
                                          <p:cBhvr additive="base">
                                            <p:cTn id="20" dur="500" fill="hold"/>
                                            <p:tgtEl>
                                              <p:spTgt spid="6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274320" y="449590"/>
            <a:ext cx="1005403" cy="584775"/>
          </a:xfrm>
          <a:prstGeom prst="rect">
            <a:avLst/>
          </a:prstGeom>
          <a:noFill/>
        </p:spPr>
        <p:txBody>
          <a:bodyPr wrap="none" rtlCol="0">
            <a:spAutoFit/>
          </a:bodyPr>
          <a:lstStyle/>
          <a:p>
            <a:r>
              <a:rPr lang="zh-CN" altLang="en-US" sz="3200" b="1" dirty="0">
                <a:solidFill>
                  <a:srgbClr val="141316"/>
                </a:solidFill>
                <a:latin typeface="微软雅黑" panose="020B0503020204020204" pitchFamily="34" charset="-122"/>
                <a:ea typeface="微软雅黑" panose="020B0503020204020204" pitchFamily="34" charset="-122"/>
              </a:rPr>
              <a:t>目录</a:t>
            </a:r>
          </a:p>
        </p:txBody>
      </p:sp>
      <p:cxnSp>
        <p:nvCxnSpPr>
          <p:cNvPr id="8" name="直接连接符 7"/>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grpSp>
        <p:nvGrpSpPr>
          <p:cNvPr id="12" name="组合 11"/>
          <p:cNvGrpSpPr/>
          <p:nvPr/>
        </p:nvGrpSpPr>
        <p:grpSpPr>
          <a:xfrm>
            <a:off x="1402080" y="594359"/>
            <a:ext cx="491490" cy="318085"/>
            <a:chOff x="3017520" y="601990"/>
            <a:chExt cx="491490" cy="414010"/>
          </a:xfrm>
        </p:grpSpPr>
        <p:sp>
          <p:nvSpPr>
            <p:cNvPr id="9" name="燕尾形 8"/>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 name="燕尾形 9"/>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1" name="燕尾形 10"/>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31" name="组合 30"/>
          <p:cNvGrpSpPr/>
          <p:nvPr/>
        </p:nvGrpSpPr>
        <p:grpSpPr>
          <a:xfrm>
            <a:off x="11683199" y="3291839"/>
            <a:ext cx="344805" cy="318085"/>
            <a:chOff x="3017520" y="601990"/>
            <a:chExt cx="344805" cy="414010"/>
          </a:xfrm>
        </p:grpSpPr>
        <p:sp>
          <p:nvSpPr>
            <p:cNvPr id="32" name="燕尾形 31"/>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3" name="燕尾形 32"/>
            <p:cNvSpPr/>
            <p:nvPr/>
          </p:nvSpPr>
          <p:spPr>
            <a:xfrm>
              <a:off x="3164205"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35" name="组合 34"/>
          <p:cNvGrpSpPr/>
          <p:nvPr/>
        </p:nvGrpSpPr>
        <p:grpSpPr>
          <a:xfrm flipH="1">
            <a:off x="101917" y="3291839"/>
            <a:ext cx="344805" cy="318085"/>
            <a:chOff x="3017520" y="601990"/>
            <a:chExt cx="344805" cy="414010"/>
          </a:xfrm>
        </p:grpSpPr>
        <p:sp>
          <p:nvSpPr>
            <p:cNvPr id="36" name="燕尾形 35"/>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7" name="燕尾形 36"/>
            <p:cNvSpPr/>
            <p:nvPr/>
          </p:nvSpPr>
          <p:spPr>
            <a:xfrm>
              <a:off x="3164205"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38" name="矩形 37"/>
          <p:cNvSpPr/>
          <p:nvPr/>
        </p:nvSpPr>
        <p:spPr>
          <a:xfrm>
            <a:off x="7818120"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矩形 38"/>
          <p:cNvSpPr/>
          <p:nvPr/>
        </p:nvSpPr>
        <p:spPr>
          <a:xfrm>
            <a:off x="8885357"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矩形 39"/>
          <p:cNvSpPr/>
          <p:nvPr/>
        </p:nvSpPr>
        <p:spPr>
          <a:xfrm>
            <a:off x="9952594"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40"/>
          <p:cNvSpPr/>
          <p:nvPr/>
        </p:nvSpPr>
        <p:spPr>
          <a:xfrm>
            <a:off x="11019831"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 name="组合 4"/>
          <p:cNvGrpSpPr/>
          <p:nvPr/>
        </p:nvGrpSpPr>
        <p:grpSpPr>
          <a:xfrm>
            <a:off x="3227388" y="2082800"/>
            <a:ext cx="6501248" cy="723900"/>
            <a:chOff x="3328988" y="2082800"/>
            <a:chExt cx="6501248" cy="723900"/>
          </a:xfrm>
        </p:grpSpPr>
        <p:sp>
          <p:nvSpPr>
            <p:cNvPr id="2" name="矩形 1"/>
            <p:cNvSpPr/>
            <p:nvPr/>
          </p:nvSpPr>
          <p:spPr>
            <a:xfrm>
              <a:off x="3328988" y="2082800"/>
              <a:ext cx="722312" cy="723900"/>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矩形 41"/>
            <p:cNvSpPr/>
            <p:nvPr/>
          </p:nvSpPr>
          <p:spPr>
            <a:xfrm>
              <a:off x="4192588" y="2082800"/>
              <a:ext cx="5637648" cy="723900"/>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3328988" y="2667000"/>
              <a:ext cx="722312"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矩形 42"/>
            <p:cNvSpPr/>
            <p:nvPr/>
          </p:nvSpPr>
          <p:spPr>
            <a:xfrm>
              <a:off x="4192587" y="2667000"/>
              <a:ext cx="5637649"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3460225" y="2174845"/>
              <a:ext cx="441146" cy="400110"/>
            </a:xfrm>
            <a:prstGeom prst="rect">
              <a:avLst/>
            </a:prstGeom>
            <a:noFill/>
          </p:spPr>
          <p:txBody>
            <a:bodyPr wrap="none" rtlCol="0">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一</a:t>
              </a:r>
            </a:p>
          </p:txBody>
        </p:sp>
      </p:grpSp>
      <p:grpSp>
        <p:nvGrpSpPr>
          <p:cNvPr id="7" name="组合 6"/>
          <p:cNvGrpSpPr/>
          <p:nvPr/>
        </p:nvGrpSpPr>
        <p:grpSpPr>
          <a:xfrm>
            <a:off x="3227388" y="3028950"/>
            <a:ext cx="6501248" cy="723900"/>
            <a:chOff x="3328988" y="3028950"/>
            <a:chExt cx="6501248" cy="723900"/>
          </a:xfrm>
        </p:grpSpPr>
        <p:sp>
          <p:nvSpPr>
            <p:cNvPr id="45" name="矩形 44"/>
            <p:cNvSpPr/>
            <p:nvPr/>
          </p:nvSpPr>
          <p:spPr>
            <a:xfrm>
              <a:off x="3328988" y="3028950"/>
              <a:ext cx="722312" cy="7239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矩形 45"/>
            <p:cNvSpPr/>
            <p:nvPr/>
          </p:nvSpPr>
          <p:spPr>
            <a:xfrm>
              <a:off x="4192588" y="3028950"/>
              <a:ext cx="5637648" cy="7239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矩形 46"/>
            <p:cNvSpPr/>
            <p:nvPr/>
          </p:nvSpPr>
          <p:spPr>
            <a:xfrm>
              <a:off x="3328988" y="3613150"/>
              <a:ext cx="722312"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矩形 47"/>
            <p:cNvSpPr/>
            <p:nvPr/>
          </p:nvSpPr>
          <p:spPr>
            <a:xfrm>
              <a:off x="4192588" y="3613150"/>
              <a:ext cx="5637648"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文本框 48"/>
            <p:cNvSpPr txBox="1"/>
            <p:nvPr/>
          </p:nvSpPr>
          <p:spPr>
            <a:xfrm>
              <a:off x="3460225" y="3120995"/>
              <a:ext cx="441146" cy="400110"/>
            </a:xfrm>
            <a:prstGeom prst="rect">
              <a:avLst/>
            </a:prstGeom>
            <a:noFill/>
          </p:spPr>
          <p:txBody>
            <a:bodyPr wrap="none" rtlCol="0">
              <a:spAutoFit/>
            </a:bodyPr>
            <a:lstStyle/>
            <a:p>
              <a:pPr algn="ctr"/>
              <a:r>
                <a:rPr lang="zh-CN" altLang="en-US" sz="2000" b="1">
                  <a:solidFill>
                    <a:schemeClr val="bg1"/>
                  </a:solidFill>
                  <a:latin typeface="微软雅黑" panose="020B0503020204020204" pitchFamily="34" charset="-122"/>
                  <a:ea typeface="微软雅黑" panose="020B0503020204020204" pitchFamily="34" charset="-122"/>
                </a:rPr>
                <a:t>二</a:t>
              </a:r>
            </a:p>
          </p:txBody>
        </p:sp>
      </p:grpSp>
      <p:grpSp>
        <p:nvGrpSpPr>
          <p:cNvPr id="34" name="组合 33"/>
          <p:cNvGrpSpPr/>
          <p:nvPr/>
        </p:nvGrpSpPr>
        <p:grpSpPr>
          <a:xfrm>
            <a:off x="3227388" y="3975100"/>
            <a:ext cx="6501248" cy="723900"/>
            <a:chOff x="3328988" y="3975100"/>
            <a:chExt cx="6501248" cy="723900"/>
          </a:xfrm>
        </p:grpSpPr>
        <p:sp>
          <p:nvSpPr>
            <p:cNvPr id="51" name="矩形 50"/>
            <p:cNvSpPr/>
            <p:nvPr/>
          </p:nvSpPr>
          <p:spPr>
            <a:xfrm>
              <a:off x="3328988" y="3975100"/>
              <a:ext cx="722312" cy="7239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矩形 51"/>
            <p:cNvSpPr/>
            <p:nvPr/>
          </p:nvSpPr>
          <p:spPr>
            <a:xfrm>
              <a:off x="4192588" y="3975100"/>
              <a:ext cx="5637648" cy="7239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矩形 52"/>
            <p:cNvSpPr/>
            <p:nvPr/>
          </p:nvSpPr>
          <p:spPr>
            <a:xfrm>
              <a:off x="3328988" y="4559300"/>
              <a:ext cx="722312"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矩形 53"/>
            <p:cNvSpPr/>
            <p:nvPr/>
          </p:nvSpPr>
          <p:spPr>
            <a:xfrm>
              <a:off x="4192587" y="4559300"/>
              <a:ext cx="5637649"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文本框 54"/>
            <p:cNvSpPr txBox="1"/>
            <p:nvPr/>
          </p:nvSpPr>
          <p:spPr>
            <a:xfrm>
              <a:off x="3460225" y="4067145"/>
              <a:ext cx="441146" cy="400110"/>
            </a:xfrm>
            <a:prstGeom prst="rect">
              <a:avLst/>
            </a:prstGeom>
            <a:noFill/>
          </p:spPr>
          <p:txBody>
            <a:bodyPr wrap="none" rtlCol="0">
              <a:spAutoFit/>
            </a:bodyPr>
            <a:lstStyle/>
            <a:p>
              <a:pPr algn="ctr"/>
              <a:r>
                <a:rPr lang="zh-CN" altLang="en-US" sz="2000" b="1">
                  <a:solidFill>
                    <a:schemeClr val="bg1"/>
                  </a:solidFill>
                  <a:latin typeface="微软雅黑" panose="020B0503020204020204" pitchFamily="34" charset="-122"/>
                  <a:ea typeface="微软雅黑" panose="020B0503020204020204" pitchFamily="34" charset="-122"/>
                </a:rPr>
                <a:t>三</a:t>
              </a:r>
            </a:p>
          </p:txBody>
        </p:sp>
      </p:grpSp>
      <p:grpSp>
        <p:nvGrpSpPr>
          <p:cNvPr id="63" name="组合 62"/>
          <p:cNvGrpSpPr/>
          <p:nvPr/>
        </p:nvGrpSpPr>
        <p:grpSpPr>
          <a:xfrm>
            <a:off x="3227388" y="4921250"/>
            <a:ext cx="6501248" cy="723900"/>
            <a:chOff x="3328988" y="4921250"/>
            <a:chExt cx="6501248" cy="723900"/>
          </a:xfrm>
        </p:grpSpPr>
        <p:sp>
          <p:nvSpPr>
            <p:cNvPr id="57" name="矩形 56"/>
            <p:cNvSpPr/>
            <p:nvPr/>
          </p:nvSpPr>
          <p:spPr>
            <a:xfrm>
              <a:off x="3328988" y="4921250"/>
              <a:ext cx="722312" cy="7239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矩形 57"/>
            <p:cNvSpPr/>
            <p:nvPr/>
          </p:nvSpPr>
          <p:spPr>
            <a:xfrm>
              <a:off x="4192587" y="4921250"/>
              <a:ext cx="5637649" cy="7239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矩形 58"/>
            <p:cNvSpPr/>
            <p:nvPr/>
          </p:nvSpPr>
          <p:spPr>
            <a:xfrm>
              <a:off x="3328988" y="5505450"/>
              <a:ext cx="722312"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矩形 59"/>
            <p:cNvSpPr/>
            <p:nvPr/>
          </p:nvSpPr>
          <p:spPr>
            <a:xfrm>
              <a:off x="4192588" y="5505450"/>
              <a:ext cx="5637648"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文本框 60"/>
            <p:cNvSpPr txBox="1"/>
            <p:nvPr/>
          </p:nvSpPr>
          <p:spPr>
            <a:xfrm>
              <a:off x="3460225" y="5013295"/>
              <a:ext cx="441146" cy="400110"/>
            </a:xfrm>
            <a:prstGeom prst="rect">
              <a:avLst/>
            </a:prstGeom>
            <a:noFill/>
          </p:spPr>
          <p:txBody>
            <a:bodyPr wrap="none" rtlCol="0">
              <a:spAutoFit/>
            </a:bodyPr>
            <a:lstStyle/>
            <a:p>
              <a:pPr algn="ctr"/>
              <a:r>
                <a:rPr lang="zh-CN" altLang="en-US" sz="2000" b="1">
                  <a:solidFill>
                    <a:schemeClr val="bg1"/>
                  </a:solidFill>
                  <a:latin typeface="微软雅黑" panose="020B0503020204020204" pitchFamily="34" charset="-122"/>
                  <a:ea typeface="微软雅黑" panose="020B0503020204020204" pitchFamily="34" charset="-122"/>
                </a:rPr>
                <a:t>四</a:t>
              </a:r>
            </a:p>
          </p:txBody>
        </p:sp>
      </p:grpSp>
      <p:sp>
        <p:nvSpPr>
          <p:cNvPr id="64" name="矩形 63"/>
          <p:cNvSpPr/>
          <p:nvPr/>
        </p:nvSpPr>
        <p:spPr>
          <a:xfrm>
            <a:off x="7818120" y="796875"/>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文本框 67"/>
          <p:cNvSpPr txBox="1"/>
          <p:nvPr/>
        </p:nvSpPr>
        <p:spPr>
          <a:xfrm>
            <a:off x="4401287" y="2188895"/>
            <a:ext cx="2749472" cy="400110"/>
          </a:xfrm>
          <a:prstGeom prst="rect">
            <a:avLst/>
          </a:prstGeom>
          <a:noFill/>
        </p:spPr>
        <p:txBody>
          <a:bodyPr wrap="none" rtlCol="0">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业务建模的意义和步骤</a:t>
            </a:r>
          </a:p>
        </p:txBody>
      </p:sp>
      <p:sp>
        <p:nvSpPr>
          <p:cNvPr id="69" name="文本框 68"/>
          <p:cNvSpPr txBox="1"/>
          <p:nvPr/>
        </p:nvSpPr>
        <p:spPr>
          <a:xfrm>
            <a:off x="4401287" y="3135045"/>
            <a:ext cx="3005951" cy="400110"/>
          </a:xfrm>
          <a:prstGeom prst="rect">
            <a:avLst/>
          </a:prstGeom>
          <a:noFill/>
        </p:spPr>
        <p:txBody>
          <a:bodyPr wrap="none" rtlCol="0">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业务用例：从外部看组织</a:t>
            </a:r>
          </a:p>
        </p:txBody>
      </p:sp>
      <p:sp>
        <p:nvSpPr>
          <p:cNvPr id="70" name="文本框 69"/>
          <p:cNvSpPr txBox="1"/>
          <p:nvPr/>
        </p:nvSpPr>
        <p:spPr>
          <a:xfrm>
            <a:off x="4372451" y="4054464"/>
            <a:ext cx="3518913" cy="400110"/>
          </a:xfrm>
          <a:prstGeom prst="rect">
            <a:avLst/>
          </a:prstGeom>
          <a:noFill/>
        </p:spPr>
        <p:txBody>
          <a:bodyPr wrap="none" rtlCol="0">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业务序列图：从内部解剖组织</a:t>
            </a:r>
          </a:p>
        </p:txBody>
      </p:sp>
      <p:sp>
        <p:nvSpPr>
          <p:cNvPr id="71" name="文本框 70"/>
          <p:cNvSpPr txBox="1"/>
          <p:nvPr/>
        </p:nvSpPr>
        <p:spPr>
          <a:xfrm>
            <a:off x="4372452" y="4994215"/>
            <a:ext cx="3518912" cy="400110"/>
          </a:xfrm>
          <a:prstGeom prst="rect">
            <a:avLst/>
          </a:prstGeom>
          <a:noFill/>
        </p:spPr>
        <p:txBody>
          <a:bodyPr wrap="none" rtlCol="0">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改进业务序列图：开个好方子</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14:presetBounceEnd="30000">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14:bounceEnd="30000">
                                          <p:cBhvr additive="base">
                                            <p:cTn id="7" dur="500" fill="hold"/>
                                            <p:tgtEl>
                                              <p:spTgt spid="5"/>
                                            </p:tgtEl>
                                            <p:attrNameLst>
                                              <p:attrName>ppt_x</p:attrName>
                                            </p:attrNameLst>
                                          </p:cBhvr>
                                          <p:tavLst>
                                            <p:tav tm="0">
                                              <p:val>
                                                <p:strVal val="0-#ppt_w/2"/>
                                              </p:val>
                                            </p:tav>
                                            <p:tav tm="100000">
                                              <p:val>
                                                <p:strVal val="#ppt_x"/>
                                              </p:val>
                                            </p:tav>
                                          </p:tavLst>
                                        </p:anim>
                                        <p:anim calcmode="lin" valueType="num" p14:bounceEnd="30000">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14:presetBounceEnd="30000">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14:bounceEnd="30000">
                                          <p:cBhvr additive="base">
                                            <p:cTn id="11" dur="500" fill="hold"/>
                                            <p:tgtEl>
                                              <p:spTgt spid="7"/>
                                            </p:tgtEl>
                                            <p:attrNameLst>
                                              <p:attrName>ppt_x</p:attrName>
                                            </p:attrNameLst>
                                          </p:cBhvr>
                                          <p:tavLst>
                                            <p:tav tm="0">
                                              <p:val>
                                                <p:strVal val="1+#ppt_w/2"/>
                                              </p:val>
                                            </p:tav>
                                            <p:tav tm="100000">
                                              <p:val>
                                                <p:strVal val="#ppt_x"/>
                                              </p:val>
                                            </p:tav>
                                          </p:tavLst>
                                        </p:anim>
                                        <p:anim calcmode="lin" valueType="num" p14:bounceEnd="30000">
                                          <p:cBhvr additive="base">
                                            <p:cTn id="12" dur="500" fill="hold"/>
                                            <p:tgtEl>
                                              <p:spTgt spid="7"/>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14:presetBounceEnd="30000">
                                      <p:stCondLst>
                                        <p:cond delay="0"/>
                                      </p:stCondLst>
                                      <p:childTnLst>
                                        <p:set>
                                          <p:cBhvr>
                                            <p:cTn id="14" dur="1" fill="hold">
                                              <p:stCondLst>
                                                <p:cond delay="0"/>
                                              </p:stCondLst>
                                            </p:cTn>
                                            <p:tgtEl>
                                              <p:spTgt spid="34"/>
                                            </p:tgtEl>
                                            <p:attrNameLst>
                                              <p:attrName>style.visibility</p:attrName>
                                            </p:attrNameLst>
                                          </p:cBhvr>
                                          <p:to>
                                            <p:strVal val="visible"/>
                                          </p:to>
                                        </p:set>
                                        <p:anim calcmode="lin" valueType="num" p14:bounceEnd="30000">
                                          <p:cBhvr additive="base">
                                            <p:cTn id="15" dur="500" fill="hold"/>
                                            <p:tgtEl>
                                              <p:spTgt spid="34"/>
                                            </p:tgtEl>
                                            <p:attrNameLst>
                                              <p:attrName>ppt_x</p:attrName>
                                            </p:attrNameLst>
                                          </p:cBhvr>
                                          <p:tavLst>
                                            <p:tav tm="0">
                                              <p:val>
                                                <p:strVal val="0-#ppt_w/2"/>
                                              </p:val>
                                            </p:tav>
                                            <p:tav tm="100000">
                                              <p:val>
                                                <p:strVal val="#ppt_x"/>
                                              </p:val>
                                            </p:tav>
                                          </p:tavLst>
                                        </p:anim>
                                        <p:anim calcmode="lin" valueType="num" p14:bounceEnd="30000">
                                          <p:cBhvr additive="base">
                                            <p:cTn id="16" dur="500" fill="hold"/>
                                            <p:tgtEl>
                                              <p:spTgt spid="34"/>
                                            </p:tgtEl>
                                            <p:attrNameLst>
                                              <p:attrName>ppt_y</p:attrName>
                                            </p:attrNameLst>
                                          </p:cBhvr>
                                          <p:tavLst>
                                            <p:tav tm="0">
                                              <p:val>
                                                <p:strVal val="#ppt_y"/>
                                              </p:val>
                                            </p:tav>
                                            <p:tav tm="100000">
                                              <p:val>
                                                <p:strVal val="#ppt_y"/>
                                              </p:val>
                                            </p:tav>
                                          </p:tavLst>
                                        </p:anim>
                                      </p:childTnLst>
                                    </p:cTn>
                                  </p:par>
                                  <p:par>
                                    <p:cTn id="17" presetID="2" presetClass="entr" presetSubtype="2" fill="hold" nodeType="withEffect" p14:presetBounceEnd="30000">
                                      <p:stCondLst>
                                        <p:cond delay="0"/>
                                      </p:stCondLst>
                                      <p:childTnLst>
                                        <p:set>
                                          <p:cBhvr>
                                            <p:cTn id="18" dur="1" fill="hold">
                                              <p:stCondLst>
                                                <p:cond delay="0"/>
                                              </p:stCondLst>
                                            </p:cTn>
                                            <p:tgtEl>
                                              <p:spTgt spid="63"/>
                                            </p:tgtEl>
                                            <p:attrNameLst>
                                              <p:attrName>style.visibility</p:attrName>
                                            </p:attrNameLst>
                                          </p:cBhvr>
                                          <p:to>
                                            <p:strVal val="visible"/>
                                          </p:to>
                                        </p:set>
                                        <p:anim calcmode="lin" valueType="num" p14:bounceEnd="30000">
                                          <p:cBhvr additive="base">
                                            <p:cTn id="19" dur="500" fill="hold"/>
                                            <p:tgtEl>
                                              <p:spTgt spid="63"/>
                                            </p:tgtEl>
                                            <p:attrNameLst>
                                              <p:attrName>ppt_x</p:attrName>
                                            </p:attrNameLst>
                                          </p:cBhvr>
                                          <p:tavLst>
                                            <p:tav tm="0">
                                              <p:val>
                                                <p:strVal val="1+#ppt_w/2"/>
                                              </p:val>
                                            </p:tav>
                                            <p:tav tm="100000">
                                              <p:val>
                                                <p:strVal val="#ppt_x"/>
                                              </p:val>
                                            </p:tav>
                                          </p:tavLst>
                                        </p:anim>
                                        <p:anim calcmode="lin" valueType="num" p14:bounceEnd="30000">
                                          <p:cBhvr additive="base">
                                            <p:cTn id="20" dur="500" fill="hold"/>
                                            <p:tgtEl>
                                              <p:spTgt spid="63"/>
                                            </p:tgtEl>
                                            <p:attrNameLst>
                                              <p:attrName>ppt_y</p:attrName>
                                            </p:attrNameLst>
                                          </p:cBhvr>
                                          <p:tavLst>
                                            <p:tav tm="0">
                                              <p:val>
                                                <p:strVal val="#ppt_y"/>
                                              </p:val>
                                            </p:tav>
                                            <p:tav tm="100000">
                                              <p:val>
                                                <p:strVal val="#ppt_y"/>
                                              </p:val>
                                            </p:tav>
                                          </p:tavLst>
                                        </p:anim>
                                      </p:childTnLst>
                                    </p:cTn>
                                  </p:par>
                                  <p:par>
                                    <p:cTn id="21" presetID="10" presetClass="entr" presetSubtype="0" fill="hold" grpId="0" nodeType="withEffect">
                                      <p:stCondLst>
                                        <p:cond delay="400"/>
                                      </p:stCondLst>
                                      <p:childTnLst>
                                        <p:set>
                                          <p:cBhvr>
                                            <p:cTn id="22" dur="1" fill="hold">
                                              <p:stCondLst>
                                                <p:cond delay="0"/>
                                              </p:stCondLst>
                                            </p:cTn>
                                            <p:tgtEl>
                                              <p:spTgt spid="64"/>
                                            </p:tgtEl>
                                            <p:attrNameLst>
                                              <p:attrName>style.visibility</p:attrName>
                                            </p:attrNameLst>
                                          </p:cBhvr>
                                          <p:to>
                                            <p:strVal val="visible"/>
                                          </p:to>
                                        </p:set>
                                        <p:animEffect transition="in" filter="fade">
                                          <p:cBhvr>
                                            <p:cTn id="23" dur="5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1+#ppt_w/2"/>
                                              </p:val>
                                            </p:tav>
                                            <p:tav tm="100000">
                                              <p:val>
                                                <p:strVal val="#ppt_x"/>
                                              </p:val>
                                            </p:tav>
                                          </p:tavLst>
                                        </p:anim>
                                        <p:anim calcmode="lin" valueType="num">
                                          <p:cBhvr additive="base">
                                            <p:cTn id="12" dur="500" fill="hold"/>
                                            <p:tgtEl>
                                              <p:spTgt spid="7"/>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0"/>
                                      </p:stCondLst>
                                      <p:childTnLst>
                                        <p:set>
                                          <p:cBhvr>
                                            <p:cTn id="14" dur="1" fill="hold">
                                              <p:stCondLst>
                                                <p:cond delay="0"/>
                                              </p:stCondLst>
                                            </p:cTn>
                                            <p:tgtEl>
                                              <p:spTgt spid="34"/>
                                            </p:tgtEl>
                                            <p:attrNameLst>
                                              <p:attrName>style.visibility</p:attrName>
                                            </p:attrNameLst>
                                          </p:cBhvr>
                                          <p:to>
                                            <p:strVal val="visible"/>
                                          </p:to>
                                        </p:set>
                                        <p:anim calcmode="lin" valueType="num">
                                          <p:cBhvr additive="base">
                                            <p:cTn id="15" dur="500" fill="hold"/>
                                            <p:tgtEl>
                                              <p:spTgt spid="34"/>
                                            </p:tgtEl>
                                            <p:attrNameLst>
                                              <p:attrName>ppt_x</p:attrName>
                                            </p:attrNameLst>
                                          </p:cBhvr>
                                          <p:tavLst>
                                            <p:tav tm="0">
                                              <p:val>
                                                <p:strVal val="0-#ppt_w/2"/>
                                              </p:val>
                                            </p:tav>
                                            <p:tav tm="100000">
                                              <p:val>
                                                <p:strVal val="#ppt_x"/>
                                              </p:val>
                                            </p:tav>
                                          </p:tavLst>
                                        </p:anim>
                                        <p:anim calcmode="lin" valueType="num">
                                          <p:cBhvr additive="base">
                                            <p:cTn id="16" dur="500" fill="hold"/>
                                            <p:tgtEl>
                                              <p:spTgt spid="34"/>
                                            </p:tgtEl>
                                            <p:attrNameLst>
                                              <p:attrName>ppt_y</p:attrName>
                                            </p:attrNameLst>
                                          </p:cBhvr>
                                          <p:tavLst>
                                            <p:tav tm="0">
                                              <p:val>
                                                <p:strVal val="#ppt_y"/>
                                              </p:val>
                                            </p:tav>
                                            <p:tav tm="100000">
                                              <p:val>
                                                <p:strVal val="#ppt_y"/>
                                              </p:val>
                                            </p:tav>
                                          </p:tavLst>
                                        </p:anim>
                                      </p:childTnLst>
                                    </p:cTn>
                                  </p:par>
                                  <p:par>
                                    <p:cTn id="17" presetID="2" presetClass="entr" presetSubtype="2" fill="hold" nodeType="withEffect">
                                      <p:stCondLst>
                                        <p:cond delay="0"/>
                                      </p:stCondLst>
                                      <p:childTnLst>
                                        <p:set>
                                          <p:cBhvr>
                                            <p:cTn id="18" dur="1" fill="hold">
                                              <p:stCondLst>
                                                <p:cond delay="0"/>
                                              </p:stCondLst>
                                            </p:cTn>
                                            <p:tgtEl>
                                              <p:spTgt spid="63"/>
                                            </p:tgtEl>
                                            <p:attrNameLst>
                                              <p:attrName>style.visibility</p:attrName>
                                            </p:attrNameLst>
                                          </p:cBhvr>
                                          <p:to>
                                            <p:strVal val="visible"/>
                                          </p:to>
                                        </p:set>
                                        <p:anim calcmode="lin" valueType="num">
                                          <p:cBhvr additive="base">
                                            <p:cTn id="19" dur="500" fill="hold"/>
                                            <p:tgtEl>
                                              <p:spTgt spid="63"/>
                                            </p:tgtEl>
                                            <p:attrNameLst>
                                              <p:attrName>ppt_x</p:attrName>
                                            </p:attrNameLst>
                                          </p:cBhvr>
                                          <p:tavLst>
                                            <p:tav tm="0">
                                              <p:val>
                                                <p:strVal val="1+#ppt_w/2"/>
                                              </p:val>
                                            </p:tav>
                                            <p:tav tm="100000">
                                              <p:val>
                                                <p:strVal val="#ppt_x"/>
                                              </p:val>
                                            </p:tav>
                                          </p:tavLst>
                                        </p:anim>
                                        <p:anim calcmode="lin" valueType="num">
                                          <p:cBhvr additive="base">
                                            <p:cTn id="20" dur="500" fill="hold"/>
                                            <p:tgtEl>
                                              <p:spTgt spid="63"/>
                                            </p:tgtEl>
                                            <p:attrNameLst>
                                              <p:attrName>ppt_y</p:attrName>
                                            </p:attrNameLst>
                                          </p:cBhvr>
                                          <p:tavLst>
                                            <p:tav tm="0">
                                              <p:val>
                                                <p:strVal val="#ppt_y"/>
                                              </p:val>
                                            </p:tav>
                                            <p:tav tm="100000">
                                              <p:val>
                                                <p:strVal val="#ppt_y"/>
                                              </p:val>
                                            </p:tav>
                                          </p:tavLst>
                                        </p:anim>
                                      </p:childTnLst>
                                    </p:cTn>
                                  </p:par>
                                  <p:par>
                                    <p:cTn id="21" presetID="10" presetClass="entr" presetSubtype="0" fill="hold" grpId="0" nodeType="withEffect">
                                      <p:stCondLst>
                                        <p:cond delay="400"/>
                                      </p:stCondLst>
                                      <p:childTnLst>
                                        <p:set>
                                          <p:cBhvr>
                                            <p:cTn id="22" dur="1" fill="hold">
                                              <p:stCondLst>
                                                <p:cond delay="0"/>
                                              </p:stCondLst>
                                            </p:cTn>
                                            <p:tgtEl>
                                              <p:spTgt spid="64"/>
                                            </p:tgtEl>
                                            <p:attrNameLst>
                                              <p:attrName>style.visibility</p:attrName>
                                            </p:attrNameLst>
                                          </p:cBhvr>
                                          <p:to>
                                            <p:strVal val="visible"/>
                                          </p:to>
                                        </p:set>
                                        <p:animEffect transition="in" filter="fade">
                                          <p:cBhvr>
                                            <p:cTn id="23" dur="5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animBg="1"/>
        </p:bldLst>
      </p:timing>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74320" y="449590"/>
            <a:ext cx="1005403" cy="584775"/>
          </a:xfrm>
          <a:prstGeom prst="rect">
            <a:avLst/>
          </a:prstGeom>
          <a:noFill/>
        </p:spPr>
        <p:txBody>
          <a:bodyPr wrap="none" rtlCol="0">
            <a:spAutoFit/>
          </a:bodyPr>
          <a:lstStyle/>
          <a:p>
            <a:r>
              <a:rPr lang="zh-CN" altLang="en-US" sz="3200" b="1" dirty="0">
                <a:solidFill>
                  <a:srgbClr val="141316"/>
                </a:solidFill>
                <a:latin typeface="微软雅黑" panose="020B0503020204020204" pitchFamily="34" charset="-122"/>
                <a:ea typeface="微软雅黑" panose="020B0503020204020204" pitchFamily="34" charset="-122"/>
              </a:rPr>
              <a:t>思考</a:t>
            </a:r>
          </a:p>
        </p:txBody>
      </p:sp>
      <p:cxnSp>
        <p:nvCxnSpPr>
          <p:cNvPr id="3" name="直接连接符 2"/>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grpSp>
        <p:nvGrpSpPr>
          <p:cNvPr id="4" name="组合 3"/>
          <p:cNvGrpSpPr/>
          <p:nvPr/>
        </p:nvGrpSpPr>
        <p:grpSpPr>
          <a:xfrm>
            <a:off x="1383030" y="607151"/>
            <a:ext cx="491490" cy="318085"/>
            <a:chOff x="3017520" y="601990"/>
            <a:chExt cx="491490" cy="414010"/>
          </a:xfrm>
        </p:grpSpPr>
        <p:sp>
          <p:nvSpPr>
            <p:cNvPr id="5" name="燕尾形 4"/>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 name="燕尾形 5"/>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7" name="燕尾形 6"/>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8" name="矩形 7"/>
          <p:cNvSpPr/>
          <p:nvPr/>
        </p:nvSpPr>
        <p:spPr>
          <a:xfrm>
            <a:off x="7818120"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8885357"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9952594"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11019831"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矩形 41"/>
          <p:cNvSpPr/>
          <p:nvPr/>
        </p:nvSpPr>
        <p:spPr>
          <a:xfrm>
            <a:off x="7818120" y="796875"/>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内容占位符 2"/>
          <p:cNvSpPr txBox="1"/>
          <p:nvPr/>
        </p:nvSpPr>
        <p:spPr>
          <a:xfrm>
            <a:off x="393701" y="1169760"/>
            <a:ext cx="6438173" cy="494147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lnSpc>
                <a:spcPct val="150000"/>
              </a:lnSpc>
              <a:spcAft>
                <a:spcPts val="1200"/>
              </a:spcAft>
            </a:pPr>
            <a:r>
              <a:rPr lang="zh-CN" altLang="en-US" sz="2400" dirty="0">
                <a:latin typeface="微软雅黑" panose="020B0503020204020204" pitchFamily="34" charset="-122"/>
                <a:ea typeface="微软雅黑" panose="020B0503020204020204" pitchFamily="34" charset="-122"/>
              </a:rPr>
              <a:t>今天</a:t>
            </a:r>
            <a:r>
              <a:rPr lang="en-US" altLang="zh-CN" sz="2400" dirty="0">
                <a:latin typeface="微软雅黑" panose="020B0503020204020204" pitchFamily="34" charset="-122"/>
                <a:ea typeface="微软雅黑" panose="020B0503020204020204" pitchFamily="34" charset="-122"/>
              </a:rPr>
              <a:t>IT</a:t>
            </a:r>
            <a:r>
              <a:rPr lang="zh-CN" altLang="en-US" sz="2400" dirty="0">
                <a:latin typeface="微软雅黑" panose="020B0503020204020204" pitchFamily="34" charset="-122"/>
                <a:ea typeface="微软雅黑" panose="020B0503020204020204" pitchFamily="34" charset="-122"/>
              </a:rPr>
              <a:t>已为各行种业的企业提供了信息化改造服务。假设，一个陌生行业的企业客户（比如保险公司）来找你开发信息系统，你从哪里下手开始呢？如何能快速精准地找到客户的交叉点，并制定出适用的解决方案呢？</a:t>
            </a:r>
            <a:endParaRPr lang="en-US" altLang="zh-CN" sz="2400" dirty="0">
              <a:latin typeface="微软雅黑" panose="020B0503020204020204" pitchFamily="34" charset="-122"/>
              <a:ea typeface="微软雅黑" panose="020B0503020204020204" pitchFamily="34" charset="-122"/>
            </a:endParaRPr>
          </a:p>
          <a:p>
            <a:pPr marL="285750" indent="-285750">
              <a:lnSpc>
                <a:spcPct val="150000"/>
              </a:lnSpc>
              <a:spcAft>
                <a:spcPts val="1200"/>
              </a:spcAft>
            </a:pPr>
            <a:r>
              <a:rPr lang="zh-CN" altLang="en-US" sz="2400" dirty="0">
                <a:latin typeface="微软雅黑" panose="020B0503020204020204" pitchFamily="34" charset="-122"/>
                <a:ea typeface="微软雅黑" panose="020B0503020204020204" pitchFamily="34" charset="-122"/>
              </a:rPr>
              <a:t>不懂客户就盲目提出解决方案，就像医生不诊断就出药方一样，后果是非常严重的，从</a:t>
            </a:r>
            <a:r>
              <a:rPr lang="zh-CN" altLang="en-US" sz="2400" b="1" dirty="0">
                <a:solidFill>
                  <a:srgbClr val="FFC000"/>
                </a:solidFill>
                <a:latin typeface="微软雅黑" panose="020B0503020204020204" pitchFamily="34" charset="-122"/>
                <a:ea typeface="微软雅黑" panose="020B0503020204020204" pitchFamily="34" charset="-122"/>
              </a:rPr>
              <a:t>金山的事故</a:t>
            </a:r>
            <a:r>
              <a:rPr lang="zh-CN" altLang="en-US" sz="2400" dirty="0">
                <a:latin typeface="微软雅黑" panose="020B0503020204020204" pitchFamily="34" charset="-122"/>
                <a:ea typeface="微软雅黑" panose="020B0503020204020204" pitchFamily="34" charset="-122"/>
              </a:rPr>
              <a:t>开始。</a:t>
            </a:r>
            <a:endParaRPr lang="en-US" altLang="zh-CN" sz="2400" dirty="0">
              <a:latin typeface="微软雅黑" panose="020B0503020204020204" pitchFamily="34" charset="-122"/>
              <a:ea typeface="微软雅黑" panose="020B0503020204020204" pitchFamily="34" charset="-122"/>
            </a:endParaRPr>
          </a:p>
          <a:p>
            <a:pPr marL="285750" indent="-285750">
              <a:lnSpc>
                <a:spcPct val="150000"/>
              </a:lnSpc>
            </a:pPr>
            <a:endParaRPr lang="en-US" altLang="zh-CN" sz="2400" dirty="0">
              <a:latin typeface="微软雅黑" panose="020B0503020204020204" pitchFamily="34" charset="-122"/>
              <a:ea typeface="微软雅黑" panose="020B0503020204020204" pitchFamily="34" charset="-122"/>
            </a:endParaRPr>
          </a:p>
        </p:txBody>
      </p:sp>
      <p:pic>
        <p:nvPicPr>
          <p:cNvPr id="13" name="图片 1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54912" y="3056800"/>
            <a:ext cx="4537359" cy="2822119"/>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4">
                                            <p:txEl>
                                              <p:pRg st="1" end="1"/>
                                            </p:txEl>
                                          </p:spTgt>
                                        </p:tgtEl>
                                        <p:attrNameLst>
                                          <p:attrName>style.visibility</p:attrName>
                                        </p:attrNameLst>
                                      </p:cBhvr>
                                      <p:to>
                                        <p:strVal val="visible"/>
                                      </p:to>
                                    </p:set>
                                    <p:animEffect transition="in" filter="fade">
                                      <p:cBhvr>
                                        <p:cTn id="7" dur="500"/>
                                        <p:tgtEl>
                                          <p:spTgt spid="64">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74320" y="449590"/>
            <a:ext cx="4288353" cy="584775"/>
          </a:xfrm>
          <a:prstGeom prst="rect">
            <a:avLst/>
          </a:prstGeom>
          <a:noFill/>
        </p:spPr>
        <p:txBody>
          <a:bodyPr wrap="none" rtlCol="0">
            <a:spAutoFit/>
          </a:bodyPr>
          <a:lstStyle/>
          <a:p>
            <a:r>
              <a:rPr lang="zh-CN" altLang="en-US" sz="3200" b="1" dirty="0">
                <a:solidFill>
                  <a:srgbClr val="141316"/>
                </a:solidFill>
                <a:latin typeface="微软雅黑" panose="020B0503020204020204" pitchFamily="34" charset="-122"/>
                <a:ea typeface="微软雅黑" panose="020B0503020204020204" pitchFamily="34" charset="-122"/>
              </a:rPr>
              <a:t>掌握给企业看病的方法</a:t>
            </a:r>
          </a:p>
        </p:txBody>
      </p:sp>
      <p:cxnSp>
        <p:nvCxnSpPr>
          <p:cNvPr id="3" name="直接连接符 2"/>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grpSp>
        <p:nvGrpSpPr>
          <p:cNvPr id="4" name="组合 3"/>
          <p:cNvGrpSpPr/>
          <p:nvPr/>
        </p:nvGrpSpPr>
        <p:grpSpPr>
          <a:xfrm>
            <a:off x="4562673" y="602277"/>
            <a:ext cx="491490" cy="318085"/>
            <a:chOff x="3017520" y="601990"/>
            <a:chExt cx="491490" cy="414010"/>
          </a:xfrm>
        </p:grpSpPr>
        <p:sp>
          <p:nvSpPr>
            <p:cNvPr id="5" name="燕尾形 4"/>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 name="燕尾形 5"/>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7" name="燕尾形 6"/>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8" name="矩形 7"/>
          <p:cNvSpPr/>
          <p:nvPr/>
        </p:nvSpPr>
        <p:spPr>
          <a:xfrm>
            <a:off x="7818120"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8885357"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9952594"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11019831"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矩形 41"/>
          <p:cNvSpPr/>
          <p:nvPr/>
        </p:nvSpPr>
        <p:spPr>
          <a:xfrm>
            <a:off x="7818120" y="796875"/>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 name="图片 11" descr="C:\Users\qile\Desktop\软件过程\更新图片资源\参考图片\u=3400121047,3526775889&amp;fm=11&amp;gp=0.jpgu=3400121047,3526775889&amp;fm=11&amp;gp=0"/>
          <p:cNvPicPr>
            <a:picLocks noChangeAspect="1"/>
          </p:cNvPicPr>
          <p:nvPr/>
        </p:nvPicPr>
        <p:blipFill>
          <a:blip r:embed="rId3"/>
          <a:srcRect/>
          <a:stretch>
            <a:fillRect/>
          </a:stretch>
        </p:blipFill>
        <p:spPr>
          <a:xfrm>
            <a:off x="1636395" y="1308735"/>
            <a:ext cx="3653155" cy="2228215"/>
          </a:xfrm>
          <a:prstGeom prst="rect">
            <a:avLst/>
          </a:prstGeom>
        </p:spPr>
      </p:pic>
      <p:pic>
        <p:nvPicPr>
          <p:cNvPr id="17" name="图片 16" descr="C:\Users\qile\Desktop\软件过程\更新图片资源\参考图片\图片2.png图片2"/>
          <p:cNvPicPr>
            <a:picLocks noChangeAspect="1"/>
          </p:cNvPicPr>
          <p:nvPr/>
        </p:nvPicPr>
        <p:blipFill>
          <a:blip r:embed="rId4"/>
          <a:srcRect/>
          <a:stretch>
            <a:fillRect/>
          </a:stretch>
        </p:blipFill>
        <p:spPr>
          <a:xfrm>
            <a:off x="7261860" y="3841750"/>
            <a:ext cx="4130675" cy="2437130"/>
          </a:xfrm>
          <a:prstGeom prst="rect">
            <a:avLst/>
          </a:prstGeom>
        </p:spPr>
      </p:pic>
      <p:sp>
        <p:nvSpPr>
          <p:cNvPr id="29" name="文本框 28"/>
          <p:cNvSpPr txBox="1"/>
          <p:nvPr/>
        </p:nvSpPr>
        <p:spPr>
          <a:xfrm>
            <a:off x="8999393" y="5908755"/>
            <a:ext cx="2393604" cy="369332"/>
          </a:xfrm>
          <a:prstGeom prst="rect">
            <a:avLst/>
          </a:prstGeom>
          <a:noFill/>
        </p:spPr>
        <p:txBody>
          <a:bodyPr wrap="none" rtlCol="0">
            <a:spAutoFit/>
          </a:bodyPr>
          <a:lstStyle/>
          <a:p>
            <a:r>
              <a:rPr lang="zh-CN" altLang="en-US" b="1" dirty="0">
                <a:solidFill>
                  <a:srgbClr val="FF0000"/>
                </a:solidFill>
                <a:latin typeface="+mn-ea"/>
              </a:rPr>
              <a:t>业务用例</a:t>
            </a:r>
            <a:r>
              <a:rPr lang="en-US" altLang="zh-CN" b="1" dirty="0">
                <a:solidFill>
                  <a:srgbClr val="FF0000"/>
                </a:solidFill>
                <a:latin typeface="+mn-ea"/>
              </a:rPr>
              <a:t>+</a:t>
            </a:r>
            <a:r>
              <a:rPr lang="zh-CN" altLang="en-US" b="1" dirty="0">
                <a:solidFill>
                  <a:srgbClr val="FF0000"/>
                </a:solidFill>
                <a:latin typeface="+mn-ea"/>
              </a:rPr>
              <a:t>业务序列图</a:t>
            </a:r>
          </a:p>
        </p:txBody>
      </p:sp>
      <p:pic>
        <p:nvPicPr>
          <p:cNvPr id="14" name="图片 13" descr="C:\Users\qile\Desktop\软件过程\更新图片资源\参考图片\业务建模2.jpg业务建模2"/>
          <p:cNvPicPr>
            <a:picLocks noChangeAspect="1"/>
          </p:cNvPicPr>
          <p:nvPr/>
        </p:nvPicPr>
        <p:blipFill>
          <a:blip r:embed="rId5"/>
          <a:srcRect/>
          <a:stretch>
            <a:fillRect/>
          </a:stretch>
        </p:blipFill>
        <p:spPr>
          <a:xfrm>
            <a:off x="1636395" y="3841750"/>
            <a:ext cx="3653790" cy="2436495"/>
          </a:xfrm>
          <a:prstGeom prst="rect">
            <a:avLst/>
          </a:prstGeom>
        </p:spPr>
      </p:pic>
      <p:sp>
        <p:nvSpPr>
          <p:cNvPr id="15" name="文本框 14"/>
          <p:cNvSpPr txBox="1"/>
          <p:nvPr/>
        </p:nvSpPr>
        <p:spPr>
          <a:xfrm>
            <a:off x="4187647" y="5909934"/>
            <a:ext cx="1102360" cy="368300"/>
          </a:xfrm>
          <a:prstGeom prst="rect">
            <a:avLst/>
          </a:prstGeom>
          <a:noFill/>
        </p:spPr>
        <p:txBody>
          <a:bodyPr wrap="none" rtlCol="0">
            <a:spAutoFit/>
          </a:bodyPr>
          <a:lstStyle/>
          <a:p>
            <a:r>
              <a:rPr lang="zh-CN" altLang="en-US" b="1" dirty="0">
                <a:solidFill>
                  <a:srgbClr val="FF0000"/>
                </a:solidFill>
                <a:latin typeface="+mn-ea"/>
              </a:rPr>
              <a:t>病例模型</a:t>
            </a:r>
          </a:p>
        </p:txBody>
      </p:sp>
      <p:sp>
        <p:nvSpPr>
          <p:cNvPr id="16" name="文本框 15"/>
          <p:cNvSpPr txBox="1"/>
          <p:nvPr/>
        </p:nvSpPr>
        <p:spPr>
          <a:xfrm>
            <a:off x="4187012" y="3168639"/>
            <a:ext cx="1102360" cy="368300"/>
          </a:xfrm>
          <a:prstGeom prst="rect">
            <a:avLst/>
          </a:prstGeom>
          <a:noFill/>
        </p:spPr>
        <p:txBody>
          <a:bodyPr wrap="none" rtlCol="0">
            <a:spAutoFit/>
          </a:bodyPr>
          <a:lstStyle/>
          <a:p>
            <a:r>
              <a:rPr lang="zh-CN" altLang="en-US" b="1" dirty="0">
                <a:solidFill>
                  <a:srgbClr val="FF0000"/>
                </a:solidFill>
                <a:latin typeface="+mn-ea"/>
              </a:rPr>
              <a:t>病情检查</a:t>
            </a:r>
          </a:p>
        </p:txBody>
      </p:sp>
      <p:sp>
        <p:nvSpPr>
          <p:cNvPr id="18" name="文本框 17"/>
          <p:cNvSpPr txBox="1"/>
          <p:nvPr/>
        </p:nvSpPr>
        <p:spPr>
          <a:xfrm>
            <a:off x="698038" y="2301955"/>
            <a:ext cx="693420" cy="2553335"/>
          </a:xfrm>
          <a:prstGeom prst="rect">
            <a:avLst/>
          </a:prstGeom>
          <a:noFill/>
        </p:spPr>
        <p:txBody>
          <a:bodyPr wrap="none" rtlCol="0">
            <a:spAutoFit/>
          </a:bodyPr>
          <a:lstStyle/>
          <a:p>
            <a:r>
              <a:rPr lang="zh-CN" altLang="en-US" sz="4000" b="1" dirty="0">
                <a:solidFill>
                  <a:schemeClr val="tx1"/>
                </a:solidFill>
                <a:latin typeface="+mn-ea"/>
              </a:rPr>
              <a:t>给</a:t>
            </a:r>
          </a:p>
          <a:p>
            <a:r>
              <a:rPr lang="zh-CN" altLang="en-US" sz="4000" b="1" dirty="0">
                <a:solidFill>
                  <a:schemeClr val="tx1"/>
                </a:solidFill>
                <a:latin typeface="+mn-ea"/>
              </a:rPr>
              <a:t>人</a:t>
            </a:r>
          </a:p>
          <a:p>
            <a:r>
              <a:rPr lang="zh-CN" altLang="en-US" sz="4000" b="1" dirty="0">
                <a:solidFill>
                  <a:schemeClr val="tx1"/>
                </a:solidFill>
                <a:latin typeface="+mn-ea"/>
              </a:rPr>
              <a:t>看</a:t>
            </a:r>
          </a:p>
          <a:p>
            <a:r>
              <a:rPr lang="zh-CN" altLang="en-US" sz="4000" b="1" dirty="0">
                <a:solidFill>
                  <a:schemeClr val="tx1"/>
                </a:solidFill>
                <a:latin typeface="+mn-ea"/>
              </a:rPr>
              <a:t>病</a:t>
            </a:r>
          </a:p>
        </p:txBody>
      </p:sp>
      <p:sp>
        <p:nvSpPr>
          <p:cNvPr id="19" name="文本框 18"/>
          <p:cNvSpPr txBox="1"/>
          <p:nvPr/>
        </p:nvSpPr>
        <p:spPr>
          <a:xfrm>
            <a:off x="6280958" y="1993980"/>
            <a:ext cx="693420" cy="3169285"/>
          </a:xfrm>
          <a:prstGeom prst="rect">
            <a:avLst/>
          </a:prstGeom>
          <a:noFill/>
        </p:spPr>
        <p:txBody>
          <a:bodyPr wrap="none" rtlCol="0">
            <a:spAutoFit/>
          </a:bodyPr>
          <a:lstStyle/>
          <a:p>
            <a:r>
              <a:rPr lang="zh-CN" altLang="en-US" sz="4000" b="1" dirty="0">
                <a:solidFill>
                  <a:schemeClr val="tx1"/>
                </a:solidFill>
                <a:latin typeface="+mn-ea"/>
              </a:rPr>
              <a:t>给</a:t>
            </a:r>
          </a:p>
          <a:p>
            <a:r>
              <a:rPr lang="zh-CN" altLang="en-US" sz="4000" b="1" dirty="0">
                <a:solidFill>
                  <a:schemeClr val="tx1"/>
                </a:solidFill>
                <a:latin typeface="+mn-ea"/>
              </a:rPr>
              <a:t>企</a:t>
            </a:r>
          </a:p>
          <a:p>
            <a:r>
              <a:rPr lang="zh-CN" altLang="en-US" sz="4000" b="1" dirty="0">
                <a:solidFill>
                  <a:schemeClr val="tx1"/>
                </a:solidFill>
                <a:latin typeface="+mn-ea"/>
              </a:rPr>
              <a:t>业</a:t>
            </a:r>
          </a:p>
          <a:p>
            <a:r>
              <a:rPr lang="zh-CN" altLang="en-US" sz="4000" b="1" dirty="0">
                <a:solidFill>
                  <a:schemeClr val="tx1"/>
                </a:solidFill>
                <a:latin typeface="+mn-ea"/>
              </a:rPr>
              <a:t>看</a:t>
            </a:r>
          </a:p>
          <a:p>
            <a:r>
              <a:rPr lang="zh-CN" altLang="en-US" sz="4000" b="1" dirty="0">
                <a:solidFill>
                  <a:schemeClr val="tx1"/>
                </a:solidFill>
                <a:latin typeface="+mn-ea"/>
              </a:rPr>
              <a:t>病</a:t>
            </a:r>
          </a:p>
        </p:txBody>
      </p:sp>
      <p:pic>
        <p:nvPicPr>
          <p:cNvPr id="20" name="图片 19" descr="C:\Users\qile\Desktop\软件过程\更新图片资源\参考图片\下载2.jpg下载2"/>
          <p:cNvPicPr>
            <a:picLocks noChangeAspect="1"/>
          </p:cNvPicPr>
          <p:nvPr/>
        </p:nvPicPr>
        <p:blipFill>
          <a:blip r:embed="rId6"/>
          <a:srcRect/>
          <a:stretch>
            <a:fillRect/>
          </a:stretch>
        </p:blipFill>
        <p:spPr>
          <a:xfrm>
            <a:off x="7261860" y="1308735"/>
            <a:ext cx="4192270" cy="2228215"/>
          </a:xfrm>
          <a:prstGeom prst="rect">
            <a:avLst/>
          </a:prstGeom>
        </p:spPr>
      </p:pic>
      <p:sp>
        <p:nvSpPr>
          <p:cNvPr id="21" name="文本框 20"/>
          <p:cNvSpPr txBox="1"/>
          <p:nvPr/>
        </p:nvSpPr>
        <p:spPr>
          <a:xfrm>
            <a:off x="9892203" y="3168730"/>
            <a:ext cx="1562100" cy="368300"/>
          </a:xfrm>
          <a:prstGeom prst="rect">
            <a:avLst/>
          </a:prstGeom>
          <a:noFill/>
        </p:spPr>
        <p:txBody>
          <a:bodyPr wrap="none" rtlCol="0">
            <a:spAutoFit/>
          </a:bodyPr>
          <a:lstStyle/>
          <a:p>
            <a:r>
              <a:rPr lang="zh-CN" b="1" dirty="0">
                <a:solidFill>
                  <a:srgbClr val="FF0000"/>
                </a:solidFill>
                <a:latin typeface="+mn-ea"/>
              </a:rPr>
              <a:t>企业需求调查</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4"/>
                                        </p:tgtEl>
                                        <p:attrNameLst>
                                          <p:attrName>style.visibility</p:attrName>
                                        </p:attrNameLst>
                                      </p:cBhvr>
                                      <p:to>
                                        <p:strVal val="visible"/>
                                      </p:to>
                                    </p:set>
                                    <p:anim calcmode="lin" valueType="num">
                                      <p:cBhvr additive="base">
                                        <p:cTn id="11" dur="500" fill="hold"/>
                                        <p:tgtEl>
                                          <p:spTgt spid="14"/>
                                        </p:tgtEl>
                                        <p:attrNameLst>
                                          <p:attrName>ppt_x</p:attrName>
                                        </p:attrNameLst>
                                      </p:cBhvr>
                                      <p:tavLst>
                                        <p:tav tm="0">
                                          <p:val>
                                            <p:strVal val="#ppt_x"/>
                                          </p:val>
                                        </p:tav>
                                        <p:tav tm="100000">
                                          <p:val>
                                            <p:strVal val="#ppt_x"/>
                                          </p:val>
                                        </p:tav>
                                      </p:tavLst>
                                    </p:anim>
                                    <p:anim calcmode="lin" valueType="num">
                                      <p:cBhvr additive="base">
                                        <p:cTn id="12" dur="500" fill="hold"/>
                                        <p:tgtEl>
                                          <p:spTgt spid="14"/>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anim calcmode="lin" valueType="num">
                                      <p:cBhvr additive="base">
                                        <p:cTn id="15" dur="500" fill="hold"/>
                                        <p:tgtEl>
                                          <p:spTgt spid="15"/>
                                        </p:tgtEl>
                                        <p:attrNameLst>
                                          <p:attrName>ppt_x</p:attrName>
                                        </p:attrNameLst>
                                      </p:cBhvr>
                                      <p:tavLst>
                                        <p:tav tm="0">
                                          <p:val>
                                            <p:strVal val="#ppt_x"/>
                                          </p:val>
                                        </p:tav>
                                        <p:tav tm="100000">
                                          <p:val>
                                            <p:strVal val="#ppt_x"/>
                                          </p:val>
                                        </p:tav>
                                      </p:tavLst>
                                    </p:anim>
                                    <p:anim calcmode="lin" valueType="num">
                                      <p:cBhvr additive="base">
                                        <p:cTn id="16" dur="500" fill="hold"/>
                                        <p:tgtEl>
                                          <p:spTgt spid="15"/>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16"/>
                                        </p:tgtEl>
                                        <p:attrNameLst>
                                          <p:attrName>style.visibility</p:attrName>
                                        </p:attrNameLst>
                                      </p:cBhvr>
                                      <p:to>
                                        <p:strVal val="visible"/>
                                      </p:to>
                                    </p:set>
                                    <p:anim calcmode="lin" valueType="num">
                                      <p:cBhvr additive="base">
                                        <p:cTn id="19" dur="500" fill="hold"/>
                                        <p:tgtEl>
                                          <p:spTgt spid="16"/>
                                        </p:tgtEl>
                                        <p:attrNameLst>
                                          <p:attrName>ppt_x</p:attrName>
                                        </p:attrNameLst>
                                      </p:cBhvr>
                                      <p:tavLst>
                                        <p:tav tm="0">
                                          <p:val>
                                            <p:strVal val="#ppt_x"/>
                                          </p:val>
                                        </p:tav>
                                        <p:tav tm="100000">
                                          <p:val>
                                            <p:strVal val="#ppt_x"/>
                                          </p:val>
                                        </p:tav>
                                      </p:tavLst>
                                    </p:anim>
                                    <p:anim calcmode="lin" valueType="num">
                                      <p:cBhvr additive="base">
                                        <p:cTn id="20" dur="500" fill="hold"/>
                                        <p:tgtEl>
                                          <p:spTgt spid="16"/>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18"/>
                                        </p:tgtEl>
                                        <p:attrNameLst>
                                          <p:attrName>style.visibility</p:attrName>
                                        </p:attrNameLst>
                                      </p:cBhvr>
                                      <p:to>
                                        <p:strVal val="visible"/>
                                      </p:to>
                                    </p:set>
                                    <p:anim calcmode="lin" valueType="num">
                                      <p:cBhvr additive="base">
                                        <p:cTn id="23" dur="500" fill="hold"/>
                                        <p:tgtEl>
                                          <p:spTgt spid="18"/>
                                        </p:tgtEl>
                                        <p:attrNameLst>
                                          <p:attrName>ppt_x</p:attrName>
                                        </p:attrNameLst>
                                      </p:cBhvr>
                                      <p:tavLst>
                                        <p:tav tm="0">
                                          <p:val>
                                            <p:strVal val="#ppt_x"/>
                                          </p:val>
                                        </p:tav>
                                        <p:tav tm="100000">
                                          <p:val>
                                            <p:strVal val="#ppt_x"/>
                                          </p:val>
                                        </p:tav>
                                      </p:tavLst>
                                    </p:anim>
                                    <p:anim calcmode="lin" valueType="num">
                                      <p:cBhvr additive="base">
                                        <p:cTn id="24"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17"/>
                                        </p:tgtEl>
                                        <p:attrNameLst>
                                          <p:attrName>style.visibility</p:attrName>
                                        </p:attrNameLst>
                                      </p:cBhvr>
                                      <p:to>
                                        <p:strVal val="visible"/>
                                      </p:to>
                                    </p:set>
                                    <p:anim calcmode="lin" valueType="num">
                                      <p:cBhvr additive="base">
                                        <p:cTn id="29" dur="500" fill="hold"/>
                                        <p:tgtEl>
                                          <p:spTgt spid="17"/>
                                        </p:tgtEl>
                                        <p:attrNameLst>
                                          <p:attrName>ppt_x</p:attrName>
                                        </p:attrNameLst>
                                      </p:cBhvr>
                                      <p:tavLst>
                                        <p:tav tm="0">
                                          <p:val>
                                            <p:strVal val="#ppt_x"/>
                                          </p:val>
                                        </p:tav>
                                        <p:tav tm="100000">
                                          <p:val>
                                            <p:strVal val="#ppt_x"/>
                                          </p:val>
                                        </p:tav>
                                      </p:tavLst>
                                    </p:anim>
                                    <p:anim calcmode="lin" valueType="num">
                                      <p:cBhvr additive="base">
                                        <p:cTn id="30" dur="500" fill="hold"/>
                                        <p:tgtEl>
                                          <p:spTgt spid="17"/>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29"/>
                                        </p:tgtEl>
                                        <p:attrNameLst>
                                          <p:attrName>style.visibility</p:attrName>
                                        </p:attrNameLst>
                                      </p:cBhvr>
                                      <p:to>
                                        <p:strVal val="visible"/>
                                      </p:to>
                                    </p:set>
                                    <p:anim calcmode="lin" valueType="num">
                                      <p:cBhvr additive="base">
                                        <p:cTn id="33" dur="500" fill="hold"/>
                                        <p:tgtEl>
                                          <p:spTgt spid="29"/>
                                        </p:tgtEl>
                                        <p:attrNameLst>
                                          <p:attrName>ppt_x</p:attrName>
                                        </p:attrNameLst>
                                      </p:cBhvr>
                                      <p:tavLst>
                                        <p:tav tm="0">
                                          <p:val>
                                            <p:strVal val="#ppt_x"/>
                                          </p:val>
                                        </p:tav>
                                        <p:tav tm="100000">
                                          <p:val>
                                            <p:strVal val="#ppt_x"/>
                                          </p:val>
                                        </p:tav>
                                      </p:tavLst>
                                    </p:anim>
                                    <p:anim calcmode="lin" valueType="num">
                                      <p:cBhvr additive="base">
                                        <p:cTn id="34" dur="500" fill="hold"/>
                                        <p:tgtEl>
                                          <p:spTgt spid="29"/>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19"/>
                                        </p:tgtEl>
                                        <p:attrNameLst>
                                          <p:attrName>style.visibility</p:attrName>
                                        </p:attrNameLst>
                                      </p:cBhvr>
                                      <p:to>
                                        <p:strVal val="visible"/>
                                      </p:to>
                                    </p:set>
                                    <p:anim calcmode="lin" valueType="num">
                                      <p:cBhvr additive="base">
                                        <p:cTn id="37" dur="500" fill="hold"/>
                                        <p:tgtEl>
                                          <p:spTgt spid="19"/>
                                        </p:tgtEl>
                                        <p:attrNameLst>
                                          <p:attrName>ppt_x</p:attrName>
                                        </p:attrNameLst>
                                      </p:cBhvr>
                                      <p:tavLst>
                                        <p:tav tm="0">
                                          <p:val>
                                            <p:strVal val="#ppt_x"/>
                                          </p:val>
                                        </p:tav>
                                        <p:tav tm="100000">
                                          <p:val>
                                            <p:strVal val="#ppt_x"/>
                                          </p:val>
                                        </p:tav>
                                      </p:tavLst>
                                    </p:anim>
                                    <p:anim calcmode="lin" valueType="num">
                                      <p:cBhvr additive="base">
                                        <p:cTn id="38" dur="500" fill="hold"/>
                                        <p:tgtEl>
                                          <p:spTgt spid="19"/>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20"/>
                                        </p:tgtEl>
                                        <p:attrNameLst>
                                          <p:attrName>style.visibility</p:attrName>
                                        </p:attrNameLst>
                                      </p:cBhvr>
                                      <p:to>
                                        <p:strVal val="visible"/>
                                      </p:to>
                                    </p:set>
                                    <p:anim calcmode="lin" valueType="num">
                                      <p:cBhvr additive="base">
                                        <p:cTn id="41" dur="500" fill="hold"/>
                                        <p:tgtEl>
                                          <p:spTgt spid="20"/>
                                        </p:tgtEl>
                                        <p:attrNameLst>
                                          <p:attrName>ppt_x</p:attrName>
                                        </p:attrNameLst>
                                      </p:cBhvr>
                                      <p:tavLst>
                                        <p:tav tm="0">
                                          <p:val>
                                            <p:strVal val="#ppt_x"/>
                                          </p:val>
                                        </p:tav>
                                        <p:tav tm="100000">
                                          <p:val>
                                            <p:strVal val="#ppt_x"/>
                                          </p:val>
                                        </p:tav>
                                      </p:tavLst>
                                    </p:anim>
                                    <p:anim calcmode="lin" valueType="num">
                                      <p:cBhvr additive="base">
                                        <p:cTn id="42" dur="500" fill="hold"/>
                                        <p:tgtEl>
                                          <p:spTgt spid="20"/>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21"/>
                                        </p:tgtEl>
                                        <p:attrNameLst>
                                          <p:attrName>style.visibility</p:attrName>
                                        </p:attrNameLst>
                                      </p:cBhvr>
                                      <p:to>
                                        <p:strVal val="visible"/>
                                      </p:to>
                                    </p:set>
                                    <p:anim calcmode="lin" valueType="num">
                                      <p:cBhvr additive="base">
                                        <p:cTn id="45" dur="500" fill="hold"/>
                                        <p:tgtEl>
                                          <p:spTgt spid="21"/>
                                        </p:tgtEl>
                                        <p:attrNameLst>
                                          <p:attrName>ppt_x</p:attrName>
                                        </p:attrNameLst>
                                      </p:cBhvr>
                                      <p:tavLst>
                                        <p:tav tm="0">
                                          <p:val>
                                            <p:strVal val="#ppt_x"/>
                                          </p:val>
                                        </p:tav>
                                        <p:tav tm="100000">
                                          <p:val>
                                            <p:strVal val="#ppt_x"/>
                                          </p:val>
                                        </p:tav>
                                      </p:tavLst>
                                    </p:anim>
                                    <p:anim calcmode="lin" valueType="num">
                                      <p:cBhvr additive="base">
                                        <p:cTn id="46"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15" grpId="0"/>
      <p:bldP spid="16" grpId="0"/>
      <p:bldP spid="18" grpId="0"/>
      <p:bldP spid="19" grpId="0"/>
      <p:bldP spid="21"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56717" y="1418843"/>
            <a:ext cx="10063114" cy="4636792"/>
          </a:xfrm>
          <a:noFill/>
          <a:extLst>
            <a:ext uri="{909E8E84-426E-40DD-AFC4-6F175D3DCCD1}">
              <a14:hiddenFill xmlns:a14="http://schemas.microsoft.com/office/drawing/2010/main">
                <a:solidFill>
                  <a:srgbClr val="FFFF00"/>
                </a:solidFill>
              </a14:hiddenFill>
            </a:ext>
          </a:extLst>
        </p:spPr>
        <p:txBody>
          <a:bodyPr>
            <a:normAutofit/>
          </a:bodyPr>
          <a:lstStyle/>
          <a:p>
            <a:pPr>
              <a:lnSpc>
                <a:spcPct val="150000"/>
              </a:lnSpc>
            </a:pPr>
            <a:r>
              <a:rPr lang="zh-CN" altLang="en-US" dirty="0"/>
              <a:t>业务建模要求我们</a:t>
            </a:r>
            <a:r>
              <a:rPr lang="zh-CN" altLang="en-US" dirty="0">
                <a:solidFill>
                  <a:srgbClr val="FF0000"/>
                </a:solidFill>
              </a:rPr>
              <a:t>把视角从软件系统转向客户组织，站在客户角度看问题</a:t>
            </a:r>
            <a:r>
              <a:rPr lang="zh-CN" altLang="en-US" dirty="0"/>
              <a:t>，以达到清晰准确地“诊断”，对症“开方”。</a:t>
            </a:r>
            <a:endParaRPr lang="en-US" altLang="zh-CN" dirty="0"/>
          </a:p>
          <a:p>
            <a:pPr marL="914400" lvl="1" indent="-457200">
              <a:lnSpc>
                <a:spcPct val="150000"/>
              </a:lnSpc>
              <a:buFont typeface="+mj-lt"/>
              <a:buAutoNum type="arabicPeriod"/>
            </a:pPr>
            <a:r>
              <a:rPr lang="zh-CN" altLang="en-US" dirty="0"/>
              <a:t>明确为谁服务</a:t>
            </a:r>
            <a:r>
              <a:rPr lang="en-US" altLang="zh-CN" dirty="0"/>
              <a:t>--</a:t>
            </a:r>
            <a:r>
              <a:rPr lang="zh-CN" altLang="en-US" dirty="0"/>
              <a:t>找准</a:t>
            </a:r>
            <a:r>
              <a:rPr lang="zh-CN" altLang="en-US" dirty="0">
                <a:solidFill>
                  <a:srgbClr val="FF0000"/>
                </a:solidFill>
              </a:rPr>
              <a:t>客户</a:t>
            </a:r>
            <a:r>
              <a:rPr lang="zh-CN" altLang="en-US" dirty="0"/>
              <a:t>及其</a:t>
            </a:r>
            <a:r>
              <a:rPr lang="zh-CN" altLang="en-US" dirty="0">
                <a:solidFill>
                  <a:srgbClr val="FF0000"/>
                </a:solidFill>
              </a:rPr>
              <a:t>愿景</a:t>
            </a:r>
            <a:r>
              <a:rPr lang="zh-CN" altLang="en-US" dirty="0"/>
              <a:t>，切记不是在为自己做系统；</a:t>
            </a:r>
            <a:endParaRPr lang="en-US" altLang="zh-CN" dirty="0"/>
          </a:p>
          <a:p>
            <a:pPr marL="914400" lvl="1" indent="-457200">
              <a:lnSpc>
                <a:spcPct val="150000"/>
              </a:lnSpc>
              <a:buFont typeface="+mj-lt"/>
              <a:buAutoNum type="arabicPeriod"/>
            </a:pPr>
            <a:r>
              <a:rPr lang="zh-CN" altLang="en-US" dirty="0"/>
              <a:t>要改进的组织是什么现状</a:t>
            </a:r>
            <a:r>
              <a:rPr lang="en-US" altLang="zh-CN" dirty="0"/>
              <a:t>--</a:t>
            </a:r>
            <a:r>
              <a:rPr lang="zh-CN" altLang="en-US" dirty="0"/>
              <a:t>有什么</a:t>
            </a:r>
            <a:r>
              <a:rPr lang="zh-CN" altLang="en-US" dirty="0">
                <a:solidFill>
                  <a:srgbClr val="FF0000"/>
                </a:solidFill>
              </a:rPr>
              <a:t>痛处</a:t>
            </a:r>
            <a:r>
              <a:rPr lang="zh-CN" altLang="en-US" dirty="0"/>
              <a:t>和</a:t>
            </a:r>
            <a:r>
              <a:rPr lang="zh-CN" altLang="en-US" dirty="0">
                <a:solidFill>
                  <a:srgbClr val="FF0000"/>
                </a:solidFill>
              </a:rPr>
              <a:t>不足</a:t>
            </a:r>
            <a:r>
              <a:rPr lang="zh-CN" altLang="en-US" dirty="0"/>
              <a:t>；</a:t>
            </a:r>
            <a:endParaRPr lang="en-US" altLang="zh-CN" dirty="0"/>
          </a:p>
          <a:p>
            <a:pPr marL="914400" lvl="1" indent="-457200">
              <a:lnSpc>
                <a:spcPct val="150000"/>
              </a:lnSpc>
              <a:buFont typeface="+mj-lt"/>
              <a:buAutoNum type="arabicPeriod"/>
            </a:pPr>
            <a:r>
              <a:rPr lang="zh-CN" altLang="en-US" dirty="0"/>
              <a:t>如何</a:t>
            </a:r>
            <a:r>
              <a:rPr lang="zh-CN" altLang="en-US" dirty="0">
                <a:solidFill>
                  <a:srgbClr val="FF0000"/>
                </a:solidFill>
              </a:rPr>
              <a:t>改进</a:t>
            </a:r>
            <a:r>
              <a:rPr lang="en-US" altLang="zh-CN" dirty="0"/>
              <a:t>--</a:t>
            </a:r>
            <a:r>
              <a:rPr lang="zh-CN" altLang="en-US" dirty="0"/>
              <a:t>新系统的价值就是解决客户痛处、改良客户不足，这才是客户愿意掏腰包的动力；</a:t>
            </a:r>
          </a:p>
          <a:p>
            <a:pPr marL="914400" lvl="1" indent="-457200">
              <a:lnSpc>
                <a:spcPct val="150000"/>
              </a:lnSpc>
              <a:buFont typeface="+mj-lt"/>
              <a:buAutoNum type="arabicPeriod"/>
            </a:pPr>
            <a:r>
              <a:rPr lang="zh-CN" altLang="en-US" dirty="0"/>
              <a:t>在业务建模和需求分析阶段，忘掉自己技术专家的身份；</a:t>
            </a:r>
          </a:p>
        </p:txBody>
      </p:sp>
      <p:sp>
        <p:nvSpPr>
          <p:cNvPr id="5" name="文本框 4"/>
          <p:cNvSpPr txBox="1"/>
          <p:nvPr/>
        </p:nvSpPr>
        <p:spPr>
          <a:xfrm>
            <a:off x="274320" y="449590"/>
            <a:ext cx="5109091" cy="584775"/>
          </a:xfrm>
          <a:prstGeom prst="rect">
            <a:avLst/>
          </a:prstGeom>
          <a:noFill/>
        </p:spPr>
        <p:txBody>
          <a:bodyPr wrap="none" rtlCol="0">
            <a:spAutoFit/>
          </a:bodyPr>
          <a:lstStyle/>
          <a:p>
            <a:r>
              <a:rPr lang="zh-CN" altLang="en-US" sz="3200" b="1" dirty="0">
                <a:solidFill>
                  <a:srgbClr val="141316"/>
                </a:solidFill>
                <a:latin typeface="微软雅黑" panose="020B0503020204020204" pitchFamily="34" charset="-122"/>
                <a:ea typeface="微软雅黑" panose="020B0503020204020204" pitchFamily="34" charset="-122"/>
              </a:rPr>
              <a:t>业务建模的意义和注意事项</a:t>
            </a:r>
          </a:p>
        </p:txBody>
      </p:sp>
      <p:cxnSp>
        <p:nvCxnSpPr>
          <p:cNvPr id="6" name="直接连接符 5"/>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7818120"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8885357"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9952594"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11019831"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7818120" y="796875"/>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3" name="组合 12"/>
          <p:cNvGrpSpPr/>
          <p:nvPr/>
        </p:nvGrpSpPr>
        <p:grpSpPr>
          <a:xfrm>
            <a:off x="5400187" y="627607"/>
            <a:ext cx="491490" cy="318085"/>
            <a:chOff x="3017520" y="601990"/>
            <a:chExt cx="491490" cy="414010"/>
          </a:xfrm>
        </p:grpSpPr>
        <p:sp>
          <p:nvSpPr>
            <p:cNvPr id="14" name="燕尾形 13"/>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5" name="燕尾形 14"/>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6" name="燕尾形 15"/>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idx="1"/>
          </p:nvPr>
        </p:nvSpPr>
        <p:spPr>
          <a:xfrm>
            <a:off x="609600" y="1585535"/>
            <a:ext cx="10972800" cy="4389120"/>
          </a:xfrm>
        </p:spPr>
        <p:txBody>
          <a:bodyPr/>
          <a:lstStyle/>
          <a:p>
            <a:pPr marL="0" indent="0">
              <a:lnSpc>
                <a:spcPct val="150000"/>
              </a:lnSpc>
              <a:buNone/>
            </a:pPr>
            <a:r>
              <a:rPr lang="zh-CN" altLang="en-US" dirty="0"/>
              <a:t>业务建模是从组织的角度来定位系统应该提供的价值。</a:t>
            </a:r>
            <a:endParaRPr lang="en-US" altLang="zh-CN" dirty="0"/>
          </a:p>
          <a:p>
            <a:pPr marL="457200" indent="-457200">
              <a:lnSpc>
                <a:spcPct val="150000"/>
              </a:lnSpc>
              <a:buFont typeface="+mj-lt"/>
              <a:buAutoNum type="arabicPeriod"/>
            </a:pPr>
            <a:r>
              <a:rPr lang="zh-CN" altLang="en-US" b="1" dirty="0">
                <a:solidFill>
                  <a:srgbClr val="FF0000"/>
                </a:solidFill>
              </a:rPr>
              <a:t>明确我们为谁服务（选定愿景要改进的组织）。</a:t>
            </a:r>
          </a:p>
          <a:p>
            <a:pPr marL="457200" indent="-457200">
              <a:lnSpc>
                <a:spcPct val="150000"/>
              </a:lnSpc>
              <a:buFont typeface="+mj-lt"/>
              <a:buAutoNum type="arabicPeriod"/>
            </a:pPr>
            <a:r>
              <a:rPr lang="zh-CN" altLang="en-US" dirty="0"/>
              <a:t>要改进的组织是什么现状（业务用例图、现状业务序列图）。</a:t>
            </a:r>
          </a:p>
          <a:p>
            <a:pPr marL="457200" indent="-457200">
              <a:lnSpc>
                <a:spcPct val="150000"/>
              </a:lnSpc>
              <a:buFont typeface="+mj-lt"/>
              <a:buAutoNum type="arabicPeriod"/>
            </a:pPr>
            <a:r>
              <a:rPr lang="zh-CN" altLang="en-US" dirty="0"/>
              <a:t>我们如何改进（改进业务序列图）。</a:t>
            </a:r>
          </a:p>
        </p:txBody>
      </p:sp>
      <p:sp>
        <p:nvSpPr>
          <p:cNvPr id="6" name="文本框 5"/>
          <p:cNvSpPr txBox="1"/>
          <p:nvPr/>
        </p:nvSpPr>
        <p:spPr>
          <a:xfrm>
            <a:off x="274320" y="449590"/>
            <a:ext cx="3057247" cy="584775"/>
          </a:xfrm>
          <a:prstGeom prst="rect">
            <a:avLst/>
          </a:prstGeom>
          <a:noFill/>
        </p:spPr>
        <p:txBody>
          <a:bodyPr wrap="none" rtlCol="0">
            <a:spAutoFit/>
          </a:bodyPr>
          <a:lstStyle/>
          <a:p>
            <a:r>
              <a:rPr lang="zh-CN" altLang="en-US" sz="3200" b="1" dirty="0">
                <a:solidFill>
                  <a:srgbClr val="141316"/>
                </a:solidFill>
                <a:latin typeface="微软雅黑" panose="020B0503020204020204" pitchFamily="34" charset="-122"/>
                <a:ea typeface="微软雅黑" panose="020B0503020204020204" pitchFamily="34" charset="-122"/>
              </a:rPr>
              <a:t>业务建模的步骤</a:t>
            </a:r>
          </a:p>
        </p:txBody>
      </p:sp>
      <p:cxnSp>
        <p:nvCxnSpPr>
          <p:cNvPr id="7" name="直接连接符 6"/>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7818120"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8885357"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9952594"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11019831"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7818120" y="796875"/>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3" name="组合 12"/>
          <p:cNvGrpSpPr/>
          <p:nvPr/>
        </p:nvGrpSpPr>
        <p:grpSpPr>
          <a:xfrm>
            <a:off x="3331567" y="646137"/>
            <a:ext cx="491490" cy="318085"/>
            <a:chOff x="3017520" y="601990"/>
            <a:chExt cx="491490" cy="414010"/>
          </a:xfrm>
        </p:grpSpPr>
        <p:sp>
          <p:nvSpPr>
            <p:cNvPr id="14" name="燕尾形 13"/>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5" name="燕尾形 14"/>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6" name="燕尾形 15"/>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ttp://arqaboy.cnblogs.com/images/cnblogs_com/arqaboy/laoluo.jpg"/>
          <p:cNvPicPr>
            <a:picLocks noChangeAspect="1" noChangeArrowheads="1"/>
          </p:cNvPicPr>
          <p:nvPr/>
        </p:nvPicPr>
        <p:blipFill>
          <a:blip r:embed="rId3"/>
          <a:srcRect/>
          <a:stretch>
            <a:fillRect/>
          </a:stretch>
        </p:blipFill>
        <p:spPr bwMode="auto">
          <a:xfrm>
            <a:off x="3809984" y="2097871"/>
            <a:ext cx="1428760" cy="1568064"/>
          </a:xfrm>
          <a:prstGeom prst="rect">
            <a:avLst/>
          </a:prstGeom>
          <a:noFill/>
        </p:spPr>
      </p:pic>
      <p:grpSp>
        <p:nvGrpSpPr>
          <p:cNvPr id="31" name="组合 30"/>
          <p:cNvGrpSpPr/>
          <p:nvPr/>
        </p:nvGrpSpPr>
        <p:grpSpPr>
          <a:xfrm>
            <a:off x="3381356" y="3883822"/>
            <a:ext cx="2428892" cy="655637"/>
            <a:chOff x="1342776" y="5214950"/>
            <a:chExt cx="2428892" cy="655637"/>
          </a:xfrm>
        </p:grpSpPr>
        <p:sp>
          <p:nvSpPr>
            <p:cNvPr id="29" name="Freeform 15"/>
            <p:cNvSpPr/>
            <p:nvPr/>
          </p:nvSpPr>
          <p:spPr bwMode="auto">
            <a:xfrm>
              <a:off x="1357290" y="5214950"/>
              <a:ext cx="2270125" cy="655637"/>
            </a:xfrm>
            <a:custGeom>
              <a:avLst/>
              <a:gdLst/>
              <a:ahLst/>
              <a:cxnLst>
                <a:cxn ang="0">
                  <a:pos x="605" y="129"/>
                </a:cxn>
                <a:cxn ang="0">
                  <a:pos x="578" y="175"/>
                </a:cxn>
                <a:cxn ang="0">
                  <a:pos x="26" y="175"/>
                </a:cxn>
                <a:cxn ang="0">
                  <a:pos x="0" y="129"/>
                </a:cxn>
                <a:cxn ang="0">
                  <a:pos x="0" y="46"/>
                </a:cxn>
                <a:cxn ang="0">
                  <a:pos x="26" y="0"/>
                </a:cxn>
                <a:cxn ang="0">
                  <a:pos x="578" y="0"/>
                </a:cxn>
                <a:cxn ang="0">
                  <a:pos x="605" y="46"/>
                </a:cxn>
                <a:cxn ang="0">
                  <a:pos x="605" y="129"/>
                </a:cxn>
              </a:cxnLst>
              <a:rect l="0" t="0" r="r" b="b"/>
              <a:pathLst>
                <a:path w="605" h="175">
                  <a:moveTo>
                    <a:pt x="605" y="129"/>
                  </a:moveTo>
                  <a:cubicBezTo>
                    <a:pt x="605" y="155"/>
                    <a:pt x="604" y="175"/>
                    <a:pt x="578" y="175"/>
                  </a:cubicBezTo>
                  <a:cubicBezTo>
                    <a:pt x="26" y="175"/>
                    <a:pt x="26" y="175"/>
                    <a:pt x="26" y="175"/>
                  </a:cubicBezTo>
                  <a:cubicBezTo>
                    <a:pt x="1" y="175"/>
                    <a:pt x="0" y="155"/>
                    <a:pt x="0" y="129"/>
                  </a:cubicBezTo>
                  <a:cubicBezTo>
                    <a:pt x="0" y="46"/>
                    <a:pt x="0" y="46"/>
                    <a:pt x="0" y="46"/>
                  </a:cubicBezTo>
                  <a:cubicBezTo>
                    <a:pt x="0" y="21"/>
                    <a:pt x="1" y="0"/>
                    <a:pt x="26" y="0"/>
                  </a:cubicBezTo>
                  <a:cubicBezTo>
                    <a:pt x="578" y="0"/>
                    <a:pt x="578" y="0"/>
                    <a:pt x="578" y="0"/>
                  </a:cubicBezTo>
                  <a:cubicBezTo>
                    <a:pt x="604" y="0"/>
                    <a:pt x="605" y="21"/>
                    <a:pt x="605" y="46"/>
                  </a:cubicBezTo>
                  <a:lnTo>
                    <a:pt x="605" y="129"/>
                  </a:lnTo>
                  <a:close/>
                </a:path>
              </a:pathLst>
            </a:custGeom>
            <a:solidFill>
              <a:srgbClr val="3B3B3B"/>
            </a:solidFill>
            <a:ln w="31750" cap="flat">
              <a:solidFill>
                <a:schemeClr val="bg1"/>
              </a:solidFill>
              <a:prstDash val="solid"/>
              <a:miter lim="800000"/>
            </a:ln>
            <a:effectLst/>
          </p:spPr>
          <p:txBody>
            <a:bodyPr/>
            <a:lstStyle/>
            <a:p>
              <a:endParaRPr lang="zh-CN" altLang="en-US"/>
            </a:p>
          </p:txBody>
        </p:sp>
        <p:sp>
          <p:nvSpPr>
            <p:cNvPr id="30" name="Text Box 28"/>
            <p:cNvSpPr txBox="1">
              <a:spLocks noChangeArrowheads="1"/>
            </p:cNvSpPr>
            <p:nvPr/>
          </p:nvSpPr>
          <p:spPr bwMode="auto">
            <a:xfrm>
              <a:off x="1342776" y="5275275"/>
              <a:ext cx="2428892" cy="379591"/>
            </a:xfrm>
            <a:prstGeom prst="rect">
              <a:avLst/>
            </a:prstGeom>
            <a:noFill/>
            <a:ln w="31750" algn="ctr">
              <a:noFill/>
              <a:miter lim="800000"/>
            </a:ln>
            <a:effectLst/>
          </p:spPr>
          <p:txBody>
            <a:bodyPr wrap="square">
              <a:spAutoFit/>
            </a:bodyPr>
            <a:lstStyle/>
            <a:p>
              <a:pPr>
                <a:spcBef>
                  <a:spcPct val="50000"/>
                </a:spcBef>
              </a:pPr>
              <a:r>
                <a:rPr lang="zh-CN" altLang="en-US" sz="2800" baseline="-25000" dirty="0">
                  <a:ln w="18415" cmpd="sng">
                    <a:solidFill>
                      <a:srgbClr val="FFFFFF"/>
                    </a:solidFill>
                    <a:prstDash val="solid"/>
                  </a:ln>
                  <a:solidFill>
                    <a:srgbClr val="FFFFFF"/>
                  </a:solidFill>
                  <a:effectLst>
                    <a:outerShdw blurRad="63500" dir="3600000" algn="tl" rotWithShape="0">
                      <a:srgbClr val="000000">
                        <a:alpha val="70000"/>
                      </a:srgbClr>
                    </a:outerShdw>
                  </a:effectLst>
                </a:rPr>
                <a:t>我们要建设一个系统</a:t>
              </a:r>
              <a:endParaRPr lang="en-US" altLang="zh-CN" sz="2800" baseline="-250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grpSp>
      <p:grpSp>
        <p:nvGrpSpPr>
          <p:cNvPr id="32" name="组合 31"/>
          <p:cNvGrpSpPr/>
          <p:nvPr/>
        </p:nvGrpSpPr>
        <p:grpSpPr>
          <a:xfrm>
            <a:off x="6524628" y="3883822"/>
            <a:ext cx="2428892" cy="655637"/>
            <a:chOff x="1342776" y="5214950"/>
            <a:chExt cx="2428892" cy="655637"/>
          </a:xfrm>
        </p:grpSpPr>
        <p:sp>
          <p:nvSpPr>
            <p:cNvPr id="33" name="Freeform 15"/>
            <p:cNvSpPr/>
            <p:nvPr/>
          </p:nvSpPr>
          <p:spPr bwMode="auto">
            <a:xfrm>
              <a:off x="1357290" y="5214950"/>
              <a:ext cx="2270125" cy="655637"/>
            </a:xfrm>
            <a:custGeom>
              <a:avLst/>
              <a:gdLst/>
              <a:ahLst/>
              <a:cxnLst>
                <a:cxn ang="0">
                  <a:pos x="605" y="129"/>
                </a:cxn>
                <a:cxn ang="0">
                  <a:pos x="578" y="175"/>
                </a:cxn>
                <a:cxn ang="0">
                  <a:pos x="26" y="175"/>
                </a:cxn>
                <a:cxn ang="0">
                  <a:pos x="0" y="129"/>
                </a:cxn>
                <a:cxn ang="0">
                  <a:pos x="0" y="46"/>
                </a:cxn>
                <a:cxn ang="0">
                  <a:pos x="26" y="0"/>
                </a:cxn>
                <a:cxn ang="0">
                  <a:pos x="578" y="0"/>
                </a:cxn>
                <a:cxn ang="0">
                  <a:pos x="605" y="46"/>
                </a:cxn>
                <a:cxn ang="0">
                  <a:pos x="605" y="129"/>
                </a:cxn>
              </a:cxnLst>
              <a:rect l="0" t="0" r="r" b="b"/>
              <a:pathLst>
                <a:path w="605" h="175">
                  <a:moveTo>
                    <a:pt x="605" y="129"/>
                  </a:moveTo>
                  <a:cubicBezTo>
                    <a:pt x="605" y="155"/>
                    <a:pt x="604" y="175"/>
                    <a:pt x="578" y="175"/>
                  </a:cubicBezTo>
                  <a:cubicBezTo>
                    <a:pt x="26" y="175"/>
                    <a:pt x="26" y="175"/>
                    <a:pt x="26" y="175"/>
                  </a:cubicBezTo>
                  <a:cubicBezTo>
                    <a:pt x="1" y="175"/>
                    <a:pt x="0" y="155"/>
                    <a:pt x="0" y="129"/>
                  </a:cubicBezTo>
                  <a:cubicBezTo>
                    <a:pt x="0" y="46"/>
                    <a:pt x="0" y="46"/>
                    <a:pt x="0" y="46"/>
                  </a:cubicBezTo>
                  <a:cubicBezTo>
                    <a:pt x="0" y="21"/>
                    <a:pt x="1" y="0"/>
                    <a:pt x="26" y="0"/>
                  </a:cubicBezTo>
                  <a:cubicBezTo>
                    <a:pt x="578" y="0"/>
                    <a:pt x="578" y="0"/>
                    <a:pt x="578" y="0"/>
                  </a:cubicBezTo>
                  <a:cubicBezTo>
                    <a:pt x="604" y="0"/>
                    <a:pt x="605" y="21"/>
                    <a:pt x="605" y="46"/>
                  </a:cubicBezTo>
                  <a:lnTo>
                    <a:pt x="605" y="129"/>
                  </a:lnTo>
                  <a:close/>
                </a:path>
              </a:pathLst>
            </a:custGeom>
            <a:solidFill>
              <a:srgbClr val="3B3B3B"/>
            </a:solidFill>
            <a:ln w="31750" cap="flat">
              <a:solidFill>
                <a:schemeClr val="bg1"/>
              </a:solidFill>
              <a:prstDash val="solid"/>
              <a:miter lim="800000"/>
            </a:ln>
            <a:effectLst/>
          </p:spPr>
          <p:txBody>
            <a:bodyPr/>
            <a:lstStyle/>
            <a:p>
              <a:endParaRPr lang="zh-CN" altLang="en-US"/>
            </a:p>
          </p:txBody>
        </p:sp>
        <p:sp>
          <p:nvSpPr>
            <p:cNvPr id="34" name="Text Box 28"/>
            <p:cNvSpPr txBox="1">
              <a:spLocks noChangeArrowheads="1"/>
            </p:cNvSpPr>
            <p:nvPr/>
          </p:nvSpPr>
          <p:spPr bwMode="auto">
            <a:xfrm>
              <a:off x="1342776" y="5275275"/>
              <a:ext cx="2428892" cy="379591"/>
            </a:xfrm>
            <a:prstGeom prst="rect">
              <a:avLst/>
            </a:prstGeom>
            <a:noFill/>
            <a:ln w="31750" algn="ctr">
              <a:noFill/>
              <a:miter lim="800000"/>
            </a:ln>
            <a:effectLst/>
          </p:spPr>
          <p:txBody>
            <a:bodyPr wrap="square">
              <a:spAutoFit/>
            </a:bodyPr>
            <a:lstStyle/>
            <a:p>
              <a:pPr>
                <a:spcBef>
                  <a:spcPct val="50000"/>
                </a:spcBef>
              </a:pPr>
              <a:r>
                <a:rPr lang="zh-CN" altLang="en-US" sz="2800" baseline="-25000" dirty="0">
                  <a:ln w="18415" cmpd="sng">
                    <a:solidFill>
                      <a:srgbClr val="FFFFFF"/>
                    </a:solidFill>
                    <a:prstDash val="solid"/>
                  </a:ln>
                  <a:solidFill>
                    <a:srgbClr val="FFFFFF"/>
                  </a:solidFill>
                  <a:effectLst>
                    <a:outerShdw blurRad="63500" dir="3600000" algn="tl" rotWithShape="0">
                      <a:srgbClr val="000000">
                        <a:alpha val="70000"/>
                      </a:srgbClr>
                    </a:outerShdw>
                  </a:effectLst>
                </a:rPr>
                <a:t>到底谁要建设系统？</a:t>
              </a:r>
              <a:endParaRPr lang="en-US" altLang="zh-CN" sz="2800" baseline="-250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grpSp>
      <p:sp>
        <p:nvSpPr>
          <p:cNvPr id="35" name="矩形 34"/>
          <p:cNvSpPr/>
          <p:nvPr/>
        </p:nvSpPr>
        <p:spPr>
          <a:xfrm>
            <a:off x="7200700" y="2038291"/>
            <a:ext cx="1467068" cy="1631216"/>
          </a:xfrm>
          <a:prstGeom prst="rect">
            <a:avLst/>
          </a:prstGeom>
        </p:spPr>
        <p:txBody>
          <a:bodyPr wrap="none">
            <a:spAutoFit/>
          </a:bodyPr>
          <a:lstStyle/>
          <a:p>
            <a:r>
              <a:rPr lang="zh-CN" altLang="en-US" sz="10000" b="1" dirty="0">
                <a:solidFill>
                  <a:srgbClr val="FF0000"/>
                </a:solidFill>
              </a:rPr>
              <a:t>？</a:t>
            </a:r>
          </a:p>
        </p:txBody>
      </p:sp>
      <p:sp>
        <p:nvSpPr>
          <p:cNvPr id="11" name="文本框 10"/>
          <p:cNvSpPr txBox="1"/>
          <p:nvPr/>
        </p:nvSpPr>
        <p:spPr>
          <a:xfrm>
            <a:off x="274320" y="449590"/>
            <a:ext cx="5109091" cy="584775"/>
          </a:xfrm>
          <a:prstGeom prst="rect">
            <a:avLst/>
          </a:prstGeom>
          <a:noFill/>
        </p:spPr>
        <p:txBody>
          <a:bodyPr wrap="none" rtlCol="0">
            <a:spAutoFit/>
          </a:bodyPr>
          <a:lstStyle/>
          <a:p>
            <a:r>
              <a:rPr lang="zh-CN" altLang="en-US" sz="3200" b="1" dirty="0">
                <a:solidFill>
                  <a:srgbClr val="141316"/>
                </a:solidFill>
                <a:latin typeface="微软雅黑" panose="020B0503020204020204" pitchFamily="34" charset="-122"/>
                <a:ea typeface="微软雅黑" panose="020B0503020204020204" pitchFamily="34" charset="-122"/>
              </a:rPr>
              <a:t>业务建模第一步：选定组织</a:t>
            </a:r>
          </a:p>
        </p:txBody>
      </p:sp>
      <p:cxnSp>
        <p:nvCxnSpPr>
          <p:cNvPr id="12" name="直接连接符 11"/>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sp>
        <p:nvSpPr>
          <p:cNvPr id="13" name="矩形 12"/>
          <p:cNvSpPr/>
          <p:nvPr/>
        </p:nvSpPr>
        <p:spPr>
          <a:xfrm>
            <a:off x="7818120"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8885357"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9952594"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11019831"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p:nvPr/>
        </p:nvSpPr>
        <p:spPr>
          <a:xfrm>
            <a:off x="7818120" y="796875"/>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8" name="组合 17"/>
          <p:cNvGrpSpPr/>
          <p:nvPr/>
        </p:nvGrpSpPr>
        <p:grpSpPr>
          <a:xfrm>
            <a:off x="5383411" y="618853"/>
            <a:ext cx="491490" cy="318085"/>
            <a:chOff x="3017520" y="601990"/>
            <a:chExt cx="491490" cy="414010"/>
          </a:xfrm>
        </p:grpSpPr>
        <p:sp>
          <p:nvSpPr>
            <p:cNvPr id="19" name="燕尾形 18"/>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0" name="燕尾形 19"/>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1" name="燕尾形 20"/>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22" name="矩形 21"/>
          <p:cNvSpPr/>
          <p:nvPr/>
        </p:nvSpPr>
        <p:spPr>
          <a:xfrm>
            <a:off x="2618125" y="5214260"/>
            <a:ext cx="6955750" cy="461665"/>
          </a:xfrm>
          <a:prstGeom prst="rect">
            <a:avLst/>
          </a:prstGeom>
        </p:spPr>
        <p:txBody>
          <a:bodyPr wrap="none">
            <a:spAutoFit/>
          </a:bodyPr>
          <a:lstStyle/>
          <a:p>
            <a:r>
              <a:rPr lang="zh-CN" altLang="en-US" sz="2400" b="1" dirty="0">
                <a:solidFill>
                  <a:srgbClr val="BF6D07"/>
                </a:solidFill>
                <a:latin typeface="微软雅黑" panose="020B0503020204020204" pitchFamily="34" charset="-122"/>
                <a:ea typeface="微软雅黑" panose="020B0503020204020204" pitchFamily="34" charset="-122"/>
              </a:rPr>
              <a:t>最佳的研究范围就是愿景涉及的、需要改进的组织</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
                                            <p:txEl>
                                              <p:pRg st="0" end="0"/>
                                            </p:txEl>
                                          </p:spTgt>
                                        </p:tgtEl>
                                        <p:attrNameLst>
                                          <p:attrName>style.visibility</p:attrName>
                                        </p:attrNameLst>
                                      </p:cBhvr>
                                      <p:to>
                                        <p:strVal val="visible"/>
                                      </p:to>
                                    </p:set>
                                    <p:animEffect transition="in" filter="fade">
                                      <p:cBhvr>
                                        <p:cTn id="7" dur="500"/>
                                        <p:tgtEl>
                                          <p:spTgt spid="2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09600" y="1579880"/>
            <a:ext cx="10972800" cy="4389120"/>
          </a:xfrm>
        </p:spPr>
        <p:txBody>
          <a:bodyPr/>
          <a:lstStyle/>
          <a:p>
            <a:r>
              <a:rPr lang="zh-CN" altLang="en-US" dirty="0"/>
              <a:t>选定的业务组织跟老大的职权范围有关。</a:t>
            </a:r>
            <a:endParaRPr lang="en-US" altLang="zh-CN" dirty="0"/>
          </a:p>
          <a:p>
            <a:endParaRPr lang="zh-CN" altLang="en-US" dirty="0"/>
          </a:p>
        </p:txBody>
      </p:sp>
      <p:pic>
        <p:nvPicPr>
          <p:cNvPr id="74754" name="Picture 2"/>
          <p:cNvPicPr>
            <a:picLocks noChangeAspect="1" noChangeArrowheads="1"/>
          </p:cNvPicPr>
          <p:nvPr/>
        </p:nvPicPr>
        <p:blipFill>
          <a:blip r:embed="rId2"/>
          <a:srcRect l="16406" t="30039" r="34375" b="21511"/>
          <a:stretch>
            <a:fillRect/>
          </a:stretch>
        </p:blipFill>
        <p:spPr bwMode="auto">
          <a:xfrm>
            <a:off x="2952728" y="2478082"/>
            <a:ext cx="6000792" cy="3571900"/>
          </a:xfrm>
          <a:prstGeom prst="rect">
            <a:avLst/>
          </a:prstGeom>
          <a:noFill/>
          <a:ln w="9525">
            <a:noFill/>
            <a:miter lim="800000"/>
            <a:headEnd/>
            <a:tailEnd/>
          </a:ln>
          <a:effectLst/>
        </p:spPr>
      </p:pic>
      <p:sp>
        <p:nvSpPr>
          <p:cNvPr id="5" name="文本框 4"/>
          <p:cNvSpPr txBox="1"/>
          <p:nvPr/>
        </p:nvSpPr>
        <p:spPr>
          <a:xfrm>
            <a:off x="274320" y="449590"/>
            <a:ext cx="3589444" cy="584775"/>
          </a:xfrm>
          <a:prstGeom prst="rect">
            <a:avLst/>
          </a:prstGeom>
          <a:noFill/>
        </p:spPr>
        <p:txBody>
          <a:bodyPr wrap="none" rtlCol="0">
            <a:spAutoFit/>
          </a:bodyPr>
          <a:lstStyle/>
          <a:p>
            <a:r>
              <a:rPr lang="zh-CN" altLang="en-US" sz="3200" b="1" dirty="0">
                <a:solidFill>
                  <a:srgbClr val="141316"/>
                </a:solidFill>
                <a:latin typeface="微软雅黑" panose="020B0503020204020204" pitchFamily="34" charset="-122"/>
                <a:ea typeface="微软雅黑" panose="020B0503020204020204" pitchFamily="34" charset="-122"/>
              </a:rPr>
              <a:t>如何选定业务组织</a:t>
            </a:r>
          </a:p>
        </p:txBody>
      </p:sp>
      <p:cxnSp>
        <p:nvCxnSpPr>
          <p:cNvPr id="6" name="直接连接符 5"/>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sp>
        <p:nvSpPr>
          <p:cNvPr id="7" name="矩形 6"/>
          <p:cNvSpPr/>
          <p:nvPr/>
        </p:nvSpPr>
        <p:spPr>
          <a:xfrm>
            <a:off x="7818120"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8885357"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9952594"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11019831"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7818120" y="796875"/>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2" name="组合 11"/>
          <p:cNvGrpSpPr/>
          <p:nvPr/>
        </p:nvGrpSpPr>
        <p:grpSpPr>
          <a:xfrm>
            <a:off x="3740376" y="618853"/>
            <a:ext cx="491490" cy="318085"/>
            <a:chOff x="3017520" y="601990"/>
            <a:chExt cx="491490" cy="414010"/>
          </a:xfrm>
        </p:grpSpPr>
        <p:sp>
          <p:nvSpPr>
            <p:cNvPr id="13" name="燕尾形 12"/>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4" name="燕尾形 13"/>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5" name="燕尾形 14"/>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09600" y="1379094"/>
            <a:ext cx="10972800" cy="4475605"/>
          </a:xfrm>
        </p:spPr>
        <p:txBody>
          <a:bodyPr/>
          <a:lstStyle/>
          <a:p>
            <a:pPr>
              <a:lnSpc>
                <a:spcPct val="120000"/>
              </a:lnSpc>
              <a:spcBef>
                <a:spcPts val="600"/>
              </a:spcBef>
            </a:pPr>
            <a:r>
              <a:rPr lang="zh-CN" altLang="en-US" dirty="0"/>
              <a:t>选定业务组织要结合系统愿景。</a:t>
            </a:r>
            <a:endParaRPr lang="en-US" altLang="zh-CN" dirty="0"/>
          </a:p>
          <a:p>
            <a:pPr lvl="1">
              <a:lnSpc>
                <a:spcPct val="120000"/>
              </a:lnSpc>
              <a:spcBef>
                <a:spcPts val="600"/>
              </a:spcBef>
              <a:buFont typeface="Wingdings" panose="05000000000000000000" pitchFamily="2" charset="2"/>
              <a:buChar char="Ø"/>
            </a:pPr>
            <a:r>
              <a:rPr lang="zh-CN" altLang="en-US" dirty="0"/>
              <a:t> 可能是整个行政组织，也可能是行政组织中的部分。</a:t>
            </a:r>
            <a:endParaRPr lang="en-US" altLang="zh-CN" dirty="0"/>
          </a:p>
        </p:txBody>
      </p:sp>
      <p:pic>
        <p:nvPicPr>
          <p:cNvPr id="13" name="Picture 3"/>
          <p:cNvPicPr>
            <a:picLocks noChangeAspect="1" noChangeArrowheads="1"/>
          </p:cNvPicPr>
          <p:nvPr/>
        </p:nvPicPr>
        <p:blipFill>
          <a:blip r:embed="rId3"/>
          <a:srcRect/>
          <a:stretch>
            <a:fillRect/>
          </a:stretch>
        </p:blipFill>
        <p:spPr bwMode="auto">
          <a:xfrm>
            <a:off x="6310314" y="2708272"/>
            <a:ext cx="3509392" cy="3214710"/>
          </a:xfrm>
          <a:prstGeom prst="rect">
            <a:avLst/>
          </a:prstGeom>
          <a:noFill/>
          <a:ln w="9525">
            <a:noFill/>
            <a:miter lim="800000"/>
            <a:headEnd/>
            <a:tailEnd/>
          </a:ln>
          <a:effectLst/>
        </p:spPr>
      </p:pic>
      <p:grpSp>
        <p:nvGrpSpPr>
          <p:cNvPr id="20" name="组合 19"/>
          <p:cNvGrpSpPr/>
          <p:nvPr/>
        </p:nvGrpSpPr>
        <p:grpSpPr>
          <a:xfrm>
            <a:off x="3347884" y="2636834"/>
            <a:ext cx="7320148" cy="3571900"/>
            <a:chOff x="1823884" y="2928934"/>
            <a:chExt cx="7320148" cy="3571900"/>
          </a:xfrm>
        </p:grpSpPr>
        <p:sp>
          <p:nvSpPr>
            <p:cNvPr id="14" name="椭圆 13"/>
            <p:cNvSpPr/>
            <p:nvPr/>
          </p:nvSpPr>
          <p:spPr>
            <a:xfrm>
              <a:off x="4500562" y="2928934"/>
              <a:ext cx="4643470" cy="35719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Freeform 117"/>
            <p:cNvSpPr/>
            <p:nvPr/>
          </p:nvSpPr>
          <p:spPr bwMode="auto">
            <a:xfrm rot="10800000" flipV="1">
              <a:off x="1823884" y="3071810"/>
              <a:ext cx="2105176" cy="419112"/>
            </a:xfrm>
            <a:custGeom>
              <a:avLst/>
              <a:gdLst/>
              <a:ahLst/>
              <a:cxnLst>
                <a:cxn ang="0">
                  <a:pos x="62" y="0"/>
                </a:cxn>
                <a:cxn ang="0">
                  <a:pos x="0" y="62"/>
                </a:cxn>
                <a:cxn ang="0">
                  <a:pos x="0" y="75"/>
                </a:cxn>
                <a:cxn ang="0">
                  <a:pos x="62" y="137"/>
                </a:cxn>
                <a:cxn ang="0">
                  <a:pos x="457" y="137"/>
                </a:cxn>
                <a:cxn ang="0">
                  <a:pos x="519" y="75"/>
                </a:cxn>
                <a:cxn ang="0">
                  <a:pos x="519" y="62"/>
                </a:cxn>
                <a:cxn ang="0">
                  <a:pos x="457" y="0"/>
                </a:cxn>
                <a:cxn ang="0">
                  <a:pos x="62" y="0"/>
                </a:cxn>
              </a:cxnLst>
              <a:rect l="0" t="0" r="r" b="b"/>
              <a:pathLst>
                <a:path w="519" h="137">
                  <a:moveTo>
                    <a:pt x="62" y="0"/>
                  </a:moveTo>
                  <a:cubicBezTo>
                    <a:pt x="28" y="0"/>
                    <a:pt x="0" y="28"/>
                    <a:pt x="0" y="62"/>
                  </a:cubicBezTo>
                  <a:cubicBezTo>
                    <a:pt x="0" y="75"/>
                    <a:pt x="0" y="75"/>
                    <a:pt x="0" y="75"/>
                  </a:cubicBezTo>
                  <a:cubicBezTo>
                    <a:pt x="0" y="109"/>
                    <a:pt x="28" y="137"/>
                    <a:pt x="62" y="137"/>
                  </a:cubicBezTo>
                  <a:cubicBezTo>
                    <a:pt x="457" y="137"/>
                    <a:pt x="457" y="137"/>
                    <a:pt x="457" y="137"/>
                  </a:cubicBezTo>
                  <a:cubicBezTo>
                    <a:pt x="491" y="137"/>
                    <a:pt x="519" y="109"/>
                    <a:pt x="519" y="75"/>
                  </a:cubicBezTo>
                  <a:cubicBezTo>
                    <a:pt x="519" y="62"/>
                    <a:pt x="519" y="62"/>
                    <a:pt x="519" y="62"/>
                  </a:cubicBezTo>
                  <a:cubicBezTo>
                    <a:pt x="519" y="28"/>
                    <a:pt x="491" y="0"/>
                    <a:pt x="457" y="0"/>
                  </a:cubicBezTo>
                  <a:lnTo>
                    <a:pt x="62" y="0"/>
                  </a:lnTo>
                  <a:close/>
                </a:path>
              </a:pathLst>
            </a:custGeom>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lin ang="0" scaled="1"/>
              <a:tileRect/>
            </a:gradFill>
            <a:ln w="9525" cap="flat" cmpd="sng">
              <a:solidFill>
                <a:srgbClr val="FF9F11"/>
              </a:solidFill>
              <a:prstDash val="solid"/>
              <a:round/>
              <a:headEnd type="none" w="med" len="med"/>
              <a:tailEnd type="none" w="med" len="med"/>
            </a:ln>
            <a:effectLst/>
          </p:spPr>
          <p:txBody>
            <a:bodyPr/>
            <a:lstStyle/>
            <a:p>
              <a:pPr algn="ctr"/>
              <a:r>
                <a:rPr lang="zh-CN" altLang="en-US" sz="2400" dirty="0">
                  <a:ln w="18415" cmpd="sng">
                    <a:solidFill>
                      <a:srgbClr val="FFFFFF"/>
                    </a:solidFill>
                    <a:prstDash val="solid"/>
                  </a:ln>
                  <a:effectLst>
                    <a:outerShdw blurRad="63500" dir="3600000" algn="tl" rotWithShape="0">
                      <a:srgbClr val="000000">
                        <a:alpha val="70000"/>
                      </a:srgbClr>
                    </a:outerShdw>
                  </a:effectLst>
                </a:rPr>
                <a:t>企业管理系统</a:t>
              </a:r>
            </a:p>
          </p:txBody>
        </p:sp>
        <p:sp>
          <p:nvSpPr>
            <p:cNvPr id="17" name="Line 219"/>
            <p:cNvSpPr>
              <a:spLocks noChangeShapeType="1"/>
            </p:cNvSpPr>
            <p:nvPr/>
          </p:nvSpPr>
          <p:spPr bwMode="auto">
            <a:xfrm>
              <a:off x="3857620" y="3429000"/>
              <a:ext cx="857256" cy="500066"/>
            </a:xfrm>
            <a:prstGeom prst="line">
              <a:avLst/>
            </a:prstGeom>
            <a:noFill/>
            <a:ln w="31750">
              <a:solidFill>
                <a:srgbClr val="FFCC00"/>
              </a:solidFill>
              <a:round/>
              <a:tailEnd type="oval" w="med" len="med"/>
            </a:ln>
            <a:effectLst/>
          </p:spPr>
          <p:txBody>
            <a:bodyPr wrap="none" anchor="ctr"/>
            <a:lstStyle/>
            <a:p>
              <a:endParaRPr lang="zh-CN" altLang="en-US"/>
            </a:p>
          </p:txBody>
        </p:sp>
      </p:grpSp>
      <p:grpSp>
        <p:nvGrpSpPr>
          <p:cNvPr id="21" name="组合 20"/>
          <p:cNvGrpSpPr/>
          <p:nvPr/>
        </p:nvGrpSpPr>
        <p:grpSpPr>
          <a:xfrm>
            <a:off x="3347884" y="3708404"/>
            <a:ext cx="3319620" cy="1939936"/>
            <a:chOff x="1823884" y="4000504"/>
            <a:chExt cx="3319620" cy="1939936"/>
          </a:xfrm>
        </p:grpSpPr>
        <p:sp>
          <p:nvSpPr>
            <p:cNvPr id="15" name="椭圆 14"/>
            <p:cNvSpPr/>
            <p:nvPr/>
          </p:nvSpPr>
          <p:spPr>
            <a:xfrm>
              <a:off x="4714877" y="4000504"/>
              <a:ext cx="428627" cy="1357322"/>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Freeform 119"/>
            <p:cNvSpPr/>
            <p:nvPr/>
          </p:nvSpPr>
          <p:spPr bwMode="auto">
            <a:xfrm>
              <a:off x="1823884" y="5572140"/>
              <a:ext cx="2748116" cy="368300"/>
            </a:xfrm>
            <a:custGeom>
              <a:avLst/>
              <a:gdLst/>
              <a:ahLst/>
              <a:cxnLst>
                <a:cxn ang="0">
                  <a:pos x="62" y="0"/>
                </a:cxn>
                <a:cxn ang="0">
                  <a:pos x="0" y="62"/>
                </a:cxn>
                <a:cxn ang="0">
                  <a:pos x="0" y="75"/>
                </a:cxn>
                <a:cxn ang="0">
                  <a:pos x="62" y="137"/>
                </a:cxn>
                <a:cxn ang="0">
                  <a:pos x="457" y="137"/>
                </a:cxn>
                <a:cxn ang="0">
                  <a:pos x="519" y="75"/>
                </a:cxn>
                <a:cxn ang="0">
                  <a:pos x="519" y="62"/>
                </a:cxn>
                <a:cxn ang="0">
                  <a:pos x="457" y="0"/>
                </a:cxn>
                <a:cxn ang="0">
                  <a:pos x="62" y="0"/>
                </a:cxn>
              </a:cxnLst>
              <a:rect l="0" t="0" r="r" b="b"/>
              <a:pathLst>
                <a:path w="519" h="137">
                  <a:moveTo>
                    <a:pt x="62" y="0"/>
                  </a:moveTo>
                  <a:cubicBezTo>
                    <a:pt x="28" y="0"/>
                    <a:pt x="0" y="27"/>
                    <a:pt x="0" y="62"/>
                  </a:cubicBezTo>
                  <a:cubicBezTo>
                    <a:pt x="0" y="75"/>
                    <a:pt x="0" y="75"/>
                    <a:pt x="0" y="75"/>
                  </a:cubicBezTo>
                  <a:cubicBezTo>
                    <a:pt x="0" y="109"/>
                    <a:pt x="28" y="137"/>
                    <a:pt x="62" y="137"/>
                  </a:cubicBezTo>
                  <a:cubicBezTo>
                    <a:pt x="457" y="137"/>
                    <a:pt x="457" y="137"/>
                    <a:pt x="457" y="137"/>
                  </a:cubicBezTo>
                  <a:cubicBezTo>
                    <a:pt x="491" y="137"/>
                    <a:pt x="519" y="109"/>
                    <a:pt x="519" y="75"/>
                  </a:cubicBezTo>
                  <a:cubicBezTo>
                    <a:pt x="519" y="62"/>
                    <a:pt x="519" y="62"/>
                    <a:pt x="519" y="62"/>
                  </a:cubicBezTo>
                  <a:cubicBezTo>
                    <a:pt x="519" y="27"/>
                    <a:pt x="491" y="0"/>
                    <a:pt x="457" y="0"/>
                  </a:cubicBezTo>
                  <a:lnTo>
                    <a:pt x="62" y="0"/>
                  </a:lnTo>
                  <a:close/>
                </a:path>
              </a:pathLst>
            </a:custGeom>
            <a:gradFill flip="none" rotWithShape="1">
              <a:gsLst>
                <a:gs pos="0">
                  <a:srgbClr val="00B050">
                    <a:shade val="30000"/>
                    <a:satMod val="115000"/>
                  </a:srgbClr>
                </a:gs>
                <a:gs pos="50000">
                  <a:srgbClr val="00B050">
                    <a:shade val="67500"/>
                    <a:satMod val="115000"/>
                  </a:srgbClr>
                </a:gs>
                <a:gs pos="100000">
                  <a:srgbClr val="00B050">
                    <a:shade val="100000"/>
                    <a:satMod val="115000"/>
                  </a:srgbClr>
                </a:gs>
              </a:gsLst>
              <a:lin ang="0" scaled="1"/>
              <a:tileRect/>
            </a:gradFill>
            <a:ln w="9525" cap="flat" cmpd="sng">
              <a:solidFill>
                <a:srgbClr val="007BF6"/>
              </a:solidFill>
              <a:prstDash val="solid"/>
              <a:round/>
              <a:headEnd type="none" w="med" len="med"/>
              <a:tailEnd type="none" w="med" len="med"/>
            </a:ln>
            <a:effectLst/>
          </p:spPr>
          <p:txBody>
            <a:bodyPr/>
            <a:lstStyle/>
            <a:p>
              <a:pPr algn="ctr"/>
              <a:r>
                <a:rPr lang="zh-CN" altLang="en-US" sz="2400" dirty="0">
                  <a:ln w="18415" cmpd="sng">
                    <a:solidFill>
                      <a:srgbClr val="FFFFFF"/>
                    </a:solidFill>
                    <a:prstDash val="solid"/>
                  </a:ln>
                  <a:effectLst>
                    <a:outerShdw blurRad="63500" dir="3600000" algn="tl" rotWithShape="0">
                      <a:srgbClr val="000000">
                        <a:alpha val="70000"/>
                      </a:srgbClr>
                    </a:outerShdw>
                  </a:effectLst>
                </a:rPr>
                <a:t>企业人力资源系统</a:t>
              </a:r>
            </a:p>
          </p:txBody>
        </p:sp>
        <p:sp>
          <p:nvSpPr>
            <p:cNvPr id="19" name="Line 218"/>
            <p:cNvSpPr>
              <a:spLocks noChangeShapeType="1"/>
            </p:cNvSpPr>
            <p:nvPr/>
          </p:nvSpPr>
          <p:spPr bwMode="auto">
            <a:xfrm flipH="1">
              <a:off x="3643304" y="4643446"/>
              <a:ext cx="1071571" cy="928694"/>
            </a:xfrm>
            <a:prstGeom prst="line">
              <a:avLst/>
            </a:prstGeom>
            <a:noFill/>
            <a:ln w="19050">
              <a:solidFill>
                <a:srgbClr val="379BFF"/>
              </a:solidFill>
              <a:round/>
              <a:tailEnd type="oval" w="med" len="med"/>
            </a:ln>
            <a:effectLst/>
          </p:spPr>
          <p:txBody>
            <a:bodyPr wrap="none" anchor="ctr"/>
            <a:lstStyle/>
            <a:p>
              <a:endParaRPr lang="zh-CN" altLang="en-US"/>
            </a:p>
          </p:txBody>
        </p:sp>
      </p:grpSp>
      <p:sp>
        <p:nvSpPr>
          <p:cNvPr id="22" name="文本框 21"/>
          <p:cNvSpPr txBox="1"/>
          <p:nvPr/>
        </p:nvSpPr>
        <p:spPr>
          <a:xfrm>
            <a:off x="274320" y="449590"/>
            <a:ext cx="3467616" cy="584775"/>
          </a:xfrm>
          <a:prstGeom prst="rect">
            <a:avLst/>
          </a:prstGeom>
          <a:noFill/>
        </p:spPr>
        <p:txBody>
          <a:bodyPr wrap="none" rtlCol="0">
            <a:spAutoFit/>
          </a:bodyPr>
          <a:lstStyle/>
          <a:p>
            <a:r>
              <a:rPr lang="zh-CN" altLang="en-US" sz="3200" b="1" dirty="0">
                <a:solidFill>
                  <a:srgbClr val="141316"/>
                </a:solidFill>
                <a:latin typeface="微软雅黑" panose="020B0503020204020204" pitchFamily="34" charset="-122"/>
                <a:ea typeface="微软雅黑" panose="020B0503020204020204" pitchFamily="34" charset="-122"/>
              </a:rPr>
              <a:t>如何选定业务组织</a:t>
            </a:r>
          </a:p>
        </p:txBody>
      </p:sp>
      <p:cxnSp>
        <p:nvCxnSpPr>
          <p:cNvPr id="23" name="直接连接符 22"/>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sp>
        <p:nvSpPr>
          <p:cNvPr id="24" name="矩形 23"/>
          <p:cNvSpPr/>
          <p:nvPr/>
        </p:nvSpPr>
        <p:spPr>
          <a:xfrm>
            <a:off x="7818120"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p:cNvSpPr/>
          <p:nvPr/>
        </p:nvSpPr>
        <p:spPr>
          <a:xfrm>
            <a:off x="8885357"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p:cNvSpPr/>
          <p:nvPr/>
        </p:nvSpPr>
        <p:spPr>
          <a:xfrm>
            <a:off x="9952594"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矩形 26"/>
          <p:cNvSpPr/>
          <p:nvPr/>
        </p:nvSpPr>
        <p:spPr>
          <a:xfrm>
            <a:off x="11019831"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27"/>
          <p:cNvSpPr/>
          <p:nvPr/>
        </p:nvSpPr>
        <p:spPr>
          <a:xfrm>
            <a:off x="7818120" y="796875"/>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9" name="组合 28"/>
          <p:cNvGrpSpPr/>
          <p:nvPr/>
        </p:nvGrpSpPr>
        <p:grpSpPr>
          <a:xfrm>
            <a:off x="3741936" y="601910"/>
            <a:ext cx="491490" cy="318085"/>
            <a:chOff x="3017520" y="601990"/>
            <a:chExt cx="491490" cy="414010"/>
          </a:xfrm>
        </p:grpSpPr>
        <p:sp>
          <p:nvSpPr>
            <p:cNvPr id="30" name="燕尾形 29"/>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1" name="燕尾形 30"/>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2" name="燕尾形 31"/>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20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fade">
                                      <p:cBhvr>
                                        <p:cTn id="12" dur="2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38628" y="1356935"/>
            <a:ext cx="11190514" cy="4389120"/>
          </a:xfrm>
        </p:spPr>
        <p:txBody>
          <a:bodyPr/>
          <a:lstStyle/>
          <a:p>
            <a:pPr>
              <a:lnSpc>
                <a:spcPct val="150000"/>
              </a:lnSpc>
            </a:pPr>
            <a:r>
              <a:rPr lang="zh-CN" altLang="en-US" dirty="0"/>
              <a:t>财神银行：我们想提供一个能够让顾客随时办理普通存取款和转账的系统。</a:t>
            </a:r>
            <a:endParaRPr lang="en-US" altLang="zh-CN" dirty="0"/>
          </a:p>
          <a:p>
            <a:pPr>
              <a:lnSpc>
                <a:spcPct val="150000"/>
              </a:lnSpc>
            </a:pPr>
            <a:r>
              <a:rPr lang="zh-CN" altLang="en-US" dirty="0"/>
              <a:t>财神银行</a:t>
            </a:r>
            <a:r>
              <a:rPr lang="en-US" altLang="zh-CN" dirty="0"/>
              <a:t>VIP</a:t>
            </a:r>
            <a:r>
              <a:rPr lang="zh-CN" altLang="en-US" dirty="0"/>
              <a:t>客户部：我们想提供一个能够让</a:t>
            </a:r>
            <a:r>
              <a:rPr lang="en-US" altLang="zh-CN" dirty="0"/>
              <a:t>VIP</a:t>
            </a:r>
            <a:r>
              <a:rPr lang="zh-CN" altLang="en-US" dirty="0"/>
              <a:t>客户随时随地免费办理跨行转账的系统。</a:t>
            </a:r>
          </a:p>
        </p:txBody>
      </p:sp>
      <p:sp>
        <p:nvSpPr>
          <p:cNvPr id="4" name="矩形 3"/>
          <p:cNvSpPr/>
          <p:nvPr/>
        </p:nvSpPr>
        <p:spPr>
          <a:xfrm>
            <a:off x="2166910" y="3749680"/>
            <a:ext cx="3071834" cy="2143140"/>
          </a:xfrm>
          <a:prstGeom prst="rect">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zh-CN" altLang="en-US" sz="36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微软雅黑" panose="020B0503020204020204" pitchFamily="34" charset="-122"/>
                <a:ea typeface="微软雅黑" panose="020B0503020204020204" pitchFamily="34" charset="-122"/>
              </a:rPr>
              <a:t>财神银行</a:t>
            </a:r>
          </a:p>
        </p:txBody>
      </p:sp>
      <p:sp>
        <p:nvSpPr>
          <p:cNvPr id="5" name="矩形 4"/>
          <p:cNvSpPr/>
          <p:nvPr/>
        </p:nvSpPr>
        <p:spPr>
          <a:xfrm>
            <a:off x="6667504" y="3678242"/>
            <a:ext cx="3071834" cy="2143140"/>
          </a:xfrm>
          <a:prstGeom prst="rect">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zh-CN" altLang="en-US" sz="36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微软雅黑" panose="020B0503020204020204" pitchFamily="34" charset="-122"/>
                <a:ea typeface="微软雅黑" panose="020B0503020204020204" pitchFamily="34" charset="-122"/>
              </a:rPr>
              <a:t>财神银行</a:t>
            </a:r>
            <a:endParaRPr lang="en-US" altLang="zh-CN" sz="36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微软雅黑" panose="020B0503020204020204" pitchFamily="34" charset="-122"/>
              <a:ea typeface="微软雅黑" panose="020B0503020204020204" pitchFamily="34" charset="-122"/>
            </a:endParaRPr>
          </a:p>
          <a:p>
            <a:pPr algn="ctr"/>
            <a:r>
              <a:rPr lang="en-US" altLang="zh-CN" sz="36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微软雅黑" panose="020B0503020204020204" pitchFamily="34" charset="-122"/>
                <a:ea typeface="微软雅黑" panose="020B0503020204020204" pitchFamily="34" charset="-122"/>
              </a:rPr>
              <a:t>VIP</a:t>
            </a:r>
            <a:r>
              <a:rPr lang="zh-CN" altLang="en-US" sz="36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微软雅黑" panose="020B0503020204020204" pitchFamily="34" charset="-122"/>
                <a:ea typeface="微软雅黑" panose="020B0503020204020204" pitchFamily="34" charset="-122"/>
              </a:rPr>
              <a:t>客户部</a:t>
            </a:r>
          </a:p>
        </p:txBody>
      </p:sp>
      <p:sp>
        <p:nvSpPr>
          <p:cNvPr id="6" name="文本框 5"/>
          <p:cNvSpPr txBox="1"/>
          <p:nvPr/>
        </p:nvSpPr>
        <p:spPr>
          <a:xfrm>
            <a:off x="274320" y="449590"/>
            <a:ext cx="1005403" cy="584775"/>
          </a:xfrm>
          <a:prstGeom prst="rect">
            <a:avLst/>
          </a:prstGeom>
          <a:noFill/>
        </p:spPr>
        <p:txBody>
          <a:bodyPr wrap="none" rtlCol="0">
            <a:spAutoFit/>
          </a:bodyPr>
          <a:lstStyle/>
          <a:p>
            <a:r>
              <a:rPr lang="zh-CN" altLang="en-US" sz="3200" b="1" dirty="0">
                <a:solidFill>
                  <a:srgbClr val="141316"/>
                </a:solidFill>
                <a:latin typeface="微软雅黑" panose="020B0503020204020204" pitchFamily="34" charset="-122"/>
                <a:ea typeface="微软雅黑" panose="020B0503020204020204" pitchFamily="34" charset="-122"/>
              </a:rPr>
              <a:t>示例</a:t>
            </a:r>
          </a:p>
        </p:txBody>
      </p:sp>
      <p:cxnSp>
        <p:nvCxnSpPr>
          <p:cNvPr id="7" name="直接连接符 6"/>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7818120"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8885357"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9952594"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11019831"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7818120" y="796875"/>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3" name="组合 12"/>
          <p:cNvGrpSpPr/>
          <p:nvPr/>
        </p:nvGrpSpPr>
        <p:grpSpPr>
          <a:xfrm>
            <a:off x="1308298" y="619655"/>
            <a:ext cx="491490" cy="318085"/>
            <a:chOff x="3017520" y="601990"/>
            <a:chExt cx="491490" cy="414010"/>
          </a:xfrm>
        </p:grpSpPr>
        <p:sp>
          <p:nvSpPr>
            <p:cNvPr id="14" name="燕尾形 13"/>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5" name="燕尾形 14"/>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6" name="燕尾形 15"/>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09600" y="1184366"/>
            <a:ext cx="10972800" cy="4389120"/>
          </a:xfrm>
        </p:spPr>
        <p:txBody>
          <a:bodyPr/>
          <a:lstStyle/>
          <a:p>
            <a:pPr>
              <a:lnSpc>
                <a:spcPct val="150000"/>
              </a:lnSpc>
            </a:pPr>
            <a:r>
              <a:rPr lang="zh-CN" altLang="en-US" dirty="0"/>
              <a:t>某企业要规范化财务工作，需要开发一个系统自动完成工资计算、保险计算、纳税计算等财务工作，提高财务部门的工作效率，降低出错率。如果做业务建模，业务组织应该是</a:t>
            </a:r>
            <a:r>
              <a:rPr lang="en-US" altLang="zh-CN" dirty="0"/>
              <a:t>……?</a:t>
            </a:r>
          </a:p>
          <a:p>
            <a:pPr>
              <a:lnSpc>
                <a:spcPct val="150000"/>
              </a:lnSpc>
            </a:pPr>
            <a:r>
              <a:rPr lang="zh-CN" altLang="en-US" dirty="0"/>
              <a:t>某大学为更好完成国家评估，成立专门的评估工作组，规范化本校的各项工作，需要开发一个系统管理过程中的各项工作安排、进度跟踪、文件归档等。如果做业务建模，业务组织应该是</a:t>
            </a:r>
            <a:r>
              <a:rPr lang="en-US" altLang="zh-CN" dirty="0"/>
              <a:t>……?</a:t>
            </a:r>
          </a:p>
          <a:p>
            <a:pPr>
              <a:lnSpc>
                <a:spcPct val="150000"/>
              </a:lnSpc>
            </a:pPr>
            <a:r>
              <a:rPr lang="zh-CN" altLang="en-US" dirty="0"/>
              <a:t>某服装企业为拓宽销售渠道，董事会决议通过，要构建一个互联网销售系统。如果做业务建模，业务组织应该是</a:t>
            </a:r>
            <a:r>
              <a:rPr lang="en-US" altLang="zh-CN" dirty="0"/>
              <a:t>……?</a:t>
            </a:r>
            <a:endParaRPr lang="zh-CN" altLang="en-US" dirty="0"/>
          </a:p>
        </p:txBody>
      </p:sp>
      <p:sp>
        <p:nvSpPr>
          <p:cNvPr id="4" name="文本框 3"/>
          <p:cNvSpPr txBox="1"/>
          <p:nvPr/>
        </p:nvSpPr>
        <p:spPr>
          <a:xfrm>
            <a:off x="274320" y="449590"/>
            <a:ext cx="1005403" cy="584775"/>
          </a:xfrm>
          <a:prstGeom prst="rect">
            <a:avLst/>
          </a:prstGeom>
          <a:noFill/>
        </p:spPr>
        <p:txBody>
          <a:bodyPr wrap="none" rtlCol="0">
            <a:spAutoFit/>
          </a:bodyPr>
          <a:lstStyle/>
          <a:p>
            <a:r>
              <a:rPr lang="zh-CN" altLang="en-US" sz="3200" b="1" dirty="0">
                <a:solidFill>
                  <a:srgbClr val="141316"/>
                </a:solidFill>
                <a:latin typeface="微软雅黑" panose="020B0503020204020204" pitchFamily="34" charset="-122"/>
                <a:ea typeface="微软雅黑" panose="020B0503020204020204" pitchFamily="34" charset="-122"/>
              </a:rPr>
              <a:t>练习</a:t>
            </a:r>
          </a:p>
        </p:txBody>
      </p:sp>
      <p:cxnSp>
        <p:nvCxnSpPr>
          <p:cNvPr id="5" name="直接连接符 4"/>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7818120"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8885357"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9952594"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11019831"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7818120" y="796875"/>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 name="组合 10"/>
          <p:cNvGrpSpPr/>
          <p:nvPr/>
        </p:nvGrpSpPr>
        <p:grpSpPr>
          <a:xfrm>
            <a:off x="1279723" y="637832"/>
            <a:ext cx="491490" cy="318085"/>
            <a:chOff x="3017520" y="601990"/>
            <a:chExt cx="491490" cy="414010"/>
          </a:xfrm>
        </p:grpSpPr>
        <p:sp>
          <p:nvSpPr>
            <p:cNvPr id="12" name="燕尾形 11"/>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3" name="燕尾形 12"/>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4" name="燕尾形 13"/>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274320" y="449590"/>
            <a:ext cx="1005403" cy="584775"/>
          </a:xfrm>
          <a:prstGeom prst="rect">
            <a:avLst/>
          </a:prstGeom>
          <a:noFill/>
        </p:spPr>
        <p:txBody>
          <a:bodyPr wrap="none" rtlCol="0">
            <a:spAutoFit/>
          </a:bodyPr>
          <a:lstStyle/>
          <a:p>
            <a:r>
              <a:rPr lang="zh-CN" altLang="en-US" sz="3200" b="1" dirty="0">
                <a:solidFill>
                  <a:srgbClr val="141316"/>
                </a:solidFill>
                <a:latin typeface="微软雅黑" panose="020B0503020204020204" pitchFamily="34" charset="-122"/>
                <a:ea typeface="微软雅黑" panose="020B0503020204020204" pitchFamily="34" charset="-122"/>
              </a:rPr>
              <a:t>目录</a:t>
            </a:r>
          </a:p>
        </p:txBody>
      </p:sp>
      <p:cxnSp>
        <p:nvCxnSpPr>
          <p:cNvPr id="8" name="直接连接符 7"/>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grpSp>
        <p:nvGrpSpPr>
          <p:cNvPr id="12" name="组合 11"/>
          <p:cNvGrpSpPr/>
          <p:nvPr/>
        </p:nvGrpSpPr>
        <p:grpSpPr>
          <a:xfrm>
            <a:off x="1402080" y="594359"/>
            <a:ext cx="491490" cy="318085"/>
            <a:chOff x="3017520" y="601990"/>
            <a:chExt cx="491490" cy="414010"/>
          </a:xfrm>
        </p:grpSpPr>
        <p:sp>
          <p:nvSpPr>
            <p:cNvPr id="9" name="燕尾形 8"/>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 name="燕尾形 9"/>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1" name="燕尾形 10"/>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31" name="组合 30"/>
          <p:cNvGrpSpPr/>
          <p:nvPr/>
        </p:nvGrpSpPr>
        <p:grpSpPr>
          <a:xfrm>
            <a:off x="11683199" y="3291839"/>
            <a:ext cx="344805" cy="318085"/>
            <a:chOff x="3017520" y="601990"/>
            <a:chExt cx="344805" cy="414010"/>
          </a:xfrm>
        </p:grpSpPr>
        <p:sp>
          <p:nvSpPr>
            <p:cNvPr id="32" name="燕尾形 31"/>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3" name="燕尾形 32"/>
            <p:cNvSpPr/>
            <p:nvPr/>
          </p:nvSpPr>
          <p:spPr>
            <a:xfrm>
              <a:off x="3164205"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35" name="组合 34"/>
          <p:cNvGrpSpPr/>
          <p:nvPr/>
        </p:nvGrpSpPr>
        <p:grpSpPr>
          <a:xfrm flipH="1">
            <a:off x="101917" y="3291839"/>
            <a:ext cx="344805" cy="318085"/>
            <a:chOff x="3017520" y="601990"/>
            <a:chExt cx="344805" cy="414010"/>
          </a:xfrm>
        </p:grpSpPr>
        <p:sp>
          <p:nvSpPr>
            <p:cNvPr id="36" name="燕尾形 35"/>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7" name="燕尾形 36"/>
            <p:cNvSpPr/>
            <p:nvPr/>
          </p:nvSpPr>
          <p:spPr>
            <a:xfrm>
              <a:off x="3164205"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38" name="矩形 37"/>
          <p:cNvSpPr/>
          <p:nvPr/>
        </p:nvSpPr>
        <p:spPr>
          <a:xfrm>
            <a:off x="7818120"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矩形 38"/>
          <p:cNvSpPr/>
          <p:nvPr/>
        </p:nvSpPr>
        <p:spPr>
          <a:xfrm>
            <a:off x="8885357"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矩形 39"/>
          <p:cNvSpPr/>
          <p:nvPr/>
        </p:nvSpPr>
        <p:spPr>
          <a:xfrm>
            <a:off x="9952594"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40"/>
          <p:cNvSpPr/>
          <p:nvPr/>
        </p:nvSpPr>
        <p:spPr>
          <a:xfrm>
            <a:off x="11019831"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 name="组合 4"/>
          <p:cNvGrpSpPr/>
          <p:nvPr/>
        </p:nvGrpSpPr>
        <p:grpSpPr>
          <a:xfrm>
            <a:off x="3227388" y="2082800"/>
            <a:ext cx="6501248" cy="723900"/>
            <a:chOff x="3328988" y="2082800"/>
            <a:chExt cx="6501248" cy="723900"/>
          </a:xfrm>
        </p:grpSpPr>
        <p:sp>
          <p:nvSpPr>
            <p:cNvPr id="2" name="矩形 1"/>
            <p:cNvSpPr/>
            <p:nvPr/>
          </p:nvSpPr>
          <p:spPr>
            <a:xfrm>
              <a:off x="3328988" y="2082800"/>
              <a:ext cx="722312" cy="7239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矩形 41"/>
            <p:cNvSpPr/>
            <p:nvPr/>
          </p:nvSpPr>
          <p:spPr>
            <a:xfrm>
              <a:off x="4192588" y="2082800"/>
              <a:ext cx="5637648" cy="7239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3328988" y="2667000"/>
              <a:ext cx="722312"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矩形 42"/>
            <p:cNvSpPr/>
            <p:nvPr/>
          </p:nvSpPr>
          <p:spPr>
            <a:xfrm>
              <a:off x="4192587" y="2667000"/>
              <a:ext cx="5637649"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3460225" y="2174845"/>
              <a:ext cx="441146" cy="400110"/>
            </a:xfrm>
            <a:prstGeom prst="rect">
              <a:avLst/>
            </a:prstGeom>
            <a:noFill/>
          </p:spPr>
          <p:txBody>
            <a:bodyPr wrap="none" rtlCol="0">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一</a:t>
              </a:r>
            </a:p>
          </p:txBody>
        </p:sp>
      </p:grpSp>
      <p:grpSp>
        <p:nvGrpSpPr>
          <p:cNvPr id="7" name="组合 6"/>
          <p:cNvGrpSpPr/>
          <p:nvPr/>
        </p:nvGrpSpPr>
        <p:grpSpPr>
          <a:xfrm>
            <a:off x="3227388" y="3028950"/>
            <a:ext cx="6501248" cy="723900"/>
            <a:chOff x="3328988" y="3028950"/>
            <a:chExt cx="6501248" cy="723900"/>
          </a:xfrm>
        </p:grpSpPr>
        <p:sp>
          <p:nvSpPr>
            <p:cNvPr id="45" name="矩形 44"/>
            <p:cNvSpPr/>
            <p:nvPr/>
          </p:nvSpPr>
          <p:spPr>
            <a:xfrm>
              <a:off x="3328988" y="3028950"/>
              <a:ext cx="722312" cy="723900"/>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矩形 45"/>
            <p:cNvSpPr/>
            <p:nvPr/>
          </p:nvSpPr>
          <p:spPr>
            <a:xfrm>
              <a:off x="4192588" y="3028950"/>
              <a:ext cx="5637648" cy="723900"/>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矩形 46"/>
            <p:cNvSpPr/>
            <p:nvPr/>
          </p:nvSpPr>
          <p:spPr>
            <a:xfrm>
              <a:off x="3328988" y="3613150"/>
              <a:ext cx="722312"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矩形 47"/>
            <p:cNvSpPr/>
            <p:nvPr/>
          </p:nvSpPr>
          <p:spPr>
            <a:xfrm>
              <a:off x="4192588" y="3613150"/>
              <a:ext cx="5637648"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文本框 48"/>
            <p:cNvSpPr txBox="1"/>
            <p:nvPr/>
          </p:nvSpPr>
          <p:spPr>
            <a:xfrm>
              <a:off x="3460225" y="3120995"/>
              <a:ext cx="441146" cy="400110"/>
            </a:xfrm>
            <a:prstGeom prst="rect">
              <a:avLst/>
            </a:prstGeom>
            <a:noFill/>
          </p:spPr>
          <p:txBody>
            <a:bodyPr wrap="none" rtlCol="0">
              <a:spAutoFit/>
            </a:bodyPr>
            <a:lstStyle/>
            <a:p>
              <a:pPr algn="ctr"/>
              <a:r>
                <a:rPr lang="zh-CN" altLang="en-US" sz="2000" b="1">
                  <a:solidFill>
                    <a:schemeClr val="bg1"/>
                  </a:solidFill>
                  <a:latin typeface="微软雅黑" panose="020B0503020204020204" pitchFamily="34" charset="-122"/>
                  <a:ea typeface="微软雅黑" panose="020B0503020204020204" pitchFamily="34" charset="-122"/>
                </a:rPr>
                <a:t>二</a:t>
              </a:r>
            </a:p>
          </p:txBody>
        </p:sp>
      </p:grpSp>
      <p:grpSp>
        <p:nvGrpSpPr>
          <p:cNvPr id="34" name="组合 33"/>
          <p:cNvGrpSpPr/>
          <p:nvPr/>
        </p:nvGrpSpPr>
        <p:grpSpPr>
          <a:xfrm>
            <a:off x="3227388" y="3975100"/>
            <a:ext cx="6501248" cy="723900"/>
            <a:chOff x="3328988" y="3975100"/>
            <a:chExt cx="6501248" cy="723900"/>
          </a:xfrm>
        </p:grpSpPr>
        <p:sp>
          <p:nvSpPr>
            <p:cNvPr id="51" name="矩形 50"/>
            <p:cNvSpPr/>
            <p:nvPr/>
          </p:nvSpPr>
          <p:spPr>
            <a:xfrm>
              <a:off x="3328988" y="3975100"/>
              <a:ext cx="722312" cy="7239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矩形 51"/>
            <p:cNvSpPr/>
            <p:nvPr/>
          </p:nvSpPr>
          <p:spPr>
            <a:xfrm>
              <a:off x="4192588" y="3975100"/>
              <a:ext cx="5637648" cy="7239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矩形 52"/>
            <p:cNvSpPr/>
            <p:nvPr/>
          </p:nvSpPr>
          <p:spPr>
            <a:xfrm>
              <a:off x="3328988" y="4559300"/>
              <a:ext cx="722312"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矩形 53"/>
            <p:cNvSpPr/>
            <p:nvPr/>
          </p:nvSpPr>
          <p:spPr>
            <a:xfrm>
              <a:off x="4192587" y="4559300"/>
              <a:ext cx="5637649"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文本框 54"/>
            <p:cNvSpPr txBox="1"/>
            <p:nvPr/>
          </p:nvSpPr>
          <p:spPr>
            <a:xfrm>
              <a:off x="3460225" y="4067145"/>
              <a:ext cx="441146" cy="400110"/>
            </a:xfrm>
            <a:prstGeom prst="rect">
              <a:avLst/>
            </a:prstGeom>
            <a:noFill/>
          </p:spPr>
          <p:txBody>
            <a:bodyPr wrap="none" rtlCol="0">
              <a:spAutoFit/>
            </a:bodyPr>
            <a:lstStyle/>
            <a:p>
              <a:pPr algn="ctr"/>
              <a:r>
                <a:rPr lang="zh-CN" altLang="en-US" sz="2000" b="1">
                  <a:solidFill>
                    <a:schemeClr val="bg1"/>
                  </a:solidFill>
                  <a:latin typeface="微软雅黑" panose="020B0503020204020204" pitchFamily="34" charset="-122"/>
                  <a:ea typeface="微软雅黑" panose="020B0503020204020204" pitchFamily="34" charset="-122"/>
                </a:rPr>
                <a:t>三</a:t>
              </a:r>
            </a:p>
          </p:txBody>
        </p:sp>
      </p:grpSp>
      <p:grpSp>
        <p:nvGrpSpPr>
          <p:cNvPr id="63" name="组合 62"/>
          <p:cNvGrpSpPr/>
          <p:nvPr/>
        </p:nvGrpSpPr>
        <p:grpSpPr>
          <a:xfrm>
            <a:off x="3227388" y="4921250"/>
            <a:ext cx="6501248" cy="723900"/>
            <a:chOff x="3328988" y="4921250"/>
            <a:chExt cx="6501248" cy="723900"/>
          </a:xfrm>
        </p:grpSpPr>
        <p:sp>
          <p:nvSpPr>
            <p:cNvPr id="57" name="矩形 56"/>
            <p:cNvSpPr/>
            <p:nvPr/>
          </p:nvSpPr>
          <p:spPr>
            <a:xfrm>
              <a:off x="3328988" y="4921250"/>
              <a:ext cx="722312" cy="7239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矩形 57"/>
            <p:cNvSpPr/>
            <p:nvPr/>
          </p:nvSpPr>
          <p:spPr>
            <a:xfrm>
              <a:off x="4192587" y="4921250"/>
              <a:ext cx="5637649" cy="7239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矩形 58"/>
            <p:cNvSpPr/>
            <p:nvPr/>
          </p:nvSpPr>
          <p:spPr>
            <a:xfrm>
              <a:off x="3328988" y="5505450"/>
              <a:ext cx="722312"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矩形 59"/>
            <p:cNvSpPr/>
            <p:nvPr/>
          </p:nvSpPr>
          <p:spPr>
            <a:xfrm>
              <a:off x="4192588" y="5505450"/>
              <a:ext cx="5637648"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文本框 60"/>
            <p:cNvSpPr txBox="1"/>
            <p:nvPr/>
          </p:nvSpPr>
          <p:spPr>
            <a:xfrm>
              <a:off x="3460225" y="5013295"/>
              <a:ext cx="441146" cy="400110"/>
            </a:xfrm>
            <a:prstGeom prst="rect">
              <a:avLst/>
            </a:prstGeom>
            <a:noFill/>
          </p:spPr>
          <p:txBody>
            <a:bodyPr wrap="none" rtlCol="0">
              <a:spAutoFit/>
            </a:bodyPr>
            <a:lstStyle/>
            <a:p>
              <a:pPr algn="ctr"/>
              <a:r>
                <a:rPr lang="zh-CN" altLang="en-US" sz="2000" b="1">
                  <a:solidFill>
                    <a:schemeClr val="bg1"/>
                  </a:solidFill>
                  <a:latin typeface="微软雅黑" panose="020B0503020204020204" pitchFamily="34" charset="-122"/>
                  <a:ea typeface="微软雅黑" panose="020B0503020204020204" pitchFamily="34" charset="-122"/>
                </a:rPr>
                <a:t>四</a:t>
              </a:r>
            </a:p>
          </p:txBody>
        </p:sp>
      </p:grpSp>
      <p:sp>
        <p:nvSpPr>
          <p:cNvPr id="64" name="矩形 63"/>
          <p:cNvSpPr/>
          <p:nvPr/>
        </p:nvSpPr>
        <p:spPr>
          <a:xfrm>
            <a:off x="8884920" y="796875"/>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文本框 55"/>
          <p:cNvSpPr txBox="1"/>
          <p:nvPr/>
        </p:nvSpPr>
        <p:spPr>
          <a:xfrm>
            <a:off x="4401287" y="2188895"/>
            <a:ext cx="2749472" cy="400110"/>
          </a:xfrm>
          <a:prstGeom prst="rect">
            <a:avLst/>
          </a:prstGeom>
          <a:noFill/>
        </p:spPr>
        <p:txBody>
          <a:bodyPr wrap="none" rtlCol="0">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业务建模的意义和步骤</a:t>
            </a:r>
          </a:p>
        </p:txBody>
      </p:sp>
      <p:sp>
        <p:nvSpPr>
          <p:cNvPr id="66" name="文本框 65"/>
          <p:cNvSpPr txBox="1"/>
          <p:nvPr/>
        </p:nvSpPr>
        <p:spPr>
          <a:xfrm>
            <a:off x="4401287" y="3135045"/>
            <a:ext cx="3005951" cy="400110"/>
          </a:xfrm>
          <a:prstGeom prst="rect">
            <a:avLst/>
          </a:prstGeom>
          <a:noFill/>
        </p:spPr>
        <p:txBody>
          <a:bodyPr wrap="none" rtlCol="0">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业务用例：从外部看企业</a:t>
            </a:r>
          </a:p>
        </p:txBody>
      </p:sp>
      <p:sp>
        <p:nvSpPr>
          <p:cNvPr id="67" name="文本框 66"/>
          <p:cNvSpPr txBox="1"/>
          <p:nvPr/>
        </p:nvSpPr>
        <p:spPr>
          <a:xfrm>
            <a:off x="4372451" y="4054464"/>
            <a:ext cx="3518913" cy="400110"/>
          </a:xfrm>
          <a:prstGeom prst="rect">
            <a:avLst/>
          </a:prstGeom>
          <a:noFill/>
        </p:spPr>
        <p:txBody>
          <a:bodyPr wrap="none" rtlCol="0">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业务序列图：从内部解剖企业</a:t>
            </a:r>
          </a:p>
        </p:txBody>
      </p:sp>
      <p:sp>
        <p:nvSpPr>
          <p:cNvPr id="68" name="文本框 67"/>
          <p:cNvSpPr txBox="1"/>
          <p:nvPr/>
        </p:nvSpPr>
        <p:spPr>
          <a:xfrm>
            <a:off x="4372452" y="4994215"/>
            <a:ext cx="3518912" cy="400110"/>
          </a:xfrm>
          <a:prstGeom prst="rect">
            <a:avLst/>
          </a:prstGeom>
          <a:noFill/>
        </p:spPr>
        <p:txBody>
          <a:bodyPr wrap="none" rtlCol="0">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改进业务序列图：开个好方子</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14:presetBounceEnd="30000">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14:bounceEnd="30000">
                                          <p:cBhvr additive="base">
                                            <p:cTn id="7" dur="500" fill="hold"/>
                                            <p:tgtEl>
                                              <p:spTgt spid="5"/>
                                            </p:tgtEl>
                                            <p:attrNameLst>
                                              <p:attrName>ppt_x</p:attrName>
                                            </p:attrNameLst>
                                          </p:cBhvr>
                                          <p:tavLst>
                                            <p:tav tm="0">
                                              <p:val>
                                                <p:strVal val="0-#ppt_w/2"/>
                                              </p:val>
                                            </p:tav>
                                            <p:tav tm="100000">
                                              <p:val>
                                                <p:strVal val="#ppt_x"/>
                                              </p:val>
                                            </p:tav>
                                          </p:tavLst>
                                        </p:anim>
                                        <p:anim calcmode="lin" valueType="num" p14:bounceEnd="30000">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14:presetBounceEnd="30000">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14:bounceEnd="30000">
                                          <p:cBhvr additive="base">
                                            <p:cTn id="11" dur="500" fill="hold"/>
                                            <p:tgtEl>
                                              <p:spTgt spid="7"/>
                                            </p:tgtEl>
                                            <p:attrNameLst>
                                              <p:attrName>ppt_x</p:attrName>
                                            </p:attrNameLst>
                                          </p:cBhvr>
                                          <p:tavLst>
                                            <p:tav tm="0">
                                              <p:val>
                                                <p:strVal val="1+#ppt_w/2"/>
                                              </p:val>
                                            </p:tav>
                                            <p:tav tm="100000">
                                              <p:val>
                                                <p:strVal val="#ppt_x"/>
                                              </p:val>
                                            </p:tav>
                                          </p:tavLst>
                                        </p:anim>
                                        <p:anim calcmode="lin" valueType="num" p14:bounceEnd="30000">
                                          <p:cBhvr additive="base">
                                            <p:cTn id="12" dur="500" fill="hold"/>
                                            <p:tgtEl>
                                              <p:spTgt spid="7"/>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14:presetBounceEnd="30000">
                                      <p:stCondLst>
                                        <p:cond delay="0"/>
                                      </p:stCondLst>
                                      <p:childTnLst>
                                        <p:set>
                                          <p:cBhvr>
                                            <p:cTn id="14" dur="1" fill="hold">
                                              <p:stCondLst>
                                                <p:cond delay="0"/>
                                              </p:stCondLst>
                                            </p:cTn>
                                            <p:tgtEl>
                                              <p:spTgt spid="34"/>
                                            </p:tgtEl>
                                            <p:attrNameLst>
                                              <p:attrName>style.visibility</p:attrName>
                                            </p:attrNameLst>
                                          </p:cBhvr>
                                          <p:to>
                                            <p:strVal val="visible"/>
                                          </p:to>
                                        </p:set>
                                        <p:anim calcmode="lin" valueType="num" p14:bounceEnd="30000">
                                          <p:cBhvr additive="base">
                                            <p:cTn id="15" dur="500" fill="hold"/>
                                            <p:tgtEl>
                                              <p:spTgt spid="34"/>
                                            </p:tgtEl>
                                            <p:attrNameLst>
                                              <p:attrName>ppt_x</p:attrName>
                                            </p:attrNameLst>
                                          </p:cBhvr>
                                          <p:tavLst>
                                            <p:tav tm="0">
                                              <p:val>
                                                <p:strVal val="0-#ppt_w/2"/>
                                              </p:val>
                                            </p:tav>
                                            <p:tav tm="100000">
                                              <p:val>
                                                <p:strVal val="#ppt_x"/>
                                              </p:val>
                                            </p:tav>
                                          </p:tavLst>
                                        </p:anim>
                                        <p:anim calcmode="lin" valueType="num" p14:bounceEnd="30000">
                                          <p:cBhvr additive="base">
                                            <p:cTn id="16" dur="500" fill="hold"/>
                                            <p:tgtEl>
                                              <p:spTgt spid="34"/>
                                            </p:tgtEl>
                                            <p:attrNameLst>
                                              <p:attrName>ppt_y</p:attrName>
                                            </p:attrNameLst>
                                          </p:cBhvr>
                                          <p:tavLst>
                                            <p:tav tm="0">
                                              <p:val>
                                                <p:strVal val="#ppt_y"/>
                                              </p:val>
                                            </p:tav>
                                            <p:tav tm="100000">
                                              <p:val>
                                                <p:strVal val="#ppt_y"/>
                                              </p:val>
                                            </p:tav>
                                          </p:tavLst>
                                        </p:anim>
                                      </p:childTnLst>
                                    </p:cTn>
                                  </p:par>
                                  <p:par>
                                    <p:cTn id="17" presetID="2" presetClass="entr" presetSubtype="2" fill="hold" nodeType="withEffect" p14:presetBounceEnd="30000">
                                      <p:stCondLst>
                                        <p:cond delay="0"/>
                                      </p:stCondLst>
                                      <p:childTnLst>
                                        <p:set>
                                          <p:cBhvr>
                                            <p:cTn id="18" dur="1" fill="hold">
                                              <p:stCondLst>
                                                <p:cond delay="0"/>
                                              </p:stCondLst>
                                            </p:cTn>
                                            <p:tgtEl>
                                              <p:spTgt spid="63"/>
                                            </p:tgtEl>
                                            <p:attrNameLst>
                                              <p:attrName>style.visibility</p:attrName>
                                            </p:attrNameLst>
                                          </p:cBhvr>
                                          <p:to>
                                            <p:strVal val="visible"/>
                                          </p:to>
                                        </p:set>
                                        <p:anim calcmode="lin" valueType="num" p14:bounceEnd="30000">
                                          <p:cBhvr additive="base">
                                            <p:cTn id="19" dur="500" fill="hold"/>
                                            <p:tgtEl>
                                              <p:spTgt spid="63"/>
                                            </p:tgtEl>
                                            <p:attrNameLst>
                                              <p:attrName>ppt_x</p:attrName>
                                            </p:attrNameLst>
                                          </p:cBhvr>
                                          <p:tavLst>
                                            <p:tav tm="0">
                                              <p:val>
                                                <p:strVal val="1+#ppt_w/2"/>
                                              </p:val>
                                            </p:tav>
                                            <p:tav tm="100000">
                                              <p:val>
                                                <p:strVal val="#ppt_x"/>
                                              </p:val>
                                            </p:tav>
                                          </p:tavLst>
                                        </p:anim>
                                        <p:anim calcmode="lin" valueType="num" p14:bounceEnd="30000">
                                          <p:cBhvr additive="base">
                                            <p:cTn id="20" dur="500" fill="hold"/>
                                            <p:tgtEl>
                                              <p:spTgt spid="63"/>
                                            </p:tgtEl>
                                            <p:attrNameLst>
                                              <p:attrName>ppt_y</p:attrName>
                                            </p:attrNameLst>
                                          </p:cBhvr>
                                          <p:tavLst>
                                            <p:tav tm="0">
                                              <p:val>
                                                <p:strVal val="#ppt_y"/>
                                              </p:val>
                                            </p:tav>
                                            <p:tav tm="100000">
                                              <p:val>
                                                <p:strVal val="#ppt_y"/>
                                              </p:val>
                                            </p:tav>
                                          </p:tavLst>
                                        </p:anim>
                                      </p:childTnLst>
                                    </p:cTn>
                                  </p:par>
                                  <p:par>
                                    <p:cTn id="21" presetID="10" presetClass="entr" presetSubtype="0" fill="hold" grpId="0" nodeType="withEffect">
                                      <p:stCondLst>
                                        <p:cond delay="400"/>
                                      </p:stCondLst>
                                      <p:childTnLst>
                                        <p:set>
                                          <p:cBhvr>
                                            <p:cTn id="22" dur="1" fill="hold">
                                              <p:stCondLst>
                                                <p:cond delay="0"/>
                                              </p:stCondLst>
                                            </p:cTn>
                                            <p:tgtEl>
                                              <p:spTgt spid="64"/>
                                            </p:tgtEl>
                                            <p:attrNameLst>
                                              <p:attrName>style.visibility</p:attrName>
                                            </p:attrNameLst>
                                          </p:cBhvr>
                                          <p:to>
                                            <p:strVal val="visible"/>
                                          </p:to>
                                        </p:set>
                                        <p:animEffect transition="in" filter="fade">
                                          <p:cBhvr>
                                            <p:cTn id="23" dur="5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1+#ppt_w/2"/>
                                              </p:val>
                                            </p:tav>
                                            <p:tav tm="100000">
                                              <p:val>
                                                <p:strVal val="#ppt_x"/>
                                              </p:val>
                                            </p:tav>
                                          </p:tavLst>
                                        </p:anim>
                                        <p:anim calcmode="lin" valueType="num">
                                          <p:cBhvr additive="base">
                                            <p:cTn id="12" dur="500" fill="hold"/>
                                            <p:tgtEl>
                                              <p:spTgt spid="7"/>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0"/>
                                      </p:stCondLst>
                                      <p:childTnLst>
                                        <p:set>
                                          <p:cBhvr>
                                            <p:cTn id="14" dur="1" fill="hold">
                                              <p:stCondLst>
                                                <p:cond delay="0"/>
                                              </p:stCondLst>
                                            </p:cTn>
                                            <p:tgtEl>
                                              <p:spTgt spid="34"/>
                                            </p:tgtEl>
                                            <p:attrNameLst>
                                              <p:attrName>style.visibility</p:attrName>
                                            </p:attrNameLst>
                                          </p:cBhvr>
                                          <p:to>
                                            <p:strVal val="visible"/>
                                          </p:to>
                                        </p:set>
                                        <p:anim calcmode="lin" valueType="num">
                                          <p:cBhvr additive="base">
                                            <p:cTn id="15" dur="500" fill="hold"/>
                                            <p:tgtEl>
                                              <p:spTgt spid="34"/>
                                            </p:tgtEl>
                                            <p:attrNameLst>
                                              <p:attrName>ppt_x</p:attrName>
                                            </p:attrNameLst>
                                          </p:cBhvr>
                                          <p:tavLst>
                                            <p:tav tm="0">
                                              <p:val>
                                                <p:strVal val="0-#ppt_w/2"/>
                                              </p:val>
                                            </p:tav>
                                            <p:tav tm="100000">
                                              <p:val>
                                                <p:strVal val="#ppt_x"/>
                                              </p:val>
                                            </p:tav>
                                          </p:tavLst>
                                        </p:anim>
                                        <p:anim calcmode="lin" valueType="num">
                                          <p:cBhvr additive="base">
                                            <p:cTn id="16" dur="500" fill="hold"/>
                                            <p:tgtEl>
                                              <p:spTgt spid="34"/>
                                            </p:tgtEl>
                                            <p:attrNameLst>
                                              <p:attrName>ppt_y</p:attrName>
                                            </p:attrNameLst>
                                          </p:cBhvr>
                                          <p:tavLst>
                                            <p:tav tm="0">
                                              <p:val>
                                                <p:strVal val="#ppt_y"/>
                                              </p:val>
                                            </p:tav>
                                            <p:tav tm="100000">
                                              <p:val>
                                                <p:strVal val="#ppt_y"/>
                                              </p:val>
                                            </p:tav>
                                          </p:tavLst>
                                        </p:anim>
                                      </p:childTnLst>
                                    </p:cTn>
                                  </p:par>
                                  <p:par>
                                    <p:cTn id="17" presetID="2" presetClass="entr" presetSubtype="2" fill="hold" nodeType="withEffect">
                                      <p:stCondLst>
                                        <p:cond delay="0"/>
                                      </p:stCondLst>
                                      <p:childTnLst>
                                        <p:set>
                                          <p:cBhvr>
                                            <p:cTn id="18" dur="1" fill="hold">
                                              <p:stCondLst>
                                                <p:cond delay="0"/>
                                              </p:stCondLst>
                                            </p:cTn>
                                            <p:tgtEl>
                                              <p:spTgt spid="63"/>
                                            </p:tgtEl>
                                            <p:attrNameLst>
                                              <p:attrName>style.visibility</p:attrName>
                                            </p:attrNameLst>
                                          </p:cBhvr>
                                          <p:to>
                                            <p:strVal val="visible"/>
                                          </p:to>
                                        </p:set>
                                        <p:anim calcmode="lin" valueType="num">
                                          <p:cBhvr additive="base">
                                            <p:cTn id="19" dur="500" fill="hold"/>
                                            <p:tgtEl>
                                              <p:spTgt spid="63"/>
                                            </p:tgtEl>
                                            <p:attrNameLst>
                                              <p:attrName>ppt_x</p:attrName>
                                            </p:attrNameLst>
                                          </p:cBhvr>
                                          <p:tavLst>
                                            <p:tav tm="0">
                                              <p:val>
                                                <p:strVal val="1+#ppt_w/2"/>
                                              </p:val>
                                            </p:tav>
                                            <p:tav tm="100000">
                                              <p:val>
                                                <p:strVal val="#ppt_x"/>
                                              </p:val>
                                            </p:tav>
                                          </p:tavLst>
                                        </p:anim>
                                        <p:anim calcmode="lin" valueType="num">
                                          <p:cBhvr additive="base">
                                            <p:cTn id="20" dur="500" fill="hold"/>
                                            <p:tgtEl>
                                              <p:spTgt spid="63"/>
                                            </p:tgtEl>
                                            <p:attrNameLst>
                                              <p:attrName>ppt_y</p:attrName>
                                            </p:attrNameLst>
                                          </p:cBhvr>
                                          <p:tavLst>
                                            <p:tav tm="0">
                                              <p:val>
                                                <p:strVal val="#ppt_y"/>
                                              </p:val>
                                            </p:tav>
                                            <p:tav tm="100000">
                                              <p:val>
                                                <p:strVal val="#ppt_y"/>
                                              </p:val>
                                            </p:tav>
                                          </p:tavLst>
                                        </p:anim>
                                      </p:childTnLst>
                                    </p:cTn>
                                  </p:par>
                                  <p:par>
                                    <p:cTn id="21" presetID="10" presetClass="entr" presetSubtype="0" fill="hold" grpId="0" nodeType="withEffect">
                                      <p:stCondLst>
                                        <p:cond delay="400"/>
                                      </p:stCondLst>
                                      <p:childTnLst>
                                        <p:set>
                                          <p:cBhvr>
                                            <p:cTn id="22" dur="1" fill="hold">
                                              <p:stCondLst>
                                                <p:cond delay="0"/>
                                              </p:stCondLst>
                                            </p:cTn>
                                            <p:tgtEl>
                                              <p:spTgt spid="64"/>
                                            </p:tgtEl>
                                            <p:attrNameLst>
                                              <p:attrName>style.visibility</p:attrName>
                                            </p:attrNameLst>
                                          </p:cBhvr>
                                          <p:to>
                                            <p:strVal val="visible"/>
                                          </p:to>
                                        </p:set>
                                        <p:animEffect transition="in" filter="fade">
                                          <p:cBhvr>
                                            <p:cTn id="23" dur="5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animBg="1"/>
        </p:bldLst>
      </p:timing>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idx="1"/>
          </p:nvPr>
        </p:nvSpPr>
        <p:spPr>
          <a:xfrm>
            <a:off x="609600" y="1585535"/>
            <a:ext cx="10972800" cy="4389120"/>
          </a:xfrm>
        </p:spPr>
        <p:txBody>
          <a:bodyPr/>
          <a:lstStyle/>
          <a:p>
            <a:pPr marL="457200" indent="-457200">
              <a:lnSpc>
                <a:spcPct val="150000"/>
              </a:lnSpc>
              <a:buFont typeface="+mj-lt"/>
              <a:buAutoNum type="arabicPeriod"/>
            </a:pPr>
            <a:r>
              <a:rPr lang="zh-CN" altLang="en-US" dirty="0"/>
              <a:t>明确我们为谁服务（选定愿景要改进的组织）。</a:t>
            </a:r>
          </a:p>
          <a:p>
            <a:pPr marL="457200" indent="-457200">
              <a:lnSpc>
                <a:spcPct val="150000"/>
              </a:lnSpc>
              <a:buFont typeface="+mj-lt"/>
              <a:buAutoNum type="arabicPeriod"/>
            </a:pPr>
            <a:r>
              <a:rPr lang="zh-CN" altLang="en-US" dirty="0">
                <a:solidFill>
                  <a:srgbClr val="FF0000"/>
                </a:solidFill>
              </a:rPr>
              <a:t>要改进的组织是什么现状</a:t>
            </a:r>
            <a:r>
              <a:rPr lang="zh-CN" altLang="en-US" dirty="0"/>
              <a:t>（</a:t>
            </a:r>
            <a:r>
              <a:rPr lang="zh-CN" altLang="en-US" dirty="0">
                <a:solidFill>
                  <a:srgbClr val="FF0000"/>
                </a:solidFill>
              </a:rPr>
              <a:t>业务用例图</a:t>
            </a:r>
            <a:r>
              <a:rPr lang="zh-CN" altLang="en-US" dirty="0"/>
              <a:t>、现状业务序列图）。</a:t>
            </a:r>
          </a:p>
          <a:p>
            <a:pPr marL="457200" indent="-457200">
              <a:lnSpc>
                <a:spcPct val="150000"/>
              </a:lnSpc>
              <a:buFont typeface="+mj-lt"/>
              <a:buAutoNum type="arabicPeriod"/>
            </a:pPr>
            <a:r>
              <a:rPr lang="zh-CN" altLang="en-US" dirty="0"/>
              <a:t>我们如何改进（改进业务序列图）。</a:t>
            </a:r>
          </a:p>
        </p:txBody>
      </p:sp>
      <p:sp>
        <p:nvSpPr>
          <p:cNvPr id="6" name="文本框 5"/>
          <p:cNvSpPr txBox="1"/>
          <p:nvPr/>
        </p:nvSpPr>
        <p:spPr>
          <a:xfrm>
            <a:off x="274320" y="449590"/>
            <a:ext cx="3057247" cy="584775"/>
          </a:xfrm>
          <a:prstGeom prst="rect">
            <a:avLst/>
          </a:prstGeom>
          <a:noFill/>
        </p:spPr>
        <p:txBody>
          <a:bodyPr wrap="none" rtlCol="0">
            <a:spAutoFit/>
          </a:bodyPr>
          <a:lstStyle/>
          <a:p>
            <a:r>
              <a:rPr lang="zh-CN" altLang="en-US" sz="3200" b="1" dirty="0">
                <a:solidFill>
                  <a:srgbClr val="141316"/>
                </a:solidFill>
                <a:latin typeface="微软雅黑" panose="020B0503020204020204" pitchFamily="34" charset="-122"/>
                <a:ea typeface="微软雅黑" panose="020B0503020204020204" pitchFamily="34" charset="-122"/>
              </a:rPr>
              <a:t>业务建模的步骤</a:t>
            </a:r>
          </a:p>
        </p:txBody>
      </p:sp>
      <p:cxnSp>
        <p:nvCxnSpPr>
          <p:cNvPr id="7" name="直接连接符 6"/>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7818120"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8885357"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9952594"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11019831"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8885357" y="797309"/>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3" name="组合 12"/>
          <p:cNvGrpSpPr/>
          <p:nvPr/>
        </p:nvGrpSpPr>
        <p:grpSpPr>
          <a:xfrm>
            <a:off x="3331567" y="646137"/>
            <a:ext cx="491490" cy="318085"/>
            <a:chOff x="3017520" y="601990"/>
            <a:chExt cx="491490" cy="414010"/>
          </a:xfrm>
        </p:grpSpPr>
        <p:sp>
          <p:nvSpPr>
            <p:cNvPr id="14" name="燕尾形 13"/>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5" name="燕尾形 14"/>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6" name="燕尾形 15"/>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55634" y="1440392"/>
            <a:ext cx="10450996" cy="4389120"/>
          </a:xfrm>
        </p:spPr>
        <p:txBody>
          <a:bodyPr/>
          <a:lstStyle/>
          <a:p>
            <a:pPr>
              <a:lnSpc>
                <a:spcPct val="150000"/>
              </a:lnSpc>
            </a:pPr>
            <a:r>
              <a:rPr lang="zh-CN" altLang="en-US" dirty="0"/>
              <a:t>从外部看：组织是</a:t>
            </a:r>
            <a:r>
              <a:rPr lang="zh-CN" altLang="en-US" b="1" dirty="0">
                <a:solidFill>
                  <a:srgbClr val="FF0000"/>
                </a:solidFill>
              </a:rPr>
              <a:t>价值</a:t>
            </a:r>
            <a:r>
              <a:rPr lang="zh-CN" altLang="en-US" dirty="0"/>
              <a:t>的集合，用业务用例图来建模。</a:t>
            </a:r>
            <a:endParaRPr lang="en-US" altLang="zh-CN" dirty="0"/>
          </a:p>
          <a:p>
            <a:pPr>
              <a:lnSpc>
                <a:spcPct val="150000"/>
              </a:lnSpc>
            </a:pPr>
            <a:r>
              <a:rPr lang="zh-CN" altLang="en-US" dirty="0"/>
              <a:t>从内部看：组织是</a:t>
            </a:r>
            <a:r>
              <a:rPr lang="zh-CN" altLang="en-US" b="1" dirty="0">
                <a:solidFill>
                  <a:srgbClr val="FF0000"/>
                </a:solidFill>
              </a:rPr>
              <a:t>系统</a:t>
            </a:r>
            <a:r>
              <a:rPr lang="zh-CN" altLang="en-US" dirty="0"/>
              <a:t>的集合</a:t>
            </a:r>
            <a:r>
              <a:rPr lang="en-US" altLang="zh-CN" dirty="0"/>
              <a:t>(</a:t>
            </a:r>
            <a:r>
              <a:rPr lang="zh-CN" altLang="en-US" dirty="0"/>
              <a:t>人是一种智能系统</a:t>
            </a:r>
            <a:r>
              <a:rPr lang="en-US" altLang="zh-CN" dirty="0"/>
              <a:t>)</a:t>
            </a:r>
            <a:r>
              <a:rPr lang="zh-CN" altLang="en-US" dirty="0"/>
              <a:t>，用业务序列图来建模。</a:t>
            </a:r>
          </a:p>
        </p:txBody>
      </p:sp>
      <p:pic>
        <p:nvPicPr>
          <p:cNvPr id="8" name="Picture 2"/>
          <p:cNvPicPr>
            <a:picLocks noChangeAspect="1" noChangeArrowheads="1"/>
          </p:cNvPicPr>
          <p:nvPr/>
        </p:nvPicPr>
        <p:blipFill>
          <a:blip r:embed="rId3"/>
          <a:srcRect l="31055" t="35853" r="29101" b="26356"/>
          <a:stretch>
            <a:fillRect/>
          </a:stretch>
        </p:blipFill>
        <p:spPr bwMode="auto">
          <a:xfrm>
            <a:off x="1706930" y="3903838"/>
            <a:ext cx="3357586" cy="1925674"/>
          </a:xfrm>
          <a:prstGeom prst="rect">
            <a:avLst/>
          </a:prstGeom>
          <a:noFill/>
          <a:ln w="9525">
            <a:noFill/>
            <a:miter lim="800000"/>
            <a:headEnd/>
            <a:tailEnd/>
          </a:ln>
          <a:effectLst/>
        </p:spPr>
      </p:pic>
      <p:pic>
        <p:nvPicPr>
          <p:cNvPr id="9" name="Picture 3"/>
          <p:cNvPicPr>
            <a:picLocks noChangeAspect="1" noChangeArrowheads="1"/>
          </p:cNvPicPr>
          <p:nvPr/>
        </p:nvPicPr>
        <p:blipFill>
          <a:blip r:embed="rId4"/>
          <a:srcRect l="28320" t="29651" r="29492" b="18023"/>
          <a:stretch>
            <a:fillRect/>
          </a:stretch>
        </p:blipFill>
        <p:spPr bwMode="auto">
          <a:xfrm>
            <a:off x="5924440" y="3020388"/>
            <a:ext cx="4500594" cy="3375446"/>
          </a:xfrm>
          <a:prstGeom prst="rect">
            <a:avLst/>
          </a:prstGeom>
          <a:noFill/>
          <a:ln w="9525">
            <a:noFill/>
            <a:miter lim="800000"/>
            <a:headEnd/>
            <a:tailEnd/>
          </a:ln>
          <a:effectLst/>
        </p:spPr>
      </p:pic>
      <p:sp>
        <p:nvSpPr>
          <p:cNvPr id="6" name="文本框 5"/>
          <p:cNvSpPr txBox="1"/>
          <p:nvPr/>
        </p:nvSpPr>
        <p:spPr>
          <a:xfrm>
            <a:off x="274320" y="449590"/>
            <a:ext cx="5929828" cy="584775"/>
          </a:xfrm>
          <a:prstGeom prst="rect">
            <a:avLst/>
          </a:prstGeom>
          <a:noFill/>
        </p:spPr>
        <p:txBody>
          <a:bodyPr wrap="none" rtlCol="0">
            <a:spAutoFit/>
          </a:bodyPr>
          <a:lstStyle/>
          <a:p>
            <a:r>
              <a:rPr lang="zh-CN" altLang="en-US" sz="3200" b="1" dirty="0">
                <a:solidFill>
                  <a:srgbClr val="141316"/>
                </a:solidFill>
                <a:latin typeface="微软雅黑" panose="020B0503020204020204" pitchFamily="34" charset="-122"/>
                <a:ea typeface="微软雅黑" panose="020B0503020204020204" pitchFamily="34" charset="-122"/>
              </a:rPr>
              <a:t>业务建模第二步：了解组织现状</a:t>
            </a:r>
          </a:p>
        </p:txBody>
      </p:sp>
      <p:cxnSp>
        <p:nvCxnSpPr>
          <p:cNvPr id="7" name="直接连接符 6"/>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7818120"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8885357"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9952594"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11019831"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8885357" y="797309"/>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5" name="组合 14"/>
          <p:cNvGrpSpPr/>
          <p:nvPr/>
        </p:nvGrpSpPr>
        <p:grpSpPr>
          <a:xfrm>
            <a:off x="6137036" y="595648"/>
            <a:ext cx="491490" cy="318085"/>
            <a:chOff x="3017520" y="601990"/>
            <a:chExt cx="491490" cy="414010"/>
          </a:xfrm>
        </p:grpSpPr>
        <p:sp>
          <p:nvSpPr>
            <p:cNvPr id="16" name="燕尾形 15"/>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7" name="燕尾形 16"/>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8" name="燕尾形 17"/>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additive="base">
                                        <p:cTn id="12" dur="500" fill="hold"/>
                                        <p:tgtEl>
                                          <p:spTgt spid="8"/>
                                        </p:tgtEl>
                                        <p:attrNameLst>
                                          <p:attrName>ppt_x</p:attrName>
                                        </p:attrNameLst>
                                      </p:cBhvr>
                                      <p:tavLst>
                                        <p:tav tm="0">
                                          <p:val>
                                            <p:strVal val="#ppt_x"/>
                                          </p:val>
                                        </p:tav>
                                        <p:tav tm="100000">
                                          <p:val>
                                            <p:strVal val="#ppt_x"/>
                                          </p:val>
                                        </p:tav>
                                      </p:tavLst>
                                    </p:anim>
                                    <p:anim calcmode="lin" valueType="num">
                                      <p:cBhvr additive="base">
                                        <p:cTn id="13"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 calcmode="lin" valueType="num">
                                      <p:cBhvr additive="base">
                                        <p:cTn id="18"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par>
                          <p:cTn id="20" fill="hold">
                            <p:stCondLst>
                              <p:cond delay="500"/>
                            </p:stCondLst>
                            <p:childTnLst>
                              <p:par>
                                <p:cTn id="21" presetID="2" presetClass="entr" presetSubtype="4" fill="hold" nodeType="afterEffect">
                                  <p:stCondLst>
                                    <p:cond delay="0"/>
                                  </p:stCondLst>
                                  <p:childTnLst>
                                    <p:set>
                                      <p:cBhvr>
                                        <p:cTn id="22" dur="1" fill="hold">
                                          <p:stCondLst>
                                            <p:cond delay="0"/>
                                          </p:stCondLst>
                                        </p:cTn>
                                        <p:tgtEl>
                                          <p:spTgt spid="9"/>
                                        </p:tgtEl>
                                        <p:attrNameLst>
                                          <p:attrName>style.visibility</p:attrName>
                                        </p:attrNameLst>
                                      </p:cBhvr>
                                      <p:to>
                                        <p:strVal val="visible"/>
                                      </p:to>
                                    </p:set>
                                    <p:anim calcmode="lin" valueType="num">
                                      <p:cBhvr additive="base">
                                        <p:cTn id="23" dur="500" fill="hold"/>
                                        <p:tgtEl>
                                          <p:spTgt spid="9"/>
                                        </p:tgtEl>
                                        <p:attrNameLst>
                                          <p:attrName>ppt_x</p:attrName>
                                        </p:attrNameLst>
                                      </p:cBhvr>
                                      <p:tavLst>
                                        <p:tav tm="0">
                                          <p:val>
                                            <p:strVal val="#ppt_x"/>
                                          </p:val>
                                        </p:tav>
                                        <p:tav tm="100000">
                                          <p:val>
                                            <p:strVal val="#ppt_x"/>
                                          </p:val>
                                        </p:tav>
                                      </p:tavLst>
                                    </p:anim>
                                    <p:anim calcmode="lin" valueType="num">
                                      <p:cBhvr additive="base">
                                        <p:cTn id="2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Picture 2"/>
          <p:cNvPicPr>
            <a:picLocks noChangeAspect="1" noChangeArrowheads="1"/>
          </p:cNvPicPr>
          <p:nvPr/>
        </p:nvPicPr>
        <p:blipFill>
          <a:blip r:embed="rId3"/>
          <a:srcRect l="15234" t="21318" r="38476" b="16666"/>
          <a:stretch>
            <a:fillRect/>
          </a:stretch>
        </p:blipFill>
        <p:spPr bwMode="auto">
          <a:xfrm>
            <a:off x="4640783" y="2835170"/>
            <a:ext cx="4122217" cy="3339518"/>
          </a:xfrm>
          <a:prstGeom prst="rect">
            <a:avLst/>
          </a:prstGeom>
          <a:noFill/>
          <a:ln w="9525">
            <a:noFill/>
            <a:miter lim="800000"/>
            <a:headEnd/>
            <a:tailEnd/>
          </a:ln>
          <a:effectLst/>
        </p:spPr>
      </p:pic>
      <p:sp>
        <p:nvSpPr>
          <p:cNvPr id="3" name="内容占位符 2"/>
          <p:cNvSpPr>
            <a:spLocks noGrp="1"/>
          </p:cNvSpPr>
          <p:nvPr>
            <p:ph idx="1"/>
          </p:nvPr>
        </p:nvSpPr>
        <p:spPr>
          <a:xfrm>
            <a:off x="609600" y="1331535"/>
            <a:ext cx="10972800" cy="4389120"/>
          </a:xfrm>
        </p:spPr>
        <p:txBody>
          <a:bodyPr/>
          <a:lstStyle/>
          <a:p>
            <a:pPr>
              <a:lnSpc>
                <a:spcPct val="150000"/>
              </a:lnSpc>
            </a:pPr>
            <a:r>
              <a:rPr lang="zh-CN" altLang="en-US" dirty="0"/>
              <a:t>业务用例图帮助我们从</a:t>
            </a:r>
            <a:r>
              <a:rPr lang="zh-CN" altLang="en-US" dirty="0">
                <a:solidFill>
                  <a:srgbClr val="FF0000"/>
                </a:solidFill>
              </a:rPr>
              <a:t>高层次</a:t>
            </a:r>
            <a:r>
              <a:rPr lang="zh-CN" altLang="en-US" dirty="0"/>
              <a:t>了解组织的</a:t>
            </a:r>
            <a:r>
              <a:rPr lang="zh-CN" altLang="en-US" dirty="0">
                <a:solidFill>
                  <a:srgbClr val="FF0000"/>
                </a:solidFill>
              </a:rPr>
              <a:t>业务构成</a:t>
            </a:r>
            <a:r>
              <a:rPr lang="zh-CN" altLang="en-US" dirty="0"/>
              <a:t>。</a:t>
            </a:r>
            <a:endParaRPr lang="en-US" altLang="zh-CN" dirty="0"/>
          </a:p>
          <a:p>
            <a:pPr>
              <a:lnSpc>
                <a:spcPct val="150000"/>
              </a:lnSpc>
            </a:pPr>
            <a:r>
              <a:rPr lang="zh-CN" altLang="en-US" dirty="0"/>
              <a:t>业务用例图的组成</a:t>
            </a:r>
            <a:endParaRPr lang="en-US" altLang="zh-CN" dirty="0"/>
          </a:p>
        </p:txBody>
      </p:sp>
      <p:sp>
        <p:nvSpPr>
          <p:cNvPr id="7" name="线形标注 2(带边框和强调线) 6"/>
          <p:cNvSpPr/>
          <p:nvPr/>
        </p:nvSpPr>
        <p:spPr>
          <a:xfrm>
            <a:off x="9239272" y="3082924"/>
            <a:ext cx="1285884" cy="571504"/>
          </a:xfrm>
          <a:prstGeom prst="accentBorderCallout2">
            <a:avLst>
              <a:gd name="adj1" fmla="val 44147"/>
              <a:gd name="adj2" fmla="val -3818"/>
              <a:gd name="adj3" fmla="val 49226"/>
              <a:gd name="adj4" fmla="val -29083"/>
              <a:gd name="adj5" fmla="val 51936"/>
              <a:gd name="adj6" fmla="val -3935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lvl="1" algn="ctr"/>
            <a:r>
              <a:rPr lang="zh-CN" altLang="en-US" b="1" dirty="0">
                <a:latin typeface="微软雅黑" panose="020B0503020204020204" pitchFamily="34" charset="-122"/>
                <a:ea typeface="微软雅黑" panose="020B0503020204020204" pitchFamily="34" charset="-122"/>
              </a:rPr>
              <a:t>业务组织</a:t>
            </a:r>
            <a:endParaRPr lang="en-US" altLang="zh-CN" b="1" dirty="0">
              <a:latin typeface="微软雅黑" panose="020B0503020204020204" pitchFamily="34" charset="-122"/>
              <a:ea typeface="微软雅黑" panose="020B0503020204020204" pitchFamily="34" charset="-122"/>
            </a:endParaRPr>
          </a:p>
        </p:txBody>
      </p:sp>
      <p:sp>
        <p:nvSpPr>
          <p:cNvPr id="8" name="线形标注 2(带边框和强调线) 7"/>
          <p:cNvSpPr/>
          <p:nvPr/>
        </p:nvSpPr>
        <p:spPr>
          <a:xfrm>
            <a:off x="2452662" y="3797304"/>
            <a:ext cx="1428760" cy="571504"/>
          </a:xfrm>
          <a:prstGeom prst="accentBorderCallout2">
            <a:avLst>
              <a:gd name="adj1" fmla="val 44147"/>
              <a:gd name="adj2" fmla="val 106799"/>
              <a:gd name="adj3" fmla="val 44147"/>
              <a:gd name="adj4" fmla="val 122168"/>
              <a:gd name="adj5" fmla="val 125199"/>
              <a:gd name="adj6" fmla="val 164746"/>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lvl="1" algn="ctr"/>
            <a:r>
              <a:rPr lang="zh-CN" altLang="en-US" b="1" dirty="0">
                <a:latin typeface="微软雅黑" panose="020B0503020204020204" pitchFamily="34" charset="-122"/>
                <a:ea typeface="微软雅黑" panose="020B0503020204020204" pitchFamily="34" charset="-122"/>
              </a:rPr>
              <a:t>业务执行者</a:t>
            </a:r>
            <a:endParaRPr lang="en-US" altLang="zh-CN" b="1" dirty="0">
              <a:latin typeface="微软雅黑" panose="020B0503020204020204" pitchFamily="34" charset="-122"/>
              <a:ea typeface="微软雅黑" panose="020B0503020204020204" pitchFamily="34" charset="-122"/>
            </a:endParaRPr>
          </a:p>
        </p:txBody>
      </p:sp>
      <p:sp>
        <p:nvSpPr>
          <p:cNvPr id="9" name="线形标注 2(带边框和强调线) 8"/>
          <p:cNvSpPr/>
          <p:nvPr/>
        </p:nvSpPr>
        <p:spPr>
          <a:xfrm>
            <a:off x="9239272" y="5368940"/>
            <a:ext cx="1285884" cy="571504"/>
          </a:xfrm>
          <a:prstGeom prst="accentBorderCallout2">
            <a:avLst>
              <a:gd name="adj1" fmla="val 44147"/>
              <a:gd name="adj2" fmla="val -3818"/>
              <a:gd name="adj3" fmla="val 44146"/>
              <a:gd name="adj4" fmla="val -35856"/>
              <a:gd name="adj5" fmla="val 32996"/>
              <a:gd name="adj6" fmla="val -10620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lvl="1" algn="ctr"/>
            <a:r>
              <a:rPr lang="zh-CN" altLang="en-US" b="1" dirty="0">
                <a:latin typeface="微软雅黑" panose="020B0503020204020204" pitchFamily="34" charset="-122"/>
                <a:ea typeface="微软雅黑" panose="020B0503020204020204" pitchFamily="34" charset="-122"/>
              </a:rPr>
              <a:t>业务用例</a:t>
            </a:r>
            <a:endParaRPr lang="en-US" altLang="zh-CN" b="1" dirty="0">
              <a:latin typeface="微软雅黑" panose="020B0503020204020204" pitchFamily="34" charset="-122"/>
              <a:ea typeface="微软雅黑" panose="020B0503020204020204" pitchFamily="34" charset="-122"/>
            </a:endParaRPr>
          </a:p>
        </p:txBody>
      </p:sp>
      <p:sp>
        <p:nvSpPr>
          <p:cNvPr id="10" name="文本框 9"/>
          <p:cNvSpPr txBox="1"/>
          <p:nvPr/>
        </p:nvSpPr>
        <p:spPr>
          <a:xfrm>
            <a:off x="274320" y="449590"/>
            <a:ext cx="2236510" cy="584775"/>
          </a:xfrm>
          <a:prstGeom prst="rect">
            <a:avLst/>
          </a:prstGeom>
          <a:noFill/>
        </p:spPr>
        <p:txBody>
          <a:bodyPr wrap="none" rtlCol="0">
            <a:spAutoFit/>
          </a:bodyPr>
          <a:lstStyle/>
          <a:p>
            <a:r>
              <a:rPr lang="zh-CN" altLang="en-US" sz="3200" b="1" dirty="0">
                <a:solidFill>
                  <a:srgbClr val="141316"/>
                </a:solidFill>
                <a:latin typeface="微软雅黑" panose="020B0503020204020204" pitchFamily="34" charset="-122"/>
                <a:ea typeface="微软雅黑" panose="020B0503020204020204" pitchFamily="34" charset="-122"/>
              </a:rPr>
              <a:t>业务用例图</a:t>
            </a:r>
          </a:p>
        </p:txBody>
      </p:sp>
      <p:cxnSp>
        <p:nvCxnSpPr>
          <p:cNvPr id="11" name="直接连接符 10"/>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sp>
        <p:nvSpPr>
          <p:cNvPr id="12" name="矩形 11"/>
          <p:cNvSpPr/>
          <p:nvPr/>
        </p:nvSpPr>
        <p:spPr>
          <a:xfrm>
            <a:off x="7818120"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8885357"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9952594"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11019831"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8885357" y="810372"/>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7" name="组合 16"/>
          <p:cNvGrpSpPr/>
          <p:nvPr/>
        </p:nvGrpSpPr>
        <p:grpSpPr>
          <a:xfrm>
            <a:off x="2539405" y="606224"/>
            <a:ext cx="491490" cy="318085"/>
            <a:chOff x="3017520" y="601990"/>
            <a:chExt cx="491490" cy="414010"/>
          </a:xfrm>
        </p:grpSpPr>
        <p:sp>
          <p:nvSpPr>
            <p:cNvPr id="18" name="燕尾形 17"/>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9" name="燕尾形 18"/>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0" name="燕尾形 19"/>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23" name="线形标注 2(带边框和强调线) 22"/>
          <p:cNvSpPr/>
          <p:nvPr/>
        </p:nvSpPr>
        <p:spPr>
          <a:xfrm>
            <a:off x="9239272" y="5368940"/>
            <a:ext cx="1285884" cy="571504"/>
          </a:xfrm>
          <a:prstGeom prst="accentBorderCallout2">
            <a:avLst>
              <a:gd name="adj1" fmla="val 44147"/>
              <a:gd name="adj2" fmla="val -3818"/>
              <a:gd name="adj3" fmla="val 44146"/>
              <a:gd name="adj4" fmla="val -35856"/>
              <a:gd name="adj5" fmla="val -121579"/>
              <a:gd name="adj6" fmla="val -11102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lvl="1" algn="ctr"/>
            <a:r>
              <a:rPr lang="zh-CN" altLang="en-US" b="1" dirty="0">
                <a:latin typeface="微软雅黑" panose="020B0503020204020204" pitchFamily="34" charset="-122"/>
                <a:ea typeface="微软雅黑" panose="020B0503020204020204" pitchFamily="34" charset="-122"/>
              </a:rPr>
              <a:t>业务用例</a:t>
            </a:r>
            <a:endParaRPr lang="en-US" altLang="zh-CN" b="1" dirty="0">
              <a:latin typeface="微软雅黑" panose="020B0503020204020204" pitchFamily="34" charset="-122"/>
              <a:ea typeface="微软雅黑" panose="020B0503020204020204" pitchFamily="34" charset="-122"/>
            </a:endParaRPr>
          </a:p>
        </p:txBody>
      </p:sp>
      <p:sp>
        <p:nvSpPr>
          <p:cNvPr id="24" name="线形标注 2(带边框和强调线) 23"/>
          <p:cNvSpPr/>
          <p:nvPr/>
        </p:nvSpPr>
        <p:spPr>
          <a:xfrm>
            <a:off x="9239272" y="5357385"/>
            <a:ext cx="1285884" cy="571504"/>
          </a:xfrm>
          <a:prstGeom prst="accentBorderCallout2">
            <a:avLst>
              <a:gd name="adj1" fmla="val 44147"/>
              <a:gd name="adj2" fmla="val -3818"/>
              <a:gd name="adj3" fmla="val 44146"/>
              <a:gd name="adj4" fmla="val -35856"/>
              <a:gd name="adj5" fmla="val -292426"/>
              <a:gd name="adj6" fmla="val -10861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lvl="1" algn="ctr"/>
            <a:r>
              <a:rPr lang="zh-CN" altLang="en-US" b="1" dirty="0">
                <a:latin typeface="微软雅黑" panose="020B0503020204020204" pitchFamily="34" charset="-122"/>
                <a:ea typeface="微软雅黑" panose="020B0503020204020204" pitchFamily="34" charset="-122"/>
              </a:rPr>
              <a:t>业务用例</a:t>
            </a:r>
            <a:endParaRPr lang="en-US" altLang="zh-CN" b="1" dirty="0">
              <a:latin typeface="微软雅黑" panose="020B0503020204020204" pitchFamily="34" charset="-122"/>
              <a:ea typeface="微软雅黑" panose="020B0503020204020204" pitchFamily="34" charset="-122"/>
            </a:endParaRPr>
          </a:p>
        </p:txBody>
      </p:sp>
      <p:sp>
        <p:nvSpPr>
          <p:cNvPr id="2" name="TextBox 1"/>
          <p:cNvSpPr txBox="1"/>
          <p:nvPr/>
        </p:nvSpPr>
        <p:spPr>
          <a:xfrm>
            <a:off x="6958738" y="2912660"/>
            <a:ext cx="728421" cy="307777"/>
          </a:xfrm>
          <a:prstGeom prst="rect">
            <a:avLst/>
          </a:prstGeom>
          <a:solidFill>
            <a:srgbClr val="B3C0DF"/>
          </a:solidFill>
        </p:spPr>
        <p:txBody>
          <a:bodyPr wrap="square" rtlCol="0">
            <a:spAutoFit/>
          </a:bodyPr>
          <a:lstStyle/>
          <a:p>
            <a:r>
              <a:rPr lang="zh-CN" altLang="en-US" sz="1400" b="1" dirty="0"/>
              <a:t>银行</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500"/>
                                        <p:tgtEl>
                                          <p:spTgt spid="2"/>
                                        </p:tgtEl>
                                      </p:cBhvr>
                                    </p:animEffect>
                                  </p:childTnLst>
                                </p:cTn>
                              </p:par>
                              <p:par>
                                <p:cTn id="11" presetID="10" presetClass="entr" presetSubtype="0" fill="hold" nodeType="withEffect">
                                  <p:stCondLst>
                                    <p:cond delay="0"/>
                                  </p:stCondLst>
                                  <p:childTnLst>
                                    <p:set>
                                      <p:cBhvr>
                                        <p:cTn id="12" dur="1" fill="hold">
                                          <p:stCondLst>
                                            <p:cond delay="0"/>
                                          </p:stCondLst>
                                        </p:cTn>
                                        <p:tgtEl>
                                          <p:spTgt spid="21"/>
                                        </p:tgtEl>
                                        <p:attrNameLst>
                                          <p:attrName>style.visibility</p:attrName>
                                        </p:attrNameLst>
                                      </p:cBhvr>
                                      <p:to>
                                        <p:strVal val="visible"/>
                                      </p:to>
                                    </p:set>
                                    <p:animEffect transition="in" filter="fade">
                                      <p:cBhvr>
                                        <p:cTn id="13" dur="500"/>
                                        <p:tgtEl>
                                          <p:spTgt spid="21"/>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7"/>
                                        </p:tgtEl>
                                        <p:attrNameLst>
                                          <p:attrName>style.visibility</p:attrName>
                                        </p:attrNameLst>
                                      </p:cBhvr>
                                      <p:to>
                                        <p:strVal val="visible"/>
                                      </p:to>
                                    </p:set>
                                    <p:anim calcmode="lin" valueType="num">
                                      <p:cBhvr additive="base">
                                        <p:cTn id="18" dur="500" fill="hold"/>
                                        <p:tgtEl>
                                          <p:spTgt spid="7"/>
                                        </p:tgtEl>
                                        <p:attrNameLst>
                                          <p:attrName>ppt_x</p:attrName>
                                        </p:attrNameLst>
                                      </p:cBhvr>
                                      <p:tavLst>
                                        <p:tav tm="0">
                                          <p:val>
                                            <p:strVal val="#ppt_x"/>
                                          </p:val>
                                        </p:tav>
                                        <p:tav tm="100000">
                                          <p:val>
                                            <p:strVal val="#ppt_x"/>
                                          </p:val>
                                        </p:tav>
                                      </p:tavLst>
                                    </p:anim>
                                    <p:anim calcmode="lin" valueType="num">
                                      <p:cBhvr additive="base">
                                        <p:cTn id="19"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anim calcmode="lin" valueType="num">
                                      <p:cBhvr additive="base">
                                        <p:cTn id="24" dur="500" fill="hold"/>
                                        <p:tgtEl>
                                          <p:spTgt spid="8"/>
                                        </p:tgtEl>
                                        <p:attrNameLst>
                                          <p:attrName>ppt_x</p:attrName>
                                        </p:attrNameLst>
                                      </p:cBhvr>
                                      <p:tavLst>
                                        <p:tav tm="0">
                                          <p:val>
                                            <p:strVal val="#ppt_x"/>
                                          </p:val>
                                        </p:tav>
                                        <p:tav tm="100000">
                                          <p:val>
                                            <p:strVal val="#ppt_x"/>
                                          </p:val>
                                        </p:tav>
                                      </p:tavLst>
                                    </p:anim>
                                    <p:anim calcmode="lin" valueType="num">
                                      <p:cBhvr additive="base">
                                        <p:cTn id="25"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9"/>
                                        </p:tgtEl>
                                        <p:attrNameLst>
                                          <p:attrName>style.visibility</p:attrName>
                                        </p:attrNameLst>
                                      </p:cBhvr>
                                      <p:to>
                                        <p:strVal val="visible"/>
                                      </p:to>
                                    </p:set>
                                    <p:anim calcmode="lin" valueType="num">
                                      <p:cBhvr additive="base">
                                        <p:cTn id="30" dur="500" fill="hold"/>
                                        <p:tgtEl>
                                          <p:spTgt spid="9"/>
                                        </p:tgtEl>
                                        <p:attrNameLst>
                                          <p:attrName>ppt_x</p:attrName>
                                        </p:attrNameLst>
                                      </p:cBhvr>
                                      <p:tavLst>
                                        <p:tav tm="0">
                                          <p:val>
                                            <p:strVal val="#ppt_x"/>
                                          </p:val>
                                        </p:tav>
                                        <p:tav tm="100000">
                                          <p:val>
                                            <p:strVal val="#ppt_x"/>
                                          </p:val>
                                        </p:tav>
                                      </p:tavLst>
                                    </p:anim>
                                    <p:anim calcmode="lin" valueType="num">
                                      <p:cBhvr additive="base">
                                        <p:cTn id="31" dur="500" fill="hold"/>
                                        <p:tgtEl>
                                          <p:spTgt spid="9"/>
                                        </p:tgtEl>
                                        <p:attrNameLst>
                                          <p:attrName>ppt_y</p:attrName>
                                        </p:attrNameLst>
                                      </p:cBhvr>
                                      <p:tavLst>
                                        <p:tav tm="0">
                                          <p:val>
                                            <p:strVal val="1+#ppt_h/2"/>
                                          </p:val>
                                        </p:tav>
                                        <p:tav tm="100000">
                                          <p:val>
                                            <p:strVal val="#ppt_y"/>
                                          </p:val>
                                        </p:tav>
                                      </p:tavLst>
                                    </p:anim>
                                  </p:childTnLst>
                                </p:cTn>
                              </p:par>
                              <p:par>
                                <p:cTn id="32" presetID="2" presetClass="entr" presetSubtype="4" fill="hold" grpId="0" nodeType="withEffect">
                                  <p:stCondLst>
                                    <p:cond delay="0"/>
                                  </p:stCondLst>
                                  <p:childTnLst>
                                    <p:set>
                                      <p:cBhvr>
                                        <p:cTn id="33" dur="1" fill="hold">
                                          <p:stCondLst>
                                            <p:cond delay="0"/>
                                          </p:stCondLst>
                                        </p:cTn>
                                        <p:tgtEl>
                                          <p:spTgt spid="23"/>
                                        </p:tgtEl>
                                        <p:attrNameLst>
                                          <p:attrName>style.visibility</p:attrName>
                                        </p:attrNameLst>
                                      </p:cBhvr>
                                      <p:to>
                                        <p:strVal val="visible"/>
                                      </p:to>
                                    </p:set>
                                    <p:anim calcmode="lin" valueType="num">
                                      <p:cBhvr additive="base">
                                        <p:cTn id="34" dur="500" fill="hold"/>
                                        <p:tgtEl>
                                          <p:spTgt spid="23"/>
                                        </p:tgtEl>
                                        <p:attrNameLst>
                                          <p:attrName>ppt_x</p:attrName>
                                        </p:attrNameLst>
                                      </p:cBhvr>
                                      <p:tavLst>
                                        <p:tav tm="0">
                                          <p:val>
                                            <p:strVal val="#ppt_x"/>
                                          </p:val>
                                        </p:tav>
                                        <p:tav tm="100000">
                                          <p:val>
                                            <p:strVal val="#ppt_x"/>
                                          </p:val>
                                        </p:tav>
                                      </p:tavLst>
                                    </p:anim>
                                    <p:anim calcmode="lin" valueType="num">
                                      <p:cBhvr additive="base">
                                        <p:cTn id="35" dur="500" fill="hold"/>
                                        <p:tgtEl>
                                          <p:spTgt spid="23"/>
                                        </p:tgtEl>
                                        <p:attrNameLst>
                                          <p:attrName>ppt_y</p:attrName>
                                        </p:attrNameLst>
                                      </p:cBhvr>
                                      <p:tavLst>
                                        <p:tav tm="0">
                                          <p:val>
                                            <p:strVal val="1+#ppt_h/2"/>
                                          </p:val>
                                        </p:tav>
                                        <p:tav tm="100000">
                                          <p:val>
                                            <p:strVal val="#ppt_y"/>
                                          </p:val>
                                        </p:tav>
                                      </p:tavLst>
                                    </p:anim>
                                  </p:childTnLst>
                                </p:cTn>
                              </p:par>
                              <p:par>
                                <p:cTn id="36" presetID="2" presetClass="entr" presetSubtype="4" fill="hold" grpId="0" nodeType="withEffect">
                                  <p:stCondLst>
                                    <p:cond delay="0"/>
                                  </p:stCondLst>
                                  <p:childTnLst>
                                    <p:set>
                                      <p:cBhvr>
                                        <p:cTn id="37" dur="1" fill="hold">
                                          <p:stCondLst>
                                            <p:cond delay="0"/>
                                          </p:stCondLst>
                                        </p:cTn>
                                        <p:tgtEl>
                                          <p:spTgt spid="24"/>
                                        </p:tgtEl>
                                        <p:attrNameLst>
                                          <p:attrName>style.visibility</p:attrName>
                                        </p:attrNameLst>
                                      </p:cBhvr>
                                      <p:to>
                                        <p:strVal val="visible"/>
                                      </p:to>
                                    </p:set>
                                    <p:anim calcmode="lin" valueType="num">
                                      <p:cBhvr additive="base">
                                        <p:cTn id="38" dur="500" fill="hold"/>
                                        <p:tgtEl>
                                          <p:spTgt spid="24"/>
                                        </p:tgtEl>
                                        <p:attrNameLst>
                                          <p:attrName>ppt_x</p:attrName>
                                        </p:attrNameLst>
                                      </p:cBhvr>
                                      <p:tavLst>
                                        <p:tav tm="0">
                                          <p:val>
                                            <p:strVal val="#ppt_x"/>
                                          </p:val>
                                        </p:tav>
                                        <p:tav tm="100000">
                                          <p:val>
                                            <p:strVal val="#ppt_x"/>
                                          </p:val>
                                        </p:tav>
                                      </p:tavLst>
                                    </p:anim>
                                    <p:anim calcmode="lin" valueType="num">
                                      <p:cBhvr additive="base">
                                        <p:cTn id="39"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8" grpId="0" bldLvl="0" animBg="1"/>
      <p:bldP spid="9" grpId="0" bldLvl="0" animBg="1"/>
      <p:bldP spid="23" grpId="0" bldLvl="0" animBg="1"/>
      <p:bldP spid="24" grpId="0" bldLvl="0" animBg="1"/>
      <p:bldP spid="2"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08400" y="1342800"/>
            <a:ext cx="10450077" cy="4389120"/>
          </a:xfrm>
        </p:spPr>
        <p:txBody>
          <a:bodyPr/>
          <a:lstStyle/>
          <a:p>
            <a:pPr>
              <a:lnSpc>
                <a:spcPct val="150000"/>
              </a:lnSpc>
            </a:pPr>
            <a:r>
              <a:rPr lang="zh-CN" altLang="en-US" b="1" dirty="0"/>
              <a:t>业务执行者</a:t>
            </a:r>
            <a:r>
              <a:rPr lang="en-US" altLang="zh-CN" b="1" dirty="0"/>
              <a:t>[Business  Actor]</a:t>
            </a:r>
            <a:endParaRPr lang="en-US" altLang="zh-CN" dirty="0"/>
          </a:p>
          <a:p>
            <a:pPr lvl="1">
              <a:lnSpc>
                <a:spcPct val="150000"/>
              </a:lnSpc>
              <a:buFont typeface="Wingdings" panose="05000000000000000000" pitchFamily="2" charset="2"/>
              <a:buChar char="Ø"/>
            </a:pPr>
            <a:r>
              <a:rPr lang="zh-CN" altLang="en-US" dirty="0"/>
              <a:t> 在组织之</a:t>
            </a:r>
            <a:r>
              <a:rPr lang="zh-CN" altLang="en-US" dirty="0">
                <a:solidFill>
                  <a:srgbClr val="FF0000"/>
                </a:solidFill>
              </a:rPr>
              <a:t>外</a:t>
            </a:r>
            <a:r>
              <a:rPr lang="zh-CN" altLang="en-US" dirty="0"/>
              <a:t>和组织交互的</a:t>
            </a:r>
            <a:r>
              <a:rPr lang="zh-CN" altLang="en-US" dirty="0">
                <a:solidFill>
                  <a:srgbClr val="FF0000"/>
                </a:solidFill>
              </a:rPr>
              <a:t>人群或组织</a:t>
            </a:r>
            <a:r>
              <a:rPr lang="zh-CN" altLang="en-US" dirty="0"/>
              <a:t>。</a:t>
            </a:r>
            <a:endParaRPr lang="en-US" altLang="zh-CN" dirty="0"/>
          </a:p>
          <a:p>
            <a:pPr lvl="1">
              <a:lnSpc>
                <a:spcPct val="150000"/>
              </a:lnSpc>
              <a:buFont typeface="Wingdings" panose="05000000000000000000" pitchFamily="2" charset="2"/>
              <a:buChar char="Ø"/>
            </a:pPr>
            <a:r>
              <a:rPr lang="zh-CN" altLang="en-US" dirty="0"/>
              <a:t> 例如储户是银行的业务执行者，食客是餐馆的业务执行者。</a:t>
            </a:r>
            <a:endParaRPr lang="en-US" altLang="zh-CN" dirty="0"/>
          </a:p>
        </p:txBody>
      </p:sp>
      <p:pic>
        <p:nvPicPr>
          <p:cNvPr id="1029" name="Picture 5"/>
          <p:cNvPicPr>
            <a:picLocks noChangeAspect="1" noChangeArrowheads="1"/>
          </p:cNvPicPr>
          <p:nvPr/>
        </p:nvPicPr>
        <p:blipFill>
          <a:blip r:embed="rId3"/>
          <a:srcRect l="15625" t="23972" r="18750" b="13331"/>
          <a:stretch>
            <a:fillRect/>
          </a:stretch>
        </p:blipFill>
        <p:spPr bwMode="auto">
          <a:xfrm>
            <a:off x="4952992" y="3663952"/>
            <a:ext cx="1500198" cy="2428892"/>
          </a:xfrm>
          <a:prstGeom prst="rect">
            <a:avLst/>
          </a:prstGeom>
          <a:noFill/>
          <a:ln w="9525">
            <a:noFill/>
            <a:miter lim="800000"/>
            <a:headEnd/>
            <a:tailEnd/>
          </a:ln>
          <a:effectLst/>
        </p:spPr>
      </p:pic>
      <p:sp>
        <p:nvSpPr>
          <p:cNvPr id="5" name="文本框 4"/>
          <p:cNvSpPr txBox="1"/>
          <p:nvPr/>
        </p:nvSpPr>
        <p:spPr>
          <a:xfrm>
            <a:off x="274320" y="449590"/>
            <a:ext cx="3057247" cy="584775"/>
          </a:xfrm>
          <a:prstGeom prst="rect">
            <a:avLst/>
          </a:prstGeom>
          <a:noFill/>
        </p:spPr>
        <p:txBody>
          <a:bodyPr wrap="none" rtlCol="0">
            <a:spAutoFit/>
          </a:bodyPr>
          <a:lstStyle/>
          <a:p>
            <a:r>
              <a:rPr lang="zh-CN" altLang="en-US" sz="3200" b="1" dirty="0">
                <a:solidFill>
                  <a:srgbClr val="141316"/>
                </a:solidFill>
                <a:latin typeface="微软雅黑" panose="020B0503020204020204" pitchFamily="34" charset="-122"/>
                <a:ea typeface="微软雅黑" panose="020B0503020204020204" pitchFamily="34" charset="-122"/>
              </a:rPr>
              <a:t>识别业务执行者</a:t>
            </a:r>
          </a:p>
        </p:txBody>
      </p:sp>
      <p:cxnSp>
        <p:nvCxnSpPr>
          <p:cNvPr id="6" name="直接连接符 5"/>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sp>
        <p:nvSpPr>
          <p:cNvPr id="7" name="矩形 6"/>
          <p:cNvSpPr/>
          <p:nvPr/>
        </p:nvSpPr>
        <p:spPr>
          <a:xfrm>
            <a:off x="7818120"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8885357"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9952594"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11019831"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8885357" y="797309"/>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2" name="组合 11"/>
          <p:cNvGrpSpPr/>
          <p:nvPr/>
        </p:nvGrpSpPr>
        <p:grpSpPr>
          <a:xfrm>
            <a:off x="3331567" y="646137"/>
            <a:ext cx="491490" cy="318085"/>
            <a:chOff x="3017520" y="601990"/>
            <a:chExt cx="491490" cy="414010"/>
          </a:xfrm>
        </p:grpSpPr>
        <p:sp>
          <p:nvSpPr>
            <p:cNvPr id="13" name="燕尾形 12"/>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4" name="燕尾形 13"/>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5" name="燕尾形 14"/>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3"/>
          <p:cNvPicPr>
            <a:picLocks noChangeAspect="1" noChangeArrowheads="1"/>
          </p:cNvPicPr>
          <p:nvPr/>
        </p:nvPicPr>
        <p:blipFill>
          <a:blip r:embed="rId2"/>
          <a:srcRect l="8677" t="11628" r="6283" b="9302"/>
          <a:stretch>
            <a:fillRect/>
          </a:stretch>
        </p:blipFill>
        <p:spPr bwMode="auto">
          <a:xfrm>
            <a:off x="2024034" y="2533646"/>
            <a:ext cx="3843644" cy="2667018"/>
          </a:xfrm>
          <a:prstGeom prst="rect">
            <a:avLst/>
          </a:prstGeom>
          <a:noFill/>
          <a:ln w="9525">
            <a:noFill/>
            <a:miter lim="800000"/>
            <a:headEnd/>
            <a:tailEnd/>
          </a:ln>
          <a:effectLst/>
        </p:spPr>
      </p:pic>
      <p:pic>
        <p:nvPicPr>
          <p:cNvPr id="9" name="Picture 4"/>
          <p:cNvPicPr>
            <a:picLocks noChangeAspect="1" noChangeArrowheads="1"/>
          </p:cNvPicPr>
          <p:nvPr/>
        </p:nvPicPr>
        <p:blipFill>
          <a:blip r:embed="rId3"/>
          <a:srcRect l="8721" t="12000" r="6249" b="9999"/>
          <a:stretch>
            <a:fillRect/>
          </a:stretch>
        </p:blipFill>
        <p:spPr bwMode="auto">
          <a:xfrm>
            <a:off x="6453190" y="2533645"/>
            <a:ext cx="4000528" cy="2667019"/>
          </a:xfrm>
          <a:prstGeom prst="rect">
            <a:avLst/>
          </a:prstGeom>
          <a:noFill/>
          <a:ln w="9525">
            <a:noFill/>
            <a:miter lim="800000"/>
            <a:headEnd/>
            <a:tailEnd/>
          </a:ln>
          <a:effectLst/>
        </p:spPr>
      </p:pic>
      <p:sp>
        <p:nvSpPr>
          <p:cNvPr id="10" name="矩形 9"/>
          <p:cNvSpPr/>
          <p:nvPr/>
        </p:nvSpPr>
        <p:spPr>
          <a:xfrm>
            <a:off x="1881158" y="2557458"/>
            <a:ext cx="1071570" cy="257176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6096000" y="2557458"/>
            <a:ext cx="1071570" cy="257176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p:cNvSpPr txBox="1"/>
          <p:nvPr/>
        </p:nvSpPr>
        <p:spPr>
          <a:xfrm>
            <a:off x="274320" y="449590"/>
            <a:ext cx="3877985" cy="584775"/>
          </a:xfrm>
          <a:prstGeom prst="rect">
            <a:avLst/>
          </a:prstGeom>
          <a:noFill/>
        </p:spPr>
        <p:txBody>
          <a:bodyPr wrap="none" rtlCol="0">
            <a:spAutoFit/>
          </a:bodyPr>
          <a:lstStyle/>
          <a:p>
            <a:r>
              <a:rPr lang="zh-CN" altLang="en-US" sz="3200" b="1" dirty="0">
                <a:solidFill>
                  <a:srgbClr val="141316"/>
                </a:solidFill>
                <a:latin typeface="微软雅黑" panose="020B0503020204020204" pitchFamily="34" charset="-122"/>
                <a:ea typeface="微软雅黑" panose="020B0503020204020204" pitchFamily="34" charset="-122"/>
              </a:rPr>
              <a:t>识别业务执行者用例</a:t>
            </a:r>
          </a:p>
        </p:txBody>
      </p:sp>
      <p:cxnSp>
        <p:nvCxnSpPr>
          <p:cNvPr id="13" name="直接连接符 12"/>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sp>
        <p:nvSpPr>
          <p:cNvPr id="14" name="矩形 13"/>
          <p:cNvSpPr/>
          <p:nvPr/>
        </p:nvSpPr>
        <p:spPr>
          <a:xfrm>
            <a:off x="7818120"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8885357"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9952594"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p:nvPr/>
        </p:nvSpPr>
        <p:spPr>
          <a:xfrm>
            <a:off x="11019831"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8885357" y="797309"/>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9" name="组合 18"/>
          <p:cNvGrpSpPr/>
          <p:nvPr/>
        </p:nvGrpSpPr>
        <p:grpSpPr>
          <a:xfrm>
            <a:off x="4152305" y="601915"/>
            <a:ext cx="491490" cy="318085"/>
            <a:chOff x="3017520" y="601990"/>
            <a:chExt cx="491490" cy="414010"/>
          </a:xfrm>
        </p:grpSpPr>
        <p:sp>
          <p:nvSpPr>
            <p:cNvPr id="20" name="燕尾形 19"/>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1" name="燕尾形 20"/>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2" name="燕尾形 21"/>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2" name="TextBox 1"/>
          <p:cNvSpPr txBox="1"/>
          <p:nvPr/>
        </p:nvSpPr>
        <p:spPr>
          <a:xfrm>
            <a:off x="3657600" y="2645104"/>
            <a:ext cx="1814052" cy="461665"/>
          </a:xfrm>
          <a:prstGeom prst="rect">
            <a:avLst/>
          </a:prstGeom>
          <a:solidFill>
            <a:schemeClr val="bg1">
              <a:lumMod val="95000"/>
            </a:schemeClr>
          </a:solidFill>
        </p:spPr>
        <p:txBody>
          <a:bodyPr wrap="square" rtlCol="0">
            <a:spAutoFit/>
          </a:bodyPr>
          <a:lstStyle/>
          <a:p>
            <a:r>
              <a:rPr lang="zh-CN" altLang="en-US" sz="2400" dirty="0">
                <a:latin typeface="微软雅黑" panose="020B0503020204020204" pitchFamily="34" charset="-122"/>
                <a:ea typeface="微软雅黑" panose="020B0503020204020204" pitchFamily="34" charset="-122"/>
              </a:rPr>
              <a:t>保和堂医院</a:t>
            </a:r>
          </a:p>
        </p:txBody>
      </p:sp>
      <p:sp>
        <p:nvSpPr>
          <p:cNvPr id="23" name="TextBox 22"/>
          <p:cNvSpPr txBox="1"/>
          <p:nvPr/>
        </p:nvSpPr>
        <p:spPr>
          <a:xfrm>
            <a:off x="8290560" y="2645103"/>
            <a:ext cx="1814052" cy="461665"/>
          </a:xfrm>
          <a:prstGeom prst="rect">
            <a:avLst/>
          </a:prstGeom>
          <a:solidFill>
            <a:schemeClr val="bg1">
              <a:lumMod val="85000"/>
            </a:schemeClr>
          </a:solidFill>
        </p:spPr>
        <p:txBody>
          <a:bodyPr wrap="square" rtlCol="0">
            <a:spAutoFit/>
          </a:bodyPr>
          <a:lstStyle/>
          <a:p>
            <a:r>
              <a:rPr lang="zh-CN" altLang="en-US" sz="2400" dirty="0">
                <a:latin typeface="微软雅黑" panose="020B0503020204020204" pitchFamily="34" charset="-122"/>
                <a:ea typeface="微软雅黑" panose="020B0503020204020204" pitchFamily="34" charset="-122"/>
              </a:rPr>
              <a:t>明德大学</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4" fill="hold" grpId="0" nodeType="clickEffect">
                                  <p:stCondLst>
                                    <p:cond delay="0"/>
                                  </p:stCondLst>
                                  <p:childTnLst>
                                    <p:anim calcmode="lin" valueType="num">
                                      <p:cBhvr additive="base">
                                        <p:cTn id="6" dur="500"/>
                                        <p:tgtEl>
                                          <p:spTgt spid="10"/>
                                        </p:tgtEl>
                                        <p:attrNameLst>
                                          <p:attrName>ppt_x</p:attrName>
                                        </p:attrNameLst>
                                      </p:cBhvr>
                                      <p:tavLst>
                                        <p:tav tm="0">
                                          <p:val>
                                            <p:strVal val="ppt_x"/>
                                          </p:val>
                                        </p:tav>
                                        <p:tav tm="100000">
                                          <p:val>
                                            <p:strVal val="ppt_x"/>
                                          </p:val>
                                        </p:tav>
                                      </p:tavLst>
                                    </p:anim>
                                    <p:anim calcmode="lin" valueType="num">
                                      <p:cBhvr additive="base">
                                        <p:cTn id="7" dur="500"/>
                                        <p:tgtEl>
                                          <p:spTgt spid="10"/>
                                        </p:tgtEl>
                                        <p:attrNameLst>
                                          <p:attrName>ppt_y</p:attrName>
                                        </p:attrNameLst>
                                      </p:cBhvr>
                                      <p:tavLst>
                                        <p:tav tm="0">
                                          <p:val>
                                            <p:strVal val="ppt_y"/>
                                          </p:val>
                                        </p:tav>
                                        <p:tav tm="100000">
                                          <p:val>
                                            <p:strVal val="1+ppt_h/2"/>
                                          </p:val>
                                        </p:tav>
                                      </p:tavLst>
                                    </p:anim>
                                    <p:set>
                                      <p:cBhvr>
                                        <p:cTn id="8" dur="1" fill="hold">
                                          <p:stCondLst>
                                            <p:cond delay="499"/>
                                          </p:stCondLst>
                                        </p:cTn>
                                        <p:tgtEl>
                                          <p:spTgt spid="10"/>
                                        </p:tgtEl>
                                        <p:attrNameLst>
                                          <p:attrName>style.visibility</p:attrName>
                                        </p:attrNameLst>
                                      </p:cBhvr>
                                      <p:to>
                                        <p:strVal val="hidden"/>
                                      </p:to>
                                    </p:set>
                                  </p:childTnLst>
                                </p:cTn>
                              </p:par>
                            </p:childTnLst>
                          </p:cTn>
                        </p:par>
                      </p:childTnLst>
                    </p:cTn>
                  </p:par>
                  <p:par>
                    <p:cTn id="9" fill="hold">
                      <p:stCondLst>
                        <p:cond delay="indefinite"/>
                      </p:stCondLst>
                      <p:childTnLst>
                        <p:par>
                          <p:cTn id="10" fill="hold">
                            <p:stCondLst>
                              <p:cond delay="0"/>
                            </p:stCondLst>
                            <p:childTnLst>
                              <p:par>
                                <p:cTn id="11" presetID="2" presetClass="exit" presetSubtype="4" fill="hold" grpId="0" nodeType="clickEffect">
                                  <p:stCondLst>
                                    <p:cond delay="0"/>
                                  </p:stCondLst>
                                  <p:childTnLst>
                                    <p:anim calcmode="lin" valueType="num">
                                      <p:cBhvr additive="base">
                                        <p:cTn id="12" dur="500"/>
                                        <p:tgtEl>
                                          <p:spTgt spid="11"/>
                                        </p:tgtEl>
                                        <p:attrNameLst>
                                          <p:attrName>ppt_x</p:attrName>
                                        </p:attrNameLst>
                                      </p:cBhvr>
                                      <p:tavLst>
                                        <p:tav tm="0">
                                          <p:val>
                                            <p:strVal val="ppt_x"/>
                                          </p:val>
                                        </p:tav>
                                        <p:tav tm="100000">
                                          <p:val>
                                            <p:strVal val="ppt_x"/>
                                          </p:val>
                                        </p:tav>
                                      </p:tavLst>
                                    </p:anim>
                                    <p:anim calcmode="lin" valueType="num">
                                      <p:cBhvr additive="base">
                                        <p:cTn id="13" dur="500"/>
                                        <p:tgtEl>
                                          <p:spTgt spid="11"/>
                                        </p:tgtEl>
                                        <p:attrNameLst>
                                          <p:attrName>ppt_y</p:attrName>
                                        </p:attrNameLst>
                                      </p:cBhvr>
                                      <p:tavLst>
                                        <p:tav tm="0">
                                          <p:val>
                                            <p:strVal val="ppt_y"/>
                                          </p:val>
                                        </p:tav>
                                        <p:tav tm="100000">
                                          <p:val>
                                            <p:strVal val="1+ppt_h/2"/>
                                          </p:val>
                                        </p:tav>
                                      </p:tavLst>
                                    </p:anim>
                                    <p:set>
                                      <p:cBhvr>
                                        <p:cTn id="14" dur="1" fill="hold">
                                          <p:stCondLst>
                                            <p:cond delay="499"/>
                                          </p:stCondLst>
                                        </p:cTn>
                                        <p:tgtEl>
                                          <p:spTgt spid="1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ldLvl="0" animBg="1"/>
      <p:bldP spid="11" grpId="0" bldLvl="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7347" name="Picture 3"/>
          <p:cNvPicPr>
            <a:picLocks noChangeAspect="1" noChangeArrowheads="1"/>
          </p:cNvPicPr>
          <p:nvPr/>
        </p:nvPicPr>
        <p:blipFill>
          <a:blip r:embed="rId3"/>
          <a:srcRect/>
          <a:stretch>
            <a:fillRect/>
          </a:stretch>
        </p:blipFill>
        <p:spPr bwMode="auto">
          <a:xfrm>
            <a:off x="4810117" y="3786191"/>
            <a:ext cx="2412083" cy="1557167"/>
          </a:xfrm>
          <a:prstGeom prst="rect">
            <a:avLst/>
          </a:prstGeom>
          <a:noFill/>
          <a:ln w="9525">
            <a:noFill/>
            <a:miter lim="800000"/>
            <a:headEnd/>
            <a:tailEnd/>
          </a:ln>
          <a:effectLst/>
        </p:spPr>
      </p:pic>
      <p:sp>
        <p:nvSpPr>
          <p:cNvPr id="3" name="内容占位符 2"/>
          <p:cNvSpPr>
            <a:spLocks noGrp="1"/>
          </p:cNvSpPr>
          <p:nvPr>
            <p:ph idx="1"/>
          </p:nvPr>
        </p:nvSpPr>
        <p:spPr>
          <a:xfrm>
            <a:off x="608400" y="1332000"/>
            <a:ext cx="10464800" cy="4136726"/>
          </a:xfrm>
        </p:spPr>
        <p:txBody>
          <a:bodyPr/>
          <a:lstStyle/>
          <a:p>
            <a:pPr>
              <a:lnSpc>
                <a:spcPct val="150000"/>
              </a:lnSpc>
            </a:pPr>
            <a:r>
              <a:rPr lang="zh-CN" altLang="en-US" b="1" dirty="0"/>
              <a:t>业务用例</a:t>
            </a:r>
            <a:r>
              <a:rPr lang="en-US" altLang="zh-CN" b="1" dirty="0"/>
              <a:t>[Business Use Case]</a:t>
            </a:r>
          </a:p>
          <a:p>
            <a:pPr lvl="1">
              <a:lnSpc>
                <a:spcPct val="150000"/>
              </a:lnSpc>
              <a:buFont typeface="Wingdings" panose="05000000000000000000" pitchFamily="2" charset="2"/>
              <a:buChar char="Ø"/>
            </a:pPr>
            <a:r>
              <a:rPr lang="zh-CN" altLang="en-US" dirty="0"/>
              <a:t> 组织为业务执行者提供的</a:t>
            </a:r>
            <a:r>
              <a:rPr lang="zh-CN" altLang="en-US" dirty="0">
                <a:solidFill>
                  <a:srgbClr val="FF0000"/>
                </a:solidFill>
              </a:rPr>
              <a:t>价值</a:t>
            </a:r>
            <a:r>
              <a:rPr lang="zh-CN" altLang="en-US" dirty="0"/>
              <a:t>。</a:t>
            </a:r>
            <a:endParaRPr lang="en-US" altLang="zh-CN" dirty="0"/>
          </a:p>
          <a:p>
            <a:pPr lvl="1">
              <a:lnSpc>
                <a:spcPct val="150000"/>
              </a:lnSpc>
              <a:buFont typeface="Wingdings" panose="05000000000000000000" pitchFamily="2" charset="2"/>
              <a:buChar char="Ø"/>
            </a:pPr>
            <a:r>
              <a:rPr lang="zh-CN" altLang="en-US" dirty="0"/>
              <a:t> 例如银行的业务用例有存款、取款、转账等；餐馆的业务用例有吃饭。</a:t>
            </a:r>
            <a:endParaRPr lang="en-US" altLang="zh-CN" dirty="0"/>
          </a:p>
        </p:txBody>
      </p:sp>
      <p:sp>
        <p:nvSpPr>
          <p:cNvPr id="5" name="文本框 4"/>
          <p:cNvSpPr txBox="1"/>
          <p:nvPr/>
        </p:nvSpPr>
        <p:spPr>
          <a:xfrm>
            <a:off x="274320" y="449590"/>
            <a:ext cx="2646878" cy="584775"/>
          </a:xfrm>
          <a:prstGeom prst="rect">
            <a:avLst/>
          </a:prstGeom>
          <a:noFill/>
        </p:spPr>
        <p:txBody>
          <a:bodyPr wrap="none" rtlCol="0">
            <a:spAutoFit/>
          </a:bodyPr>
          <a:lstStyle/>
          <a:p>
            <a:r>
              <a:rPr lang="zh-CN" altLang="en-US" sz="3200" b="1" dirty="0">
                <a:solidFill>
                  <a:srgbClr val="141316"/>
                </a:solidFill>
                <a:latin typeface="微软雅黑" panose="020B0503020204020204" pitchFamily="34" charset="-122"/>
                <a:ea typeface="微软雅黑" panose="020B0503020204020204" pitchFamily="34" charset="-122"/>
              </a:rPr>
              <a:t>识别业务用例</a:t>
            </a:r>
          </a:p>
        </p:txBody>
      </p:sp>
      <p:cxnSp>
        <p:nvCxnSpPr>
          <p:cNvPr id="6" name="直接连接符 5"/>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sp>
        <p:nvSpPr>
          <p:cNvPr id="7" name="矩形 6"/>
          <p:cNvSpPr/>
          <p:nvPr/>
        </p:nvSpPr>
        <p:spPr>
          <a:xfrm>
            <a:off x="7818120"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8885357"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9952594"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11019831"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8885357" y="797309"/>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2" name="组合 11"/>
          <p:cNvGrpSpPr/>
          <p:nvPr/>
        </p:nvGrpSpPr>
        <p:grpSpPr>
          <a:xfrm>
            <a:off x="2921198" y="607423"/>
            <a:ext cx="491490" cy="318085"/>
            <a:chOff x="3017520" y="601990"/>
            <a:chExt cx="491490" cy="414010"/>
          </a:xfrm>
        </p:grpSpPr>
        <p:sp>
          <p:nvSpPr>
            <p:cNvPr id="13" name="燕尾形 12"/>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4" name="燕尾形 13"/>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5" name="燕尾形 14"/>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内容占位符 4"/>
          <p:cNvGraphicFramePr/>
          <p:nvPr/>
        </p:nvGraphicFramePr>
        <p:xfrm>
          <a:off x="434715" y="1623712"/>
          <a:ext cx="4766872" cy="4182872"/>
        </p:xfrm>
        <a:graphic>
          <a:graphicData uri="http://schemas.openxmlformats.org/drawingml/2006/table">
            <a:tbl>
              <a:tblPr firstRow="1" bandRow="1"/>
              <a:tblGrid>
                <a:gridCol w="677623">
                  <a:extLst>
                    <a:ext uri="{9D8B030D-6E8A-4147-A177-3AD203B41FA5}">
                      <a16:colId xmlns:a16="http://schemas.microsoft.com/office/drawing/2014/main" val="20000"/>
                    </a:ext>
                  </a:extLst>
                </a:gridCol>
                <a:gridCol w="4089249">
                  <a:extLst>
                    <a:ext uri="{9D8B030D-6E8A-4147-A177-3AD203B41FA5}">
                      <a16:colId xmlns:a16="http://schemas.microsoft.com/office/drawing/2014/main" val="20001"/>
                    </a:ext>
                  </a:extLst>
                </a:gridCol>
              </a:tblGrid>
              <a:tr h="640080">
                <a:tc>
                  <a:txBody>
                    <a:bodyPr/>
                    <a:lstStyle/>
                    <a:p>
                      <a:pPr algn="ctr"/>
                      <a:r>
                        <a:rPr lang="zh-CN" altLang="en-US" sz="2000" dirty="0">
                          <a:latin typeface="微软雅黑" panose="020B0503020204020204" pitchFamily="34" charset="-122"/>
                          <a:ea typeface="微软雅黑" panose="020B0503020204020204" pitchFamily="34" charset="-122"/>
                        </a:rPr>
                        <a:t>老大</a:t>
                      </a:r>
                    </a:p>
                  </a:txBody>
                  <a:tcPr>
                    <a:cell3D prstMaterial="dkEdge">
                      <a:bevel/>
                      <a:lightRig rig="flood" dir="t"/>
                    </a:cell3D>
                  </a:tcPr>
                </a:tc>
                <a:tc>
                  <a:txBody>
                    <a:bodyPr/>
                    <a:lstStyle/>
                    <a:p>
                      <a:pPr marL="0" algn="l" defTabSz="914400" rtl="0" eaLnBrk="1" latinLnBrk="0" hangingPunct="1">
                        <a:spcBef>
                          <a:spcPct val="50000"/>
                        </a:spcBef>
                      </a:pPr>
                      <a:r>
                        <a:rPr lang="zh-CN" altLang="en-US" sz="2000" kern="1200" dirty="0">
                          <a:solidFill>
                            <a:schemeClr val="tx1"/>
                          </a:solidFill>
                          <a:latin typeface="微软雅黑" panose="020B0503020204020204" pitchFamily="34" charset="-122"/>
                          <a:ea typeface="微软雅黑" panose="020B0503020204020204" pitchFamily="34" charset="-122"/>
                          <a:cs typeface="+mn-cs"/>
                        </a:rPr>
                        <a:t>财神银行总经理</a:t>
                      </a:r>
                      <a:endParaRPr lang="en-US" altLang="zh-CN" sz="2000" kern="1200" dirty="0">
                        <a:solidFill>
                          <a:schemeClr val="tx1"/>
                        </a:solidFill>
                        <a:latin typeface="微软雅黑" panose="020B0503020204020204" pitchFamily="34" charset="-122"/>
                        <a:ea typeface="微软雅黑" panose="020B0503020204020204" pitchFamily="34" charset="-122"/>
                        <a:cs typeface="+mn-cs"/>
                      </a:endParaRPr>
                    </a:p>
                  </a:txBody>
                  <a:tcPr>
                    <a:cell3D prstMaterial="dkEdge">
                      <a:bevel/>
                      <a:lightRig rig="flood" dir="t"/>
                    </a:cell3D>
                  </a:tcPr>
                </a:tc>
                <a:extLst>
                  <a:ext uri="{0D108BD9-81ED-4DB2-BD59-A6C34878D82A}">
                    <a16:rowId xmlns:a16="http://schemas.microsoft.com/office/drawing/2014/main" val="10000"/>
                  </a:ext>
                </a:extLst>
              </a:tr>
              <a:tr h="471494">
                <a:tc>
                  <a:txBody>
                    <a:bodyPr/>
                    <a:lstStyle/>
                    <a:p>
                      <a:pPr algn="ctr"/>
                      <a:r>
                        <a:rPr lang="zh-CN" altLang="en-US" sz="2000" dirty="0">
                          <a:latin typeface="微软雅黑" panose="020B0503020204020204" pitchFamily="34" charset="-122"/>
                          <a:ea typeface="微软雅黑" panose="020B0503020204020204" pitchFamily="34" charset="-122"/>
                        </a:rPr>
                        <a:t>愿景</a:t>
                      </a:r>
                    </a:p>
                  </a:txBody>
                  <a:tcPr>
                    <a:cell3D prstMaterial="dkEdge">
                      <a:bevel/>
                      <a:lightRig rig="flood" dir="t"/>
                    </a:cell3D>
                  </a:tcPr>
                </a:tc>
                <a:tc>
                  <a:txBody>
                    <a:bodyPr/>
                    <a:lstStyle/>
                    <a:p>
                      <a:pPr marL="0" algn="l" defTabSz="914400" rtl="0" eaLnBrk="1" latinLnBrk="0" hangingPunct="1">
                        <a:spcBef>
                          <a:spcPct val="50000"/>
                        </a:spcBef>
                      </a:pPr>
                      <a:r>
                        <a:rPr lang="zh-CN" altLang="en-US" sz="2000" kern="1200" dirty="0">
                          <a:solidFill>
                            <a:schemeClr val="tx1"/>
                          </a:solidFill>
                          <a:latin typeface="微软雅黑" panose="020B0503020204020204" pitchFamily="34" charset="-122"/>
                          <a:ea typeface="微软雅黑" panose="020B0503020204020204" pitchFamily="34" charset="-122"/>
                          <a:cs typeface="+mn-cs"/>
                        </a:rPr>
                        <a:t>提高用户满意度，增强核心竞争力</a:t>
                      </a:r>
                    </a:p>
                  </a:txBody>
                  <a:tcPr>
                    <a:cell3D prstMaterial="dkEdge">
                      <a:bevel/>
                      <a:lightRig rig="flood" dir="t"/>
                    </a:cell3D>
                  </a:tcPr>
                </a:tc>
                <a:extLst>
                  <a:ext uri="{0D108BD9-81ED-4DB2-BD59-A6C34878D82A}">
                    <a16:rowId xmlns:a16="http://schemas.microsoft.com/office/drawing/2014/main" val="10001"/>
                  </a:ext>
                </a:extLst>
              </a:tr>
              <a:tr h="2009505">
                <a:tc>
                  <a:txBody>
                    <a:bodyPr/>
                    <a:lstStyle/>
                    <a:p>
                      <a:pPr algn="ctr"/>
                      <a:r>
                        <a:rPr lang="zh-CN" altLang="en-US" sz="2000" dirty="0">
                          <a:latin typeface="微软雅黑" panose="020B0503020204020204" pitchFamily="34" charset="-122"/>
                          <a:ea typeface="微软雅黑" panose="020B0503020204020204" pitchFamily="34" charset="-122"/>
                        </a:rPr>
                        <a:t>度量指标</a:t>
                      </a:r>
                    </a:p>
                  </a:txBody>
                  <a:tcPr>
                    <a:cell3D prstMaterial="dkEdge">
                      <a:bevel/>
                      <a:lightRig rig="flood" dir="t"/>
                    </a:cell3D>
                  </a:tcPr>
                </a:tc>
                <a:tc>
                  <a:txBody>
                    <a:bodyPr/>
                    <a:lstStyle/>
                    <a:p>
                      <a:pPr marL="457200" marR="0" indent="-457200" algn="l" defTabSz="914400" rtl="0" eaLnBrk="1" fontAlgn="auto" latinLnBrk="0" hangingPunct="1">
                        <a:lnSpc>
                          <a:spcPct val="150000"/>
                        </a:lnSpc>
                        <a:spcBef>
                          <a:spcPts val="0"/>
                        </a:spcBef>
                        <a:spcAft>
                          <a:spcPts val="0"/>
                        </a:spcAft>
                        <a:buClrTx/>
                        <a:buSzTx/>
                        <a:buFont typeface="+mj-lt"/>
                        <a:buAutoNum type="arabicPeriod"/>
                        <a:defRPr/>
                      </a:pPr>
                      <a:r>
                        <a:rPr lang="zh-CN" altLang="en-US" sz="2000" kern="1200" dirty="0">
                          <a:solidFill>
                            <a:schemeClr val="tx1"/>
                          </a:solidFill>
                          <a:latin typeface="微软雅黑" panose="020B0503020204020204" pitchFamily="34" charset="-122"/>
                          <a:ea typeface="微软雅黑" panose="020B0503020204020204" pitchFamily="34" charset="-122"/>
                          <a:cs typeface="+mn-cs"/>
                        </a:rPr>
                        <a:t>缩短用户办理普通存取款和转账业务的时间；</a:t>
                      </a:r>
                    </a:p>
                    <a:p>
                      <a:pPr marL="457200" marR="0" indent="-457200" algn="l" defTabSz="914400" rtl="0" eaLnBrk="1" fontAlgn="auto" latinLnBrk="0" hangingPunct="1">
                        <a:lnSpc>
                          <a:spcPct val="150000"/>
                        </a:lnSpc>
                        <a:spcBef>
                          <a:spcPts val="0"/>
                        </a:spcBef>
                        <a:spcAft>
                          <a:spcPts val="0"/>
                        </a:spcAft>
                        <a:buClrTx/>
                        <a:buSzTx/>
                        <a:buFont typeface="+mj-lt"/>
                        <a:buAutoNum type="arabicPeriod"/>
                        <a:defRPr/>
                      </a:pPr>
                      <a:r>
                        <a:rPr lang="zh-CN" altLang="en-US" sz="2000" kern="1200" dirty="0">
                          <a:solidFill>
                            <a:schemeClr val="tx1"/>
                          </a:solidFill>
                          <a:latin typeface="微软雅黑" panose="020B0503020204020204" pitchFamily="34" charset="-122"/>
                          <a:ea typeface="微软雅黑" panose="020B0503020204020204" pitchFamily="34" charset="-122"/>
                          <a:cs typeface="+mn-cs"/>
                        </a:rPr>
                        <a:t>增加</a:t>
                      </a:r>
                      <a:r>
                        <a:rPr lang="en-US" altLang="zh-CN" sz="2000" kern="1200" dirty="0">
                          <a:solidFill>
                            <a:schemeClr val="tx1"/>
                          </a:solidFill>
                          <a:latin typeface="微软雅黑" panose="020B0503020204020204" pitchFamily="34" charset="-122"/>
                          <a:ea typeface="微软雅黑" panose="020B0503020204020204" pitchFamily="34" charset="-122"/>
                          <a:cs typeface="+mn-cs"/>
                        </a:rPr>
                        <a:t>7*24</a:t>
                      </a:r>
                      <a:r>
                        <a:rPr lang="zh-CN" altLang="en-US" sz="2000" kern="1200" dirty="0">
                          <a:solidFill>
                            <a:schemeClr val="tx1"/>
                          </a:solidFill>
                          <a:latin typeface="微软雅黑" panose="020B0503020204020204" pitchFamily="34" charset="-122"/>
                          <a:ea typeface="微软雅黑" panose="020B0503020204020204" pitchFamily="34" charset="-122"/>
                          <a:cs typeface="+mn-cs"/>
                        </a:rPr>
                        <a:t>小时不间断的普通存取款和转账业务的服务；</a:t>
                      </a:r>
                    </a:p>
                    <a:p>
                      <a:pPr marL="457200" marR="0" indent="-457200" algn="l" defTabSz="914400" rtl="0" eaLnBrk="1" fontAlgn="auto" latinLnBrk="0" hangingPunct="1">
                        <a:lnSpc>
                          <a:spcPct val="150000"/>
                        </a:lnSpc>
                        <a:spcBef>
                          <a:spcPts val="0"/>
                        </a:spcBef>
                        <a:spcAft>
                          <a:spcPts val="0"/>
                        </a:spcAft>
                        <a:buClrTx/>
                        <a:buSzTx/>
                        <a:buFont typeface="+mj-lt"/>
                        <a:buAutoNum type="arabicPeriod"/>
                        <a:defRPr/>
                      </a:pPr>
                      <a:r>
                        <a:rPr lang="zh-CN" altLang="en-US" sz="2000" kern="1200" dirty="0">
                          <a:solidFill>
                            <a:schemeClr val="tx1"/>
                          </a:solidFill>
                          <a:latin typeface="微软雅黑" panose="020B0503020204020204" pitchFamily="34" charset="-122"/>
                          <a:ea typeface="微软雅黑" panose="020B0503020204020204" pitchFamily="34" charset="-122"/>
                          <a:cs typeface="+mn-cs"/>
                        </a:rPr>
                        <a:t>精简从事普通存取款和转账业务职员的工作量；</a:t>
                      </a:r>
                      <a:endParaRPr lang="en-US" altLang="zh-CN" sz="2000" kern="1200" dirty="0">
                        <a:solidFill>
                          <a:schemeClr val="tx1"/>
                        </a:solidFill>
                        <a:latin typeface="微软雅黑" panose="020B0503020204020204" pitchFamily="34" charset="-122"/>
                        <a:ea typeface="微软雅黑" panose="020B0503020204020204" pitchFamily="34" charset="-122"/>
                        <a:cs typeface="+mn-cs"/>
                      </a:endParaRPr>
                    </a:p>
                  </a:txBody>
                  <a:tcPr>
                    <a:cell3D prstMaterial="dkEdge">
                      <a:bevel/>
                      <a:lightRig rig="flood" dir="t"/>
                    </a:cell3D>
                  </a:tcPr>
                </a:tc>
                <a:extLst>
                  <a:ext uri="{0D108BD9-81ED-4DB2-BD59-A6C34878D82A}">
                    <a16:rowId xmlns:a16="http://schemas.microsoft.com/office/drawing/2014/main" val="10002"/>
                  </a:ext>
                </a:extLst>
              </a:tr>
            </a:tbl>
          </a:graphicData>
        </a:graphic>
      </p:graphicFrame>
      <p:pic>
        <p:nvPicPr>
          <p:cNvPr id="2050" name="Picture 2"/>
          <p:cNvPicPr>
            <a:picLocks noChangeAspect="1" noChangeArrowheads="1"/>
          </p:cNvPicPr>
          <p:nvPr/>
        </p:nvPicPr>
        <p:blipFill>
          <a:blip r:embed="rId3"/>
          <a:srcRect l="15234" t="21318" r="38476" b="16666"/>
          <a:stretch>
            <a:fillRect/>
          </a:stretch>
        </p:blipFill>
        <p:spPr bwMode="auto">
          <a:xfrm>
            <a:off x="5647940" y="1620672"/>
            <a:ext cx="5379058" cy="4357718"/>
          </a:xfrm>
          <a:prstGeom prst="rect">
            <a:avLst/>
          </a:prstGeom>
          <a:noFill/>
          <a:ln w="9525">
            <a:noFill/>
            <a:miter lim="800000"/>
            <a:headEnd/>
            <a:tailEnd/>
          </a:ln>
          <a:effectLst/>
        </p:spPr>
      </p:pic>
      <p:sp>
        <p:nvSpPr>
          <p:cNvPr id="8" name="矩形 7"/>
          <p:cNvSpPr/>
          <p:nvPr/>
        </p:nvSpPr>
        <p:spPr>
          <a:xfrm>
            <a:off x="8286680" y="1334920"/>
            <a:ext cx="1643074" cy="7143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latin typeface="微软雅黑" panose="020B0503020204020204" pitchFamily="34" charset="-122"/>
                <a:ea typeface="微软雅黑" panose="020B0503020204020204" pitchFamily="34" charset="-122"/>
              </a:rPr>
              <a:t>业务组织？</a:t>
            </a:r>
          </a:p>
        </p:txBody>
      </p:sp>
      <p:sp>
        <p:nvSpPr>
          <p:cNvPr id="9" name="矩形 8"/>
          <p:cNvSpPr/>
          <p:nvPr/>
        </p:nvSpPr>
        <p:spPr>
          <a:xfrm>
            <a:off x="5643474" y="3406622"/>
            <a:ext cx="928694" cy="14287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latin typeface="微软雅黑" panose="020B0503020204020204" pitchFamily="34" charset="-122"/>
                <a:ea typeface="微软雅黑" panose="020B0503020204020204" pitchFamily="34" charset="-122"/>
              </a:rPr>
              <a:t>业务执行者？</a:t>
            </a:r>
          </a:p>
        </p:txBody>
      </p:sp>
      <p:sp>
        <p:nvSpPr>
          <p:cNvPr id="10" name="矩形 9"/>
          <p:cNvSpPr/>
          <p:nvPr/>
        </p:nvSpPr>
        <p:spPr>
          <a:xfrm>
            <a:off x="8643870" y="2406490"/>
            <a:ext cx="928694" cy="31432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wordArtVertRtl" rtlCol="0" anchor="ctr"/>
          <a:lstStyle/>
          <a:p>
            <a:pPr algn="ctr"/>
            <a:r>
              <a:rPr lang="zh-CN" altLang="en-US" sz="2400" dirty="0">
                <a:latin typeface="微软雅黑" panose="020B0503020204020204" pitchFamily="34" charset="-122"/>
                <a:ea typeface="微软雅黑" panose="020B0503020204020204" pitchFamily="34" charset="-122"/>
              </a:rPr>
              <a:t>业务用例？</a:t>
            </a:r>
          </a:p>
        </p:txBody>
      </p:sp>
      <p:sp>
        <p:nvSpPr>
          <p:cNvPr id="11" name="文本框 10"/>
          <p:cNvSpPr txBox="1"/>
          <p:nvPr/>
        </p:nvSpPr>
        <p:spPr>
          <a:xfrm>
            <a:off x="274320" y="449590"/>
            <a:ext cx="3877985" cy="584775"/>
          </a:xfrm>
          <a:prstGeom prst="rect">
            <a:avLst/>
          </a:prstGeom>
          <a:noFill/>
        </p:spPr>
        <p:txBody>
          <a:bodyPr wrap="none" rtlCol="0">
            <a:spAutoFit/>
          </a:bodyPr>
          <a:lstStyle/>
          <a:p>
            <a:r>
              <a:rPr lang="zh-CN" altLang="en-US" sz="3200" b="1" dirty="0">
                <a:solidFill>
                  <a:srgbClr val="141316"/>
                </a:solidFill>
                <a:latin typeface="微软雅黑" panose="020B0503020204020204" pitchFamily="34" charset="-122"/>
                <a:ea typeface="微软雅黑" panose="020B0503020204020204" pitchFamily="34" charset="-122"/>
              </a:rPr>
              <a:t>示例：识别业务用例</a:t>
            </a:r>
          </a:p>
        </p:txBody>
      </p:sp>
      <p:cxnSp>
        <p:nvCxnSpPr>
          <p:cNvPr id="12" name="直接连接符 11"/>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sp>
        <p:nvSpPr>
          <p:cNvPr id="13" name="矩形 12"/>
          <p:cNvSpPr/>
          <p:nvPr/>
        </p:nvSpPr>
        <p:spPr>
          <a:xfrm>
            <a:off x="7818120"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8885357"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9952594"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11019831"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p:nvPr/>
        </p:nvSpPr>
        <p:spPr>
          <a:xfrm>
            <a:off x="8885357" y="797309"/>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8" name="组合 17"/>
          <p:cNvGrpSpPr/>
          <p:nvPr/>
        </p:nvGrpSpPr>
        <p:grpSpPr>
          <a:xfrm>
            <a:off x="4152305" y="633549"/>
            <a:ext cx="491490" cy="318085"/>
            <a:chOff x="3017520" y="601990"/>
            <a:chExt cx="491490" cy="414010"/>
          </a:xfrm>
        </p:grpSpPr>
        <p:sp>
          <p:nvSpPr>
            <p:cNvPr id="19" name="燕尾形 18"/>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0" name="燕尾形 19"/>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1" name="燕尾形 20"/>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1" fill="hold" grpId="0" nodeType="clickEffect">
                                  <p:stCondLst>
                                    <p:cond delay="0"/>
                                  </p:stCondLst>
                                  <p:childTnLst>
                                    <p:anim calcmode="lin" valueType="num">
                                      <p:cBhvr additive="base">
                                        <p:cTn id="6" dur="500"/>
                                        <p:tgtEl>
                                          <p:spTgt spid="8"/>
                                        </p:tgtEl>
                                        <p:attrNameLst>
                                          <p:attrName>ppt_x</p:attrName>
                                        </p:attrNameLst>
                                      </p:cBhvr>
                                      <p:tavLst>
                                        <p:tav tm="0">
                                          <p:val>
                                            <p:strVal val="ppt_x"/>
                                          </p:val>
                                        </p:tav>
                                        <p:tav tm="100000">
                                          <p:val>
                                            <p:strVal val="ppt_x"/>
                                          </p:val>
                                        </p:tav>
                                      </p:tavLst>
                                    </p:anim>
                                    <p:anim calcmode="lin" valueType="num">
                                      <p:cBhvr additive="base">
                                        <p:cTn id="7" dur="500"/>
                                        <p:tgtEl>
                                          <p:spTgt spid="8"/>
                                        </p:tgtEl>
                                        <p:attrNameLst>
                                          <p:attrName>ppt_y</p:attrName>
                                        </p:attrNameLst>
                                      </p:cBhvr>
                                      <p:tavLst>
                                        <p:tav tm="0">
                                          <p:val>
                                            <p:strVal val="ppt_y"/>
                                          </p:val>
                                        </p:tav>
                                        <p:tav tm="100000">
                                          <p:val>
                                            <p:strVal val="0-ppt_h/2"/>
                                          </p:val>
                                        </p:tav>
                                      </p:tavLst>
                                    </p:anim>
                                    <p:set>
                                      <p:cBhvr>
                                        <p:cTn id="8" dur="1" fill="hold">
                                          <p:stCondLst>
                                            <p:cond delay="499"/>
                                          </p:stCondLst>
                                        </p:cTn>
                                        <p:tgtEl>
                                          <p:spTgt spid="8"/>
                                        </p:tgtEl>
                                        <p:attrNameLst>
                                          <p:attrName>style.visibility</p:attrName>
                                        </p:attrNameLst>
                                      </p:cBhvr>
                                      <p:to>
                                        <p:strVal val="hidden"/>
                                      </p:to>
                                    </p:set>
                                  </p:childTnLst>
                                </p:cTn>
                              </p:par>
                            </p:childTnLst>
                          </p:cTn>
                        </p:par>
                      </p:childTnLst>
                    </p:cTn>
                  </p:par>
                  <p:par>
                    <p:cTn id="9" fill="hold">
                      <p:stCondLst>
                        <p:cond delay="indefinite"/>
                      </p:stCondLst>
                      <p:childTnLst>
                        <p:par>
                          <p:cTn id="10" fill="hold">
                            <p:stCondLst>
                              <p:cond delay="0"/>
                            </p:stCondLst>
                            <p:childTnLst>
                              <p:par>
                                <p:cTn id="11" presetID="2" presetClass="exit" presetSubtype="4" fill="hold" grpId="0" nodeType="clickEffect">
                                  <p:stCondLst>
                                    <p:cond delay="0"/>
                                  </p:stCondLst>
                                  <p:childTnLst>
                                    <p:anim calcmode="lin" valueType="num">
                                      <p:cBhvr additive="base">
                                        <p:cTn id="12" dur="500"/>
                                        <p:tgtEl>
                                          <p:spTgt spid="9"/>
                                        </p:tgtEl>
                                        <p:attrNameLst>
                                          <p:attrName>ppt_x</p:attrName>
                                        </p:attrNameLst>
                                      </p:cBhvr>
                                      <p:tavLst>
                                        <p:tav tm="0">
                                          <p:val>
                                            <p:strVal val="ppt_x"/>
                                          </p:val>
                                        </p:tav>
                                        <p:tav tm="100000">
                                          <p:val>
                                            <p:strVal val="ppt_x"/>
                                          </p:val>
                                        </p:tav>
                                      </p:tavLst>
                                    </p:anim>
                                    <p:anim calcmode="lin" valueType="num">
                                      <p:cBhvr additive="base">
                                        <p:cTn id="13" dur="500"/>
                                        <p:tgtEl>
                                          <p:spTgt spid="9"/>
                                        </p:tgtEl>
                                        <p:attrNameLst>
                                          <p:attrName>ppt_y</p:attrName>
                                        </p:attrNameLst>
                                      </p:cBhvr>
                                      <p:tavLst>
                                        <p:tav tm="0">
                                          <p:val>
                                            <p:strVal val="ppt_y"/>
                                          </p:val>
                                        </p:tav>
                                        <p:tav tm="100000">
                                          <p:val>
                                            <p:strVal val="1+ppt_h/2"/>
                                          </p:val>
                                        </p:tav>
                                      </p:tavLst>
                                    </p:anim>
                                    <p:set>
                                      <p:cBhvr>
                                        <p:cTn id="14" dur="1" fill="hold">
                                          <p:stCondLst>
                                            <p:cond delay="499"/>
                                          </p:stCondLst>
                                        </p:cTn>
                                        <p:tgtEl>
                                          <p:spTgt spid="9"/>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2" presetClass="exit" presetSubtype="2" fill="hold" grpId="0" nodeType="clickEffect">
                                  <p:stCondLst>
                                    <p:cond delay="0"/>
                                  </p:stCondLst>
                                  <p:childTnLst>
                                    <p:anim calcmode="lin" valueType="num">
                                      <p:cBhvr additive="base">
                                        <p:cTn id="18" dur="500"/>
                                        <p:tgtEl>
                                          <p:spTgt spid="10"/>
                                        </p:tgtEl>
                                        <p:attrNameLst>
                                          <p:attrName>ppt_x</p:attrName>
                                        </p:attrNameLst>
                                      </p:cBhvr>
                                      <p:tavLst>
                                        <p:tav tm="0">
                                          <p:val>
                                            <p:strVal val="ppt_x"/>
                                          </p:val>
                                        </p:tav>
                                        <p:tav tm="100000">
                                          <p:val>
                                            <p:strVal val="1+ppt_w/2"/>
                                          </p:val>
                                        </p:tav>
                                      </p:tavLst>
                                    </p:anim>
                                    <p:anim calcmode="lin" valueType="num">
                                      <p:cBhvr additive="base">
                                        <p:cTn id="19" dur="500"/>
                                        <p:tgtEl>
                                          <p:spTgt spid="10"/>
                                        </p:tgtEl>
                                        <p:attrNameLst>
                                          <p:attrName>ppt_y</p:attrName>
                                        </p:attrNameLst>
                                      </p:cBhvr>
                                      <p:tavLst>
                                        <p:tav tm="0">
                                          <p:val>
                                            <p:strVal val="ppt_y"/>
                                          </p:val>
                                        </p:tav>
                                        <p:tav tm="100000">
                                          <p:val>
                                            <p:strVal val="ppt_y"/>
                                          </p:val>
                                        </p:tav>
                                      </p:tavLst>
                                    </p:anim>
                                    <p:set>
                                      <p:cBhvr>
                                        <p:cTn id="20" dur="1" fill="hold">
                                          <p:stCondLst>
                                            <p:cond delay="499"/>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p:bldP spid="9" grpId="0" bldLvl="0" animBg="1"/>
      <p:bldP spid="10" grpId="0" bldLvl="0" animBg="1"/>
    </p:bldLst>
  </p:timing>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85371" y="1603900"/>
            <a:ext cx="10421257" cy="3708098"/>
          </a:xfrm>
        </p:spPr>
        <p:txBody>
          <a:bodyPr/>
          <a:lstStyle/>
          <a:p>
            <a:pPr>
              <a:lnSpc>
                <a:spcPct val="150000"/>
              </a:lnSpc>
            </a:pPr>
            <a:r>
              <a:rPr lang="zh-CN" altLang="en-US" dirty="0"/>
              <a:t>以简明扼要的文字对每个业务用例进行描述，通常的格式是：业务执行者通过业务组织的某些工作，达到固定目的。</a:t>
            </a:r>
            <a:endParaRPr lang="en-US" altLang="zh-CN" dirty="0"/>
          </a:p>
          <a:p>
            <a:pPr>
              <a:lnSpc>
                <a:spcPct val="150000"/>
              </a:lnSpc>
            </a:pPr>
            <a:r>
              <a:rPr lang="zh-CN" altLang="en-US" dirty="0"/>
              <a:t>例如取款用例的简述为：</a:t>
            </a:r>
            <a:r>
              <a:rPr lang="zh-CN" altLang="en-US" dirty="0">
                <a:solidFill>
                  <a:srgbClr val="FF0000"/>
                </a:solidFill>
              </a:rPr>
              <a:t>银行客户</a:t>
            </a:r>
            <a:r>
              <a:rPr lang="zh-CN" altLang="en-US" dirty="0"/>
              <a:t>于财神银行营业时间，到</a:t>
            </a:r>
            <a:r>
              <a:rPr lang="zh-CN" altLang="en-US" dirty="0">
                <a:solidFill>
                  <a:srgbClr val="FF0000"/>
                </a:solidFill>
              </a:rPr>
              <a:t>财神银行</a:t>
            </a:r>
            <a:r>
              <a:rPr lang="zh-CN" altLang="en-US" dirty="0"/>
              <a:t>的营业厅，由银行柜员协助办理</a:t>
            </a:r>
            <a:r>
              <a:rPr lang="zh-CN" altLang="en-US" dirty="0">
                <a:solidFill>
                  <a:srgbClr val="FF0000"/>
                </a:solidFill>
              </a:rPr>
              <a:t>取款</a:t>
            </a:r>
            <a:r>
              <a:rPr lang="zh-CN" altLang="en-US" dirty="0"/>
              <a:t>业务。</a:t>
            </a:r>
            <a:endParaRPr lang="en-US" altLang="zh-CN" dirty="0"/>
          </a:p>
          <a:p>
            <a:pPr>
              <a:lnSpc>
                <a:spcPct val="150000"/>
              </a:lnSpc>
            </a:pPr>
            <a:r>
              <a:rPr lang="zh-CN" altLang="en-US" dirty="0"/>
              <a:t>注意：本过程非必须工作。适用于对陌生业务分析时，起到辅助记录和协助沟通的作用。</a:t>
            </a:r>
          </a:p>
        </p:txBody>
      </p:sp>
      <p:sp>
        <p:nvSpPr>
          <p:cNvPr id="4" name="文本框 3"/>
          <p:cNvSpPr txBox="1"/>
          <p:nvPr/>
        </p:nvSpPr>
        <p:spPr>
          <a:xfrm>
            <a:off x="274320" y="449590"/>
            <a:ext cx="3467616" cy="584775"/>
          </a:xfrm>
          <a:prstGeom prst="rect">
            <a:avLst/>
          </a:prstGeom>
          <a:noFill/>
        </p:spPr>
        <p:txBody>
          <a:bodyPr wrap="none" rtlCol="0">
            <a:spAutoFit/>
          </a:bodyPr>
          <a:lstStyle/>
          <a:p>
            <a:r>
              <a:rPr lang="zh-CN" altLang="en-US" sz="3200" b="1" dirty="0">
                <a:solidFill>
                  <a:srgbClr val="141316"/>
                </a:solidFill>
                <a:latin typeface="微软雅黑" panose="020B0503020204020204" pitchFamily="34" charset="-122"/>
                <a:ea typeface="微软雅黑" panose="020B0503020204020204" pitchFamily="34" charset="-122"/>
              </a:rPr>
              <a:t>撰写业务用例简述</a:t>
            </a:r>
          </a:p>
        </p:txBody>
      </p:sp>
      <p:cxnSp>
        <p:nvCxnSpPr>
          <p:cNvPr id="5" name="直接连接符 4"/>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7818120"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8885357"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9952594"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11019831"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8885357" y="797309"/>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 name="组合 10"/>
          <p:cNvGrpSpPr/>
          <p:nvPr/>
        </p:nvGrpSpPr>
        <p:grpSpPr>
          <a:xfrm>
            <a:off x="3741936" y="615407"/>
            <a:ext cx="491490" cy="318085"/>
            <a:chOff x="3017520" y="601990"/>
            <a:chExt cx="491490" cy="414010"/>
          </a:xfrm>
        </p:grpSpPr>
        <p:sp>
          <p:nvSpPr>
            <p:cNvPr id="12" name="燕尾形 11"/>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3" name="燕尾形 12"/>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4" name="燕尾形 13"/>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4" name="内容占位符 3"/>
          <p:cNvGraphicFramePr>
            <a:graphicFrameLocks noGrp="1"/>
          </p:cNvGraphicFramePr>
          <p:nvPr>
            <p:ph idx="1"/>
          </p:nvPr>
        </p:nvGraphicFramePr>
        <p:xfrm>
          <a:off x="1128197" y="1356935"/>
          <a:ext cx="10076832" cy="4655511"/>
        </p:xfrm>
        <a:graphic>
          <a:graphicData uri="http://schemas.openxmlformats.org/drawingml/2006/table">
            <a:tbl>
              <a:tblPr firstRow="1" bandRow="1"/>
              <a:tblGrid>
                <a:gridCol w="2239276">
                  <a:extLst>
                    <a:ext uri="{9D8B030D-6E8A-4147-A177-3AD203B41FA5}">
                      <a16:colId xmlns:a16="http://schemas.microsoft.com/office/drawing/2014/main" val="20000"/>
                    </a:ext>
                  </a:extLst>
                </a:gridCol>
                <a:gridCol w="7837556">
                  <a:extLst>
                    <a:ext uri="{9D8B030D-6E8A-4147-A177-3AD203B41FA5}">
                      <a16:colId xmlns:a16="http://schemas.microsoft.com/office/drawing/2014/main" val="20001"/>
                    </a:ext>
                  </a:extLst>
                </a:gridCol>
              </a:tblGrid>
              <a:tr h="766833">
                <a:tc>
                  <a:txBody>
                    <a:bodyPr/>
                    <a:lstStyle/>
                    <a:p>
                      <a:pPr algn="ctr">
                        <a:lnSpc>
                          <a:spcPct val="150000"/>
                        </a:lnSpc>
                      </a:pPr>
                      <a:r>
                        <a:rPr lang="zh-CN" altLang="en-US" sz="2800" b="1" dirty="0">
                          <a:latin typeface="微软雅黑" panose="020B0503020204020204" pitchFamily="34" charset="-122"/>
                          <a:ea typeface="微软雅黑" panose="020B0503020204020204" pitchFamily="34" charset="-122"/>
                        </a:rPr>
                        <a:t>业务用例</a:t>
                      </a:r>
                    </a:p>
                  </a:txBody>
                  <a:tcPr/>
                </a:tc>
                <a:tc>
                  <a:txBody>
                    <a:bodyPr/>
                    <a:lstStyle/>
                    <a:p>
                      <a:pPr algn="ctr">
                        <a:lnSpc>
                          <a:spcPct val="150000"/>
                        </a:lnSpc>
                      </a:pPr>
                      <a:r>
                        <a:rPr lang="zh-CN" altLang="en-US" sz="2800" b="1" dirty="0">
                          <a:latin typeface="微软雅黑" panose="020B0503020204020204" pitchFamily="34" charset="-122"/>
                          <a:ea typeface="微软雅黑" panose="020B0503020204020204" pitchFamily="34" charset="-122"/>
                        </a:rPr>
                        <a:t>简述</a:t>
                      </a:r>
                    </a:p>
                  </a:txBody>
                  <a:tcPr/>
                </a:tc>
                <a:extLst>
                  <a:ext uri="{0D108BD9-81ED-4DB2-BD59-A6C34878D82A}">
                    <a16:rowId xmlns:a16="http://schemas.microsoft.com/office/drawing/2014/main" val="10000"/>
                  </a:ext>
                </a:extLst>
              </a:tr>
              <a:tr h="370840">
                <a:tc>
                  <a:txBody>
                    <a:bodyPr/>
                    <a:lstStyle/>
                    <a:p>
                      <a:pPr algn="ctr">
                        <a:lnSpc>
                          <a:spcPct val="150000"/>
                        </a:lnSpc>
                      </a:pPr>
                      <a:r>
                        <a:rPr lang="zh-CN" altLang="en-US" sz="2800" dirty="0">
                          <a:latin typeface="微软雅黑" panose="020B0503020204020204" pitchFamily="34" charset="-122"/>
                          <a:ea typeface="微软雅黑" panose="020B0503020204020204" pitchFamily="34" charset="-122"/>
                        </a:rPr>
                        <a:t>取款</a:t>
                      </a:r>
                    </a:p>
                  </a:txBody>
                  <a:tcPr/>
                </a:tc>
                <a:tc>
                  <a:txBody>
                    <a:bodyPr/>
                    <a:lstStyle/>
                    <a:p>
                      <a:pPr>
                        <a:lnSpc>
                          <a:spcPct val="150000"/>
                        </a:lnSpc>
                      </a:pPr>
                      <a:r>
                        <a:rPr lang="zh-CN" altLang="en-US" sz="2800" dirty="0">
                          <a:latin typeface="微软雅黑" panose="020B0503020204020204" pitchFamily="34" charset="-122"/>
                          <a:ea typeface="微软雅黑" panose="020B0503020204020204" pitchFamily="34" charset="-122"/>
                        </a:rPr>
                        <a:t>银行客户于财神银行营业时间，到财神银行的营业厅，由银行柜员协助办理取款业务。</a:t>
                      </a:r>
                    </a:p>
                  </a:txBody>
                  <a:tcPr/>
                </a:tc>
                <a:extLst>
                  <a:ext uri="{0D108BD9-81ED-4DB2-BD59-A6C34878D82A}">
                    <a16:rowId xmlns:a16="http://schemas.microsoft.com/office/drawing/2014/main" val="10001"/>
                  </a:ext>
                </a:extLst>
              </a:tr>
              <a:tr h="370840">
                <a:tc>
                  <a:txBody>
                    <a:bodyPr/>
                    <a:lstStyle/>
                    <a:p>
                      <a:pPr algn="ctr">
                        <a:lnSpc>
                          <a:spcPct val="150000"/>
                        </a:lnSpc>
                      </a:pPr>
                      <a:r>
                        <a:rPr lang="zh-CN" altLang="en-US" sz="2800" dirty="0">
                          <a:latin typeface="微软雅黑" panose="020B0503020204020204" pitchFamily="34" charset="-122"/>
                          <a:ea typeface="微软雅黑" panose="020B0503020204020204" pitchFamily="34" charset="-122"/>
                        </a:rPr>
                        <a:t>存款</a:t>
                      </a:r>
                    </a:p>
                  </a:txBody>
                  <a:tcPr/>
                </a:tc>
                <a:tc>
                  <a:txBody>
                    <a:bodyPr/>
                    <a:lstStyle/>
                    <a:p>
                      <a:pPr marL="0" marR="0" indent="0" algn="l" defTabSz="914400" rtl="0" eaLnBrk="1" fontAlgn="auto" latinLnBrk="0" hangingPunct="1">
                        <a:lnSpc>
                          <a:spcPct val="150000"/>
                        </a:lnSpc>
                        <a:spcBef>
                          <a:spcPts val="0"/>
                        </a:spcBef>
                        <a:spcAft>
                          <a:spcPts val="0"/>
                        </a:spcAft>
                        <a:buClrTx/>
                        <a:buSzTx/>
                        <a:buFontTx/>
                        <a:buNone/>
                        <a:defRPr/>
                      </a:pPr>
                      <a:r>
                        <a:rPr lang="zh-CN" altLang="en-US" sz="2800" dirty="0">
                          <a:latin typeface="微软雅黑" panose="020B0503020204020204" pitchFamily="34" charset="-122"/>
                          <a:ea typeface="微软雅黑" panose="020B0503020204020204" pitchFamily="34" charset="-122"/>
                        </a:rPr>
                        <a:t>银行客户于财神银行营业时间，到财神银行的营业厅，由银行柜员协助办理存款业务。</a:t>
                      </a:r>
                    </a:p>
                  </a:txBody>
                  <a:tcPr/>
                </a:tc>
                <a:extLst>
                  <a:ext uri="{0D108BD9-81ED-4DB2-BD59-A6C34878D82A}">
                    <a16:rowId xmlns:a16="http://schemas.microsoft.com/office/drawing/2014/main" val="10002"/>
                  </a:ext>
                </a:extLst>
              </a:tr>
              <a:tr h="370840">
                <a:tc>
                  <a:txBody>
                    <a:bodyPr/>
                    <a:lstStyle/>
                    <a:p>
                      <a:pPr algn="ctr">
                        <a:lnSpc>
                          <a:spcPct val="150000"/>
                        </a:lnSpc>
                      </a:pPr>
                      <a:r>
                        <a:rPr lang="zh-CN" altLang="en-US" sz="2800" dirty="0">
                          <a:latin typeface="微软雅黑" panose="020B0503020204020204" pitchFamily="34" charset="-122"/>
                          <a:ea typeface="微软雅黑" panose="020B0503020204020204" pitchFamily="34" charset="-122"/>
                        </a:rPr>
                        <a:t>转账</a:t>
                      </a:r>
                    </a:p>
                  </a:txBody>
                  <a:tcPr/>
                </a:tc>
                <a:tc>
                  <a:txBody>
                    <a:bodyPr/>
                    <a:lstStyle/>
                    <a:p>
                      <a:pPr marL="0" marR="0" indent="0" algn="l" defTabSz="914400" rtl="0" eaLnBrk="1" fontAlgn="auto" latinLnBrk="0" hangingPunct="1">
                        <a:lnSpc>
                          <a:spcPct val="150000"/>
                        </a:lnSpc>
                        <a:spcBef>
                          <a:spcPts val="0"/>
                        </a:spcBef>
                        <a:spcAft>
                          <a:spcPts val="0"/>
                        </a:spcAft>
                        <a:buClrTx/>
                        <a:buSzTx/>
                        <a:buFontTx/>
                        <a:buNone/>
                        <a:defRPr/>
                      </a:pPr>
                      <a:r>
                        <a:rPr lang="zh-CN" altLang="en-US" sz="2800" dirty="0">
                          <a:latin typeface="微软雅黑" panose="020B0503020204020204" pitchFamily="34" charset="-122"/>
                          <a:ea typeface="微软雅黑" panose="020B0503020204020204" pitchFamily="34" charset="-122"/>
                        </a:rPr>
                        <a:t>银行客户于财神银行营业时间，到财神银行的营业厅，由银行柜员协助办理转账业务。</a:t>
                      </a:r>
                    </a:p>
                  </a:txBody>
                  <a:tcPr/>
                </a:tc>
                <a:extLst>
                  <a:ext uri="{0D108BD9-81ED-4DB2-BD59-A6C34878D82A}">
                    <a16:rowId xmlns:a16="http://schemas.microsoft.com/office/drawing/2014/main" val="10003"/>
                  </a:ext>
                </a:extLst>
              </a:tr>
            </a:tbl>
          </a:graphicData>
        </a:graphic>
      </p:graphicFrame>
      <p:sp>
        <p:nvSpPr>
          <p:cNvPr id="5" name="文本框 4"/>
          <p:cNvSpPr txBox="1"/>
          <p:nvPr/>
        </p:nvSpPr>
        <p:spPr>
          <a:xfrm>
            <a:off x="274320" y="449590"/>
            <a:ext cx="3877985" cy="584775"/>
          </a:xfrm>
          <a:prstGeom prst="rect">
            <a:avLst/>
          </a:prstGeom>
          <a:noFill/>
        </p:spPr>
        <p:txBody>
          <a:bodyPr wrap="none" rtlCol="0">
            <a:spAutoFit/>
          </a:bodyPr>
          <a:lstStyle/>
          <a:p>
            <a:r>
              <a:rPr lang="zh-CN" altLang="en-US" sz="3200" b="1" dirty="0">
                <a:solidFill>
                  <a:srgbClr val="141316"/>
                </a:solidFill>
                <a:latin typeface="微软雅黑" panose="020B0503020204020204" pitchFamily="34" charset="-122"/>
                <a:ea typeface="微软雅黑" panose="020B0503020204020204" pitchFamily="34" charset="-122"/>
              </a:rPr>
              <a:t>示例：业务用例简述</a:t>
            </a:r>
          </a:p>
        </p:txBody>
      </p:sp>
      <p:cxnSp>
        <p:nvCxnSpPr>
          <p:cNvPr id="6" name="直接连接符 5"/>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sp>
        <p:nvSpPr>
          <p:cNvPr id="7" name="矩形 6"/>
          <p:cNvSpPr/>
          <p:nvPr/>
        </p:nvSpPr>
        <p:spPr>
          <a:xfrm>
            <a:off x="7818120"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8" name="矩形 7"/>
          <p:cNvSpPr/>
          <p:nvPr/>
        </p:nvSpPr>
        <p:spPr>
          <a:xfrm>
            <a:off x="8885357"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9" name="矩形 8"/>
          <p:cNvSpPr/>
          <p:nvPr/>
        </p:nvSpPr>
        <p:spPr>
          <a:xfrm>
            <a:off x="9952594"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10" name="矩形 9"/>
          <p:cNvSpPr/>
          <p:nvPr/>
        </p:nvSpPr>
        <p:spPr>
          <a:xfrm>
            <a:off x="11019831"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11" name="矩形 10"/>
          <p:cNvSpPr/>
          <p:nvPr/>
        </p:nvSpPr>
        <p:spPr>
          <a:xfrm>
            <a:off x="8885357" y="797309"/>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grpSp>
        <p:nvGrpSpPr>
          <p:cNvPr id="12" name="组合 11"/>
          <p:cNvGrpSpPr/>
          <p:nvPr/>
        </p:nvGrpSpPr>
        <p:grpSpPr>
          <a:xfrm>
            <a:off x="4152305" y="602888"/>
            <a:ext cx="491490" cy="318085"/>
            <a:chOff x="3017520" y="601990"/>
            <a:chExt cx="491490" cy="414010"/>
          </a:xfrm>
        </p:grpSpPr>
        <p:sp>
          <p:nvSpPr>
            <p:cNvPr id="13" name="燕尾形 12"/>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pitchFamily="34" charset="-122"/>
                <a:ea typeface="微软雅黑" panose="020B0503020204020204" pitchFamily="34" charset="-122"/>
              </a:endParaRPr>
            </a:p>
          </p:txBody>
        </p:sp>
        <p:sp>
          <p:nvSpPr>
            <p:cNvPr id="14" name="燕尾形 13"/>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pitchFamily="34" charset="-122"/>
                <a:ea typeface="微软雅黑" panose="020B0503020204020204" pitchFamily="34" charset="-122"/>
              </a:endParaRPr>
            </a:p>
          </p:txBody>
        </p:sp>
        <p:sp>
          <p:nvSpPr>
            <p:cNvPr id="15" name="燕尾形 14"/>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pitchFamily="34" charset="-122"/>
                <a:ea typeface="微软雅黑" panose="020B0503020204020204" pitchFamily="34" charset="-122"/>
              </a:endParaRPr>
            </a:p>
          </p:txBody>
        </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3"/>
          <a:srcRect/>
          <a:stretch>
            <a:fillRect/>
          </a:stretch>
        </p:blipFill>
        <p:spPr bwMode="auto">
          <a:xfrm>
            <a:off x="1604645" y="1143635"/>
            <a:ext cx="8688705" cy="5253990"/>
          </a:xfrm>
          <a:prstGeom prst="rect">
            <a:avLst/>
          </a:prstGeom>
          <a:noFill/>
          <a:ln w="9525">
            <a:noFill/>
            <a:miter lim="800000"/>
            <a:headEnd/>
            <a:tailEnd/>
          </a:ln>
          <a:effectLst/>
        </p:spPr>
      </p:pic>
      <p:sp>
        <p:nvSpPr>
          <p:cNvPr id="4" name="文本框 3"/>
          <p:cNvSpPr txBox="1"/>
          <p:nvPr/>
        </p:nvSpPr>
        <p:spPr>
          <a:xfrm>
            <a:off x="274320" y="449590"/>
            <a:ext cx="5658344" cy="584775"/>
          </a:xfrm>
          <a:prstGeom prst="rect">
            <a:avLst/>
          </a:prstGeom>
          <a:noFill/>
        </p:spPr>
        <p:txBody>
          <a:bodyPr wrap="none" rtlCol="0">
            <a:spAutoFit/>
          </a:bodyPr>
          <a:lstStyle/>
          <a:p>
            <a:r>
              <a:rPr lang="zh-CN" altLang="en-US" sz="3200" b="1" dirty="0">
                <a:solidFill>
                  <a:srgbClr val="141316"/>
                </a:solidFill>
                <a:latin typeface="微软雅黑" panose="020B0503020204020204" pitchFamily="34" charset="-122"/>
                <a:ea typeface="微软雅黑" panose="020B0503020204020204" pitchFamily="34" charset="-122"/>
              </a:rPr>
              <a:t>练习：</a:t>
            </a:r>
            <a:r>
              <a:rPr lang="en-US" altLang="zh-CN" sz="3200" b="1" dirty="0">
                <a:solidFill>
                  <a:srgbClr val="141316"/>
                </a:solidFill>
                <a:latin typeface="微软雅黑" panose="020B0503020204020204" pitchFamily="34" charset="-122"/>
                <a:ea typeface="微软雅黑" panose="020B0503020204020204" pitchFamily="34" charset="-122"/>
              </a:rPr>
              <a:t>EA</a:t>
            </a:r>
            <a:r>
              <a:rPr lang="zh-CN" altLang="en-US" sz="3200" b="1" dirty="0">
                <a:solidFill>
                  <a:srgbClr val="141316"/>
                </a:solidFill>
                <a:latin typeface="微软雅黑" panose="020B0503020204020204" pitchFamily="34" charset="-122"/>
                <a:ea typeface="微软雅黑" panose="020B0503020204020204" pitchFamily="34" charset="-122"/>
              </a:rPr>
              <a:t>中进行业务用例建模</a:t>
            </a:r>
          </a:p>
        </p:txBody>
      </p:sp>
      <p:cxnSp>
        <p:nvCxnSpPr>
          <p:cNvPr id="5" name="直接连接符 4"/>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7818120"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8885357"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9952594"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11019831"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8885357" y="797309"/>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 name="组合 10"/>
          <p:cNvGrpSpPr/>
          <p:nvPr/>
        </p:nvGrpSpPr>
        <p:grpSpPr>
          <a:xfrm>
            <a:off x="5850255" y="619287"/>
            <a:ext cx="491490" cy="318085"/>
            <a:chOff x="3017520" y="601990"/>
            <a:chExt cx="491490" cy="414010"/>
          </a:xfrm>
        </p:grpSpPr>
        <p:sp>
          <p:nvSpPr>
            <p:cNvPr id="12" name="燕尾形 11"/>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3" name="燕尾形 12"/>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4" name="燕尾形 13"/>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AA9DE7C-F557-69A5-8990-68C3164295DA}"/>
              </a:ext>
            </a:extLst>
          </p:cNvPr>
          <p:cNvSpPr>
            <a:spLocks noGrp="1"/>
          </p:cNvSpPr>
          <p:nvPr>
            <p:ph idx="1"/>
          </p:nvPr>
        </p:nvSpPr>
        <p:spPr/>
        <p:txBody>
          <a:bodyPr/>
          <a:lstStyle/>
          <a:p>
            <a:r>
              <a:rPr lang="zh-CN" altLang="en-US" dirty="0"/>
              <a:t>泛化     子继承父的相关特性，产生的新</a:t>
            </a:r>
            <a:r>
              <a:rPr lang="zh-CN" altLang="en-US"/>
              <a:t>的用例， 从子指向父</a:t>
            </a:r>
            <a:endParaRPr lang="en-US" altLang="zh-CN" dirty="0"/>
          </a:p>
          <a:p>
            <a:endParaRPr lang="en-US" altLang="zh-CN" dirty="0"/>
          </a:p>
          <a:p>
            <a:r>
              <a:rPr lang="zh-CN" altLang="en-US" dirty="0"/>
              <a:t>扩展    </a:t>
            </a:r>
            <a:endParaRPr lang="en-US" altLang="zh-CN" dirty="0"/>
          </a:p>
          <a:p>
            <a:endParaRPr lang="en-US" altLang="zh-CN" dirty="0"/>
          </a:p>
          <a:p>
            <a:r>
              <a:rPr lang="zh-CN" altLang="en-US" dirty="0"/>
              <a:t>包含</a:t>
            </a:r>
          </a:p>
        </p:txBody>
      </p:sp>
    </p:spTree>
    <p:extLst>
      <p:ext uri="{BB962C8B-B14F-4D97-AF65-F5344CB8AC3E}">
        <p14:creationId xmlns:p14="http://schemas.microsoft.com/office/powerpoint/2010/main" val="138738249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274320" y="449590"/>
            <a:ext cx="1005403" cy="584775"/>
          </a:xfrm>
          <a:prstGeom prst="rect">
            <a:avLst/>
          </a:prstGeom>
          <a:noFill/>
        </p:spPr>
        <p:txBody>
          <a:bodyPr wrap="none" rtlCol="0">
            <a:spAutoFit/>
          </a:bodyPr>
          <a:lstStyle/>
          <a:p>
            <a:r>
              <a:rPr lang="zh-CN" altLang="en-US" sz="3200" b="1" dirty="0">
                <a:solidFill>
                  <a:srgbClr val="141316"/>
                </a:solidFill>
                <a:latin typeface="微软雅黑" panose="020B0503020204020204" pitchFamily="34" charset="-122"/>
                <a:ea typeface="微软雅黑" panose="020B0503020204020204" pitchFamily="34" charset="-122"/>
              </a:rPr>
              <a:t>目录</a:t>
            </a:r>
          </a:p>
        </p:txBody>
      </p:sp>
      <p:cxnSp>
        <p:nvCxnSpPr>
          <p:cNvPr id="8" name="直接连接符 7"/>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grpSp>
        <p:nvGrpSpPr>
          <p:cNvPr id="12" name="组合 11"/>
          <p:cNvGrpSpPr/>
          <p:nvPr/>
        </p:nvGrpSpPr>
        <p:grpSpPr>
          <a:xfrm>
            <a:off x="1402080" y="594359"/>
            <a:ext cx="491490" cy="318085"/>
            <a:chOff x="3017520" y="601990"/>
            <a:chExt cx="491490" cy="414010"/>
          </a:xfrm>
        </p:grpSpPr>
        <p:sp>
          <p:nvSpPr>
            <p:cNvPr id="9" name="燕尾形 8"/>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 name="燕尾形 9"/>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1" name="燕尾形 10"/>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31" name="组合 30"/>
          <p:cNvGrpSpPr/>
          <p:nvPr/>
        </p:nvGrpSpPr>
        <p:grpSpPr>
          <a:xfrm>
            <a:off x="11683199" y="3291839"/>
            <a:ext cx="344805" cy="318085"/>
            <a:chOff x="3017520" y="601990"/>
            <a:chExt cx="344805" cy="414010"/>
          </a:xfrm>
        </p:grpSpPr>
        <p:sp>
          <p:nvSpPr>
            <p:cNvPr id="32" name="燕尾形 31"/>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3" name="燕尾形 32"/>
            <p:cNvSpPr/>
            <p:nvPr/>
          </p:nvSpPr>
          <p:spPr>
            <a:xfrm>
              <a:off x="3164205"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35" name="组合 34"/>
          <p:cNvGrpSpPr/>
          <p:nvPr/>
        </p:nvGrpSpPr>
        <p:grpSpPr>
          <a:xfrm flipH="1">
            <a:off x="101917" y="3291839"/>
            <a:ext cx="344805" cy="318085"/>
            <a:chOff x="3017520" y="601990"/>
            <a:chExt cx="344805" cy="414010"/>
          </a:xfrm>
        </p:grpSpPr>
        <p:sp>
          <p:nvSpPr>
            <p:cNvPr id="36" name="燕尾形 35"/>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7" name="燕尾形 36"/>
            <p:cNvSpPr/>
            <p:nvPr/>
          </p:nvSpPr>
          <p:spPr>
            <a:xfrm>
              <a:off x="3164205"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38" name="矩形 37"/>
          <p:cNvSpPr/>
          <p:nvPr/>
        </p:nvSpPr>
        <p:spPr>
          <a:xfrm>
            <a:off x="7818120"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矩形 38"/>
          <p:cNvSpPr/>
          <p:nvPr/>
        </p:nvSpPr>
        <p:spPr>
          <a:xfrm>
            <a:off x="8885357"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矩形 39"/>
          <p:cNvSpPr/>
          <p:nvPr/>
        </p:nvSpPr>
        <p:spPr>
          <a:xfrm>
            <a:off x="9952594"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40"/>
          <p:cNvSpPr/>
          <p:nvPr/>
        </p:nvSpPr>
        <p:spPr>
          <a:xfrm>
            <a:off x="11019831"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 name="组合 4"/>
          <p:cNvGrpSpPr/>
          <p:nvPr/>
        </p:nvGrpSpPr>
        <p:grpSpPr>
          <a:xfrm>
            <a:off x="3227388" y="2082800"/>
            <a:ext cx="6501248" cy="723900"/>
            <a:chOff x="3328988" y="2082800"/>
            <a:chExt cx="6501248" cy="723900"/>
          </a:xfrm>
        </p:grpSpPr>
        <p:sp>
          <p:nvSpPr>
            <p:cNvPr id="2" name="矩形 1"/>
            <p:cNvSpPr/>
            <p:nvPr/>
          </p:nvSpPr>
          <p:spPr>
            <a:xfrm>
              <a:off x="3328988" y="2082800"/>
              <a:ext cx="722312" cy="7239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矩形 41"/>
            <p:cNvSpPr/>
            <p:nvPr/>
          </p:nvSpPr>
          <p:spPr>
            <a:xfrm>
              <a:off x="4192588" y="2082800"/>
              <a:ext cx="5637648" cy="7239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3328988" y="2667000"/>
              <a:ext cx="722312"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矩形 42"/>
            <p:cNvSpPr/>
            <p:nvPr/>
          </p:nvSpPr>
          <p:spPr>
            <a:xfrm>
              <a:off x="4192587" y="2667000"/>
              <a:ext cx="5637649"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3460225" y="2174845"/>
              <a:ext cx="441146" cy="400110"/>
            </a:xfrm>
            <a:prstGeom prst="rect">
              <a:avLst/>
            </a:prstGeom>
            <a:noFill/>
          </p:spPr>
          <p:txBody>
            <a:bodyPr wrap="none" rtlCol="0">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一</a:t>
              </a:r>
            </a:p>
          </p:txBody>
        </p:sp>
      </p:grpSp>
      <p:grpSp>
        <p:nvGrpSpPr>
          <p:cNvPr id="7" name="组合 6"/>
          <p:cNvGrpSpPr/>
          <p:nvPr/>
        </p:nvGrpSpPr>
        <p:grpSpPr>
          <a:xfrm>
            <a:off x="3227388" y="3028950"/>
            <a:ext cx="6501248" cy="723900"/>
            <a:chOff x="3328988" y="3028950"/>
            <a:chExt cx="6501248" cy="723900"/>
          </a:xfrm>
        </p:grpSpPr>
        <p:sp>
          <p:nvSpPr>
            <p:cNvPr id="45" name="矩形 44"/>
            <p:cNvSpPr/>
            <p:nvPr/>
          </p:nvSpPr>
          <p:spPr>
            <a:xfrm>
              <a:off x="3328988" y="3028950"/>
              <a:ext cx="722312" cy="7239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矩形 45"/>
            <p:cNvSpPr/>
            <p:nvPr/>
          </p:nvSpPr>
          <p:spPr>
            <a:xfrm>
              <a:off x="4192588" y="3028950"/>
              <a:ext cx="5637648" cy="7239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矩形 46"/>
            <p:cNvSpPr/>
            <p:nvPr/>
          </p:nvSpPr>
          <p:spPr>
            <a:xfrm>
              <a:off x="3328988" y="3613150"/>
              <a:ext cx="722312"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矩形 47"/>
            <p:cNvSpPr/>
            <p:nvPr/>
          </p:nvSpPr>
          <p:spPr>
            <a:xfrm>
              <a:off x="4192588" y="3613150"/>
              <a:ext cx="5637648"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文本框 48"/>
            <p:cNvSpPr txBox="1"/>
            <p:nvPr/>
          </p:nvSpPr>
          <p:spPr>
            <a:xfrm>
              <a:off x="3460225" y="3120995"/>
              <a:ext cx="441146" cy="400110"/>
            </a:xfrm>
            <a:prstGeom prst="rect">
              <a:avLst/>
            </a:prstGeom>
            <a:noFill/>
          </p:spPr>
          <p:txBody>
            <a:bodyPr wrap="none" rtlCol="0">
              <a:spAutoFit/>
            </a:bodyPr>
            <a:lstStyle/>
            <a:p>
              <a:pPr algn="ctr"/>
              <a:r>
                <a:rPr lang="zh-CN" altLang="en-US" sz="2000" b="1">
                  <a:solidFill>
                    <a:schemeClr val="bg1"/>
                  </a:solidFill>
                  <a:latin typeface="微软雅黑" panose="020B0503020204020204" pitchFamily="34" charset="-122"/>
                  <a:ea typeface="微软雅黑" panose="020B0503020204020204" pitchFamily="34" charset="-122"/>
                </a:rPr>
                <a:t>二</a:t>
              </a:r>
            </a:p>
          </p:txBody>
        </p:sp>
      </p:grpSp>
      <p:grpSp>
        <p:nvGrpSpPr>
          <p:cNvPr id="34" name="组合 33"/>
          <p:cNvGrpSpPr/>
          <p:nvPr/>
        </p:nvGrpSpPr>
        <p:grpSpPr>
          <a:xfrm>
            <a:off x="3227388" y="3975100"/>
            <a:ext cx="6501248" cy="723900"/>
            <a:chOff x="3328988" y="3975100"/>
            <a:chExt cx="6501248" cy="723900"/>
          </a:xfrm>
        </p:grpSpPr>
        <p:sp>
          <p:nvSpPr>
            <p:cNvPr id="51" name="矩形 50"/>
            <p:cNvSpPr/>
            <p:nvPr/>
          </p:nvSpPr>
          <p:spPr>
            <a:xfrm>
              <a:off x="3328988" y="3975100"/>
              <a:ext cx="722312" cy="7239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矩形 51"/>
            <p:cNvSpPr/>
            <p:nvPr/>
          </p:nvSpPr>
          <p:spPr>
            <a:xfrm>
              <a:off x="4192588" y="3975100"/>
              <a:ext cx="5637648" cy="7239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矩形 52"/>
            <p:cNvSpPr/>
            <p:nvPr/>
          </p:nvSpPr>
          <p:spPr>
            <a:xfrm>
              <a:off x="3328988" y="4559300"/>
              <a:ext cx="722312"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矩形 53"/>
            <p:cNvSpPr/>
            <p:nvPr/>
          </p:nvSpPr>
          <p:spPr>
            <a:xfrm>
              <a:off x="4192587" y="4559300"/>
              <a:ext cx="5637649"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文本框 54"/>
            <p:cNvSpPr txBox="1"/>
            <p:nvPr/>
          </p:nvSpPr>
          <p:spPr>
            <a:xfrm>
              <a:off x="3460225" y="4067145"/>
              <a:ext cx="441146" cy="400110"/>
            </a:xfrm>
            <a:prstGeom prst="rect">
              <a:avLst/>
            </a:prstGeom>
            <a:noFill/>
          </p:spPr>
          <p:txBody>
            <a:bodyPr wrap="none" rtlCol="0">
              <a:spAutoFit/>
            </a:bodyPr>
            <a:lstStyle/>
            <a:p>
              <a:pPr algn="ctr"/>
              <a:r>
                <a:rPr lang="zh-CN" altLang="en-US" sz="2000" b="1">
                  <a:solidFill>
                    <a:schemeClr val="bg1"/>
                  </a:solidFill>
                  <a:latin typeface="微软雅黑" panose="020B0503020204020204" pitchFamily="34" charset="-122"/>
                  <a:ea typeface="微软雅黑" panose="020B0503020204020204" pitchFamily="34" charset="-122"/>
                </a:rPr>
                <a:t>三</a:t>
              </a:r>
            </a:p>
          </p:txBody>
        </p:sp>
      </p:grpSp>
      <p:grpSp>
        <p:nvGrpSpPr>
          <p:cNvPr id="63" name="组合 62"/>
          <p:cNvGrpSpPr/>
          <p:nvPr/>
        </p:nvGrpSpPr>
        <p:grpSpPr>
          <a:xfrm>
            <a:off x="3227388" y="4921250"/>
            <a:ext cx="6501248" cy="723900"/>
            <a:chOff x="3328988" y="4921250"/>
            <a:chExt cx="6501248" cy="723900"/>
          </a:xfrm>
        </p:grpSpPr>
        <p:sp>
          <p:nvSpPr>
            <p:cNvPr id="57" name="矩形 56"/>
            <p:cNvSpPr/>
            <p:nvPr/>
          </p:nvSpPr>
          <p:spPr>
            <a:xfrm>
              <a:off x="3328988" y="4921250"/>
              <a:ext cx="722312" cy="7239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矩形 57"/>
            <p:cNvSpPr/>
            <p:nvPr/>
          </p:nvSpPr>
          <p:spPr>
            <a:xfrm>
              <a:off x="4192587" y="4921250"/>
              <a:ext cx="5637649" cy="7239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矩形 58"/>
            <p:cNvSpPr/>
            <p:nvPr/>
          </p:nvSpPr>
          <p:spPr>
            <a:xfrm>
              <a:off x="3328988" y="5505450"/>
              <a:ext cx="722312"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矩形 59"/>
            <p:cNvSpPr/>
            <p:nvPr/>
          </p:nvSpPr>
          <p:spPr>
            <a:xfrm>
              <a:off x="4192588" y="5505450"/>
              <a:ext cx="5637648"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文本框 60"/>
            <p:cNvSpPr txBox="1"/>
            <p:nvPr/>
          </p:nvSpPr>
          <p:spPr>
            <a:xfrm>
              <a:off x="3460225" y="5013295"/>
              <a:ext cx="441146" cy="400110"/>
            </a:xfrm>
            <a:prstGeom prst="rect">
              <a:avLst/>
            </a:prstGeom>
            <a:noFill/>
          </p:spPr>
          <p:txBody>
            <a:bodyPr wrap="none" rtlCol="0">
              <a:spAutoFit/>
            </a:bodyPr>
            <a:lstStyle/>
            <a:p>
              <a:pPr algn="ctr"/>
              <a:r>
                <a:rPr lang="zh-CN" altLang="en-US" sz="2000" b="1">
                  <a:solidFill>
                    <a:schemeClr val="bg1"/>
                  </a:solidFill>
                  <a:latin typeface="微软雅黑" panose="020B0503020204020204" pitchFamily="34" charset="-122"/>
                  <a:ea typeface="微软雅黑" panose="020B0503020204020204" pitchFamily="34" charset="-122"/>
                </a:rPr>
                <a:t>四</a:t>
              </a:r>
            </a:p>
          </p:txBody>
        </p:sp>
      </p:grpSp>
      <p:sp>
        <p:nvSpPr>
          <p:cNvPr id="64" name="矩形 63"/>
          <p:cNvSpPr/>
          <p:nvPr/>
        </p:nvSpPr>
        <p:spPr>
          <a:xfrm>
            <a:off x="9958956" y="796875"/>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文本框 64"/>
          <p:cNvSpPr txBox="1"/>
          <p:nvPr/>
        </p:nvSpPr>
        <p:spPr>
          <a:xfrm>
            <a:off x="4401287" y="2188895"/>
            <a:ext cx="2749472" cy="400110"/>
          </a:xfrm>
          <a:prstGeom prst="rect">
            <a:avLst/>
          </a:prstGeom>
          <a:noFill/>
        </p:spPr>
        <p:txBody>
          <a:bodyPr wrap="none" rtlCol="0">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业务建模的意义和步骤</a:t>
            </a:r>
          </a:p>
        </p:txBody>
      </p:sp>
      <p:sp>
        <p:nvSpPr>
          <p:cNvPr id="66" name="文本框 65"/>
          <p:cNvSpPr txBox="1"/>
          <p:nvPr/>
        </p:nvSpPr>
        <p:spPr>
          <a:xfrm>
            <a:off x="4401287" y="3135045"/>
            <a:ext cx="3005951" cy="400110"/>
          </a:xfrm>
          <a:prstGeom prst="rect">
            <a:avLst/>
          </a:prstGeom>
          <a:noFill/>
        </p:spPr>
        <p:txBody>
          <a:bodyPr wrap="none" rtlCol="0">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业务用例：从外部看企业</a:t>
            </a:r>
          </a:p>
        </p:txBody>
      </p:sp>
      <p:sp>
        <p:nvSpPr>
          <p:cNvPr id="67" name="文本框 66"/>
          <p:cNvSpPr txBox="1"/>
          <p:nvPr/>
        </p:nvSpPr>
        <p:spPr>
          <a:xfrm>
            <a:off x="4372451" y="4054464"/>
            <a:ext cx="3518913" cy="400110"/>
          </a:xfrm>
          <a:prstGeom prst="rect">
            <a:avLst/>
          </a:prstGeom>
          <a:noFill/>
        </p:spPr>
        <p:txBody>
          <a:bodyPr wrap="none" rtlCol="0">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业务序列图：从内部解剖企业</a:t>
            </a:r>
          </a:p>
        </p:txBody>
      </p:sp>
      <p:sp>
        <p:nvSpPr>
          <p:cNvPr id="68" name="文本框 67"/>
          <p:cNvSpPr txBox="1"/>
          <p:nvPr/>
        </p:nvSpPr>
        <p:spPr>
          <a:xfrm>
            <a:off x="4372452" y="4994215"/>
            <a:ext cx="3518912" cy="400110"/>
          </a:xfrm>
          <a:prstGeom prst="rect">
            <a:avLst/>
          </a:prstGeom>
          <a:noFill/>
        </p:spPr>
        <p:txBody>
          <a:bodyPr wrap="none" rtlCol="0">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改进业务序列图：开个好方子</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14:presetBounceEnd="30000">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14:bounceEnd="30000">
                                          <p:cBhvr additive="base">
                                            <p:cTn id="7" dur="500" fill="hold"/>
                                            <p:tgtEl>
                                              <p:spTgt spid="5"/>
                                            </p:tgtEl>
                                            <p:attrNameLst>
                                              <p:attrName>ppt_x</p:attrName>
                                            </p:attrNameLst>
                                          </p:cBhvr>
                                          <p:tavLst>
                                            <p:tav tm="0">
                                              <p:val>
                                                <p:strVal val="0-#ppt_w/2"/>
                                              </p:val>
                                            </p:tav>
                                            <p:tav tm="100000">
                                              <p:val>
                                                <p:strVal val="#ppt_x"/>
                                              </p:val>
                                            </p:tav>
                                          </p:tavLst>
                                        </p:anim>
                                        <p:anim calcmode="lin" valueType="num" p14:bounceEnd="30000">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14:presetBounceEnd="30000">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14:bounceEnd="30000">
                                          <p:cBhvr additive="base">
                                            <p:cTn id="11" dur="500" fill="hold"/>
                                            <p:tgtEl>
                                              <p:spTgt spid="7"/>
                                            </p:tgtEl>
                                            <p:attrNameLst>
                                              <p:attrName>ppt_x</p:attrName>
                                            </p:attrNameLst>
                                          </p:cBhvr>
                                          <p:tavLst>
                                            <p:tav tm="0">
                                              <p:val>
                                                <p:strVal val="1+#ppt_w/2"/>
                                              </p:val>
                                            </p:tav>
                                            <p:tav tm="100000">
                                              <p:val>
                                                <p:strVal val="#ppt_x"/>
                                              </p:val>
                                            </p:tav>
                                          </p:tavLst>
                                        </p:anim>
                                        <p:anim calcmode="lin" valueType="num" p14:bounceEnd="30000">
                                          <p:cBhvr additive="base">
                                            <p:cTn id="12" dur="500" fill="hold"/>
                                            <p:tgtEl>
                                              <p:spTgt spid="7"/>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14:presetBounceEnd="30000">
                                      <p:stCondLst>
                                        <p:cond delay="0"/>
                                      </p:stCondLst>
                                      <p:childTnLst>
                                        <p:set>
                                          <p:cBhvr>
                                            <p:cTn id="14" dur="1" fill="hold">
                                              <p:stCondLst>
                                                <p:cond delay="0"/>
                                              </p:stCondLst>
                                            </p:cTn>
                                            <p:tgtEl>
                                              <p:spTgt spid="34"/>
                                            </p:tgtEl>
                                            <p:attrNameLst>
                                              <p:attrName>style.visibility</p:attrName>
                                            </p:attrNameLst>
                                          </p:cBhvr>
                                          <p:to>
                                            <p:strVal val="visible"/>
                                          </p:to>
                                        </p:set>
                                        <p:anim calcmode="lin" valueType="num" p14:bounceEnd="30000">
                                          <p:cBhvr additive="base">
                                            <p:cTn id="15" dur="500" fill="hold"/>
                                            <p:tgtEl>
                                              <p:spTgt spid="34"/>
                                            </p:tgtEl>
                                            <p:attrNameLst>
                                              <p:attrName>ppt_x</p:attrName>
                                            </p:attrNameLst>
                                          </p:cBhvr>
                                          <p:tavLst>
                                            <p:tav tm="0">
                                              <p:val>
                                                <p:strVal val="0-#ppt_w/2"/>
                                              </p:val>
                                            </p:tav>
                                            <p:tav tm="100000">
                                              <p:val>
                                                <p:strVal val="#ppt_x"/>
                                              </p:val>
                                            </p:tav>
                                          </p:tavLst>
                                        </p:anim>
                                        <p:anim calcmode="lin" valueType="num" p14:bounceEnd="30000">
                                          <p:cBhvr additive="base">
                                            <p:cTn id="16" dur="500" fill="hold"/>
                                            <p:tgtEl>
                                              <p:spTgt spid="34"/>
                                            </p:tgtEl>
                                            <p:attrNameLst>
                                              <p:attrName>ppt_y</p:attrName>
                                            </p:attrNameLst>
                                          </p:cBhvr>
                                          <p:tavLst>
                                            <p:tav tm="0">
                                              <p:val>
                                                <p:strVal val="#ppt_y"/>
                                              </p:val>
                                            </p:tav>
                                            <p:tav tm="100000">
                                              <p:val>
                                                <p:strVal val="#ppt_y"/>
                                              </p:val>
                                            </p:tav>
                                          </p:tavLst>
                                        </p:anim>
                                      </p:childTnLst>
                                    </p:cTn>
                                  </p:par>
                                  <p:par>
                                    <p:cTn id="17" presetID="2" presetClass="entr" presetSubtype="2" fill="hold" nodeType="withEffect" p14:presetBounceEnd="30000">
                                      <p:stCondLst>
                                        <p:cond delay="0"/>
                                      </p:stCondLst>
                                      <p:childTnLst>
                                        <p:set>
                                          <p:cBhvr>
                                            <p:cTn id="18" dur="1" fill="hold">
                                              <p:stCondLst>
                                                <p:cond delay="0"/>
                                              </p:stCondLst>
                                            </p:cTn>
                                            <p:tgtEl>
                                              <p:spTgt spid="63"/>
                                            </p:tgtEl>
                                            <p:attrNameLst>
                                              <p:attrName>style.visibility</p:attrName>
                                            </p:attrNameLst>
                                          </p:cBhvr>
                                          <p:to>
                                            <p:strVal val="visible"/>
                                          </p:to>
                                        </p:set>
                                        <p:anim calcmode="lin" valueType="num" p14:bounceEnd="30000">
                                          <p:cBhvr additive="base">
                                            <p:cTn id="19" dur="500" fill="hold"/>
                                            <p:tgtEl>
                                              <p:spTgt spid="63"/>
                                            </p:tgtEl>
                                            <p:attrNameLst>
                                              <p:attrName>ppt_x</p:attrName>
                                            </p:attrNameLst>
                                          </p:cBhvr>
                                          <p:tavLst>
                                            <p:tav tm="0">
                                              <p:val>
                                                <p:strVal val="1+#ppt_w/2"/>
                                              </p:val>
                                            </p:tav>
                                            <p:tav tm="100000">
                                              <p:val>
                                                <p:strVal val="#ppt_x"/>
                                              </p:val>
                                            </p:tav>
                                          </p:tavLst>
                                        </p:anim>
                                        <p:anim calcmode="lin" valueType="num" p14:bounceEnd="30000">
                                          <p:cBhvr additive="base">
                                            <p:cTn id="20" dur="500" fill="hold"/>
                                            <p:tgtEl>
                                              <p:spTgt spid="63"/>
                                            </p:tgtEl>
                                            <p:attrNameLst>
                                              <p:attrName>ppt_y</p:attrName>
                                            </p:attrNameLst>
                                          </p:cBhvr>
                                          <p:tavLst>
                                            <p:tav tm="0">
                                              <p:val>
                                                <p:strVal val="#ppt_y"/>
                                              </p:val>
                                            </p:tav>
                                            <p:tav tm="100000">
                                              <p:val>
                                                <p:strVal val="#ppt_y"/>
                                              </p:val>
                                            </p:tav>
                                          </p:tavLst>
                                        </p:anim>
                                      </p:childTnLst>
                                    </p:cTn>
                                  </p:par>
                                  <p:par>
                                    <p:cTn id="21" presetID="10" presetClass="entr" presetSubtype="0" fill="hold" grpId="0" nodeType="withEffect">
                                      <p:stCondLst>
                                        <p:cond delay="400"/>
                                      </p:stCondLst>
                                      <p:childTnLst>
                                        <p:set>
                                          <p:cBhvr>
                                            <p:cTn id="22" dur="1" fill="hold">
                                              <p:stCondLst>
                                                <p:cond delay="0"/>
                                              </p:stCondLst>
                                            </p:cTn>
                                            <p:tgtEl>
                                              <p:spTgt spid="64"/>
                                            </p:tgtEl>
                                            <p:attrNameLst>
                                              <p:attrName>style.visibility</p:attrName>
                                            </p:attrNameLst>
                                          </p:cBhvr>
                                          <p:to>
                                            <p:strVal val="visible"/>
                                          </p:to>
                                        </p:set>
                                        <p:animEffect transition="in" filter="fade">
                                          <p:cBhvr>
                                            <p:cTn id="23" dur="5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1+#ppt_w/2"/>
                                              </p:val>
                                            </p:tav>
                                            <p:tav tm="100000">
                                              <p:val>
                                                <p:strVal val="#ppt_x"/>
                                              </p:val>
                                            </p:tav>
                                          </p:tavLst>
                                        </p:anim>
                                        <p:anim calcmode="lin" valueType="num">
                                          <p:cBhvr additive="base">
                                            <p:cTn id="12" dur="500" fill="hold"/>
                                            <p:tgtEl>
                                              <p:spTgt spid="7"/>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0"/>
                                      </p:stCondLst>
                                      <p:childTnLst>
                                        <p:set>
                                          <p:cBhvr>
                                            <p:cTn id="14" dur="1" fill="hold">
                                              <p:stCondLst>
                                                <p:cond delay="0"/>
                                              </p:stCondLst>
                                            </p:cTn>
                                            <p:tgtEl>
                                              <p:spTgt spid="34"/>
                                            </p:tgtEl>
                                            <p:attrNameLst>
                                              <p:attrName>style.visibility</p:attrName>
                                            </p:attrNameLst>
                                          </p:cBhvr>
                                          <p:to>
                                            <p:strVal val="visible"/>
                                          </p:to>
                                        </p:set>
                                        <p:anim calcmode="lin" valueType="num">
                                          <p:cBhvr additive="base">
                                            <p:cTn id="15" dur="500" fill="hold"/>
                                            <p:tgtEl>
                                              <p:spTgt spid="34"/>
                                            </p:tgtEl>
                                            <p:attrNameLst>
                                              <p:attrName>ppt_x</p:attrName>
                                            </p:attrNameLst>
                                          </p:cBhvr>
                                          <p:tavLst>
                                            <p:tav tm="0">
                                              <p:val>
                                                <p:strVal val="0-#ppt_w/2"/>
                                              </p:val>
                                            </p:tav>
                                            <p:tav tm="100000">
                                              <p:val>
                                                <p:strVal val="#ppt_x"/>
                                              </p:val>
                                            </p:tav>
                                          </p:tavLst>
                                        </p:anim>
                                        <p:anim calcmode="lin" valueType="num">
                                          <p:cBhvr additive="base">
                                            <p:cTn id="16" dur="500" fill="hold"/>
                                            <p:tgtEl>
                                              <p:spTgt spid="34"/>
                                            </p:tgtEl>
                                            <p:attrNameLst>
                                              <p:attrName>ppt_y</p:attrName>
                                            </p:attrNameLst>
                                          </p:cBhvr>
                                          <p:tavLst>
                                            <p:tav tm="0">
                                              <p:val>
                                                <p:strVal val="#ppt_y"/>
                                              </p:val>
                                            </p:tav>
                                            <p:tav tm="100000">
                                              <p:val>
                                                <p:strVal val="#ppt_y"/>
                                              </p:val>
                                            </p:tav>
                                          </p:tavLst>
                                        </p:anim>
                                      </p:childTnLst>
                                    </p:cTn>
                                  </p:par>
                                  <p:par>
                                    <p:cTn id="17" presetID="2" presetClass="entr" presetSubtype="2" fill="hold" nodeType="withEffect">
                                      <p:stCondLst>
                                        <p:cond delay="0"/>
                                      </p:stCondLst>
                                      <p:childTnLst>
                                        <p:set>
                                          <p:cBhvr>
                                            <p:cTn id="18" dur="1" fill="hold">
                                              <p:stCondLst>
                                                <p:cond delay="0"/>
                                              </p:stCondLst>
                                            </p:cTn>
                                            <p:tgtEl>
                                              <p:spTgt spid="63"/>
                                            </p:tgtEl>
                                            <p:attrNameLst>
                                              <p:attrName>style.visibility</p:attrName>
                                            </p:attrNameLst>
                                          </p:cBhvr>
                                          <p:to>
                                            <p:strVal val="visible"/>
                                          </p:to>
                                        </p:set>
                                        <p:anim calcmode="lin" valueType="num">
                                          <p:cBhvr additive="base">
                                            <p:cTn id="19" dur="500" fill="hold"/>
                                            <p:tgtEl>
                                              <p:spTgt spid="63"/>
                                            </p:tgtEl>
                                            <p:attrNameLst>
                                              <p:attrName>ppt_x</p:attrName>
                                            </p:attrNameLst>
                                          </p:cBhvr>
                                          <p:tavLst>
                                            <p:tav tm="0">
                                              <p:val>
                                                <p:strVal val="1+#ppt_w/2"/>
                                              </p:val>
                                            </p:tav>
                                            <p:tav tm="100000">
                                              <p:val>
                                                <p:strVal val="#ppt_x"/>
                                              </p:val>
                                            </p:tav>
                                          </p:tavLst>
                                        </p:anim>
                                        <p:anim calcmode="lin" valueType="num">
                                          <p:cBhvr additive="base">
                                            <p:cTn id="20" dur="500" fill="hold"/>
                                            <p:tgtEl>
                                              <p:spTgt spid="63"/>
                                            </p:tgtEl>
                                            <p:attrNameLst>
                                              <p:attrName>ppt_y</p:attrName>
                                            </p:attrNameLst>
                                          </p:cBhvr>
                                          <p:tavLst>
                                            <p:tav tm="0">
                                              <p:val>
                                                <p:strVal val="#ppt_y"/>
                                              </p:val>
                                            </p:tav>
                                            <p:tav tm="100000">
                                              <p:val>
                                                <p:strVal val="#ppt_y"/>
                                              </p:val>
                                            </p:tav>
                                          </p:tavLst>
                                        </p:anim>
                                      </p:childTnLst>
                                    </p:cTn>
                                  </p:par>
                                  <p:par>
                                    <p:cTn id="21" presetID="10" presetClass="entr" presetSubtype="0" fill="hold" grpId="0" nodeType="withEffect">
                                      <p:stCondLst>
                                        <p:cond delay="400"/>
                                      </p:stCondLst>
                                      <p:childTnLst>
                                        <p:set>
                                          <p:cBhvr>
                                            <p:cTn id="22" dur="1" fill="hold">
                                              <p:stCondLst>
                                                <p:cond delay="0"/>
                                              </p:stCondLst>
                                            </p:cTn>
                                            <p:tgtEl>
                                              <p:spTgt spid="64"/>
                                            </p:tgtEl>
                                            <p:attrNameLst>
                                              <p:attrName>style.visibility</p:attrName>
                                            </p:attrNameLst>
                                          </p:cBhvr>
                                          <p:to>
                                            <p:strVal val="visible"/>
                                          </p:to>
                                        </p:set>
                                        <p:animEffect transition="in" filter="fade">
                                          <p:cBhvr>
                                            <p:cTn id="23" dur="5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animBg="1"/>
        </p:bldLst>
      </p:timing>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idx="1"/>
          </p:nvPr>
        </p:nvSpPr>
        <p:spPr>
          <a:xfrm>
            <a:off x="609600" y="1585535"/>
            <a:ext cx="10972800" cy="4389120"/>
          </a:xfrm>
        </p:spPr>
        <p:txBody>
          <a:bodyPr/>
          <a:lstStyle/>
          <a:p>
            <a:pPr marL="457200" indent="-457200">
              <a:lnSpc>
                <a:spcPct val="150000"/>
              </a:lnSpc>
              <a:buFont typeface="+mj-lt"/>
              <a:buAutoNum type="arabicPeriod"/>
            </a:pPr>
            <a:r>
              <a:rPr lang="zh-CN" altLang="en-US" dirty="0"/>
              <a:t>明确我们为谁服务（选定愿景要改进的组织）。</a:t>
            </a:r>
          </a:p>
          <a:p>
            <a:pPr marL="457200" indent="-457200">
              <a:lnSpc>
                <a:spcPct val="150000"/>
              </a:lnSpc>
              <a:buFont typeface="+mj-lt"/>
              <a:buAutoNum type="arabicPeriod"/>
            </a:pPr>
            <a:r>
              <a:rPr lang="zh-CN" altLang="en-US" dirty="0">
                <a:solidFill>
                  <a:srgbClr val="FF0000"/>
                </a:solidFill>
              </a:rPr>
              <a:t>要改进的组织是什么现状</a:t>
            </a:r>
            <a:r>
              <a:rPr lang="zh-CN" altLang="en-US" dirty="0"/>
              <a:t>（业务用例图、</a:t>
            </a:r>
            <a:r>
              <a:rPr lang="zh-CN" altLang="en-US" dirty="0">
                <a:solidFill>
                  <a:srgbClr val="FF0000"/>
                </a:solidFill>
              </a:rPr>
              <a:t>现状业务序列图</a:t>
            </a:r>
            <a:r>
              <a:rPr lang="zh-CN" altLang="en-US" dirty="0"/>
              <a:t>）。</a:t>
            </a:r>
          </a:p>
          <a:p>
            <a:pPr marL="457200" indent="-457200">
              <a:lnSpc>
                <a:spcPct val="150000"/>
              </a:lnSpc>
              <a:buFont typeface="+mj-lt"/>
              <a:buAutoNum type="arabicPeriod"/>
            </a:pPr>
            <a:r>
              <a:rPr lang="zh-CN" altLang="en-US" dirty="0"/>
              <a:t>我们如何改进（改进业务序列图）。</a:t>
            </a:r>
          </a:p>
        </p:txBody>
      </p:sp>
      <p:sp>
        <p:nvSpPr>
          <p:cNvPr id="6" name="文本框 5"/>
          <p:cNvSpPr txBox="1"/>
          <p:nvPr/>
        </p:nvSpPr>
        <p:spPr>
          <a:xfrm>
            <a:off x="274320" y="449590"/>
            <a:ext cx="3057247" cy="584775"/>
          </a:xfrm>
          <a:prstGeom prst="rect">
            <a:avLst/>
          </a:prstGeom>
          <a:noFill/>
        </p:spPr>
        <p:txBody>
          <a:bodyPr wrap="none" rtlCol="0">
            <a:spAutoFit/>
          </a:bodyPr>
          <a:lstStyle/>
          <a:p>
            <a:r>
              <a:rPr lang="zh-CN" altLang="en-US" sz="3200" b="1" dirty="0">
                <a:solidFill>
                  <a:srgbClr val="141316"/>
                </a:solidFill>
                <a:latin typeface="微软雅黑" panose="020B0503020204020204" pitchFamily="34" charset="-122"/>
                <a:ea typeface="微软雅黑" panose="020B0503020204020204" pitchFamily="34" charset="-122"/>
              </a:rPr>
              <a:t>业务建模的步骤</a:t>
            </a:r>
          </a:p>
        </p:txBody>
      </p:sp>
      <p:cxnSp>
        <p:nvCxnSpPr>
          <p:cNvPr id="7" name="直接连接符 6"/>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7818120"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8885357"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9952594"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11019831"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8885357" y="797309"/>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3" name="组合 12"/>
          <p:cNvGrpSpPr/>
          <p:nvPr/>
        </p:nvGrpSpPr>
        <p:grpSpPr>
          <a:xfrm>
            <a:off x="3331567" y="646137"/>
            <a:ext cx="491490" cy="318085"/>
            <a:chOff x="3017520" y="601990"/>
            <a:chExt cx="491490" cy="414010"/>
          </a:xfrm>
        </p:grpSpPr>
        <p:sp>
          <p:nvSpPr>
            <p:cNvPr id="14" name="燕尾形 13"/>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5" name="燕尾形 14"/>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6" name="燕尾形 15"/>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80571" y="1332000"/>
            <a:ext cx="10972800" cy="4389120"/>
          </a:xfrm>
        </p:spPr>
        <p:txBody>
          <a:bodyPr/>
          <a:lstStyle/>
          <a:p>
            <a:pPr>
              <a:lnSpc>
                <a:spcPct val="120000"/>
              </a:lnSpc>
              <a:spcBef>
                <a:spcPts val="600"/>
              </a:spcBef>
              <a:spcAft>
                <a:spcPts val="600"/>
              </a:spcAft>
            </a:pPr>
            <a:r>
              <a:rPr lang="zh-CN" altLang="en-US" sz="2800" dirty="0"/>
              <a:t>业务序列图帮助我们从</a:t>
            </a:r>
            <a:r>
              <a:rPr lang="zh-CN" altLang="en-US" sz="2800" dirty="0">
                <a:solidFill>
                  <a:srgbClr val="FF0000"/>
                </a:solidFill>
              </a:rPr>
              <a:t>细节上</a:t>
            </a:r>
            <a:r>
              <a:rPr lang="zh-CN" altLang="en-US" sz="2800" dirty="0"/>
              <a:t>了解组织的</a:t>
            </a:r>
            <a:r>
              <a:rPr lang="zh-CN" altLang="en-US" sz="2800" dirty="0">
                <a:solidFill>
                  <a:srgbClr val="FF0000"/>
                </a:solidFill>
              </a:rPr>
              <a:t>业务流程</a:t>
            </a:r>
            <a:r>
              <a:rPr lang="zh-CN" altLang="en-US" sz="2800" dirty="0"/>
              <a:t>。</a:t>
            </a:r>
            <a:endParaRPr lang="en-US" altLang="zh-CN" sz="2800" dirty="0"/>
          </a:p>
          <a:p>
            <a:pPr marL="742950" lvl="2" indent="-342900">
              <a:lnSpc>
                <a:spcPct val="120000"/>
              </a:lnSpc>
              <a:spcBef>
                <a:spcPts val="600"/>
              </a:spcBef>
              <a:spcAft>
                <a:spcPts val="600"/>
              </a:spcAft>
              <a:buFont typeface="Wingdings" panose="05000000000000000000" pitchFamily="2" charset="2"/>
              <a:buChar char="Ø"/>
            </a:pPr>
            <a:r>
              <a:rPr lang="zh-CN" altLang="en-US" sz="2400" dirty="0"/>
              <a:t>每个业务用例都代表一条业务流程，可用文字、活动图或序列图来描述。</a:t>
            </a:r>
            <a:endParaRPr lang="en-US" altLang="zh-CN" sz="2400" dirty="0"/>
          </a:p>
        </p:txBody>
      </p:sp>
      <p:pic>
        <p:nvPicPr>
          <p:cNvPr id="24577" name="Picture 1"/>
          <p:cNvPicPr>
            <a:picLocks noChangeAspect="1" noChangeArrowheads="1"/>
          </p:cNvPicPr>
          <p:nvPr/>
        </p:nvPicPr>
        <p:blipFill>
          <a:blip r:embed="rId3"/>
          <a:srcRect l="16406" t="31977" r="15625" b="19573"/>
          <a:stretch>
            <a:fillRect/>
          </a:stretch>
        </p:blipFill>
        <p:spPr bwMode="auto">
          <a:xfrm>
            <a:off x="1995005" y="2805514"/>
            <a:ext cx="8286808" cy="3571900"/>
          </a:xfrm>
          <a:prstGeom prst="rect">
            <a:avLst/>
          </a:prstGeom>
          <a:noFill/>
          <a:ln w="9525">
            <a:noFill/>
            <a:miter lim="800000"/>
            <a:headEnd/>
            <a:tailEnd/>
          </a:ln>
          <a:effectLst/>
        </p:spPr>
      </p:pic>
      <p:sp>
        <p:nvSpPr>
          <p:cNvPr id="5" name="文本框 4"/>
          <p:cNvSpPr txBox="1"/>
          <p:nvPr/>
        </p:nvSpPr>
        <p:spPr>
          <a:xfrm>
            <a:off x="274320" y="449590"/>
            <a:ext cx="3877985" cy="584775"/>
          </a:xfrm>
          <a:prstGeom prst="rect">
            <a:avLst/>
          </a:prstGeom>
          <a:noFill/>
        </p:spPr>
        <p:txBody>
          <a:bodyPr wrap="none" rtlCol="0">
            <a:spAutoFit/>
          </a:bodyPr>
          <a:lstStyle/>
          <a:p>
            <a:r>
              <a:rPr lang="zh-CN" altLang="en-US" sz="3200" b="1" dirty="0">
                <a:solidFill>
                  <a:srgbClr val="141316"/>
                </a:solidFill>
                <a:latin typeface="微软雅黑" panose="020B0503020204020204" pitchFamily="34" charset="-122"/>
                <a:ea typeface="微软雅黑" panose="020B0503020204020204" pitchFamily="34" charset="-122"/>
              </a:rPr>
              <a:t>业务序列图（现状）</a:t>
            </a:r>
          </a:p>
        </p:txBody>
      </p:sp>
      <p:cxnSp>
        <p:nvCxnSpPr>
          <p:cNvPr id="6" name="直接连接符 5"/>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sp>
        <p:nvSpPr>
          <p:cNvPr id="7" name="矩形 6"/>
          <p:cNvSpPr/>
          <p:nvPr/>
        </p:nvSpPr>
        <p:spPr>
          <a:xfrm>
            <a:off x="7818120"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8885357"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9952594"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11019831"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9958956" y="796875"/>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2" name="组合 11"/>
          <p:cNvGrpSpPr/>
          <p:nvPr/>
        </p:nvGrpSpPr>
        <p:grpSpPr>
          <a:xfrm>
            <a:off x="3964558" y="615082"/>
            <a:ext cx="491490" cy="318085"/>
            <a:chOff x="3017520" y="601990"/>
            <a:chExt cx="491490" cy="414010"/>
          </a:xfrm>
        </p:grpSpPr>
        <p:sp>
          <p:nvSpPr>
            <p:cNvPr id="13" name="燕尾形 12"/>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4" name="燕尾形 13"/>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5" name="燕尾形 14"/>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577"/>
                                        </p:tgtEl>
                                        <p:attrNameLst>
                                          <p:attrName>style.visibility</p:attrName>
                                        </p:attrNameLst>
                                      </p:cBhvr>
                                      <p:to>
                                        <p:strVal val="visible"/>
                                      </p:to>
                                    </p:set>
                                    <p:animEffect transition="in" filter="fade">
                                      <p:cBhvr>
                                        <p:cTn id="7" dur="500"/>
                                        <p:tgtEl>
                                          <p:spTgt spid="245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3"/>
          <a:srcRect l="16992" t="27132" r="15625" b="12790"/>
          <a:stretch>
            <a:fillRect/>
          </a:stretch>
        </p:blipFill>
        <p:spPr bwMode="auto">
          <a:xfrm>
            <a:off x="2231757" y="2711269"/>
            <a:ext cx="6653600" cy="3587158"/>
          </a:xfrm>
          <a:prstGeom prst="rect">
            <a:avLst/>
          </a:prstGeom>
          <a:noFill/>
          <a:ln w="9525">
            <a:noFill/>
            <a:miter lim="800000"/>
            <a:headEnd/>
            <a:tailEnd/>
          </a:ln>
          <a:effectLst/>
        </p:spPr>
      </p:pic>
      <p:sp>
        <p:nvSpPr>
          <p:cNvPr id="5" name="内容占位符 2"/>
          <p:cNvSpPr>
            <a:spLocks noGrp="1"/>
          </p:cNvSpPr>
          <p:nvPr>
            <p:ph idx="1"/>
          </p:nvPr>
        </p:nvSpPr>
        <p:spPr>
          <a:xfrm>
            <a:off x="575999" y="1332000"/>
            <a:ext cx="10443831" cy="1380203"/>
          </a:xfrm>
        </p:spPr>
        <p:txBody>
          <a:bodyPr/>
          <a:lstStyle/>
          <a:p>
            <a:pPr>
              <a:lnSpc>
                <a:spcPct val="120000"/>
              </a:lnSpc>
              <a:spcBef>
                <a:spcPts val="600"/>
              </a:spcBef>
              <a:spcAft>
                <a:spcPts val="600"/>
              </a:spcAft>
            </a:pPr>
            <a:r>
              <a:rPr lang="zh-CN" altLang="en-US" sz="2800" dirty="0"/>
              <a:t>序列图以</a:t>
            </a:r>
            <a:r>
              <a:rPr lang="zh-CN" altLang="en-US" sz="2800" dirty="0">
                <a:solidFill>
                  <a:srgbClr val="FF0000"/>
                </a:solidFill>
              </a:rPr>
              <a:t>面向对象</a:t>
            </a:r>
            <a:r>
              <a:rPr lang="zh-CN" altLang="en-US" sz="2800" dirty="0"/>
              <a:t>的思想来看业务流程。</a:t>
            </a:r>
            <a:endParaRPr lang="en-US" altLang="zh-CN" sz="2800" dirty="0"/>
          </a:p>
          <a:p>
            <a:pPr marL="742950" lvl="2" indent="-342900">
              <a:lnSpc>
                <a:spcPct val="120000"/>
              </a:lnSpc>
              <a:spcBef>
                <a:spcPts val="600"/>
              </a:spcBef>
              <a:spcAft>
                <a:spcPts val="600"/>
              </a:spcAft>
              <a:buFont typeface="Wingdings" panose="05000000000000000000" pitchFamily="2" charset="2"/>
              <a:buChar char="Ø"/>
            </a:pPr>
            <a:r>
              <a:rPr lang="zh-CN" altLang="en-US" sz="2400" dirty="0"/>
              <a:t>把业务流程看作是一系列业务对象之间为了完成业务用例而进行的协作。</a:t>
            </a:r>
          </a:p>
        </p:txBody>
      </p:sp>
      <p:sp>
        <p:nvSpPr>
          <p:cNvPr id="6" name="文本框 5"/>
          <p:cNvSpPr txBox="1"/>
          <p:nvPr/>
        </p:nvSpPr>
        <p:spPr>
          <a:xfrm>
            <a:off x="274320" y="449590"/>
            <a:ext cx="5109091" cy="584775"/>
          </a:xfrm>
          <a:prstGeom prst="rect">
            <a:avLst/>
          </a:prstGeom>
          <a:noFill/>
        </p:spPr>
        <p:txBody>
          <a:bodyPr wrap="none" rtlCol="0">
            <a:spAutoFit/>
          </a:bodyPr>
          <a:lstStyle/>
          <a:p>
            <a:r>
              <a:rPr lang="zh-CN" altLang="en-US" sz="3200" b="1" dirty="0">
                <a:solidFill>
                  <a:srgbClr val="141316"/>
                </a:solidFill>
                <a:latin typeface="微软雅黑" panose="020B0503020204020204" pitchFamily="34" charset="-122"/>
                <a:ea typeface="微软雅黑" panose="020B0503020204020204" pitchFamily="34" charset="-122"/>
              </a:rPr>
              <a:t>采用序列图描述业务的优势</a:t>
            </a:r>
          </a:p>
        </p:txBody>
      </p:sp>
      <p:cxnSp>
        <p:nvCxnSpPr>
          <p:cNvPr id="7" name="直接连接符 6"/>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7818120"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8885357"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9952594"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11019831"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9958956" y="796875"/>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3" name="组合 12"/>
          <p:cNvGrpSpPr/>
          <p:nvPr/>
        </p:nvGrpSpPr>
        <p:grpSpPr>
          <a:xfrm>
            <a:off x="5383411" y="588916"/>
            <a:ext cx="491490" cy="318085"/>
            <a:chOff x="3017520" y="601990"/>
            <a:chExt cx="491490" cy="414010"/>
          </a:xfrm>
        </p:grpSpPr>
        <p:sp>
          <p:nvSpPr>
            <p:cNvPr id="14" name="燕尾形 13"/>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5" name="燕尾形 14"/>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6" name="燕尾形 15"/>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fade">
                                      <p:cBhvr>
                                        <p:cTn id="7" dur="50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3"/>
          <a:srcRect l="18750" t="20349" r="37890" b="43798"/>
          <a:stretch>
            <a:fillRect/>
          </a:stretch>
        </p:blipFill>
        <p:spPr bwMode="auto">
          <a:xfrm>
            <a:off x="3595670" y="2712341"/>
            <a:ext cx="6000792" cy="3000396"/>
          </a:xfrm>
          <a:prstGeom prst="rect">
            <a:avLst/>
          </a:prstGeom>
          <a:noFill/>
          <a:ln w="9525">
            <a:noFill/>
            <a:miter lim="800000"/>
            <a:headEnd/>
            <a:tailEnd/>
          </a:ln>
          <a:effectLst/>
        </p:spPr>
      </p:pic>
      <p:sp>
        <p:nvSpPr>
          <p:cNvPr id="3" name="内容占位符 2"/>
          <p:cNvSpPr>
            <a:spLocks noGrp="1"/>
          </p:cNvSpPr>
          <p:nvPr>
            <p:ph idx="1"/>
          </p:nvPr>
        </p:nvSpPr>
        <p:spPr>
          <a:xfrm>
            <a:off x="576000" y="1332000"/>
            <a:ext cx="10972800" cy="4389120"/>
          </a:xfrm>
        </p:spPr>
        <p:txBody>
          <a:bodyPr/>
          <a:lstStyle/>
          <a:p>
            <a:pPr>
              <a:lnSpc>
                <a:spcPct val="120000"/>
              </a:lnSpc>
            </a:pPr>
            <a:r>
              <a:rPr lang="zh-CN" altLang="en-US" dirty="0"/>
              <a:t>业务序列图详细描述业务执行者、业务工人、业务实体之间如何交互，以完成某个业务用例的实现流程。</a:t>
            </a:r>
          </a:p>
        </p:txBody>
      </p:sp>
      <p:sp>
        <p:nvSpPr>
          <p:cNvPr id="5" name="线形标注 2(带边框和强调线) 4"/>
          <p:cNvSpPr/>
          <p:nvPr/>
        </p:nvSpPr>
        <p:spPr>
          <a:xfrm>
            <a:off x="1881158" y="2569465"/>
            <a:ext cx="1428760" cy="571504"/>
          </a:xfrm>
          <a:prstGeom prst="accentBorderCallout2">
            <a:avLst>
              <a:gd name="adj1" fmla="val 44147"/>
              <a:gd name="adj2" fmla="val 106799"/>
              <a:gd name="adj3" fmla="val 44147"/>
              <a:gd name="adj4" fmla="val 122168"/>
              <a:gd name="adj5" fmla="val 70771"/>
              <a:gd name="adj6" fmla="val 13444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lvl="1" algn="ctr"/>
            <a:r>
              <a:rPr lang="zh-CN" altLang="en-US" b="1" dirty="0">
                <a:latin typeface="微软雅黑" panose="020B0503020204020204" pitchFamily="34" charset="-122"/>
                <a:ea typeface="微软雅黑" panose="020B0503020204020204" pitchFamily="34" charset="-122"/>
              </a:rPr>
              <a:t>业务执行者</a:t>
            </a:r>
            <a:endParaRPr lang="en-US" altLang="zh-CN" b="1" dirty="0">
              <a:latin typeface="微软雅黑" panose="020B0503020204020204" pitchFamily="34" charset="-122"/>
              <a:ea typeface="微软雅黑" panose="020B0503020204020204" pitchFamily="34" charset="-122"/>
            </a:endParaRPr>
          </a:p>
        </p:txBody>
      </p:sp>
      <p:sp>
        <p:nvSpPr>
          <p:cNvPr id="6" name="线形标注 2(带边框和强调线) 5"/>
          <p:cNvSpPr/>
          <p:nvPr/>
        </p:nvSpPr>
        <p:spPr>
          <a:xfrm>
            <a:off x="6881818" y="2355151"/>
            <a:ext cx="1428760" cy="571504"/>
          </a:xfrm>
          <a:prstGeom prst="accentBorderCallout2">
            <a:avLst>
              <a:gd name="adj1" fmla="val 49226"/>
              <a:gd name="adj2" fmla="val -6978"/>
              <a:gd name="adj3" fmla="val 49227"/>
              <a:gd name="adj4" fmla="val -17006"/>
              <a:gd name="adj5" fmla="val 94723"/>
              <a:gd name="adj6" fmla="val -4147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lvl="1" algn="ctr"/>
            <a:r>
              <a:rPr lang="zh-CN" altLang="en-US" b="1" dirty="0">
                <a:latin typeface="微软雅黑" panose="020B0503020204020204" pitchFamily="34" charset="-122"/>
                <a:ea typeface="微软雅黑" panose="020B0503020204020204" pitchFamily="34" charset="-122"/>
              </a:rPr>
              <a:t>业务工人</a:t>
            </a:r>
            <a:endParaRPr lang="en-US" altLang="zh-CN" b="1" dirty="0">
              <a:latin typeface="微软雅黑" panose="020B0503020204020204" pitchFamily="34" charset="-122"/>
              <a:ea typeface="微软雅黑" panose="020B0503020204020204" pitchFamily="34" charset="-122"/>
            </a:endParaRPr>
          </a:p>
        </p:txBody>
      </p:sp>
      <p:sp>
        <p:nvSpPr>
          <p:cNvPr id="7" name="线形标注 2(带边框和强调线) 6"/>
          <p:cNvSpPr/>
          <p:nvPr/>
        </p:nvSpPr>
        <p:spPr>
          <a:xfrm>
            <a:off x="9382148" y="3783911"/>
            <a:ext cx="1428760" cy="571504"/>
          </a:xfrm>
          <a:prstGeom prst="accentBorderCallout2">
            <a:avLst>
              <a:gd name="adj1" fmla="val 67004"/>
              <a:gd name="adj2" fmla="val -5962"/>
              <a:gd name="adj3" fmla="val 64464"/>
              <a:gd name="adj4" fmla="val -23101"/>
              <a:gd name="adj5" fmla="val 5835"/>
              <a:gd name="adj6" fmla="val -303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lvl="1" algn="ctr"/>
            <a:r>
              <a:rPr lang="zh-CN" altLang="en-US" b="1" dirty="0">
                <a:latin typeface="微软雅黑" panose="020B0503020204020204" pitchFamily="34" charset="-122"/>
                <a:ea typeface="微软雅黑" panose="020B0503020204020204" pitchFamily="34" charset="-122"/>
              </a:rPr>
              <a:t>业务实体</a:t>
            </a:r>
            <a:endParaRPr lang="en-US" altLang="zh-CN" b="1" dirty="0">
              <a:latin typeface="微软雅黑" panose="020B0503020204020204" pitchFamily="34" charset="-122"/>
              <a:ea typeface="微软雅黑" panose="020B0503020204020204" pitchFamily="34" charset="-122"/>
            </a:endParaRPr>
          </a:p>
        </p:txBody>
      </p:sp>
      <p:sp>
        <p:nvSpPr>
          <p:cNvPr id="8" name="线形标注 2(带边框和强调线) 7"/>
          <p:cNvSpPr/>
          <p:nvPr/>
        </p:nvSpPr>
        <p:spPr>
          <a:xfrm>
            <a:off x="2024034" y="4426853"/>
            <a:ext cx="1428760" cy="571504"/>
          </a:xfrm>
          <a:prstGeom prst="accentBorderCallout2">
            <a:avLst>
              <a:gd name="adj1" fmla="val 44147"/>
              <a:gd name="adj2" fmla="val 106799"/>
              <a:gd name="adj3" fmla="val 44147"/>
              <a:gd name="adj4" fmla="val 122168"/>
              <a:gd name="adj5" fmla="val -35237"/>
              <a:gd name="adj6" fmla="val 17866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lvl="1" algn="ctr"/>
            <a:r>
              <a:rPr lang="zh-CN" altLang="en-US" b="1" dirty="0">
                <a:latin typeface="微软雅黑" panose="020B0503020204020204" pitchFamily="34" charset="-122"/>
                <a:ea typeface="微软雅黑" panose="020B0503020204020204" pitchFamily="34" charset="-122"/>
              </a:rPr>
              <a:t>调用消息</a:t>
            </a:r>
            <a:endParaRPr lang="en-US" altLang="zh-CN" b="1" dirty="0">
              <a:latin typeface="微软雅黑" panose="020B0503020204020204" pitchFamily="34" charset="-122"/>
              <a:ea typeface="微软雅黑" panose="020B0503020204020204" pitchFamily="34" charset="-122"/>
            </a:endParaRPr>
          </a:p>
        </p:txBody>
      </p:sp>
      <p:sp>
        <p:nvSpPr>
          <p:cNvPr id="9" name="线形标注 2(带边框和强调线) 8"/>
          <p:cNvSpPr/>
          <p:nvPr/>
        </p:nvSpPr>
        <p:spPr>
          <a:xfrm>
            <a:off x="6096000" y="5784175"/>
            <a:ext cx="1428760" cy="571504"/>
          </a:xfrm>
          <a:prstGeom prst="accentBorderCallout2">
            <a:avLst>
              <a:gd name="adj1" fmla="val 44147"/>
              <a:gd name="adj2" fmla="val 106799"/>
              <a:gd name="adj3" fmla="val 44147"/>
              <a:gd name="adj4" fmla="val 122168"/>
              <a:gd name="adj5" fmla="val -58620"/>
              <a:gd name="adj6" fmla="val 14004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lvl="1" algn="ctr"/>
            <a:r>
              <a:rPr lang="zh-CN" altLang="en-US" b="1" dirty="0">
                <a:latin typeface="微软雅黑" panose="020B0503020204020204" pitchFamily="34" charset="-122"/>
                <a:ea typeface="微软雅黑" panose="020B0503020204020204" pitchFamily="34" charset="-122"/>
              </a:rPr>
              <a:t>返回消息</a:t>
            </a:r>
            <a:endParaRPr lang="en-US" altLang="zh-CN" b="1" dirty="0">
              <a:latin typeface="微软雅黑" panose="020B0503020204020204" pitchFamily="34" charset="-122"/>
              <a:ea typeface="微软雅黑" panose="020B0503020204020204" pitchFamily="34" charset="-122"/>
            </a:endParaRPr>
          </a:p>
        </p:txBody>
      </p:sp>
      <p:sp>
        <p:nvSpPr>
          <p:cNvPr id="10" name="文本框 9"/>
          <p:cNvSpPr txBox="1"/>
          <p:nvPr/>
        </p:nvSpPr>
        <p:spPr>
          <a:xfrm>
            <a:off x="274320" y="449590"/>
            <a:ext cx="3467616" cy="584775"/>
          </a:xfrm>
          <a:prstGeom prst="rect">
            <a:avLst/>
          </a:prstGeom>
          <a:noFill/>
        </p:spPr>
        <p:txBody>
          <a:bodyPr wrap="none" rtlCol="0">
            <a:spAutoFit/>
          </a:bodyPr>
          <a:lstStyle/>
          <a:p>
            <a:r>
              <a:rPr lang="zh-CN" altLang="en-US" sz="3200" b="1" dirty="0">
                <a:solidFill>
                  <a:srgbClr val="141316"/>
                </a:solidFill>
                <a:latin typeface="微软雅黑" panose="020B0503020204020204" pitchFamily="34" charset="-122"/>
                <a:ea typeface="微软雅黑" panose="020B0503020204020204" pitchFamily="34" charset="-122"/>
              </a:rPr>
              <a:t>业务序列图的组成</a:t>
            </a:r>
          </a:p>
        </p:txBody>
      </p:sp>
      <p:cxnSp>
        <p:nvCxnSpPr>
          <p:cNvPr id="11" name="直接连接符 10"/>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sp>
        <p:nvSpPr>
          <p:cNvPr id="12" name="矩形 11"/>
          <p:cNvSpPr/>
          <p:nvPr/>
        </p:nvSpPr>
        <p:spPr>
          <a:xfrm>
            <a:off x="7818120"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8885357"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9952594"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11019831"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9958956" y="796875"/>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7" name="组合 16"/>
          <p:cNvGrpSpPr/>
          <p:nvPr/>
        </p:nvGrpSpPr>
        <p:grpSpPr>
          <a:xfrm>
            <a:off x="3770511" y="614973"/>
            <a:ext cx="491490" cy="318085"/>
            <a:chOff x="3017520" y="601990"/>
            <a:chExt cx="491490" cy="414010"/>
          </a:xfrm>
        </p:grpSpPr>
        <p:sp>
          <p:nvSpPr>
            <p:cNvPr id="18" name="燕尾形 17"/>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9" name="燕尾形 18"/>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0" name="燕尾形 19"/>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5" dur="500" fill="hold"/>
                                        <p:tgtEl>
                                          <p:spTgt spid="8"/>
                                        </p:tgtEl>
                                        <p:attrNameLst>
                                          <p:attrName>ppt_x</p:attrName>
                                        </p:attrNameLst>
                                      </p:cBhvr>
                                      <p:tavLst>
                                        <p:tav tm="0">
                                          <p:val>
                                            <p:strVal val="#ppt_x"/>
                                          </p:val>
                                        </p:tav>
                                        <p:tav tm="100000">
                                          <p:val>
                                            <p:strVal val="#ppt_x"/>
                                          </p:val>
                                        </p:tav>
                                      </p:tavLst>
                                    </p:anim>
                                    <p:anim calcmode="lin" valueType="num">
                                      <p:cBhvr additive="base">
                                        <p:cTn id="26"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anim calcmode="lin" valueType="num">
                                      <p:cBhvr additive="base">
                                        <p:cTn id="31" dur="500" fill="hold"/>
                                        <p:tgtEl>
                                          <p:spTgt spid="9"/>
                                        </p:tgtEl>
                                        <p:attrNameLst>
                                          <p:attrName>ppt_x</p:attrName>
                                        </p:attrNameLst>
                                      </p:cBhvr>
                                      <p:tavLst>
                                        <p:tav tm="0">
                                          <p:val>
                                            <p:strVal val="#ppt_x"/>
                                          </p:val>
                                        </p:tav>
                                        <p:tav tm="100000">
                                          <p:val>
                                            <p:strVal val="#ppt_x"/>
                                          </p:val>
                                        </p:tav>
                                      </p:tavLst>
                                    </p:anim>
                                    <p:anim calcmode="lin" valueType="num">
                                      <p:cBhvr additive="base">
                                        <p:cTn id="32"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6" grpId="0" bldLvl="0" animBg="1"/>
      <p:bldP spid="7" grpId="0" bldLvl="0" animBg="1"/>
      <p:bldP spid="8" grpId="0" bldLvl="0" animBg="1"/>
      <p:bldP spid="9" grpId="0" bldLvl="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75999" y="1332000"/>
            <a:ext cx="10801535" cy="4389120"/>
          </a:xfrm>
        </p:spPr>
        <p:txBody>
          <a:bodyPr/>
          <a:lstStyle/>
          <a:p>
            <a:pPr>
              <a:lnSpc>
                <a:spcPct val="120000"/>
              </a:lnSpc>
              <a:spcBef>
                <a:spcPts val="600"/>
              </a:spcBef>
              <a:spcAft>
                <a:spcPts val="600"/>
              </a:spcAft>
            </a:pPr>
            <a:r>
              <a:rPr lang="zh-CN" altLang="en-US" b="1" dirty="0"/>
              <a:t>业务工人</a:t>
            </a:r>
            <a:r>
              <a:rPr lang="en-US" altLang="zh-CN" b="1" dirty="0"/>
              <a:t>[Business worker]</a:t>
            </a:r>
          </a:p>
          <a:p>
            <a:pPr marL="742950" lvl="2" indent="-342900">
              <a:lnSpc>
                <a:spcPct val="120000"/>
              </a:lnSpc>
              <a:spcBef>
                <a:spcPts val="600"/>
              </a:spcBef>
              <a:spcAft>
                <a:spcPts val="600"/>
              </a:spcAft>
              <a:buFont typeface="Wingdings" panose="05000000000000000000" pitchFamily="2" charset="2"/>
              <a:buChar char="Ø"/>
            </a:pPr>
            <a:r>
              <a:rPr lang="zh-CN" altLang="en-US" sz="2400" dirty="0"/>
              <a:t>位于</a:t>
            </a:r>
            <a:r>
              <a:rPr lang="zh-CN" altLang="en-US" sz="2400" dirty="0">
                <a:solidFill>
                  <a:srgbClr val="FF0000"/>
                </a:solidFill>
              </a:rPr>
              <a:t>组织内部</a:t>
            </a:r>
            <a:r>
              <a:rPr lang="zh-CN" altLang="en-US" sz="2400" dirty="0"/>
              <a:t>，负责业务流程中某些工作的人员。例如银行工作人员，医院医生。</a:t>
            </a:r>
          </a:p>
        </p:txBody>
      </p:sp>
      <p:pic>
        <p:nvPicPr>
          <p:cNvPr id="2051" name="Picture 3"/>
          <p:cNvPicPr>
            <a:picLocks noChangeAspect="1" noChangeArrowheads="1"/>
          </p:cNvPicPr>
          <p:nvPr/>
        </p:nvPicPr>
        <p:blipFill>
          <a:blip r:embed="rId3"/>
          <a:srcRect/>
          <a:stretch>
            <a:fillRect/>
          </a:stretch>
        </p:blipFill>
        <p:spPr bwMode="auto">
          <a:xfrm>
            <a:off x="1608342" y="3454611"/>
            <a:ext cx="1828804" cy="1939641"/>
          </a:xfrm>
          <a:prstGeom prst="rect">
            <a:avLst/>
          </a:prstGeom>
          <a:noFill/>
          <a:ln w="9525">
            <a:noFill/>
            <a:miter lim="800000"/>
            <a:headEnd/>
            <a:tailEnd/>
          </a:ln>
          <a:effectLst/>
        </p:spPr>
      </p:pic>
      <p:pic>
        <p:nvPicPr>
          <p:cNvPr id="22530" name="Picture 2" descr="http://img.hexun.com/2009-07-06/119352140.jpg"/>
          <p:cNvPicPr>
            <a:picLocks noChangeAspect="1" noChangeArrowheads="1"/>
          </p:cNvPicPr>
          <p:nvPr/>
        </p:nvPicPr>
        <p:blipFill>
          <a:blip r:embed="rId4"/>
          <a:srcRect/>
          <a:stretch>
            <a:fillRect/>
          </a:stretch>
        </p:blipFill>
        <p:spPr bwMode="auto">
          <a:xfrm>
            <a:off x="3508584" y="3311754"/>
            <a:ext cx="3238496" cy="2428873"/>
          </a:xfrm>
          <a:prstGeom prst="rect">
            <a:avLst/>
          </a:prstGeom>
          <a:noFill/>
        </p:spPr>
      </p:pic>
      <p:pic>
        <p:nvPicPr>
          <p:cNvPr id="22532" name="Picture 4" descr="http://www.ynszxc.gov.cn/uploadfile/D_1/D_1540/D_1625/D_1627/classimage/PicOnline_20071117212247_236608c5-fec5-4baf-8151-a637a10a3e71.jpg"/>
          <p:cNvPicPr>
            <a:picLocks noChangeAspect="1" noChangeArrowheads="1"/>
          </p:cNvPicPr>
          <p:nvPr/>
        </p:nvPicPr>
        <p:blipFill>
          <a:blip r:embed="rId5" cstate="print"/>
          <a:srcRect/>
          <a:stretch>
            <a:fillRect/>
          </a:stretch>
        </p:blipFill>
        <p:spPr bwMode="auto">
          <a:xfrm>
            <a:off x="7080484" y="3293914"/>
            <a:ext cx="3262282" cy="2446712"/>
          </a:xfrm>
          <a:prstGeom prst="rect">
            <a:avLst/>
          </a:prstGeom>
          <a:noFill/>
        </p:spPr>
      </p:pic>
      <p:grpSp>
        <p:nvGrpSpPr>
          <p:cNvPr id="41" name="组合 40"/>
          <p:cNvGrpSpPr/>
          <p:nvPr/>
        </p:nvGrpSpPr>
        <p:grpSpPr>
          <a:xfrm>
            <a:off x="6223229" y="5169122"/>
            <a:ext cx="1766528" cy="1176045"/>
            <a:chOff x="4786315" y="5500702"/>
            <a:chExt cx="1766528" cy="1176045"/>
          </a:xfrm>
        </p:grpSpPr>
        <p:sp>
          <p:nvSpPr>
            <p:cNvPr id="12" name="TextBox 11"/>
            <p:cNvSpPr txBox="1"/>
            <p:nvPr/>
          </p:nvSpPr>
          <p:spPr>
            <a:xfrm>
              <a:off x="4786315" y="6215082"/>
              <a:ext cx="1766528" cy="461665"/>
            </a:xfrm>
            <a:prstGeom prst="rect">
              <a:avLst/>
            </a:prstGeom>
            <a:noFill/>
          </p:spPr>
          <p:txBody>
            <a:bodyPr wrap="square" rtlCol="0">
              <a:spAutoFit/>
            </a:bodyPr>
            <a:lstStyle/>
            <a:p>
              <a:r>
                <a:rPr lang="zh-CN" altLang="en-US" sz="2400" b="1" dirty="0">
                  <a:solidFill>
                    <a:srgbClr val="FF0000"/>
                  </a:solidFill>
                  <a:latin typeface="微软雅黑" panose="020B0503020204020204" pitchFamily="34" charset="-122"/>
                  <a:ea typeface="微软雅黑" panose="020B0503020204020204" pitchFamily="34" charset="-122"/>
                </a:rPr>
                <a:t>业务执行者</a:t>
              </a:r>
            </a:p>
          </p:txBody>
        </p:sp>
        <p:grpSp>
          <p:nvGrpSpPr>
            <p:cNvPr id="39" name="组合 38"/>
            <p:cNvGrpSpPr/>
            <p:nvPr/>
          </p:nvGrpSpPr>
          <p:grpSpPr>
            <a:xfrm>
              <a:off x="5072066" y="5500702"/>
              <a:ext cx="1143008" cy="785818"/>
              <a:chOff x="5072066" y="5500702"/>
              <a:chExt cx="1143008" cy="785818"/>
            </a:xfrm>
          </p:grpSpPr>
          <p:cxnSp>
            <p:nvCxnSpPr>
              <p:cNvPr id="14" name="直接箭头连接符 13"/>
              <p:cNvCxnSpPr/>
              <p:nvPr/>
            </p:nvCxnSpPr>
            <p:spPr>
              <a:xfrm rot="16200000" flipV="1">
                <a:off x="5000628" y="5786454"/>
                <a:ext cx="500066" cy="357190"/>
              </a:xfrm>
              <a:prstGeom prst="straightConnector1">
                <a:avLst/>
              </a:prstGeom>
              <a:ln>
                <a:solidFill>
                  <a:srgbClr val="FF0000"/>
                </a:solidFill>
                <a:tailEnd type="arrow"/>
              </a:ln>
            </p:spPr>
            <p:style>
              <a:lnRef idx="3">
                <a:schemeClr val="accent2"/>
              </a:lnRef>
              <a:fillRef idx="0">
                <a:schemeClr val="accent2"/>
              </a:fillRef>
              <a:effectRef idx="2">
                <a:schemeClr val="accent2"/>
              </a:effectRef>
              <a:fontRef idx="minor">
                <a:schemeClr val="tx1"/>
              </a:fontRef>
            </p:style>
          </p:cxnSp>
          <p:cxnSp>
            <p:nvCxnSpPr>
              <p:cNvPr id="15" name="直接箭头连接符 14"/>
              <p:cNvCxnSpPr/>
              <p:nvPr/>
            </p:nvCxnSpPr>
            <p:spPr>
              <a:xfrm rot="5400000" flipH="1" flipV="1">
                <a:off x="5607851" y="5679297"/>
                <a:ext cx="785818" cy="428628"/>
              </a:xfrm>
              <a:prstGeom prst="straightConnector1">
                <a:avLst/>
              </a:prstGeom>
              <a:ln>
                <a:solidFill>
                  <a:srgbClr val="FF0000"/>
                </a:solidFill>
                <a:tailEnd type="arrow"/>
              </a:ln>
            </p:spPr>
            <p:style>
              <a:lnRef idx="3">
                <a:schemeClr val="accent2"/>
              </a:lnRef>
              <a:fillRef idx="0">
                <a:schemeClr val="accent2"/>
              </a:fillRef>
              <a:effectRef idx="2">
                <a:schemeClr val="accent2"/>
              </a:effectRef>
              <a:fontRef idx="minor">
                <a:schemeClr val="tx1"/>
              </a:fontRef>
            </p:style>
          </p:cxnSp>
        </p:grpSp>
      </p:grpSp>
      <p:grpSp>
        <p:nvGrpSpPr>
          <p:cNvPr id="40" name="组合 39"/>
          <p:cNvGrpSpPr/>
          <p:nvPr/>
        </p:nvGrpSpPr>
        <p:grpSpPr>
          <a:xfrm>
            <a:off x="4008650" y="2740230"/>
            <a:ext cx="5143536" cy="1285884"/>
            <a:chOff x="2571736" y="3071810"/>
            <a:chExt cx="5143536" cy="1285884"/>
          </a:xfrm>
        </p:grpSpPr>
        <p:sp>
          <p:nvSpPr>
            <p:cNvPr id="10" name="TextBox 9"/>
            <p:cNvSpPr txBox="1"/>
            <p:nvPr/>
          </p:nvSpPr>
          <p:spPr>
            <a:xfrm>
              <a:off x="4857752" y="3071810"/>
              <a:ext cx="1415772" cy="461665"/>
            </a:xfrm>
            <a:prstGeom prst="rect">
              <a:avLst/>
            </a:prstGeom>
            <a:noFill/>
          </p:spPr>
          <p:txBody>
            <a:bodyPr wrap="none" rtlCol="0">
              <a:spAutoFit/>
            </a:bodyPr>
            <a:lstStyle/>
            <a:p>
              <a:r>
                <a:rPr lang="zh-CN" altLang="en-US" sz="2400" b="1" dirty="0">
                  <a:solidFill>
                    <a:srgbClr val="FF0000"/>
                  </a:solidFill>
                  <a:latin typeface="微软雅黑" panose="020B0503020204020204" pitchFamily="34" charset="-122"/>
                  <a:ea typeface="微软雅黑" panose="020B0503020204020204" pitchFamily="34" charset="-122"/>
                </a:rPr>
                <a:t>业务工人</a:t>
              </a:r>
            </a:p>
          </p:txBody>
        </p:sp>
        <p:grpSp>
          <p:nvGrpSpPr>
            <p:cNvPr id="38" name="组合 37"/>
            <p:cNvGrpSpPr/>
            <p:nvPr/>
          </p:nvGrpSpPr>
          <p:grpSpPr>
            <a:xfrm>
              <a:off x="2571736" y="3429000"/>
              <a:ext cx="5143536" cy="928694"/>
              <a:chOff x="2571736" y="3429000"/>
              <a:chExt cx="5143536" cy="928694"/>
            </a:xfrm>
          </p:grpSpPr>
          <p:cxnSp>
            <p:nvCxnSpPr>
              <p:cNvPr id="19" name="直接箭头连接符 18"/>
              <p:cNvCxnSpPr/>
              <p:nvPr/>
            </p:nvCxnSpPr>
            <p:spPr>
              <a:xfrm>
                <a:off x="5786446" y="3500438"/>
                <a:ext cx="1928826" cy="857256"/>
              </a:xfrm>
              <a:prstGeom prst="straightConnector1">
                <a:avLst/>
              </a:prstGeom>
              <a:ln>
                <a:solidFill>
                  <a:srgbClr val="FF0000"/>
                </a:solidFill>
                <a:tailEnd type="arrow"/>
              </a:ln>
            </p:spPr>
            <p:style>
              <a:lnRef idx="3">
                <a:schemeClr val="accent2"/>
              </a:lnRef>
              <a:fillRef idx="0">
                <a:schemeClr val="accent2"/>
              </a:fillRef>
              <a:effectRef idx="2">
                <a:schemeClr val="accent2"/>
              </a:effectRef>
              <a:fontRef idx="minor">
                <a:schemeClr val="tx1"/>
              </a:fontRef>
            </p:style>
          </p:cxnSp>
          <p:cxnSp>
            <p:nvCxnSpPr>
              <p:cNvPr id="22" name="直接箭头连接符 21"/>
              <p:cNvCxnSpPr/>
              <p:nvPr/>
            </p:nvCxnSpPr>
            <p:spPr>
              <a:xfrm rot="10800000" flipV="1">
                <a:off x="2571736" y="3429000"/>
                <a:ext cx="2214578" cy="928694"/>
              </a:xfrm>
              <a:prstGeom prst="straightConnector1">
                <a:avLst/>
              </a:prstGeom>
              <a:ln>
                <a:solidFill>
                  <a:srgbClr val="FF0000"/>
                </a:solidFill>
                <a:tailEnd type="arrow"/>
              </a:ln>
            </p:spPr>
            <p:style>
              <a:lnRef idx="3">
                <a:schemeClr val="accent2"/>
              </a:lnRef>
              <a:fillRef idx="0">
                <a:schemeClr val="accent2"/>
              </a:fillRef>
              <a:effectRef idx="2">
                <a:schemeClr val="accent2"/>
              </a:effectRef>
              <a:fontRef idx="minor">
                <a:schemeClr val="tx1"/>
              </a:fontRef>
            </p:style>
          </p:cxnSp>
          <p:cxnSp>
            <p:nvCxnSpPr>
              <p:cNvPr id="27" name="直接箭头连接符 26"/>
              <p:cNvCxnSpPr/>
              <p:nvPr/>
            </p:nvCxnSpPr>
            <p:spPr>
              <a:xfrm rot="5400000">
                <a:off x="4572000" y="3571876"/>
                <a:ext cx="642942" cy="500066"/>
              </a:xfrm>
              <a:prstGeom prst="straightConnector1">
                <a:avLst/>
              </a:prstGeom>
              <a:ln>
                <a:solidFill>
                  <a:srgbClr val="FF0000"/>
                </a:solidFill>
                <a:tailEnd type="arrow"/>
              </a:ln>
            </p:spPr>
            <p:style>
              <a:lnRef idx="3">
                <a:schemeClr val="accent2"/>
              </a:lnRef>
              <a:fillRef idx="0">
                <a:schemeClr val="accent2"/>
              </a:fillRef>
              <a:effectRef idx="2">
                <a:schemeClr val="accent2"/>
              </a:effectRef>
              <a:fontRef idx="minor">
                <a:schemeClr val="tx1"/>
              </a:fontRef>
            </p:style>
          </p:cxnSp>
        </p:grpSp>
      </p:grpSp>
      <p:sp>
        <p:nvSpPr>
          <p:cNvPr id="18" name="文本框 17"/>
          <p:cNvSpPr txBox="1"/>
          <p:nvPr/>
        </p:nvSpPr>
        <p:spPr>
          <a:xfrm>
            <a:off x="274320" y="449590"/>
            <a:ext cx="2646878" cy="584775"/>
          </a:xfrm>
          <a:prstGeom prst="rect">
            <a:avLst/>
          </a:prstGeom>
          <a:noFill/>
        </p:spPr>
        <p:txBody>
          <a:bodyPr wrap="none" rtlCol="0">
            <a:spAutoFit/>
          </a:bodyPr>
          <a:lstStyle/>
          <a:p>
            <a:r>
              <a:rPr lang="zh-CN" altLang="en-US" sz="3200" b="1" dirty="0">
                <a:solidFill>
                  <a:srgbClr val="141316"/>
                </a:solidFill>
                <a:latin typeface="微软雅黑" panose="020B0503020204020204" pitchFamily="34" charset="-122"/>
                <a:ea typeface="微软雅黑" panose="020B0503020204020204" pitchFamily="34" charset="-122"/>
              </a:rPr>
              <a:t>识别业务工人</a:t>
            </a:r>
          </a:p>
        </p:txBody>
      </p:sp>
      <p:cxnSp>
        <p:nvCxnSpPr>
          <p:cNvPr id="20" name="直接连接符 19"/>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sp>
        <p:nvSpPr>
          <p:cNvPr id="21" name="矩形 20"/>
          <p:cNvSpPr/>
          <p:nvPr/>
        </p:nvSpPr>
        <p:spPr>
          <a:xfrm>
            <a:off x="7818120"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p:cNvSpPr/>
          <p:nvPr/>
        </p:nvSpPr>
        <p:spPr>
          <a:xfrm>
            <a:off x="8885357"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p:nvSpPr>
        <p:spPr>
          <a:xfrm>
            <a:off x="9952594"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p:cNvSpPr/>
          <p:nvPr/>
        </p:nvSpPr>
        <p:spPr>
          <a:xfrm>
            <a:off x="11019831"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p:cNvSpPr/>
          <p:nvPr/>
        </p:nvSpPr>
        <p:spPr>
          <a:xfrm>
            <a:off x="9958956" y="796875"/>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8" name="组合 27"/>
          <p:cNvGrpSpPr/>
          <p:nvPr/>
        </p:nvGrpSpPr>
        <p:grpSpPr>
          <a:xfrm>
            <a:off x="2878694" y="601481"/>
            <a:ext cx="491490" cy="318085"/>
            <a:chOff x="3017520" y="601990"/>
            <a:chExt cx="491490" cy="414010"/>
          </a:xfrm>
        </p:grpSpPr>
        <p:sp>
          <p:nvSpPr>
            <p:cNvPr id="29" name="燕尾形 28"/>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0" name="燕尾形 29"/>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1" name="燕尾形 30"/>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fade">
                                      <p:cBhvr>
                                        <p:cTn id="7" dur="2000"/>
                                        <p:tgtEl>
                                          <p:spTgt spid="4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1"/>
                                        </p:tgtEl>
                                        <p:attrNameLst>
                                          <p:attrName>style.visibility</p:attrName>
                                        </p:attrNameLst>
                                      </p:cBhvr>
                                      <p:to>
                                        <p:strVal val="visible"/>
                                      </p:to>
                                    </p:set>
                                    <p:animEffect transition="in" filter="fade">
                                      <p:cBhvr>
                                        <p:cTn id="12" dur="20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76000" y="1332000"/>
            <a:ext cx="10201928" cy="4389120"/>
          </a:xfrm>
        </p:spPr>
        <p:txBody>
          <a:bodyPr/>
          <a:lstStyle/>
          <a:p>
            <a:r>
              <a:rPr lang="zh-CN" altLang="en-US" b="1" dirty="0"/>
              <a:t>业务实体</a:t>
            </a:r>
            <a:r>
              <a:rPr lang="en-US" altLang="zh-CN" b="1" dirty="0"/>
              <a:t>[Business Entity]</a:t>
            </a:r>
          </a:p>
          <a:p>
            <a:pPr marL="742950" lvl="2" indent="-342900">
              <a:lnSpc>
                <a:spcPct val="120000"/>
              </a:lnSpc>
              <a:spcBef>
                <a:spcPts val="600"/>
              </a:spcBef>
              <a:spcAft>
                <a:spcPts val="600"/>
              </a:spcAft>
              <a:buFont typeface="Wingdings" panose="05000000000000000000" pitchFamily="2" charset="2"/>
              <a:buChar char="Ø"/>
            </a:pPr>
            <a:r>
              <a:rPr lang="zh-CN" altLang="en-US" sz="2400" dirty="0"/>
              <a:t>在业务用例的实现流程中，业务工人所使用的“系统”。例如银行的取款机、点钞机，学校的校园卡系统。</a:t>
            </a:r>
            <a:endParaRPr lang="en-US" altLang="zh-CN" sz="2400" dirty="0"/>
          </a:p>
          <a:p>
            <a:pPr marL="742950" lvl="2" indent="-342900">
              <a:lnSpc>
                <a:spcPct val="120000"/>
              </a:lnSpc>
              <a:spcBef>
                <a:spcPts val="0"/>
              </a:spcBef>
              <a:spcAft>
                <a:spcPts val="600"/>
              </a:spcAft>
              <a:buFont typeface="Wingdings" panose="05000000000000000000" pitchFamily="2" charset="2"/>
              <a:buChar char="Ø"/>
            </a:pPr>
            <a:r>
              <a:rPr lang="zh-CN" altLang="en-US" sz="2400" dirty="0"/>
              <a:t>可以和业务工人相互取代各自的职责。</a:t>
            </a:r>
          </a:p>
        </p:txBody>
      </p:sp>
      <p:pic>
        <p:nvPicPr>
          <p:cNvPr id="3075" name="Picture 3"/>
          <p:cNvPicPr>
            <a:picLocks noChangeAspect="1" noChangeArrowheads="1"/>
          </p:cNvPicPr>
          <p:nvPr/>
        </p:nvPicPr>
        <p:blipFill>
          <a:blip r:embed="rId3"/>
          <a:srcRect/>
          <a:stretch>
            <a:fillRect/>
          </a:stretch>
        </p:blipFill>
        <p:spPr bwMode="auto">
          <a:xfrm>
            <a:off x="1897940" y="3963542"/>
            <a:ext cx="1921513" cy="2000264"/>
          </a:xfrm>
          <a:prstGeom prst="rect">
            <a:avLst/>
          </a:prstGeom>
          <a:noFill/>
          <a:ln w="9525">
            <a:noFill/>
            <a:miter lim="800000"/>
            <a:headEnd/>
            <a:tailEnd/>
          </a:ln>
          <a:effectLst/>
        </p:spPr>
      </p:pic>
      <p:pic>
        <p:nvPicPr>
          <p:cNvPr id="21510" name="Picture 6" descr="http://news.hit.edu.cn/uploadfiles/2008/09-01/200891101910309.jpg"/>
          <p:cNvPicPr>
            <a:picLocks noChangeAspect="1" noChangeArrowheads="1"/>
          </p:cNvPicPr>
          <p:nvPr/>
        </p:nvPicPr>
        <p:blipFill>
          <a:blip r:embed="rId4"/>
          <a:srcRect/>
          <a:stretch>
            <a:fillRect/>
          </a:stretch>
        </p:blipFill>
        <p:spPr bwMode="auto">
          <a:xfrm>
            <a:off x="7327227" y="3963542"/>
            <a:ext cx="3143241" cy="2357431"/>
          </a:xfrm>
          <a:prstGeom prst="rect">
            <a:avLst/>
          </a:prstGeom>
          <a:noFill/>
        </p:spPr>
      </p:pic>
      <p:pic>
        <p:nvPicPr>
          <p:cNvPr id="21512" name="Picture 8" descr="http://www.jj.js.cn/news/images/200903/13/news_20090313233007089.jpg"/>
          <p:cNvPicPr>
            <a:picLocks noChangeAspect="1" noChangeArrowheads="1"/>
          </p:cNvPicPr>
          <p:nvPr/>
        </p:nvPicPr>
        <p:blipFill>
          <a:blip r:embed="rId5"/>
          <a:srcRect/>
          <a:stretch>
            <a:fillRect/>
          </a:stretch>
        </p:blipFill>
        <p:spPr bwMode="auto">
          <a:xfrm>
            <a:off x="4398269" y="3963542"/>
            <a:ext cx="1758488" cy="2357430"/>
          </a:xfrm>
          <a:prstGeom prst="rect">
            <a:avLst/>
          </a:prstGeom>
          <a:noFill/>
        </p:spPr>
      </p:pic>
      <p:grpSp>
        <p:nvGrpSpPr>
          <p:cNvPr id="41" name="组合 40"/>
          <p:cNvGrpSpPr/>
          <p:nvPr/>
        </p:nvGrpSpPr>
        <p:grpSpPr>
          <a:xfrm>
            <a:off x="5969905" y="3241196"/>
            <a:ext cx="3989051" cy="1143008"/>
            <a:chOff x="4286248" y="3643314"/>
            <a:chExt cx="3989051" cy="1143008"/>
          </a:xfrm>
        </p:grpSpPr>
        <p:sp>
          <p:nvSpPr>
            <p:cNvPr id="13" name="TextBox 12"/>
            <p:cNvSpPr txBox="1"/>
            <p:nvPr/>
          </p:nvSpPr>
          <p:spPr>
            <a:xfrm>
              <a:off x="5643570" y="3643314"/>
              <a:ext cx="1415772" cy="461665"/>
            </a:xfrm>
            <a:prstGeom prst="rect">
              <a:avLst/>
            </a:prstGeom>
            <a:noFill/>
          </p:spPr>
          <p:txBody>
            <a:bodyPr wrap="none" rtlCol="0">
              <a:spAutoFit/>
            </a:bodyPr>
            <a:lstStyle/>
            <a:p>
              <a:r>
                <a:rPr lang="zh-CN" altLang="en-US" sz="2400" b="1" dirty="0">
                  <a:solidFill>
                    <a:srgbClr val="FF0000"/>
                  </a:solidFill>
                  <a:latin typeface="微软雅黑" panose="020B0503020204020204" pitchFamily="34" charset="-122"/>
                  <a:ea typeface="微软雅黑" panose="020B0503020204020204" pitchFamily="34" charset="-122"/>
                </a:rPr>
                <a:t>业务工人</a:t>
              </a:r>
            </a:p>
          </p:txBody>
        </p:sp>
        <p:grpSp>
          <p:nvGrpSpPr>
            <p:cNvPr id="33" name="组合 32"/>
            <p:cNvGrpSpPr/>
            <p:nvPr/>
          </p:nvGrpSpPr>
          <p:grpSpPr>
            <a:xfrm>
              <a:off x="4286248" y="4000504"/>
              <a:ext cx="3989051" cy="785818"/>
              <a:chOff x="4286248" y="4000504"/>
              <a:chExt cx="3989051" cy="785818"/>
            </a:xfrm>
          </p:grpSpPr>
          <p:cxnSp>
            <p:nvCxnSpPr>
              <p:cNvPr id="14" name="直接箭头连接符 13"/>
              <p:cNvCxnSpPr/>
              <p:nvPr/>
            </p:nvCxnSpPr>
            <p:spPr>
              <a:xfrm>
                <a:off x="7008697" y="4071942"/>
                <a:ext cx="1266602" cy="714380"/>
              </a:xfrm>
              <a:prstGeom prst="straightConnector1">
                <a:avLst/>
              </a:prstGeom>
              <a:ln>
                <a:solidFill>
                  <a:srgbClr val="FF0000"/>
                </a:solidFill>
                <a:tailEnd type="arrow"/>
              </a:ln>
            </p:spPr>
            <p:style>
              <a:lnRef idx="3">
                <a:schemeClr val="accent2"/>
              </a:lnRef>
              <a:fillRef idx="0">
                <a:schemeClr val="accent2"/>
              </a:fillRef>
              <a:effectRef idx="2">
                <a:schemeClr val="accent2"/>
              </a:effectRef>
              <a:fontRef idx="minor">
                <a:schemeClr val="tx1"/>
              </a:fontRef>
            </p:style>
          </p:cxnSp>
          <p:cxnSp>
            <p:nvCxnSpPr>
              <p:cNvPr id="15" name="直接箭头连接符 14"/>
              <p:cNvCxnSpPr/>
              <p:nvPr/>
            </p:nvCxnSpPr>
            <p:spPr>
              <a:xfrm rot="10800000" flipV="1">
                <a:off x="4286248" y="4000504"/>
                <a:ext cx="1357322" cy="500066"/>
              </a:xfrm>
              <a:prstGeom prst="straightConnector1">
                <a:avLst/>
              </a:prstGeom>
              <a:ln>
                <a:solidFill>
                  <a:srgbClr val="FF0000"/>
                </a:solidFill>
                <a:tailEnd type="arrow"/>
              </a:ln>
            </p:spPr>
            <p:style>
              <a:lnRef idx="3">
                <a:schemeClr val="accent2"/>
              </a:lnRef>
              <a:fillRef idx="0">
                <a:schemeClr val="accent2"/>
              </a:fillRef>
              <a:effectRef idx="2">
                <a:schemeClr val="accent2"/>
              </a:effectRef>
              <a:fontRef idx="minor">
                <a:schemeClr val="tx1"/>
              </a:fontRef>
            </p:style>
          </p:cxnSp>
        </p:grpSp>
      </p:grpSp>
      <p:grpSp>
        <p:nvGrpSpPr>
          <p:cNvPr id="40" name="组合 39"/>
          <p:cNvGrpSpPr/>
          <p:nvPr/>
        </p:nvGrpSpPr>
        <p:grpSpPr>
          <a:xfrm>
            <a:off x="5827029" y="4677922"/>
            <a:ext cx="2786082" cy="1704605"/>
            <a:chOff x="4143372" y="5214950"/>
            <a:chExt cx="2786082" cy="1704605"/>
          </a:xfrm>
        </p:grpSpPr>
        <p:sp>
          <p:nvSpPr>
            <p:cNvPr id="22" name="TextBox 21"/>
            <p:cNvSpPr txBox="1"/>
            <p:nvPr/>
          </p:nvSpPr>
          <p:spPr>
            <a:xfrm>
              <a:off x="4357686" y="6457890"/>
              <a:ext cx="1467068" cy="461665"/>
            </a:xfrm>
            <a:prstGeom prst="rect">
              <a:avLst/>
            </a:prstGeom>
            <a:noFill/>
          </p:spPr>
          <p:txBody>
            <a:bodyPr wrap="square" rtlCol="0">
              <a:spAutoFit/>
            </a:bodyPr>
            <a:lstStyle/>
            <a:p>
              <a:r>
                <a:rPr lang="zh-CN" altLang="en-US" sz="2400" b="1" dirty="0">
                  <a:solidFill>
                    <a:srgbClr val="FF0000"/>
                  </a:solidFill>
                  <a:latin typeface="微软雅黑" panose="020B0503020204020204" pitchFamily="34" charset="-122"/>
                  <a:ea typeface="微软雅黑" panose="020B0503020204020204" pitchFamily="34" charset="-122"/>
                </a:rPr>
                <a:t>业务实体</a:t>
              </a:r>
            </a:p>
          </p:txBody>
        </p:sp>
        <p:grpSp>
          <p:nvGrpSpPr>
            <p:cNvPr id="34" name="组合 33"/>
            <p:cNvGrpSpPr/>
            <p:nvPr/>
          </p:nvGrpSpPr>
          <p:grpSpPr>
            <a:xfrm>
              <a:off x="4143372" y="5214950"/>
              <a:ext cx="2786082" cy="1242940"/>
              <a:chOff x="4143372" y="5214950"/>
              <a:chExt cx="2786082" cy="1242940"/>
            </a:xfrm>
          </p:grpSpPr>
          <p:cxnSp>
            <p:nvCxnSpPr>
              <p:cNvPr id="23" name="直接箭头连接符 22"/>
              <p:cNvCxnSpPr/>
              <p:nvPr/>
            </p:nvCxnSpPr>
            <p:spPr>
              <a:xfrm rot="10800000">
                <a:off x="4143372" y="6357958"/>
                <a:ext cx="571504" cy="99932"/>
              </a:xfrm>
              <a:prstGeom prst="straightConnector1">
                <a:avLst/>
              </a:prstGeom>
              <a:ln>
                <a:solidFill>
                  <a:srgbClr val="FF0000"/>
                </a:solidFill>
                <a:tailEnd type="arrow"/>
              </a:ln>
            </p:spPr>
            <p:style>
              <a:lnRef idx="3">
                <a:schemeClr val="accent2"/>
              </a:lnRef>
              <a:fillRef idx="0">
                <a:schemeClr val="accent2"/>
              </a:fillRef>
              <a:effectRef idx="2">
                <a:schemeClr val="accent2"/>
              </a:effectRef>
              <a:fontRef idx="minor">
                <a:schemeClr val="tx1"/>
              </a:fontRef>
            </p:style>
          </p:cxnSp>
          <p:cxnSp>
            <p:nvCxnSpPr>
              <p:cNvPr id="24" name="直接箭头连接符 23"/>
              <p:cNvCxnSpPr/>
              <p:nvPr/>
            </p:nvCxnSpPr>
            <p:spPr>
              <a:xfrm flipV="1">
                <a:off x="5357818" y="5214950"/>
                <a:ext cx="1571636" cy="1242940"/>
              </a:xfrm>
              <a:prstGeom prst="straightConnector1">
                <a:avLst/>
              </a:prstGeom>
              <a:ln>
                <a:solidFill>
                  <a:srgbClr val="FF0000"/>
                </a:solidFill>
                <a:tailEnd type="arrow"/>
              </a:ln>
            </p:spPr>
            <p:style>
              <a:lnRef idx="3">
                <a:schemeClr val="accent2"/>
              </a:lnRef>
              <a:fillRef idx="0">
                <a:schemeClr val="accent2"/>
              </a:fillRef>
              <a:effectRef idx="2">
                <a:schemeClr val="accent2"/>
              </a:effectRef>
              <a:fontRef idx="minor">
                <a:schemeClr val="tx1"/>
              </a:fontRef>
            </p:style>
          </p:cxnSp>
        </p:grpSp>
      </p:grpSp>
      <p:grpSp>
        <p:nvGrpSpPr>
          <p:cNvPr id="42" name="组合 41"/>
          <p:cNvGrpSpPr/>
          <p:nvPr/>
        </p:nvGrpSpPr>
        <p:grpSpPr>
          <a:xfrm>
            <a:off x="4398268" y="3312634"/>
            <a:ext cx="2786083" cy="1071570"/>
            <a:chOff x="2714611" y="3714752"/>
            <a:chExt cx="2786083" cy="1071570"/>
          </a:xfrm>
        </p:grpSpPr>
        <p:sp>
          <p:nvSpPr>
            <p:cNvPr id="35" name="TextBox 34"/>
            <p:cNvSpPr txBox="1"/>
            <p:nvPr/>
          </p:nvSpPr>
          <p:spPr>
            <a:xfrm>
              <a:off x="2714611" y="3714752"/>
              <a:ext cx="1714511" cy="461665"/>
            </a:xfrm>
            <a:prstGeom prst="rect">
              <a:avLst/>
            </a:prstGeom>
            <a:noFill/>
          </p:spPr>
          <p:txBody>
            <a:bodyPr wrap="square" rtlCol="0">
              <a:spAutoFit/>
            </a:bodyPr>
            <a:lstStyle/>
            <a:p>
              <a:r>
                <a:rPr lang="zh-CN" altLang="en-US" sz="2400" b="1" dirty="0">
                  <a:solidFill>
                    <a:srgbClr val="FF0000"/>
                  </a:solidFill>
                  <a:latin typeface="微软雅黑" panose="020B0503020204020204" pitchFamily="34" charset="-122"/>
                  <a:ea typeface="微软雅黑" panose="020B0503020204020204" pitchFamily="34" charset="-122"/>
                </a:rPr>
                <a:t>业务执行者</a:t>
              </a:r>
            </a:p>
          </p:txBody>
        </p:sp>
        <p:cxnSp>
          <p:nvCxnSpPr>
            <p:cNvPr id="36" name="直接箭头连接符 35"/>
            <p:cNvCxnSpPr>
              <a:stCxn id="35" idx="3"/>
            </p:cNvCxnSpPr>
            <p:nvPr/>
          </p:nvCxnSpPr>
          <p:spPr>
            <a:xfrm>
              <a:off x="4429122" y="3945585"/>
              <a:ext cx="1071572" cy="840737"/>
            </a:xfrm>
            <a:prstGeom prst="straightConnector1">
              <a:avLst/>
            </a:prstGeom>
            <a:ln>
              <a:solidFill>
                <a:srgbClr val="FF0000"/>
              </a:solidFill>
              <a:tailEnd type="arrow"/>
            </a:ln>
          </p:spPr>
          <p:style>
            <a:lnRef idx="3">
              <a:schemeClr val="accent2"/>
            </a:lnRef>
            <a:fillRef idx="0">
              <a:schemeClr val="accent2"/>
            </a:fillRef>
            <a:effectRef idx="2">
              <a:schemeClr val="accent2"/>
            </a:effectRef>
            <a:fontRef idx="minor">
              <a:schemeClr val="tx1"/>
            </a:fontRef>
          </p:style>
        </p:cxnSp>
      </p:grpSp>
      <p:sp>
        <p:nvSpPr>
          <p:cNvPr id="20" name="文本框 19"/>
          <p:cNvSpPr txBox="1"/>
          <p:nvPr/>
        </p:nvSpPr>
        <p:spPr>
          <a:xfrm>
            <a:off x="274320" y="449590"/>
            <a:ext cx="2646878" cy="584775"/>
          </a:xfrm>
          <a:prstGeom prst="rect">
            <a:avLst/>
          </a:prstGeom>
          <a:noFill/>
        </p:spPr>
        <p:txBody>
          <a:bodyPr wrap="none" rtlCol="0">
            <a:spAutoFit/>
          </a:bodyPr>
          <a:lstStyle/>
          <a:p>
            <a:r>
              <a:rPr lang="zh-CN" altLang="en-US" sz="3200" b="1" dirty="0">
                <a:solidFill>
                  <a:srgbClr val="141316"/>
                </a:solidFill>
                <a:latin typeface="微软雅黑" panose="020B0503020204020204" pitchFamily="34" charset="-122"/>
                <a:ea typeface="微软雅黑" panose="020B0503020204020204" pitchFamily="34" charset="-122"/>
              </a:rPr>
              <a:t>识别业务实体</a:t>
            </a:r>
          </a:p>
        </p:txBody>
      </p:sp>
      <p:cxnSp>
        <p:nvCxnSpPr>
          <p:cNvPr id="21" name="直接连接符 20"/>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sp>
        <p:nvSpPr>
          <p:cNvPr id="25" name="矩形 24"/>
          <p:cNvSpPr/>
          <p:nvPr/>
        </p:nvSpPr>
        <p:spPr>
          <a:xfrm>
            <a:off x="7818120"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p:cNvSpPr/>
          <p:nvPr/>
        </p:nvSpPr>
        <p:spPr>
          <a:xfrm>
            <a:off x="8885357"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矩形 26"/>
          <p:cNvSpPr/>
          <p:nvPr/>
        </p:nvSpPr>
        <p:spPr>
          <a:xfrm>
            <a:off x="9952594"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27"/>
          <p:cNvSpPr/>
          <p:nvPr/>
        </p:nvSpPr>
        <p:spPr>
          <a:xfrm>
            <a:off x="11019831"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p:cNvSpPr/>
          <p:nvPr/>
        </p:nvSpPr>
        <p:spPr>
          <a:xfrm>
            <a:off x="9958956" y="796875"/>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0" name="组合 29"/>
          <p:cNvGrpSpPr/>
          <p:nvPr/>
        </p:nvGrpSpPr>
        <p:grpSpPr>
          <a:xfrm>
            <a:off x="2949773" y="608644"/>
            <a:ext cx="491490" cy="318085"/>
            <a:chOff x="3017520" y="601990"/>
            <a:chExt cx="491490" cy="414010"/>
          </a:xfrm>
        </p:grpSpPr>
        <p:sp>
          <p:nvSpPr>
            <p:cNvPr id="31" name="燕尾形 30"/>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2" name="燕尾形 31"/>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7" name="燕尾形 36"/>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2"/>
                                        </p:tgtEl>
                                        <p:attrNameLst>
                                          <p:attrName>style.visibility</p:attrName>
                                        </p:attrNameLst>
                                      </p:cBhvr>
                                      <p:to>
                                        <p:strVal val="visible"/>
                                      </p:to>
                                    </p:set>
                                    <p:animEffect transition="in" filter="fade">
                                      <p:cBhvr>
                                        <p:cTn id="7" dur="2000"/>
                                        <p:tgtEl>
                                          <p:spTgt spid="4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1"/>
                                        </p:tgtEl>
                                        <p:attrNameLst>
                                          <p:attrName>style.visibility</p:attrName>
                                        </p:attrNameLst>
                                      </p:cBhvr>
                                      <p:to>
                                        <p:strVal val="visible"/>
                                      </p:to>
                                    </p:set>
                                    <p:animEffect transition="in" filter="fade">
                                      <p:cBhvr>
                                        <p:cTn id="12" dur="2000"/>
                                        <p:tgtEl>
                                          <p:spTgt spid="4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0"/>
                                        </p:tgtEl>
                                        <p:attrNameLst>
                                          <p:attrName>style.visibility</p:attrName>
                                        </p:attrNameLst>
                                      </p:cBhvr>
                                      <p:to>
                                        <p:strVal val="visible"/>
                                      </p:to>
                                    </p:set>
                                    <p:animEffect transition="in" filter="fade">
                                      <p:cBhvr>
                                        <p:cTn id="17" dur="20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76000" y="1332000"/>
            <a:ext cx="9539755" cy="4389120"/>
          </a:xfrm>
        </p:spPr>
        <p:txBody>
          <a:bodyPr/>
          <a:lstStyle/>
          <a:p>
            <a:pPr marL="514350" indent="-457200">
              <a:lnSpc>
                <a:spcPct val="150000"/>
              </a:lnSpc>
              <a:buFont typeface="+mj-lt"/>
              <a:buAutoNum type="arabicPeriod"/>
            </a:pPr>
            <a:r>
              <a:rPr lang="zh-CN" altLang="en-US" dirty="0">
                <a:solidFill>
                  <a:schemeClr val="tx1"/>
                </a:solidFill>
              </a:rPr>
              <a:t>识别业务对象：</a:t>
            </a:r>
            <a:r>
              <a:rPr lang="zh-CN" altLang="en-US" dirty="0"/>
              <a:t>业务执行者、业务工人、业务实体；</a:t>
            </a:r>
            <a:endParaRPr lang="en-US" altLang="zh-CN" dirty="0"/>
          </a:p>
          <a:p>
            <a:pPr marL="514350" indent="-457200">
              <a:lnSpc>
                <a:spcPct val="150000"/>
              </a:lnSpc>
              <a:buFont typeface="+mj-lt"/>
              <a:buAutoNum type="arabicPeriod"/>
            </a:pPr>
            <a:r>
              <a:rPr lang="zh-CN" altLang="en-US" dirty="0">
                <a:solidFill>
                  <a:schemeClr val="tx1"/>
                </a:solidFill>
              </a:rPr>
              <a:t>确定业务对象间的</a:t>
            </a:r>
            <a:r>
              <a:rPr lang="zh-CN" altLang="en-US" dirty="0">
                <a:solidFill>
                  <a:srgbClr val="FF0000"/>
                </a:solidFill>
              </a:rPr>
              <a:t>职责、协作</a:t>
            </a:r>
            <a:r>
              <a:rPr lang="zh-CN" altLang="en-US" dirty="0">
                <a:solidFill>
                  <a:schemeClr val="tx1"/>
                </a:solidFill>
              </a:rPr>
              <a:t>及</a:t>
            </a:r>
            <a:r>
              <a:rPr lang="zh-CN" altLang="en-US" dirty="0">
                <a:solidFill>
                  <a:srgbClr val="FF0000"/>
                </a:solidFill>
              </a:rPr>
              <a:t>交互顺序</a:t>
            </a:r>
            <a:r>
              <a:rPr lang="zh-CN" altLang="en-US" dirty="0">
                <a:solidFill>
                  <a:schemeClr val="tx1"/>
                </a:solidFill>
              </a:rPr>
              <a:t>；</a:t>
            </a:r>
            <a:endParaRPr lang="zh-CN" altLang="en-US" dirty="0"/>
          </a:p>
          <a:p>
            <a:pPr marL="514350" indent="-457200">
              <a:lnSpc>
                <a:spcPct val="150000"/>
              </a:lnSpc>
              <a:buFont typeface="+mj-lt"/>
              <a:buAutoNum type="arabicPeriod"/>
            </a:pPr>
            <a:r>
              <a:rPr lang="zh-CN" altLang="en-US" dirty="0"/>
              <a:t>通过序列图来了解现状，</a:t>
            </a:r>
            <a:r>
              <a:rPr lang="zh-CN" altLang="en-US" dirty="0">
                <a:solidFill>
                  <a:schemeClr val="tx1"/>
                </a:solidFill>
              </a:rPr>
              <a:t>为业务的优化提供依据；</a:t>
            </a:r>
          </a:p>
        </p:txBody>
      </p:sp>
      <p:sp>
        <p:nvSpPr>
          <p:cNvPr id="4" name="文本框 3"/>
          <p:cNvSpPr txBox="1"/>
          <p:nvPr/>
        </p:nvSpPr>
        <p:spPr>
          <a:xfrm>
            <a:off x="274320" y="449590"/>
            <a:ext cx="3434080" cy="583565"/>
          </a:xfrm>
          <a:prstGeom prst="rect">
            <a:avLst/>
          </a:prstGeom>
          <a:noFill/>
        </p:spPr>
        <p:txBody>
          <a:bodyPr wrap="none" rtlCol="0">
            <a:spAutoFit/>
          </a:bodyPr>
          <a:lstStyle/>
          <a:p>
            <a:r>
              <a:rPr lang="zh-CN" altLang="en-US" sz="3200" b="1" dirty="0">
                <a:solidFill>
                  <a:srgbClr val="141316"/>
                </a:solidFill>
                <a:latin typeface="微软雅黑" panose="020B0503020204020204" pitchFamily="34" charset="-122"/>
                <a:ea typeface="微软雅黑" panose="020B0503020204020204" pitchFamily="34" charset="-122"/>
              </a:rPr>
              <a:t>业务序列图的作用</a:t>
            </a:r>
          </a:p>
        </p:txBody>
      </p:sp>
      <p:cxnSp>
        <p:nvCxnSpPr>
          <p:cNvPr id="5" name="直接连接符 4"/>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7818120"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8885357"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9952594"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11019831"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9958956" y="796875"/>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 name="组合 10"/>
          <p:cNvGrpSpPr/>
          <p:nvPr/>
        </p:nvGrpSpPr>
        <p:grpSpPr>
          <a:xfrm>
            <a:off x="3750826" y="588957"/>
            <a:ext cx="491490" cy="318085"/>
            <a:chOff x="3017520" y="601990"/>
            <a:chExt cx="491490" cy="414010"/>
          </a:xfrm>
        </p:grpSpPr>
        <p:sp>
          <p:nvSpPr>
            <p:cNvPr id="12" name="燕尾形 11"/>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3" name="燕尾形 12"/>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4" name="燕尾形 13"/>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24115" y="1285183"/>
            <a:ext cx="11340596" cy="4389120"/>
          </a:xfrm>
        </p:spPr>
        <p:txBody>
          <a:bodyPr/>
          <a:lstStyle/>
          <a:p>
            <a:pPr>
              <a:lnSpc>
                <a:spcPct val="150000"/>
              </a:lnSpc>
            </a:pPr>
            <a:r>
              <a:rPr lang="zh-CN" altLang="en-US" dirty="0"/>
              <a:t>取款业务用例描述：</a:t>
            </a:r>
            <a:endParaRPr lang="en-US" altLang="zh-CN" dirty="0"/>
          </a:p>
          <a:p>
            <a:pPr marL="742950" lvl="2" indent="-342900">
              <a:lnSpc>
                <a:spcPct val="120000"/>
              </a:lnSpc>
              <a:spcBef>
                <a:spcPts val="600"/>
              </a:spcBef>
              <a:spcAft>
                <a:spcPts val="600"/>
              </a:spcAft>
              <a:buFont typeface="Wingdings" panose="05000000000000000000" pitchFamily="2" charset="2"/>
              <a:buChar char="Ø"/>
            </a:pPr>
            <a:r>
              <a:rPr lang="zh-CN" altLang="en-US" sz="2400" dirty="0"/>
              <a:t>客户在财神银行某分理处柜台前，将储蓄卡递给银行柜员，要求取款。</a:t>
            </a:r>
            <a:endParaRPr lang="en-US" altLang="zh-CN" sz="2400" dirty="0"/>
          </a:p>
          <a:p>
            <a:pPr marL="742950" lvl="2" indent="-342900">
              <a:lnSpc>
                <a:spcPct val="120000"/>
              </a:lnSpc>
              <a:spcBef>
                <a:spcPts val="600"/>
              </a:spcBef>
              <a:spcAft>
                <a:spcPts val="600"/>
              </a:spcAft>
              <a:buFont typeface="Wingdings" panose="05000000000000000000" pitchFamily="2" charset="2"/>
              <a:buChar char="Ø"/>
            </a:pPr>
            <a:r>
              <a:rPr lang="zh-CN" altLang="en-US" sz="2400" dirty="0"/>
              <a:t>柜员接过储蓄卡在工作终端机器上划卡，系统提示客户输入储蓄卡密码。</a:t>
            </a:r>
            <a:endParaRPr lang="en-US" altLang="zh-CN" sz="2400" dirty="0"/>
          </a:p>
          <a:p>
            <a:pPr marL="742950" lvl="2" indent="-342900">
              <a:lnSpc>
                <a:spcPct val="120000"/>
              </a:lnSpc>
              <a:spcBef>
                <a:spcPts val="600"/>
              </a:spcBef>
              <a:spcAft>
                <a:spcPts val="600"/>
              </a:spcAft>
              <a:buFont typeface="Wingdings" panose="05000000000000000000" pitchFamily="2" charset="2"/>
              <a:buChar char="Ø"/>
            </a:pPr>
            <a:r>
              <a:rPr lang="zh-CN" altLang="en-US" sz="2400" dirty="0"/>
              <a:t>客户通过密码录入器输入正确密码后，柜员又询问客户取款金额。</a:t>
            </a:r>
            <a:endParaRPr lang="en-US" altLang="zh-CN" sz="2400" dirty="0"/>
          </a:p>
          <a:p>
            <a:pPr marL="742950" lvl="2" indent="-342900">
              <a:lnSpc>
                <a:spcPct val="120000"/>
              </a:lnSpc>
              <a:spcBef>
                <a:spcPts val="600"/>
              </a:spcBef>
              <a:spcAft>
                <a:spcPts val="600"/>
              </a:spcAft>
              <a:buFont typeface="Wingdings" panose="05000000000000000000" pitchFamily="2" charset="2"/>
              <a:buChar char="Ø"/>
            </a:pPr>
            <a:r>
              <a:rPr lang="zh-CN" altLang="en-US" sz="2400" dirty="0"/>
              <a:t>柜员将取款信息录入银行系统，并使用工作终端打印了一份凭条。</a:t>
            </a:r>
            <a:endParaRPr lang="en-US" altLang="zh-CN" sz="2400" dirty="0"/>
          </a:p>
          <a:p>
            <a:pPr marL="742950" lvl="2" indent="-342900">
              <a:lnSpc>
                <a:spcPct val="120000"/>
              </a:lnSpc>
              <a:spcBef>
                <a:spcPts val="600"/>
              </a:spcBef>
              <a:spcAft>
                <a:spcPts val="600"/>
              </a:spcAft>
              <a:buFont typeface="Wingdings" panose="05000000000000000000" pitchFamily="2" charset="2"/>
              <a:buChar char="Ø"/>
            </a:pPr>
            <a:r>
              <a:rPr lang="zh-CN" altLang="en-US" sz="2400" dirty="0"/>
              <a:t>柜员递出取款凭条，客户签字确认。</a:t>
            </a:r>
            <a:endParaRPr lang="en-US" altLang="zh-CN" sz="2400" dirty="0"/>
          </a:p>
          <a:p>
            <a:pPr marL="742950" lvl="2" indent="-342900">
              <a:lnSpc>
                <a:spcPct val="120000"/>
              </a:lnSpc>
              <a:spcBef>
                <a:spcPts val="600"/>
              </a:spcBef>
              <a:spcAft>
                <a:spcPts val="600"/>
              </a:spcAft>
              <a:buFont typeface="Wingdings" panose="05000000000000000000" pitchFamily="2" charset="2"/>
              <a:buChar char="Ø"/>
            </a:pPr>
            <a:r>
              <a:rPr lang="zh-CN" altLang="en-US" sz="2400" dirty="0"/>
              <a:t>银行柜员在凭条上盖章，最后把钱、储蓄卡及凭条递给客户，取款业务完成。</a:t>
            </a:r>
            <a:endParaRPr lang="en-US" altLang="zh-CN" sz="2400" dirty="0"/>
          </a:p>
          <a:p>
            <a:pPr>
              <a:lnSpc>
                <a:spcPct val="150000"/>
              </a:lnSpc>
            </a:pPr>
            <a:r>
              <a:rPr lang="zh-CN" altLang="en-US" sz="2400" b="1" dirty="0">
                <a:solidFill>
                  <a:srgbClr val="FF0000"/>
                </a:solidFill>
              </a:rPr>
              <a:t>在现实工作中，类似如上的信息都是分析师与组织的业务专家深入沟通后获得的</a:t>
            </a:r>
          </a:p>
        </p:txBody>
      </p:sp>
      <p:sp>
        <p:nvSpPr>
          <p:cNvPr id="4" name="文本框 3"/>
          <p:cNvSpPr txBox="1"/>
          <p:nvPr/>
        </p:nvSpPr>
        <p:spPr>
          <a:xfrm>
            <a:off x="274320" y="449590"/>
            <a:ext cx="6340197" cy="584775"/>
          </a:xfrm>
          <a:prstGeom prst="rect">
            <a:avLst/>
          </a:prstGeom>
          <a:noFill/>
        </p:spPr>
        <p:txBody>
          <a:bodyPr wrap="none" rtlCol="0">
            <a:spAutoFit/>
          </a:bodyPr>
          <a:lstStyle/>
          <a:p>
            <a:r>
              <a:rPr lang="zh-CN" altLang="en-US" sz="3200" b="1" dirty="0">
                <a:solidFill>
                  <a:srgbClr val="141316"/>
                </a:solidFill>
                <a:latin typeface="微软雅黑" panose="020B0503020204020204" pitchFamily="34" charset="-122"/>
                <a:ea typeface="微软雅黑" panose="020B0503020204020204" pitchFamily="34" charset="-122"/>
              </a:rPr>
              <a:t>示例：取款业务用例的业务序列图</a:t>
            </a:r>
          </a:p>
        </p:txBody>
      </p:sp>
      <p:cxnSp>
        <p:nvCxnSpPr>
          <p:cNvPr id="5" name="直接连接符 4"/>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7818120"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8885357"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9952594"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11019831"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9958956" y="796875"/>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 name="组合 10"/>
          <p:cNvGrpSpPr/>
          <p:nvPr/>
        </p:nvGrpSpPr>
        <p:grpSpPr>
          <a:xfrm>
            <a:off x="6529956" y="629679"/>
            <a:ext cx="491490" cy="318085"/>
            <a:chOff x="3017520" y="601990"/>
            <a:chExt cx="491490" cy="414010"/>
          </a:xfrm>
        </p:grpSpPr>
        <p:sp>
          <p:nvSpPr>
            <p:cNvPr id="12" name="燕尾形 11"/>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3" name="燕尾形 12"/>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4" name="燕尾形 13"/>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animEffect transition="in" filter="fade">
                                      <p:cBhvr>
                                        <p:cTn id="7"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3"/>
          <a:srcRect l="5581" t="16086" r="6709" b="13539"/>
          <a:stretch>
            <a:fillRect/>
          </a:stretch>
        </p:blipFill>
        <p:spPr bwMode="auto">
          <a:xfrm>
            <a:off x="2166910" y="2500306"/>
            <a:ext cx="7858180" cy="2500330"/>
          </a:xfrm>
          <a:prstGeom prst="rect">
            <a:avLst/>
          </a:prstGeom>
          <a:noFill/>
          <a:ln w="9525">
            <a:noFill/>
            <a:miter lim="800000"/>
            <a:headEnd/>
            <a:tailEnd/>
          </a:ln>
          <a:effectLst/>
        </p:spPr>
      </p:pic>
      <p:sp>
        <p:nvSpPr>
          <p:cNvPr id="5" name="文本框 4"/>
          <p:cNvSpPr txBox="1"/>
          <p:nvPr/>
        </p:nvSpPr>
        <p:spPr>
          <a:xfrm>
            <a:off x="274320" y="449590"/>
            <a:ext cx="3877985" cy="584775"/>
          </a:xfrm>
          <a:prstGeom prst="rect">
            <a:avLst/>
          </a:prstGeom>
          <a:noFill/>
        </p:spPr>
        <p:txBody>
          <a:bodyPr wrap="none" rtlCol="0">
            <a:spAutoFit/>
          </a:bodyPr>
          <a:lstStyle/>
          <a:p>
            <a:r>
              <a:rPr lang="zh-CN" altLang="en-US" sz="3200" b="1" dirty="0">
                <a:solidFill>
                  <a:srgbClr val="141316"/>
                </a:solidFill>
                <a:latin typeface="微软雅黑" panose="020B0503020204020204" pitchFamily="34" charset="-122"/>
                <a:ea typeface="微软雅黑" panose="020B0503020204020204" pitchFamily="34" charset="-122"/>
              </a:rPr>
              <a:t>示例：识别业务对象</a:t>
            </a:r>
          </a:p>
        </p:txBody>
      </p:sp>
      <p:cxnSp>
        <p:nvCxnSpPr>
          <p:cNvPr id="6" name="直接连接符 5"/>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sp>
        <p:nvSpPr>
          <p:cNvPr id="7" name="矩形 6"/>
          <p:cNvSpPr/>
          <p:nvPr/>
        </p:nvSpPr>
        <p:spPr>
          <a:xfrm>
            <a:off x="7818120"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8885357"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9952594"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11019831"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9958956" y="796875"/>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2" name="组合 11"/>
          <p:cNvGrpSpPr/>
          <p:nvPr/>
        </p:nvGrpSpPr>
        <p:grpSpPr>
          <a:xfrm>
            <a:off x="4095086" y="588957"/>
            <a:ext cx="491490" cy="318085"/>
            <a:chOff x="3017520" y="601990"/>
            <a:chExt cx="491490" cy="414010"/>
          </a:xfrm>
        </p:grpSpPr>
        <p:sp>
          <p:nvSpPr>
            <p:cNvPr id="13" name="燕尾形 12"/>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4" name="燕尾形 13"/>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5" name="燕尾形 14"/>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274320" y="449590"/>
            <a:ext cx="4288353" cy="584775"/>
          </a:xfrm>
          <a:prstGeom prst="rect">
            <a:avLst/>
          </a:prstGeom>
          <a:noFill/>
        </p:spPr>
        <p:txBody>
          <a:bodyPr wrap="none" rtlCol="0">
            <a:spAutoFit/>
          </a:bodyPr>
          <a:lstStyle/>
          <a:p>
            <a:r>
              <a:rPr lang="zh-CN" altLang="en-US" sz="3200" b="1" dirty="0">
                <a:solidFill>
                  <a:srgbClr val="141316"/>
                </a:solidFill>
                <a:latin typeface="微软雅黑" panose="020B0503020204020204" pitchFamily="34" charset="-122"/>
                <a:ea typeface="微软雅黑" panose="020B0503020204020204" pitchFamily="34" charset="-122"/>
              </a:rPr>
              <a:t>示例：绘制业务序列图</a:t>
            </a:r>
          </a:p>
        </p:txBody>
      </p:sp>
      <p:cxnSp>
        <p:nvCxnSpPr>
          <p:cNvPr id="5" name="直接连接符 4"/>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7818120"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8885357"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9952594"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11019831"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9958956" y="796875"/>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26" name="Picture 2"/>
          <p:cNvPicPr>
            <a:picLocks noChangeAspect="1" noChangeArrowheads="1"/>
          </p:cNvPicPr>
          <p:nvPr/>
        </p:nvPicPr>
        <p:blipFill>
          <a:blip r:embed="rId3"/>
          <a:srcRect l="6445" t="2812" r="50781" b="3437"/>
          <a:stretch>
            <a:fillRect/>
          </a:stretch>
        </p:blipFill>
        <p:spPr bwMode="auto">
          <a:xfrm>
            <a:off x="5381620" y="0"/>
            <a:ext cx="5006340" cy="6858000"/>
          </a:xfrm>
          <a:prstGeom prst="rect">
            <a:avLst/>
          </a:prstGeom>
          <a:noFill/>
          <a:ln w="9525">
            <a:noFill/>
            <a:miter lim="800000"/>
            <a:headEnd/>
            <a:tailEnd/>
          </a:ln>
          <a:effectLst/>
        </p:spPr>
      </p:pic>
      <p:grpSp>
        <p:nvGrpSpPr>
          <p:cNvPr id="11" name="组合 10"/>
          <p:cNvGrpSpPr/>
          <p:nvPr/>
        </p:nvGrpSpPr>
        <p:grpSpPr>
          <a:xfrm>
            <a:off x="4537897" y="637832"/>
            <a:ext cx="491490" cy="318085"/>
            <a:chOff x="3017520" y="601990"/>
            <a:chExt cx="491490" cy="414010"/>
          </a:xfrm>
        </p:grpSpPr>
        <p:sp>
          <p:nvSpPr>
            <p:cNvPr id="12" name="燕尾形 11"/>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3" name="燕尾形 12"/>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4" name="燕尾形 13"/>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srcRect/>
          <a:stretch>
            <a:fillRect/>
          </a:stretch>
        </p:blipFill>
        <p:spPr bwMode="auto">
          <a:xfrm>
            <a:off x="3568594" y="1268857"/>
            <a:ext cx="8396117" cy="5077027"/>
          </a:xfrm>
          <a:prstGeom prst="rect">
            <a:avLst/>
          </a:prstGeom>
          <a:noFill/>
          <a:ln w="9525">
            <a:noFill/>
            <a:miter lim="800000"/>
            <a:headEnd/>
            <a:tailEnd/>
          </a:ln>
          <a:effectLst/>
        </p:spPr>
      </p:pic>
      <p:sp>
        <p:nvSpPr>
          <p:cNvPr id="4" name="文本框 3"/>
          <p:cNvSpPr txBox="1"/>
          <p:nvPr/>
        </p:nvSpPr>
        <p:spPr>
          <a:xfrm>
            <a:off x="274320" y="449590"/>
            <a:ext cx="6889450" cy="584775"/>
          </a:xfrm>
          <a:prstGeom prst="rect">
            <a:avLst/>
          </a:prstGeom>
          <a:noFill/>
        </p:spPr>
        <p:txBody>
          <a:bodyPr wrap="none" rtlCol="0">
            <a:spAutoFit/>
          </a:bodyPr>
          <a:lstStyle/>
          <a:p>
            <a:r>
              <a:rPr lang="zh-CN" altLang="en-US" sz="3200" b="1" dirty="0">
                <a:solidFill>
                  <a:srgbClr val="141316"/>
                </a:solidFill>
                <a:latin typeface="微软雅黑" panose="020B0503020204020204" pitchFamily="34" charset="-122"/>
                <a:ea typeface="微软雅黑" panose="020B0503020204020204" pitchFamily="34" charset="-122"/>
              </a:rPr>
              <a:t>练习：</a:t>
            </a:r>
            <a:r>
              <a:rPr lang="en-US" altLang="zh-CN" sz="3200" b="1" dirty="0">
                <a:solidFill>
                  <a:srgbClr val="141316"/>
                </a:solidFill>
                <a:latin typeface="微软雅黑" panose="020B0503020204020204" pitchFamily="34" charset="-122"/>
                <a:ea typeface="微软雅黑" panose="020B0503020204020204" pitchFamily="34" charset="-122"/>
              </a:rPr>
              <a:t>EA</a:t>
            </a:r>
            <a:r>
              <a:rPr lang="zh-CN" altLang="en-US" sz="3200" b="1" dirty="0">
                <a:solidFill>
                  <a:srgbClr val="141316"/>
                </a:solidFill>
                <a:latin typeface="微软雅黑" panose="020B0503020204020204" pitchFamily="34" charset="-122"/>
                <a:ea typeface="微软雅黑" panose="020B0503020204020204" pitchFamily="34" charset="-122"/>
              </a:rPr>
              <a:t>中进行现状业务序列图建模</a:t>
            </a:r>
          </a:p>
        </p:txBody>
      </p:sp>
      <p:cxnSp>
        <p:nvCxnSpPr>
          <p:cNvPr id="5" name="直接连接符 4"/>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7818120"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8885357"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9952594"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11019831"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274320" y="1603900"/>
            <a:ext cx="3262432" cy="1689052"/>
          </a:xfrm>
          <a:prstGeom prst="rect">
            <a:avLst/>
          </a:prstGeom>
          <a:noFill/>
        </p:spPr>
        <p:txBody>
          <a:bodyPr wrap="none" rtlCol="0">
            <a:spAutoFit/>
          </a:bodyPr>
          <a:lstStyle/>
          <a:p>
            <a:pPr>
              <a:lnSpc>
                <a:spcPct val="150000"/>
              </a:lnSpc>
            </a:pPr>
            <a:r>
              <a:rPr lang="zh-CN" altLang="en-US" sz="2400" dirty="0">
                <a:latin typeface="微软雅黑" panose="020B0503020204020204" pitchFamily="34" charset="-122"/>
                <a:ea typeface="微软雅黑" panose="020B0503020204020204" pitchFamily="34" charset="-122"/>
              </a:rPr>
              <a:t>先用文本写出流程</a:t>
            </a:r>
            <a:endParaRPr lang="en-US" altLang="zh-CN" sz="2400" dirty="0">
              <a:latin typeface="微软雅黑" panose="020B0503020204020204" pitchFamily="34" charset="-122"/>
              <a:ea typeface="微软雅黑" panose="020B0503020204020204" pitchFamily="34" charset="-122"/>
            </a:endParaRPr>
          </a:p>
          <a:p>
            <a:pPr>
              <a:lnSpc>
                <a:spcPct val="150000"/>
              </a:lnSpc>
            </a:pPr>
            <a:r>
              <a:rPr lang="zh-CN" altLang="en-US" sz="2400" dirty="0">
                <a:latin typeface="微软雅黑" panose="020B0503020204020204" pitchFamily="34" charset="-122"/>
                <a:ea typeface="微软雅黑" panose="020B0503020204020204" pitchFamily="34" charset="-122"/>
              </a:rPr>
              <a:t>在此基础上转化为图</a:t>
            </a:r>
            <a:endParaRPr lang="en-US" altLang="zh-CN" sz="2400" dirty="0">
              <a:latin typeface="微软雅黑" panose="020B0503020204020204" pitchFamily="34" charset="-122"/>
              <a:ea typeface="微软雅黑" panose="020B0503020204020204" pitchFamily="34" charset="-122"/>
            </a:endParaRPr>
          </a:p>
          <a:p>
            <a:pPr>
              <a:lnSpc>
                <a:spcPct val="150000"/>
              </a:lnSpc>
            </a:pPr>
            <a:r>
              <a:rPr lang="zh-CN" altLang="en-US" sz="2400" dirty="0">
                <a:latin typeface="微软雅黑" panose="020B0503020204020204" pitchFamily="34" charset="-122"/>
                <a:ea typeface="微软雅黑" panose="020B0503020204020204" pitchFamily="34" charset="-122"/>
              </a:rPr>
              <a:t>体会这两种方法的差异</a:t>
            </a:r>
          </a:p>
        </p:txBody>
      </p:sp>
      <p:sp>
        <p:nvSpPr>
          <p:cNvPr id="10" name="矩形 9"/>
          <p:cNvSpPr/>
          <p:nvPr/>
        </p:nvSpPr>
        <p:spPr>
          <a:xfrm>
            <a:off x="9958956" y="796875"/>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 name="组合 10"/>
          <p:cNvGrpSpPr/>
          <p:nvPr/>
        </p:nvGrpSpPr>
        <p:grpSpPr>
          <a:xfrm>
            <a:off x="7099341" y="625590"/>
            <a:ext cx="491490" cy="318085"/>
            <a:chOff x="3017520" y="601990"/>
            <a:chExt cx="491490" cy="414010"/>
          </a:xfrm>
        </p:grpSpPr>
        <p:sp>
          <p:nvSpPr>
            <p:cNvPr id="12" name="燕尾形 11"/>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3" name="燕尾形 12"/>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4" name="燕尾形 13"/>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noChangeArrowheads="1"/>
          </p:cNvPicPr>
          <p:nvPr/>
        </p:nvPicPr>
        <p:blipFill>
          <a:blip r:embed="rId3"/>
          <a:srcRect/>
          <a:stretch>
            <a:fillRect/>
          </a:stretch>
        </p:blipFill>
        <p:spPr bwMode="auto">
          <a:xfrm>
            <a:off x="2022976" y="1319202"/>
            <a:ext cx="7929618" cy="4753328"/>
          </a:xfrm>
          <a:prstGeom prst="rect">
            <a:avLst/>
          </a:prstGeom>
          <a:noFill/>
          <a:ln w="9525">
            <a:noFill/>
            <a:miter lim="800000"/>
            <a:headEnd/>
            <a:tailEnd/>
          </a:ln>
          <a:effectLst/>
        </p:spPr>
      </p:pic>
      <p:sp>
        <p:nvSpPr>
          <p:cNvPr id="5" name="矩形 4"/>
          <p:cNvSpPr/>
          <p:nvPr/>
        </p:nvSpPr>
        <p:spPr>
          <a:xfrm>
            <a:off x="6280988" y="2036982"/>
            <a:ext cx="1729961" cy="1938992"/>
          </a:xfrm>
          <a:prstGeom prst="rect">
            <a:avLst/>
          </a:prstGeom>
        </p:spPr>
        <p:txBody>
          <a:bodyPr wrap="none">
            <a:spAutoFit/>
          </a:bodyPr>
          <a:lstStyle/>
          <a:p>
            <a:r>
              <a:rPr lang="en-US" altLang="zh-CN" sz="12000" b="1" dirty="0">
                <a:solidFill>
                  <a:srgbClr val="FF0000"/>
                </a:solidFill>
                <a:latin typeface="Berlin Sans FB Demi" panose="020E0802020502020306" pitchFamily="34" charset="0"/>
              </a:rPr>
              <a:t>×</a:t>
            </a:r>
            <a:endParaRPr lang="zh-CN" altLang="en-US" sz="12000" b="1" dirty="0">
              <a:solidFill>
                <a:srgbClr val="FF0000"/>
              </a:solidFill>
              <a:latin typeface="Berlin Sans FB Demi" panose="020E0802020502020306" pitchFamily="34" charset="0"/>
            </a:endParaRPr>
          </a:p>
        </p:txBody>
      </p:sp>
      <p:sp>
        <p:nvSpPr>
          <p:cNvPr id="6" name="文本框 5"/>
          <p:cNvSpPr txBox="1"/>
          <p:nvPr/>
        </p:nvSpPr>
        <p:spPr>
          <a:xfrm>
            <a:off x="274320" y="449590"/>
            <a:ext cx="7160935" cy="584775"/>
          </a:xfrm>
          <a:prstGeom prst="rect">
            <a:avLst/>
          </a:prstGeom>
          <a:noFill/>
        </p:spPr>
        <p:txBody>
          <a:bodyPr wrap="none" rtlCol="0">
            <a:spAutoFit/>
          </a:bodyPr>
          <a:lstStyle/>
          <a:p>
            <a:r>
              <a:rPr lang="zh-CN" altLang="en-US" sz="3200" b="1" dirty="0">
                <a:solidFill>
                  <a:srgbClr val="141316"/>
                </a:solidFill>
                <a:latin typeface="微软雅黑" panose="020B0503020204020204" pitchFamily="34" charset="-122"/>
                <a:ea typeface="微软雅黑" panose="020B0503020204020204" pitchFamily="34" charset="-122"/>
              </a:rPr>
              <a:t>注意：本阶段不要考虑要实现什么系统</a:t>
            </a:r>
          </a:p>
        </p:txBody>
      </p:sp>
      <p:cxnSp>
        <p:nvCxnSpPr>
          <p:cNvPr id="7" name="直接连接符 6"/>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7818120"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8885357"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9952594"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11019831"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9958956" y="796875"/>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3" name="组合 12"/>
          <p:cNvGrpSpPr/>
          <p:nvPr/>
        </p:nvGrpSpPr>
        <p:grpSpPr>
          <a:xfrm>
            <a:off x="7345086" y="637832"/>
            <a:ext cx="491490" cy="318085"/>
            <a:chOff x="3017520" y="601990"/>
            <a:chExt cx="491490" cy="414010"/>
          </a:xfrm>
        </p:grpSpPr>
        <p:sp>
          <p:nvSpPr>
            <p:cNvPr id="14" name="燕尾形 13"/>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5" name="燕尾形 14"/>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6" name="燕尾形 15"/>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13"/>
          <p:cNvGrpSpPr/>
          <p:nvPr/>
        </p:nvGrpSpPr>
        <p:grpSpPr>
          <a:xfrm>
            <a:off x="4095736" y="1212857"/>
            <a:ext cx="5780046" cy="5255025"/>
            <a:chOff x="2690472" y="1428736"/>
            <a:chExt cx="5780046" cy="5255025"/>
          </a:xfrm>
        </p:grpSpPr>
        <p:pic>
          <p:nvPicPr>
            <p:cNvPr id="15" name="Picture 2"/>
            <p:cNvPicPr>
              <a:picLocks noChangeAspect="1" noChangeArrowheads="1"/>
            </p:cNvPicPr>
            <p:nvPr/>
          </p:nvPicPr>
          <p:blipFill>
            <a:blip r:embed="rId3"/>
            <a:srcRect/>
            <a:stretch>
              <a:fillRect/>
            </a:stretch>
          </p:blipFill>
          <p:spPr bwMode="auto">
            <a:xfrm>
              <a:off x="2786050" y="1428736"/>
              <a:ext cx="5684468" cy="5255025"/>
            </a:xfrm>
            <a:prstGeom prst="rect">
              <a:avLst/>
            </a:prstGeom>
            <a:noFill/>
            <a:ln w="9525">
              <a:noFill/>
              <a:miter lim="800000"/>
              <a:headEnd/>
              <a:tailEnd/>
            </a:ln>
            <a:effectLst/>
          </p:spPr>
        </p:pic>
        <p:sp>
          <p:nvSpPr>
            <p:cNvPr id="16" name="矩形 15"/>
            <p:cNvSpPr/>
            <p:nvPr/>
          </p:nvSpPr>
          <p:spPr>
            <a:xfrm>
              <a:off x="2690472" y="5715016"/>
              <a:ext cx="642942" cy="92869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7" name="直接连接符 16"/>
          <p:cNvCxnSpPr/>
          <p:nvPr/>
        </p:nvCxnSpPr>
        <p:spPr>
          <a:xfrm>
            <a:off x="3905562" y="5070508"/>
            <a:ext cx="1000132" cy="571504"/>
          </a:xfrm>
          <a:prstGeom prst="line">
            <a:avLst/>
          </a:prstGeom>
        </p:spPr>
        <p:style>
          <a:lnRef idx="2">
            <a:schemeClr val="accent3"/>
          </a:lnRef>
          <a:fillRef idx="0">
            <a:schemeClr val="accent3"/>
          </a:fillRef>
          <a:effectRef idx="1">
            <a:schemeClr val="accent3"/>
          </a:effectRef>
          <a:fontRef idx="minor">
            <a:schemeClr val="tx1"/>
          </a:fontRef>
        </p:style>
      </p:cxnSp>
      <p:sp>
        <p:nvSpPr>
          <p:cNvPr id="18" name="矩形 17"/>
          <p:cNvSpPr/>
          <p:nvPr/>
        </p:nvSpPr>
        <p:spPr>
          <a:xfrm>
            <a:off x="1905298" y="4570442"/>
            <a:ext cx="2071702" cy="714380"/>
          </a:xfrm>
          <a:prstGeom prst="rect">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en-US" altLang="zh-CN" sz="2400" dirty="0">
                <a:ln w="18415" cmpd="sng">
                  <a:solidFill>
                    <a:srgbClr val="FFFFFF"/>
                  </a:solidFill>
                  <a:prstDash val="solid"/>
                </a:ln>
                <a:solidFill>
                  <a:srgbClr val="FFFFFF"/>
                </a:solidFill>
                <a:effectLst>
                  <a:outerShdw blurRad="63500" dir="3600000" algn="tl" rotWithShape="0">
                    <a:srgbClr val="000000">
                      <a:alpha val="70000"/>
                    </a:srgbClr>
                  </a:outerShdw>
                </a:effectLst>
              </a:rPr>
              <a:t>Opt=</a:t>
            </a:r>
            <a:r>
              <a:rPr lang="en-US" sz="2400" dirty="0">
                <a:ln w="18415" cmpd="sng">
                  <a:solidFill>
                    <a:srgbClr val="FFFFFF"/>
                  </a:solidFill>
                  <a:prstDash val="solid"/>
                </a:ln>
                <a:solidFill>
                  <a:srgbClr val="FFFFFF"/>
                </a:solidFill>
                <a:effectLst>
                  <a:outerShdw blurRad="63500" dir="3600000" algn="tl" rotWithShape="0">
                    <a:srgbClr val="000000">
                      <a:alpha val="70000"/>
                    </a:srgbClr>
                  </a:outerShdw>
                </a:effectLst>
              </a:rPr>
              <a:t> optional </a:t>
            </a:r>
            <a:br>
              <a:rPr lang="en-US" sz="2400" dirty="0">
                <a:ln w="18415" cmpd="sng">
                  <a:solidFill>
                    <a:srgbClr val="FFFFFF"/>
                  </a:solidFill>
                  <a:prstDash val="solid"/>
                </a:ln>
                <a:solidFill>
                  <a:srgbClr val="FFFFFF"/>
                </a:solidFill>
                <a:effectLst>
                  <a:outerShdw blurRad="63500" dir="3600000" algn="tl" rotWithShape="0">
                    <a:srgbClr val="000000">
                      <a:alpha val="70000"/>
                    </a:srgbClr>
                  </a:outerShdw>
                </a:effectLst>
              </a:rPr>
            </a:br>
            <a:r>
              <a:rPr lang="zh-CN" altLang="en-US" sz="2400" dirty="0">
                <a:ln w="18415" cmpd="sng">
                  <a:solidFill>
                    <a:srgbClr val="FFFFFF"/>
                  </a:solidFill>
                  <a:prstDash val="solid"/>
                </a:ln>
                <a:solidFill>
                  <a:srgbClr val="FFFFFF"/>
                </a:solidFill>
                <a:effectLst>
                  <a:outerShdw blurRad="63500" dir="3600000" algn="tl" rotWithShape="0">
                    <a:srgbClr val="000000">
                      <a:alpha val="70000"/>
                    </a:srgbClr>
                  </a:outerShdw>
                </a:effectLst>
              </a:rPr>
              <a:t>可选分支</a:t>
            </a:r>
          </a:p>
        </p:txBody>
      </p:sp>
      <p:cxnSp>
        <p:nvCxnSpPr>
          <p:cNvPr id="19" name="直接连接符 18"/>
          <p:cNvCxnSpPr/>
          <p:nvPr/>
        </p:nvCxnSpPr>
        <p:spPr>
          <a:xfrm flipV="1">
            <a:off x="3905562" y="3070244"/>
            <a:ext cx="714380" cy="285752"/>
          </a:xfrm>
          <a:prstGeom prst="line">
            <a:avLst/>
          </a:prstGeom>
        </p:spPr>
        <p:style>
          <a:lnRef idx="2">
            <a:schemeClr val="accent3"/>
          </a:lnRef>
          <a:fillRef idx="0">
            <a:schemeClr val="accent3"/>
          </a:fillRef>
          <a:effectRef idx="1">
            <a:schemeClr val="accent3"/>
          </a:effectRef>
          <a:fontRef idx="minor">
            <a:schemeClr val="tx1"/>
          </a:fontRef>
        </p:style>
      </p:cxnSp>
      <p:sp>
        <p:nvSpPr>
          <p:cNvPr id="20" name="矩形 19"/>
          <p:cNvSpPr/>
          <p:nvPr/>
        </p:nvSpPr>
        <p:spPr>
          <a:xfrm>
            <a:off x="1905298" y="3141682"/>
            <a:ext cx="2261876" cy="714380"/>
          </a:xfrm>
          <a:prstGeom prst="rect">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en-US" altLang="zh-CN" sz="2400" dirty="0">
                <a:ln w="18415" cmpd="sng">
                  <a:solidFill>
                    <a:srgbClr val="FFFFFF"/>
                  </a:solidFill>
                  <a:prstDash val="solid"/>
                </a:ln>
                <a:solidFill>
                  <a:srgbClr val="FFFFFF"/>
                </a:solidFill>
                <a:effectLst>
                  <a:outerShdw blurRad="63500" dir="3600000" algn="tl" rotWithShape="0">
                    <a:srgbClr val="000000">
                      <a:alpha val="70000"/>
                    </a:srgbClr>
                  </a:outerShdw>
                </a:effectLst>
              </a:rPr>
              <a:t>Alt=</a:t>
            </a:r>
            <a:r>
              <a:rPr lang="en-US" sz="2400" dirty="0">
                <a:ln w="18415" cmpd="sng">
                  <a:solidFill>
                    <a:srgbClr val="FFFFFF"/>
                  </a:solidFill>
                  <a:prstDash val="solid"/>
                </a:ln>
                <a:solidFill>
                  <a:srgbClr val="FFFFFF"/>
                </a:solidFill>
                <a:effectLst>
                  <a:outerShdw blurRad="63500" dir="3600000" algn="tl" rotWithShape="0">
                    <a:srgbClr val="000000">
                      <a:alpha val="70000"/>
                    </a:srgbClr>
                  </a:outerShdw>
                </a:effectLst>
              </a:rPr>
              <a:t> alternative</a:t>
            </a:r>
            <a:br>
              <a:rPr lang="en-US" sz="2400" dirty="0">
                <a:ln w="18415" cmpd="sng">
                  <a:solidFill>
                    <a:srgbClr val="FFFFFF"/>
                  </a:solidFill>
                  <a:prstDash val="solid"/>
                </a:ln>
                <a:solidFill>
                  <a:srgbClr val="FFFFFF"/>
                </a:solidFill>
                <a:effectLst>
                  <a:outerShdw blurRad="63500" dir="3600000" algn="tl" rotWithShape="0">
                    <a:srgbClr val="000000">
                      <a:alpha val="70000"/>
                    </a:srgbClr>
                  </a:outerShdw>
                </a:effectLst>
              </a:rPr>
            </a:br>
            <a:r>
              <a:rPr lang="zh-CN" altLang="en-US" sz="2400" dirty="0">
                <a:ln w="18415" cmpd="sng">
                  <a:solidFill>
                    <a:srgbClr val="FFFFFF"/>
                  </a:solidFill>
                  <a:prstDash val="solid"/>
                </a:ln>
                <a:solidFill>
                  <a:srgbClr val="FFFFFF"/>
                </a:solidFill>
                <a:effectLst>
                  <a:outerShdw blurRad="63500" dir="3600000" algn="tl" rotWithShape="0">
                    <a:srgbClr val="000000">
                      <a:alpha val="70000"/>
                    </a:srgbClr>
                  </a:outerShdw>
                </a:effectLst>
              </a:rPr>
              <a:t>条件分支</a:t>
            </a:r>
          </a:p>
        </p:txBody>
      </p:sp>
      <p:cxnSp>
        <p:nvCxnSpPr>
          <p:cNvPr id="21" name="直接连接符 20"/>
          <p:cNvCxnSpPr/>
          <p:nvPr/>
        </p:nvCxnSpPr>
        <p:spPr>
          <a:xfrm>
            <a:off x="3492700" y="2411536"/>
            <a:ext cx="785818" cy="142876"/>
          </a:xfrm>
          <a:prstGeom prst="line">
            <a:avLst/>
          </a:prstGeom>
        </p:spPr>
        <p:style>
          <a:lnRef idx="2">
            <a:schemeClr val="accent3"/>
          </a:lnRef>
          <a:fillRef idx="0">
            <a:schemeClr val="accent3"/>
          </a:fillRef>
          <a:effectRef idx="1">
            <a:schemeClr val="accent3"/>
          </a:effectRef>
          <a:fontRef idx="minor">
            <a:schemeClr val="tx1"/>
          </a:fontRef>
        </p:style>
      </p:cxnSp>
      <p:sp>
        <p:nvSpPr>
          <p:cNvPr id="22" name="矩形 21"/>
          <p:cNvSpPr/>
          <p:nvPr/>
        </p:nvSpPr>
        <p:spPr>
          <a:xfrm>
            <a:off x="2095472" y="2212988"/>
            <a:ext cx="1452900" cy="428628"/>
          </a:xfrm>
          <a:prstGeom prst="rect">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zh-CN" altLang="en-US" sz="2400" dirty="0">
                <a:ln w="18415" cmpd="sng">
                  <a:solidFill>
                    <a:srgbClr val="FFFFFF"/>
                  </a:solidFill>
                  <a:prstDash val="solid"/>
                </a:ln>
                <a:solidFill>
                  <a:srgbClr val="FFFFFF"/>
                </a:solidFill>
                <a:effectLst>
                  <a:outerShdw blurRad="63500" dir="3600000" algn="tl" rotWithShape="0">
                    <a:srgbClr val="000000">
                      <a:alpha val="70000"/>
                    </a:srgbClr>
                  </a:outerShdw>
                </a:effectLst>
              </a:rPr>
              <a:t>循环</a:t>
            </a:r>
            <a:r>
              <a:rPr lang="en-US" altLang="zh-CN" sz="2400" dirty="0">
                <a:ln w="18415" cmpd="sng">
                  <a:solidFill>
                    <a:srgbClr val="FFFFFF"/>
                  </a:solidFill>
                  <a:prstDash val="solid"/>
                </a:ln>
                <a:solidFill>
                  <a:srgbClr val="FFFFFF"/>
                </a:solidFill>
                <a:effectLst>
                  <a:outerShdw blurRad="63500" dir="3600000" algn="tl" rotWithShape="0">
                    <a:srgbClr val="000000">
                      <a:alpha val="70000"/>
                    </a:srgbClr>
                  </a:outerShdw>
                </a:effectLst>
              </a:rPr>
              <a:t>loop</a:t>
            </a:r>
            <a:endParaRPr lang="zh-CN" altLang="en-US" sz="2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13" name="文本框 12"/>
          <p:cNvSpPr txBox="1"/>
          <p:nvPr/>
        </p:nvSpPr>
        <p:spPr>
          <a:xfrm>
            <a:off x="274320" y="449590"/>
            <a:ext cx="4698722" cy="584775"/>
          </a:xfrm>
          <a:prstGeom prst="rect">
            <a:avLst/>
          </a:prstGeom>
          <a:noFill/>
        </p:spPr>
        <p:txBody>
          <a:bodyPr wrap="none" rtlCol="0">
            <a:spAutoFit/>
          </a:bodyPr>
          <a:lstStyle/>
          <a:p>
            <a:r>
              <a:rPr lang="zh-CN" altLang="en-US" sz="3200" b="1" dirty="0">
                <a:solidFill>
                  <a:srgbClr val="141316"/>
                </a:solidFill>
                <a:latin typeface="微软雅黑" panose="020B0503020204020204" pitchFamily="34" charset="-122"/>
                <a:ea typeface="微软雅黑" panose="020B0503020204020204" pitchFamily="34" charset="-122"/>
              </a:rPr>
              <a:t>序列图中常用分支的画法</a:t>
            </a:r>
          </a:p>
        </p:txBody>
      </p:sp>
      <p:cxnSp>
        <p:nvCxnSpPr>
          <p:cNvPr id="14" name="直接连接符 13"/>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sp>
        <p:nvSpPr>
          <p:cNvPr id="23" name="矩形 22"/>
          <p:cNvSpPr/>
          <p:nvPr/>
        </p:nvSpPr>
        <p:spPr>
          <a:xfrm>
            <a:off x="7818120"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p:nvSpPr>
        <p:spPr>
          <a:xfrm>
            <a:off x="8885357"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p:cNvSpPr/>
          <p:nvPr/>
        </p:nvSpPr>
        <p:spPr>
          <a:xfrm>
            <a:off x="9952594"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p:cNvSpPr/>
          <p:nvPr/>
        </p:nvSpPr>
        <p:spPr>
          <a:xfrm>
            <a:off x="11019831"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矩形 26"/>
          <p:cNvSpPr/>
          <p:nvPr/>
        </p:nvSpPr>
        <p:spPr>
          <a:xfrm>
            <a:off x="9958956" y="796875"/>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8" name="组合 27"/>
          <p:cNvGrpSpPr/>
          <p:nvPr/>
        </p:nvGrpSpPr>
        <p:grpSpPr>
          <a:xfrm>
            <a:off x="4879889" y="624433"/>
            <a:ext cx="491490" cy="318085"/>
            <a:chOff x="3017520" y="601990"/>
            <a:chExt cx="491490" cy="414010"/>
          </a:xfrm>
        </p:grpSpPr>
        <p:sp>
          <p:nvSpPr>
            <p:cNvPr id="29" name="燕尾形 28"/>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0" name="燕尾形 29"/>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1" name="燕尾形 30"/>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par>
                                <p:cTn id="8" presetID="3" presetClass="entr" presetSubtype="10" fill="hold"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blinds(horizontal)">
                                      <p:cBhvr>
                                        <p:cTn id="10" dur="500"/>
                                        <p:tgtEl>
                                          <p:spTgt spid="17"/>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blinds(horizontal)">
                                      <p:cBhvr>
                                        <p:cTn id="13" dur="500"/>
                                        <p:tgtEl>
                                          <p:spTgt spid="18"/>
                                        </p:tgtEl>
                                      </p:cBhvr>
                                    </p:animEffect>
                                  </p:childTnLst>
                                </p:cTn>
                              </p:par>
                              <p:par>
                                <p:cTn id="14" presetID="3" presetClass="entr" presetSubtype="10" fill="hold" nodeType="withEffect">
                                  <p:stCondLst>
                                    <p:cond delay="0"/>
                                  </p:stCondLst>
                                  <p:childTnLst>
                                    <p:set>
                                      <p:cBhvr>
                                        <p:cTn id="15" dur="1" fill="hold">
                                          <p:stCondLst>
                                            <p:cond delay="0"/>
                                          </p:stCondLst>
                                        </p:cTn>
                                        <p:tgtEl>
                                          <p:spTgt spid="19"/>
                                        </p:tgtEl>
                                        <p:attrNameLst>
                                          <p:attrName>style.visibility</p:attrName>
                                        </p:attrNameLst>
                                      </p:cBhvr>
                                      <p:to>
                                        <p:strVal val="visible"/>
                                      </p:to>
                                    </p:set>
                                    <p:animEffect transition="in" filter="blinds(horizontal)">
                                      <p:cBhvr>
                                        <p:cTn id="16" dur="500"/>
                                        <p:tgtEl>
                                          <p:spTgt spid="19"/>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blinds(horizontal)">
                                      <p:cBhvr>
                                        <p:cTn id="19" dur="500"/>
                                        <p:tgtEl>
                                          <p:spTgt spid="20"/>
                                        </p:tgtEl>
                                      </p:cBhvr>
                                    </p:animEffect>
                                  </p:childTnLst>
                                </p:cTn>
                              </p:par>
                              <p:par>
                                <p:cTn id="20" presetID="3" presetClass="entr" presetSubtype="10" fill="hold" nodeType="with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blinds(horizontal)">
                                      <p:cBhvr>
                                        <p:cTn id="22" dur="500"/>
                                        <p:tgtEl>
                                          <p:spTgt spid="21"/>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22"/>
                                        </p:tgtEl>
                                        <p:attrNameLst>
                                          <p:attrName>style.visibility</p:attrName>
                                        </p:attrNameLst>
                                      </p:cBhvr>
                                      <p:to>
                                        <p:strVal val="visible"/>
                                      </p:to>
                                    </p:set>
                                    <p:animEffect transition="in" filter="blinds(horizontal)">
                                      <p:cBhvr>
                                        <p:cTn id="25"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20" grpId="0" animBg="1"/>
      <p:bldP spid="22"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274320" y="449590"/>
            <a:ext cx="3877985" cy="584775"/>
          </a:xfrm>
          <a:prstGeom prst="rect">
            <a:avLst/>
          </a:prstGeom>
          <a:noFill/>
        </p:spPr>
        <p:txBody>
          <a:bodyPr wrap="none" rtlCol="0">
            <a:spAutoFit/>
          </a:bodyPr>
          <a:lstStyle/>
          <a:p>
            <a:r>
              <a:rPr lang="zh-CN" altLang="en-US" sz="3200" b="1" dirty="0">
                <a:solidFill>
                  <a:srgbClr val="141316"/>
                </a:solidFill>
                <a:latin typeface="微软雅黑" panose="020B0503020204020204" pitchFamily="34" charset="-122"/>
                <a:ea typeface="微软雅黑" panose="020B0503020204020204" pitchFamily="34" charset="-122"/>
              </a:rPr>
              <a:t>序列图中分支的示例</a:t>
            </a:r>
          </a:p>
        </p:txBody>
      </p:sp>
      <p:cxnSp>
        <p:nvCxnSpPr>
          <p:cNvPr id="6" name="直接连接符 5"/>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sp>
        <p:nvSpPr>
          <p:cNvPr id="7" name="矩形 6"/>
          <p:cNvSpPr/>
          <p:nvPr/>
        </p:nvSpPr>
        <p:spPr>
          <a:xfrm>
            <a:off x="7818120"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8885357"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9952594"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11019831"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9958956" y="796875"/>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2" name="组合 11"/>
          <p:cNvGrpSpPr/>
          <p:nvPr/>
        </p:nvGrpSpPr>
        <p:grpSpPr>
          <a:xfrm>
            <a:off x="4152305" y="637832"/>
            <a:ext cx="491490" cy="318085"/>
            <a:chOff x="3017520" y="601990"/>
            <a:chExt cx="491490" cy="414010"/>
          </a:xfrm>
        </p:grpSpPr>
        <p:sp>
          <p:nvSpPr>
            <p:cNvPr id="13" name="燕尾形 12"/>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4" name="燕尾形 13"/>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5" name="燕尾形 14"/>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pic>
        <p:nvPicPr>
          <p:cNvPr id="3" name="图片 2">
            <a:extLst>
              <a:ext uri="{FF2B5EF4-FFF2-40B4-BE49-F238E27FC236}">
                <a16:creationId xmlns:a16="http://schemas.microsoft.com/office/drawing/2014/main" id="{8E22183E-1CD2-436D-9CC7-6F38E760B6EA}"/>
              </a:ext>
            </a:extLst>
          </p:cNvPr>
          <p:cNvPicPr>
            <a:picLocks noChangeAspect="1"/>
          </p:cNvPicPr>
          <p:nvPr/>
        </p:nvPicPr>
        <p:blipFill>
          <a:blip r:embed="rId3"/>
          <a:stretch>
            <a:fillRect/>
          </a:stretch>
        </p:blipFill>
        <p:spPr>
          <a:xfrm>
            <a:off x="4973160" y="84325"/>
            <a:ext cx="6634800" cy="6689350"/>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5779" name="Picture 3" descr="C:\Users\qile\Desktop\软件工程\参考图片\第三节\图片4.png图片4"/>
          <p:cNvPicPr>
            <a:picLocks noChangeAspect="1" noChangeArrowheads="1"/>
          </p:cNvPicPr>
          <p:nvPr/>
        </p:nvPicPr>
        <p:blipFill>
          <a:blip r:embed="rId3"/>
          <a:srcRect/>
          <a:stretch>
            <a:fillRect/>
          </a:stretch>
        </p:blipFill>
        <p:spPr bwMode="auto">
          <a:xfrm>
            <a:off x="6016598" y="1715652"/>
            <a:ext cx="5969332" cy="3558122"/>
          </a:xfrm>
          <a:prstGeom prst="rect">
            <a:avLst/>
          </a:prstGeom>
          <a:noFill/>
          <a:ln w="9525">
            <a:noFill/>
            <a:miter lim="800000"/>
            <a:headEnd/>
            <a:tailEnd/>
          </a:ln>
          <a:effectLst/>
        </p:spPr>
      </p:pic>
      <p:sp>
        <p:nvSpPr>
          <p:cNvPr id="4" name="文本框 3"/>
          <p:cNvSpPr txBox="1"/>
          <p:nvPr/>
        </p:nvSpPr>
        <p:spPr>
          <a:xfrm>
            <a:off x="274320" y="449590"/>
            <a:ext cx="4288353" cy="584775"/>
          </a:xfrm>
          <a:prstGeom prst="rect">
            <a:avLst/>
          </a:prstGeom>
          <a:noFill/>
        </p:spPr>
        <p:txBody>
          <a:bodyPr wrap="none" rtlCol="0">
            <a:spAutoFit/>
          </a:bodyPr>
          <a:lstStyle/>
          <a:p>
            <a:r>
              <a:rPr lang="zh-CN" altLang="en-US" sz="3200" b="1" dirty="0">
                <a:solidFill>
                  <a:srgbClr val="141316"/>
                </a:solidFill>
                <a:latin typeface="微软雅黑" panose="020B0503020204020204" pitchFamily="34" charset="-122"/>
                <a:ea typeface="微软雅黑" panose="020B0503020204020204" pitchFamily="34" charset="-122"/>
              </a:rPr>
              <a:t>业务序列图的高级话题</a:t>
            </a:r>
          </a:p>
        </p:txBody>
      </p:sp>
      <p:cxnSp>
        <p:nvCxnSpPr>
          <p:cNvPr id="5" name="直接连接符 4"/>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7818120"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8885357"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9952594"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11019831"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9958956" y="796875"/>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 name="组合 10"/>
          <p:cNvGrpSpPr/>
          <p:nvPr/>
        </p:nvGrpSpPr>
        <p:grpSpPr>
          <a:xfrm>
            <a:off x="4537897" y="637832"/>
            <a:ext cx="491490" cy="318085"/>
            <a:chOff x="3017520" y="601990"/>
            <a:chExt cx="491490" cy="414010"/>
          </a:xfrm>
        </p:grpSpPr>
        <p:sp>
          <p:nvSpPr>
            <p:cNvPr id="12" name="燕尾形 11"/>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3" name="燕尾形 12"/>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4" name="燕尾形 13"/>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pic>
        <p:nvPicPr>
          <p:cNvPr id="3" name="图片 2">
            <a:extLst>
              <a:ext uri="{FF2B5EF4-FFF2-40B4-BE49-F238E27FC236}">
                <a16:creationId xmlns:a16="http://schemas.microsoft.com/office/drawing/2014/main" id="{FD779AF0-298F-4998-9371-10EAA00129C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3691" y="1715652"/>
            <a:ext cx="5726911" cy="354288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75779"/>
                                        </p:tgtEl>
                                        <p:attrNameLst>
                                          <p:attrName>style.visibility</p:attrName>
                                        </p:attrNameLst>
                                      </p:cBhvr>
                                      <p:to>
                                        <p:strVal val="visible"/>
                                      </p:to>
                                    </p:set>
                                    <p:animEffect transition="in" filter="blinds(horizontal)">
                                      <p:cBhvr>
                                        <p:cTn id="7" dur="500"/>
                                        <p:tgtEl>
                                          <p:spTgt spid="757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6802" name="Picture 2" descr="C:\Users\qile\Desktop\软件工程\参考图片\第三节\图片6.png图片6"/>
          <p:cNvPicPr>
            <a:picLocks noChangeAspect="1" noChangeArrowheads="1"/>
          </p:cNvPicPr>
          <p:nvPr/>
        </p:nvPicPr>
        <p:blipFill>
          <a:blip r:embed="rId2"/>
          <a:srcRect/>
          <a:stretch>
            <a:fillRect/>
          </a:stretch>
        </p:blipFill>
        <p:spPr bwMode="auto">
          <a:xfrm>
            <a:off x="2430358" y="1245497"/>
            <a:ext cx="6457315" cy="5036266"/>
          </a:xfrm>
          <a:prstGeom prst="rect">
            <a:avLst/>
          </a:prstGeom>
          <a:noFill/>
          <a:ln w="9525">
            <a:noFill/>
            <a:miter lim="800000"/>
            <a:headEnd/>
            <a:tailEnd/>
          </a:ln>
          <a:effectLst/>
        </p:spPr>
      </p:pic>
      <p:sp>
        <p:nvSpPr>
          <p:cNvPr id="4" name="文本框 3"/>
          <p:cNvSpPr txBox="1"/>
          <p:nvPr/>
        </p:nvSpPr>
        <p:spPr>
          <a:xfrm>
            <a:off x="274320" y="449590"/>
            <a:ext cx="4288353" cy="584775"/>
          </a:xfrm>
          <a:prstGeom prst="rect">
            <a:avLst/>
          </a:prstGeom>
          <a:noFill/>
        </p:spPr>
        <p:txBody>
          <a:bodyPr wrap="none" rtlCol="0">
            <a:spAutoFit/>
          </a:bodyPr>
          <a:lstStyle/>
          <a:p>
            <a:r>
              <a:rPr lang="zh-CN" altLang="en-US" sz="3200" b="1" dirty="0">
                <a:solidFill>
                  <a:srgbClr val="141316"/>
                </a:solidFill>
                <a:latin typeface="微软雅黑" panose="020B0503020204020204" pitchFamily="34" charset="-122"/>
                <a:ea typeface="微软雅黑" panose="020B0503020204020204" pitchFamily="34" charset="-122"/>
              </a:rPr>
              <a:t>业务序列图的高级话题</a:t>
            </a:r>
          </a:p>
        </p:txBody>
      </p:sp>
      <p:cxnSp>
        <p:nvCxnSpPr>
          <p:cNvPr id="5" name="直接连接符 4"/>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7818120"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8885357"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9952594"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11019831"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9958956" y="796875"/>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 name="组合 10"/>
          <p:cNvGrpSpPr/>
          <p:nvPr/>
        </p:nvGrpSpPr>
        <p:grpSpPr>
          <a:xfrm>
            <a:off x="4537897" y="637832"/>
            <a:ext cx="491490" cy="318085"/>
            <a:chOff x="3017520" y="601990"/>
            <a:chExt cx="491490" cy="414010"/>
          </a:xfrm>
        </p:grpSpPr>
        <p:sp>
          <p:nvSpPr>
            <p:cNvPr id="12" name="燕尾形 11"/>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3" name="燕尾形 12"/>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4" name="燕尾形 13"/>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76802"/>
                                        </p:tgtEl>
                                        <p:attrNameLst>
                                          <p:attrName>style.visibility</p:attrName>
                                        </p:attrNameLst>
                                      </p:cBhvr>
                                      <p:to>
                                        <p:strVal val="visible"/>
                                      </p:to>
                                    </p:set>
                                    <p:animEffect transition="in" filter="blinds(horizontal)">
                                      <p:cBhvr>
                                        <p:cTn id="7" dur="500"/>
                                        <p:tgtEl>
                                          <p:spTgt spid="768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7826" name="Picture 2" descr="C:\Users\qile\Desktop\软件工程\参考图片\第三节\图片2.png图片2"/>
          <p:cNvPicPr>
            <a:picLocks noChangeAspect="1" noChangeArrowheads="1"/>
          </p:cNvPicPr>
          <p:nvPr/>
        </p:nvPicPr>
        <p:blipFill>
          <a:blip r:embed="rId2"/>
          <a:srcRect/>
          <a:stretch>
            <a:fillRect/>
          </a:stretch>
        </p:blipFill>
        <p:spPr bwMode="auto">
          <a:xfrm>
            <a:off x="110958" y="1498225"/>
            <a:ext cx="8652042" cy="4156070"/>
          </a:xfrm>
          <a:prstGeom prst="rect">
            <a:avLst/>
          </a:prstGeom>
          <a:noFill/>
          <a:ln w="9525">
            <a:noFill/>
            <a:miter lim="800000"/>
            <a:headEnd/>
            <a:tailEnd/>
          </a:ln>
          <a:effectLst/>
        </p:spPr>
      </p:pic>
      <p:sp>
        <p:nvSpPr>
          <p:cNvPr id="10" name="文本框 9"/>
          <p:cNvSpPr txBox="1"/>
          <p:nvPr/>
        </p:nvSpPr>
        <p:spPr>
          <a:xfrm>
            <a:off x="274320" y="449590"/>
            <a:ext cx="4288353" cy="584775"/>
          </a:xfrm>
          <a:prstGeom prst="rect">
            <a:avLst/>
          </a:prstGeom>
          <a:noFill/>
        </p:spPr>
        <p:txBody>
          <a:bodyPr wrap="none" rtlCol="0">
            <a:spAutoFit/>
          </a:bodyPr>
          <a:lstStyle/>
          <a:p>
            <a:r>
              <a:rPr lang="zh-CN" altLang="en-US" sz="3200" b="1" dirty="0">
                <a:solidFill>
                  <a:srgbClr val="141316"/>
                </a:solidFill>
                <a:latin typeface="微软雅黑" panose="020B0503020204020204" pitchFamily="34" charset="-122"/>
                <a:ea typeface="微软雅黑" panose="020B0503020204020204" pitchFamily="34" charset="-122"/>
              </a:rPr>
              <a:t>业务序列图的高级话题</a:t>
            </a:r>
          </a:p>
        </p:txBody>
      </p:sp>
      <p:cxnSp>
        <p:nvCxnSpPr>
          <p:cNvPr id="11" name="直接连接符 10"/>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sp>
        <p:nvSpPr>
          <p:cNvPr id="12" name="矩形 11"/>
          <p:cNvSpPr/>
          <p:nvPr/>
        </p:nvSpPr>
        <p:spPr>
          <a:xfrm>
            <a:off x="7818120"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8885357"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9952594"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11019831"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9958956" y="796875"/>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6" name="组合 15"/>
          <p:cNvGrpSpPr/>
          <p:nvPr/>
        </p:nvGrpSpPr>
        <p:grpSpPr>
          <a:xfrm>
            <a:off x="4537897" y="637832"/>
            <a:ext cx="491490" cy="318085"/>
            <a:chOff x="3017520" y="601990"/>
            <a:chExt cx="491490" cy="414010"/>
          </a:xfrm>
        </p:grpSpPr>
        <p:sp>
          <p:nvSpPr>
            <p:cNvPr id="17" name="燕尾形 16"/>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8" name="燕尾形 17"/>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9" name="燕尾形 18"/>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pic>
        <p:nvPicPr>
          <p:cNvPr id="3" name="图片 2">
            <a:extLst>
              <a:ext uri="{FF2B5EF4-FFF2-40B4-BE49-F238E27FC236}">
                <a16:creationId xmlns:a16="http://schemas.microsoft.com/office/drawing/2014/main" id="{B2B43D91-942C-41BA-B195-B018191F3FB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05635" y="1498224"/>
            <a:ext cx="3380533" cy="415606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77826"/>
                                        </p:tgtEl>
                                        <p:attrNameLst>
                                          <p:attrName>style.visibility</p:attrName>
                                        </p:attrNameLst>
                                      </p:cBhvr>
                                      <p:to>
                                        <p:strVal val="visible"/>
                                      </p:to>
                                    </p:set>
                                    <p:animEffect transition="in" filter="blinds(horizontal)">
                                      <p:cBhvr>
                                        <p:cTn id="7" dur="500"/>
                                        <p:tgtEl>
                                          <p:spTgt spid="77826"/>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arn(inVertical)">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9874" name="Picture 2"/>
          <p:cNvPicPr>
            <a:picLocks noChangeAspect="1" noChangeArrowheads="1"/>
          </p:cNvPicPr>
          <p:nvPr/>
        </p:nvPicPr>
        <p:blipFill>
          <a:blip r:embed="rId2"/>
          <a:srcRect l="22266" t="37791" r="19726" b="9883"/>
          <a:stretch>
            <a:fillRect/>
          </a:stretch>
        </p:blipFill>
        <p:spPr bwMode="auto">
          <a:xfrm>
            <a:off x="1690638" y="1387239"/>
            <a:ext cx="8340022" cy="4549103"/>
          </a:xfrm>
          <a:prstGeom prst="rect">
            <a:avLst/>
          </a:prstGeom>
          <a:noFill/>
          <a:ln w="9525">
            <a:noFill/>
            <a:miter lim="800000"/>
            <a:headEnd/>
            <a:tailEnd/>
          </a:ln>
          <a:effectLst/>
        </p:spPr>
      </p:pic>
      <p:sp>
        <p:nvSpPr>
          <p:cNvPr id="5" name="矩形 4"/>
          <p:cNvSpPr/>
          <p:nvPr/>
        </p:nvSpPr>
        <p:spPr>
          <a:xfrm>
            <a:off x="8492816" y="2692294"/>
            <a:ext cx="1729961" cy="1938992"/>
          </a:xfrm>
          <a:prstGeom prst="rect">
            <a:avLst/>
          </a:prstGeom>
        </p:spPr>
        <p:txBody>
          <a:bodyPr wrap="none">
            <a:spAutoFit/>
          </a:bodyPr>
          <a:lstStyle/>
          <a:p>
            <a:r>
              <a:rPr lang="en-US" altLang="zh-CN" sz="12000" b="1" dirty="0">
                <a:solidFill>
                  <a:srgbClr val="FF0000"/>
                </a:solidFill>
                <a:latin typeface="Berlin Sans FB Demi" panose="020E0802020502020306" pitchFamily="34" charset="0"/>
              </a:rPr>
              <a:t>×</a:t>
            </a:r>
            <a:endParaRPr lang="zh-CN" altLang="en-US" sz="12000" b="1" dirty="0">
              <a:solidFill>
                <a:srgbClr val="FF0000"/>
              </a:solidFill>
              <a:latin typeface="Berlin Sans FB Demi" panose="020E0802020502020306" pitchFamily="34" charset="0"/>
            </a:endParaRPr>
          </a:p>
        </p:txBody>
      </p:sp>
      <p:sp>
        <p:nvSpPr>
          <p:cNvPr id="6" name="文本框 5"/>
          <p:cNvSpPr txBox="1"/>
          <p:nvPr/>
        </p:nvSpPr>
        <p:spPr>
          <a:xfrm>
            <a:off x="274320" y="449590"/>
            <a:ext cx="4288353" cy="584775"/>
          </a:xfrm>
          <a:prstGeom prst="rect">
            <a:avLst/>
          </a:prstGeom>
          <a:noFill/>
        </p:spPr>
        <p:txBody>
          <a:bodyPr wrap="none" rtlCol="0">
            <a:spAutoFit/>
          </a:bodyPr>
          <a:lstStyle/>
          <a:p>
            <a:r>
              <a:rPr lang="zh-CN" altLang="en-US" sz="3200" b="1" dirty="0">
                <a:solidFill>
                  <a:srgbClr val="141316"/>
                </a:solidFill>
                <a:latin typeface="微软雅黑" panose="020B0503020204020204" pitchFamily="34" charset="-122"/>
                <a:ea typeface="微软雅黑" panose="020B0503020204020204" pitchFamily="34" charset="-122"/>
              </a:rPr>
              <a:t>业务序列图的高级话题</a:t>
            </a:r>
          </a:p>
        </p:txBody>
      </p:sp>
      <p:cxnSp>
        <p:nvCxnSpPr>
          <p:cNvPr id="7" name="直接连接符 6"/>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7818120"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8885357"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9952594"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11019831"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9958956" y="796875"/>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3" name="组合 12"/>
          <p:cNvGrpSpPr/>
          <p:nvPr/>
        </p:nvGrpSpPr>
        <p:grpSpPr>
          <a:xfrm>
            <a:off x="4537897" y="637832"/>
            <a:ext cx="491490" cy="318085"/>
            <a:chOff x="3017520" y="601990"/>
            <a:chExt cx="491490" cy="414010"/>
          </a:xfrm>
        </p:grpSpPr>
        <p:sp>
          <p:nvSpPr>
            <p:cNvPr id="14" name="燕尾形 13"/>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5" name="燕尾形 14"/>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6" name="燕尾形 15"/>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79874"/>
                                        </p:tgtEl>
                                        <p:attrNameLst>
                                          <p:attrName>style.visibility</p:attrName>
                                        </p:attrNameLst>
                                      </p:cBhvr>
                                      <p:to>
                                        <p:strVal val="visible"/>
                                      </p:to>
                                    </p:set>
                                    <p:animEffect transition="in" filter="blinds(horizontal)">
                                      <p:cBhvr>
                                        <p:cTn id="7" dur="500"/>
                                        <p:tgtEl>
                                          <p:spTgt spid="798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80898" name="Picture 2"/>
          <p:cNvPicPr>
            <a:picLocks noChangeAspect="1" noChangeArrowheads="1"/>
          </p:cNvPicPr>
          <p:nvPr/>
        </p:nvPicPr>
        <p:blipFill>
          <a:blip r:embed="rId2"/>
          <a:srcRect l="25781" t="26163" r="23828" b="10852"/>
          <a:stretch>
            <a:fillRect/>
          </a:stretch>
        </p:blipFill>
        <p:spPr bwMode="auto">
          <a:xfrm>
            <a:off x="2937669" y="1302086"/>
            <a:ext cx="6143668" cy="4643470"/>
          </a:xfrm>
          <a:prstGeom prst="rect">
            <a:avLst/>
          </a:prstGeom>
          <a:noFill/>
          <a:ln w="9525">
            <a:noFill/>
            <a:miter lim="800000"/>
            <a:headEnd/>
            <a:tailEnd/>
          </a:ln>
          <a:effectLst/>
        </p:spPr>
      </p:pic>
      <p:sp>
        <p:nvSpPr>
          <p:cNvPr id="4" name="文本框 3"/>
          <p:cNvSpPr txBox="1"/>
          <p:nvPr/>
        </p:nvSpPr>
        <p:spPr>
          <a:xfrm>
            <a:off x="274320" y="449590"/>
            <a:ext cx="4288353" cy="584775"/>
          </a:xfrm>
          <a:prstGeom prst="rect">
            <a:avLst/>
          </a:prstGeom>
          <a:noFill/>
        </p:spPr>
        <p:txBody>
          <a:bodyPr wrap="none" rtlCol="0">
            <a:spAutoFit/>
          </a:bodyPr>
          <a:lstStyle/>
          <a:p>
            <a:r>
              <a:rPr lang="zh-CN" altLang="en-US" sz="3200" b="1" dirty="0">
                <a:solidFill>
                  <a:srgbClr val="141316"/>
                </a:solidFill>
                <a:latin typeface="微软雅黑" panose="020B0503020204020204" pitchFamily="34" charset="-122"/>
                <a:ea typeface="微软雅黑" panose="020B0503020204020204" pitchFamily="34" charset="-122"/>
              </a:rPr>
              <a:t>业务序列图的高级话题</a:t>
            </a:r>
          </a:p>
        </p:txBody>
      </p:sp>
      <p:cxnSp>
        <p:nvCxnSpPr>
          <p:cNvPr id="5" name="直接连接符 4"/>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7818120"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8885357"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9952594"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11019831"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9958956" y="796875"/>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 name="组合 10"/>
          <p:cNvGrpSpPr/>
          <p:nvPr/>
        </p:nvGrpSpPr>
        <p:grpSpPr>
          <a:xfrm>
            <a:off x="4537897" y="637832"/>
            <a:ext cx="491490" cy="318085"/>
            <a:chOff x="3017520" y="601990"/>
            <a:chExt cx="491490" cy="414010"/>
          </a:xfrm>
        </p:grpSpPr>
        <p:sp>
          <p:nvSpPr>
            <p:cNvPr id="12" name="燕尾形 11"/>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3" name="燕尾形 12"/>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4" name="燕尾形 13"/>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80898"/>
                                        </p:tgtEl>
                                        <p:attrNameLst>
                                          <p:attrName>style.visibility</p:attrName>
                                        </p:attrNameLst>
                                      </p:cBhvr>
                                      <p:to>
                                        <p:strVal val="visible"/>
                                      </p:to>
                                    </p:set>
                                    <p:animEffect transition="in" filter="blinds(horizontal)">
                                      <p:cBhvr>
                                        <p:cTn id="7" dur="500"/>
                                        <p:tgtEl>
                                          <p:spTgt spid="808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8850" name="Picture 2"/>
          <p:cNvPicPr>
            <a:picLocks noChangeAspect="1" noChangeArrowheads="1"/>
          </p:cNvPicPr>
          <p:nvPr/>
        </p:nvPicPr>
        <p:blipFill>
          <a:blip r:embed="rId2"/>
          <a:srcRect l="24609" t="26163" r="26758" b="10852"/>
          <a:stretch>
            <a:fillRect/>
          </a:stretch>
        </p:blipFill>
        <p:spPr bwMode="auto">
          <a:xfrm>
            <a:off x="3131323" y="1478859"/>
            <a:ext cx="5929354" cy="4643470"/>
          </a:xfrm>
          <a:prstGeom prst="rect">
            <a:avLst/>
          </a:prstGeom>
          <a:noFill/>
          <a:ln w="9525">
            <a:noFill/>
            <a:miter lim="800000"/>
            <a:headEnd/>
            <a:tailEnd/>
          </a:ln>
          <a:effectLst/>
        </p:spPr>
      </p:pic>
      <p:sp>
        <p:nvSpPr>
          <p:cNvPr id="4" name="文本框 3"/>
          <p:cNvSpPr txBox="1"/>
          <p:nvPr/>
        </p:nvSpPr>
        <p:spPr>
          <a:xfrm>
            <a:off x="274320" y="449590"/>
            <a:ext cx="4288353" cy="584775"/>
          </a:xfrm>
          <a:prstGeom prst="rect">
            <a:avLst/>
          </a:prstGeom>
          <a:noFill/>
        </p:spPr>
        <p:txBody>
          <a:bodyPr wrap="none" rtlCol="0">
            <a:spAutoFit/>
          </a:bodyPr>
          <a:lstStyle/>
          <a:p>
            <a:r>
              <a:rPr lang="zh-CN" altLang="en-US" sz="3200" b="1" dirty="0">
                <a:solidFill>
                  <a:srgbClr val="141316"/>
                </a:solidFill>
                <a:latin typeface="微软雅黑" panose="020B0503020204020204" pitchFamily="34" charset="-122"/>
                <a:ea typeface="微软雅黑" panose="020B0503020204020204" pitchFamily="34" charset="-122"/>
              </a:rPr>
              <a:t>业务序列图的高级话题</a:t>
            </a:r>
          </a:p>
        </p:txBody>
      </p:sp>
      <p:cxnSp>
        <p:nvCxnSpPr>
          <p:cNvPr id="5" name="直接连接符 4"/>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7818120"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8885357"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9952594"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11019831"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9958956" y="796875"/>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 name="组合 10"/>
          <p:cNvGrpSpPr/>
          <p:nvPr/>
        </p:nvGrpSpPr>
        <p:grpSpPr>
          <a:xfrm>
            <a:off x="4537897" y="637832"/>
            <a:ext cx="491490" cy="318085"/>
            <a:chOff x="3017520" y="601990"/>
            <a:chExt cx="491490" cy="414010"/>
          </a:xfrm>
        </p:grpSpPr>
        <p:sp>
          <p:nvSpPr>
            <p:cNvPr id="12" name="燕尾形 11"/>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3" name="燕尾形 12"/>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4" name="燕尾形 13"/>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78850"/>
                                        </p:tgtEl>
                                        <p:attrNameLst>
                                          <p:attrName>style.visibility</p:attrName>
                                        </p:attrNameLst>
                                      </p:cBhvr>
                                      <p:to>
                                        <p:strVal val="visible"/>
                                      </p:to>
                                    </p:set>
                                    <p:animEffect transition="in" filter="blinds(horizontal)">
                                      <p:cBhvr>
                                        <p:cTn id="7" dur="500"/>
                                        <p:tgtEl>
                                          <p:spTgt spid="788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274320" y="449590"/>
            <a:ext cx="1005403" cy="584775"/>
          </a:xfrm>
          <a:prstGeom prst="rect">
            <a:avLst/>
          </a:prstGeom>
          <a:noFill/>
        </p:spPr>
        <p:txBody>
          <a:bodyPr wrap="none" rtlCol="0">
            <a:spAutoFit/>
          </a:bodyPr>
          <a:lstStyle/>
          <a:p>
            <a:r>
              <a:rPr lang="zh-CN" altLang="en-US" sz="3200" b="1" dirty="0">
                <a:solidFill>
                  <a:srgbClr val="141316"/>
                </a:solidFill>
                <a:latin typeface="微软雅黑" panose="020B0503020204020204" pitchFamily="34" charset="-122"/>
                <a:ea typeface="微软雅黑" panose="020B0503020204020204" pitchFamily="34" charset="-122"/>
              </a:rPr>
              <a:t>目录</a:t>
            </a:r>
          </a:p>
        </p:txBody>
      </p:sp>
      <p:cxnSp>
        <p:nvCxnSpPr>
          <p:cNvPr id="8" name="直接连接符 7"/>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grpSp>
        <p:nvGrpSpPr>
          <p:cNvPr id="12" name="组合 11"/>
          <p:cNvGrpSpPr/>
          <p:nvPr/>
        </p:nvGrpSpPr>
        <p:grpSpPr>
          <a:xfrm>
            <a:off x="1402080" y="594359"/>
            <a:ext cx="491490" cy="318085"/>
            <a:chOff x="3017520" y="601990"/>
            <a:chExt cx="491490" cy="414010"/>
          </a:xfrm>
        </p:grpSpPr>
        <p:sp>
          <p:nvSpPr>
            <p:cNvPr id="9" name="燕尾形 8"/>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 name="燕尾形 9"/>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1" name="燕尾形 10"/>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31" name="组合 30"/>
          <p:cNvGrpSpPr/>
          <p:nvPr/>
        </p:nvGrpSpPr>
        <p:grpSpPr>
          <a:xfrm>
            <a:off x="11683199" y="3291839"/>
            <a:ext cx="344805" cy="318085"/>
            <a:chOff x="3017520" y="601990"/>
            <a:chExt cx="344805" cy="414010"/>
          </a:xfrm>
        </p:grpSpPr>
        <p:sp>
          <p:nvSpPr>
            <p:cNvPr id="32" name="燕尾形 31"/>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3" name="燕尾形 32"/>
            <p:cNvSpPr/>
            <p:nvPr/>
          </p:nvSpPr>
          <p:spPr>
            <a:xfrm>
              <a:off x="3164205"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35" name="组合 34"/>
          <p:cNvGrpSpPr/>
          <p:nvPr/>
        </p:nvGrpSpPr>
        <p:grpSpPr>
          <a:xfrm flipH="1">
            <a:off x="101917" y="3291839"/>
            <a:ext cx="344805" cy="318085"/>
            <a:chOff x="3017520" y="601990"/>
            <a:chExt cx="344805" cy="414010"/>
          </a:xfrm>
        </p:grpSpPr>
        <p:sp>
          <p:nvSpPr>
            <p:cNvPr id="36" name="燕尾形 35"/>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7" name="燕尾形 36"/>
            <p:cNvSpPr/>
            <p:nvPr/>
          </p:nvSpPr>
          <p:spPr>
            <a:xfrm>
              <a:off x="3164205"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38" name="矩形 37"/>
          <p:cNvSpPr/>
          <p:nvPr/>
        </p:nvSpPr>
        <p:spPr>
          <a:xfrm>
            <a:off x="7818120"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矩形 38"/>
          <p:cNvSpPr/>
          <p:nvPr/>
        </p:nvSpPr>
        <p:spPr>
          <a:xfrm>
            <a:off x="8885357"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矩形 39"/>
          <p:cNvSpPr/>
          <p:nvPr/>
        </p:nvSpPr>
        <p:spPr>
          <a:xfrm>
            <a:off x="9952594"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40"/>
          <p:cNvSpPr/>
          <p:nvPr/>
        </p:nvSpPr>
        <p:spPr>
          <a:xfrm>
            <a:off x="11019831"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 name="组合 4"/>
          <p:cNvGrpSpPr/>
          <p:nvPr/>
        </p:nvGrpSpPr>
        <p:grpSpPr>
          <a:xfrm>
            <a:off x="3227388" y="2082800"/>
            <a:ext cx="6501248" cy="723900"/>
            <a:chOff x="3328988" y="2082800"/>
            <a:chExt cx="6501248" cy="723900"/>
          </a:xfrm>
        </p:grpSpPr>
        <p:sp>
          <p:nvSpPr>
            <p:cNvPr id="2" name="矩形 1"/>
            <p:cNvSpPr/>
            <p:nvPr/>
          </p:nvSpPr>
          <p:spPr>
            <a:xfrm>
              <a:off x="3328988" y="2082800"/>
              <a:ext cx="722312" cy="7239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矩形 41"/>
            <p:cNvSpPr/>
            <p:nvPr/>
          </p:nvSpPr>
          <p:spPr>
            <a:xfrm>
              <a:off x="4192588" y="2082800"/>
              <a:ext cx="5637648" cy="7239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3328988" y="2667000"/>
              <a:ext cx="722312"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矩形 42"/>
            <p:cNvSpPr/>
            <p:nvPr/>
          </p:nvSpPr>
          <p:spPr>
            <a:xfrm>
              <a:off x="4192587" y="2667000"/>
              <a:ext cx="5637649"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3460225" y="2174845"/>
              <a:ext cx="441146" cy="400110"/>
            </a:xfrm>
            <a:prstGeom prst="rect">
              <a:avLst/>
            </a:prstGeom>
            <a:noFill/>
          </p:spPr>
          <p:txBody>
            <a:bodyPr wrap="none" rtlCol="0">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一</a:t>
              </a:r>
            </a:p>
          </p:txBody>
        </p:sp>
      </p:grpSp>
      <p:grpSp>
        <p:nvGrpSpPr>
          <p:cNvPr id="7" name="组合 6"/>
          <p:cNvGrpSpPr/>
          <p:nvPr/>
        </p:nvGrpSpPr>
        <p:grpSpPr>
          <a:xfrm>
            <a:off x="3227388" y="3028950"/>
            <a:ext cx="6501248" cy="723900"/>
            <a:chOff x="3328988" y="3028950"/>
            <a:chExt cx="6501248" cy="723900"/>
          </a:xfrm>
        </p:grpSpPr>
        <p:sp>
          <p:nvSpPr>
            <p:cNvPr id="45" name="矩形 44"/>
            <p:cNvSpPr/>
            <p:nvPr/>
          </p:nvSpPr>
          <p:spPr>
            <a:xfrm>
              <a:off x="3328988" y="3028950"/>
              <a:ext cx="722312" cy="7239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矩形 45"/>
            <p:cNvSpPr/>
            <p:nvPr/>
          </p:nvSpPr>
          <p:spPr>
            <a:xfrm>
              <a:off x="4192588" y="3028950"/>
              <a:ext cx="5637648" cy="7239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矩形 46"/>
            <p:cNvSpPr/>
            <p:nvPr/>
          </p:nvSpPr>
          <p:spPr>
            <a:xfrm>
              <a:off x="3328988" y="3613150"/>
              <a:ext cx="722312"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矩形 47"/>
            <p:cNvSpPr/>
            <p:nvPr/>
          </p:nvSpPr>
          <p:spPr>
            <a:xfrm>
              <a:off x="4192588" y="3613150"/>
              <a:ext cx="5637648"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文本框 48"/>
            <p:cNvSpPr txBox="1"/>
            <p:nvPr/>
          </p:nvSpPr>
          <p:spPr>
            <a:xfrm>
              <a:off x="3460225" y="3120995"/>
              <a:ext cx="441146" cy="400110"/>
            </a:xfrm>
            <a:prstGeom prst="rect">
              <a:avLst/>
            </a:prstGeom>
            <a:noFill/>
          </p:spPr>
          <p:txBody>
            <a:bodyPr wrap="none" rtlCol="0">
              <a:spAutoFit/>
            </a:bodyPr>
            <a:lstStyle/>
            <a:p>
              <a:pPr algn="ctr"/>
              <a:r>
                <a:rPr lang="zh-CN" altLang="en-US" sz="2000" b="1">
                  <a:solidFill>
                    <a:schemeClr val="bg1"/>
                  </a:solidFill>
                  <a:latin typeface="微软雅黑" panose="020B0503020204020204" pitchFamily="34" charset="-122"/>
                  <a:ea typeface="微软雅黑" panose="020B0503020204020204" pitchFamily="34" charset="-122"/>
                </a:rPr>
                <a:t>二</a:t>
              </a:r>
            </a:p>
          </p:txBody>
        </p:sp>
      </p:grpSp>
      <p:grpSp>
        <p:nvGrpSpPr>
          <p:cNvPr id="34" name="组合 33"/>
          <p:cNvGrpSpPr/>
          <p:nvPr/>
        </p:nvGrpSpPr>
        <p:grpSpPr>
          <a:xfrm>
            <a:off x="3227388" y="3975100"/>
            <a:ext cx="6501248" cy="723900"/>
            <a:chOff x="3328988" y="3975100"/>
            <a:chExt cx="6501248" cy="723900"/>
          </a:xfrm>
        </p:grpSpPr>
        <p:sp>
          <p:nvSpPr>
            <p:cNvPr id="51" name="矩形 50"/>
            <p:cNvSpPr/>
            <p:nvPr/>
          </p:nvSpPr>
          <p:spPr>
            <a:xfrm>
              <a:off x="3328988" y="3975100"/>
              <a:ext cx="722312" cy="7239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矩形 51"/>
            <p:cNvSpPr/>
            <p:nvPr/>
          </p:nvSpPr>
          <p:spPr>
            <a:xfrm>
              <a:off x="4192588" y="3975100"/>
              <a:ext cx="5637648" cy="7239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矩形 52"/>
            <p:cNvSpPr/>
            <p:nvPr/>
          </p:nvSpPr>
          <p:spPr>
            <a:xfrm>
              <a:off x="3328988" y="4559300"/>
              <a:ext cx="722312"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矩形 53"/>
            <p:cNvSpPr/>
            <p:nvPr/>
          </p:nvSpPr>
          <p:spPr>
            <a:xfrm>
              <a:off x="4192587" y="4559300"/>
              <a:ext cx="5637649"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文本框 54"/>
            <p:cNvSpPr txBox="1"/>
            <p:nvPr/>
          </p:nvSpPr>
          <p:spPr>
            <a:xfrm>
              <a:off x="3460225" y="4067145"/>
              <a:ext cx="441146" cy="400110"/>
            </a:xfrm>
            <a:prstGeom prst="rect">
              <a:avLst/>
            </a:prstGeom>
            <a:noFill/>
          </p:spPr>
          <p:txBody>
            <a:bodyPr wrap="none" rtlCol="0">
              <a:spAutoFit/>
            </a:bodyPr>
            <a:lstStyle/>
            <a:p>
              <a:pPr algn="ctr"/>
              <a:r>
                <a:rPr lang="zh-CN" altLang="en-US" sz="2000" b="1">
                  <a:solidFill>
                    <a:schemeClr val="bg1"/>
                  </a:solidFill>
                  <a:latin typeface="微软雅黑" panose="020B0503020204020204" pitchFamily="34" charset="-122"/>
                  <a:ea typeface="微软雅黑" panose="020B0503020204020204" pitchFamily="34" charset="-122"/>
                </a:rPr>
                <a:t>三</a:t>
              </a:r>
            </a:p>
          </p:txBody>
        </p:sp>
      </p:grpSp>
      <p:grpSp>
        <p:nvGrpSpPr>
          <p:cNvPr id="63" name="组合 62"/>
          <p:cNvGrpSpPr/>
          <p:nvPr/>
        </p:nvGrpSpPr>
        <p:grpSpPr>
          <a:xfrm>
            <a:off x="3227388" y="4921250"/>
            <a:ext cx="6501248" cy="723900"/>
            <a:chOff x="3328988" y="4921250"/>
            <a:chExt cx="6501248" cy="723900"/>
          </a:xfrm>
        </p:grpSpPr>
        <p:sp>
          <p:nvSpPr>
            <p:cNvPr id="57" name="矩形 56"/>
            <p:cNvSpPr/>
            <p:nvPr/>
          </p:nvSpPr>
          <p:spPr>
            <a:xfrm>
              <a:off x="3328988" y="4921250"/>
              <a:ext cx="722312" cy="7239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矩形 57"/>
            <p:cNvSpPr/>
            <p:nvPr/>
          </p:nvSpPr>
          <p:spPr>
            <a:xfrm>
              <a:off x="4192587" y="4921250"/>
              <a:ext cx="5637649" cy="7239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矩形 58"/>
            <p:cNvSpPr/>
            <p:nvPr/>
          </p:nvSpPr>
          <p:spPr>
            <a:xfrm>
              <a:off x="3328988" y="5505450"/>
              <a:ext cx="722312"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矩形 59"/>
            <p:cNvSpPr/>
            <p:nvPr/>
          </p:nvSpPr>
          <p:spPr>
            <a:xfrm>
              <a:off x="4192588" y="5505450"/>
              <a:ext cx="5637648"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文本框 60"/>
            <p:cNvSpPr txBox="1"/>
            <p:nvPr/>
          </p:nvSpPr>
          <p:spPr>
            <a:xfrm>
              <a:off x="3460225" y="5013295"/>
              <a:ext cx="441146" cy="400110"/>
            </a:xfrm>
            <a:prstGeom prst="rect">
              <a:avLst/>
            </a:prstGeom>
            <a:noFill/>
          </p:spPr>
          <p:txBody>
            <a:bodyPr wrap="none" rtlCol="0">
              <a:spAutoFit/>
            </a:bodyPr>
            <a:lstStyle/>
            <a:p>
              <a:pPr algn="ctr"/>
              <a:r>
                <a:rPr lang="zh-CN" altLang="en-US" sz="2000" b="1">
                  <a:solidFill>
                    <a:schemeClr val="bg1"/>
                  </a:solidFill>
                  <a:latin typeface="微软雅黑" panose="020B0503020204020204" pitchFamily="34" charset="-122"/>
                  <a:ea typeface="微软雅黑" panose="020B0503020204020204" pitchFamily="34" charset="-122"/>
                </a:rPr>
                <a:t>四</a:t>
              </a:r>
            </a:p>
          </p:txBody>
        </p:sp>
      </p:grpSp>
      <p:sp>
        <p:nvSpPr>
          <p:cNvPr id="64" name="矩形 63"/>
          <p:cNvSpPr/>
          <p:nvPr/>
        </p:nvSpPr>
        <p:spPr>
          <a:xfrm>
            <a:off x="11018478" y="796875"/>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文本框 64"/>
          <p:cNvSpPr txBox="1"/>
          <p:nvPr/>
        </p:nvSpPr>
        <p:spPr>
          <a:xfrm>
            <a:off x="4401287" y="2188895"/>
            <a:ext cx="2749472" cy="400110"/>
          </a:xfrm>
          <a:prstGeom prst="rect">
            <a:avLst/>
          </a:prstGeom>
          <a:noFill/>
        </p:spPr>
        <p:txBody>
          <a:bodyPr wrap="none" rtlCol="0">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业务建模的意义和步骤</a:t>
            </a:r>
          </a:p>
        </p:txBody>
      </p:sp>
      <p:sp>
        <p:nvSpPr>
          <p:cNvPr id="66" name="文本框 65"/>
          <p:cNvSpPr txBox="1"/>
          <p:nvPr/>
        </p:nvSpPr>
        <p:spPr>
          <a:xfrm>
            <a:off x="4401287" y="3135045"/>
            <a:ext cx="3005951" cy="400110"/>
          </a:xfrm>
          <a:prstGeom prst="rect">
            <a:avLst/>
          </a:prstGeom>
          <a:noFill/>
        </p:spPr>
        <p:txBody>
          <a:bodyPr wrap="none" rtlCol="0">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业务用例：从外部看企业</a:t>
            </a:r>
          </a:p>
        </p:txBody>
      </p:sp>
      <p:sp>
        <p:nvSpPr>
          <p:cNvPr id="67" name="文本框 66"/>
          <p:cNvSpPr txBox="1"/>
          <p:nvPr/>
        </p:nvSpPr>
        <p:spPr>
          <a:xfrm>
            <a:off x="4372451" y="4054464"/>
            <a:ext cx="3518913" cy="400110"/>
          </a:xfrm>
          <a:prstGeom prst="rect">
            <a:avLst/>
          </a:prstGeom>
          <a:noFill/>
        </p:spPr>
        <p:txBody>
          <a:bodyPr wrap="none" rtlCol="0">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业务序列图：从内部解剖企业</a:t>
            </a:r>
          </a:p>
        </p:txBody>
      </p:sp>
      <p:sp>
        <p:nvSpPr>
          <p:cNvPr id="68" name="文本框 67"/>
          <p:cNvSpPr txBox="1"/>
          <p:nvPr/>
        </p:nvSpPr>
        <p:spPr>
          <a:xfrm>
            <a:off x="4372452" y="4994215"/>
            <a:ext cx="3518912" cy="400110"/>
          </a:xfrm>
          <a:prstGeom prst="rect">
            <a:avLst/>
          </a:prstGeom>
          <a:noFill/>
        </p:spPr>
        <p:txBody>
          <a:bodyPr wrap="none" rtlCol="0">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改进业务序列图：开个好方子</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14:presetBounceEnd="30000">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14:bounceEnd="30000">
                                          <p:cBhvr additive="base">
                                            <p:cTn id="7" dur="500" fill="hold"/>
                                            <p:tgtEl>
                                              <p:spTgt spid="5"/>
                                            </p:tgtEl>
                                            <p:attrNameLst>
                                              <p:attrName>ppt_x</p:attrName>
                                            </p:attrNameLst>
                                          </p:cBhvr>
                                          <p:tavLst>
                                            <p:tav tm="0">
                                              <p:val>
                                                <p:strVal val="0-#ppt_w/2"/>
                                              </p:val>
                                            </p:tav>
                                            <p:tav tm="100000">
                                              <p:val>
                                                <p:strVal val="#ppt_x"/>
                                              </p:val>
                                            </p:tav>
                                          </p:tavLst>
                                        </p:anim>
                                        <p:anim calcmode="lin" valueType="num" p14:bounceEnd="30000">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14:presetBounceEnd="30000">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14:bounceEnd="30000">
                                          <p:cBhvr additive="base">
                                            <p:cTn id="11" dur="500" fill="hold"/>
                                            <p:tgtEl>
                                              <p:spTgt spid="7"/>
                                            </p:tgtEl>
                                            <p:attrNameLst>
                                              <p:attrName>ppt_x</p:attrName>
                                            </p:attrNameLst>
                                          </p:cBhvr>
                                          <p:tavLst>
                                            <p:tav tm="0">
                                              <p:val>
                                                <p:strVal val="1+#ppt_w/2"/>
                                              </p:val>
                                            </p:tav>
                                            <p:tav tm="100000">
                                              <p:val>
                                                <p:strVal val="#ppt_x"/>
                                              </p:val>
                                            </p:tav>
                                          </p:tavLst>
                                        </p:anim>
                                        <p:anim calcmode="lin" valueType="num" p14:bounceEnd="30000">
                                          <p:cBhvr additive="base">
                                            <p:cTn id="12" dur="500" fill="hold"/>
                                            <p:tgtEl>
                                              <p:spTgt spid="7"/>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14:presetBounceEnd="30000">
                                      <p:stCondLst>
                                        <p:cond delay="0"/>
                                      </p:stCondLst>
                                      <p:childTnLst>
                                        <p:set>
                                          <p:cBhvr>
                                            <p:cTn id="14" dur="1" fill="hold">
                                              <p:stCondLst>
                                                <p:cond delay="0"/>
                                              </p:stCondLst>
                                            </p:cTn>
                                            <p:tgtEl>
                                              <p:spTgt spid="34"/>
                                            </p:tgtEl>
                                            <p:attrNameLst>
                                              <p:attrName>style.visibility</p:attrName>
                                            </p:attrNameLst>
                                          </p:cBhvr>
                                          <p:to>
                                            <p:strVal val="visible"/>
                                          </p:to>
                                        </p:set>
                                        <p:anim calcmode="lin" valueType="num" p14:bounceEnd="30000">
                                          <p:cBhvr additive="base">
                                            <p:cTn id="15" dur="500" fill="hold"/>
                                            <p:tgtEl>
                                              <p:spTgt spid="34"/>
                                            </p:tgtEl>
                                            <p:attrNameLst>
                                              <p:attrName>ppt_x</p:attrName>
                                            </p:attrNameLst>
                                          </p:cBhvr>
                                          <p:tavLst>
                                            <p:tav tm="0">
                                              <p:val>
                                                <p:strVal val="0-#ppt_w/2"/>
                                              </p:val>
                                            </p:tav>
                                            <p:tav tm="100000">
                                              <p:val>
                                                <p:strVal val="#ppt_x"/>
                                              </p:val>
                                            </p:tav>
                                          </p:tavLst>
                                        </p:anim>
                                        <p:anim calcmode="lin" valueType="num" p14:bounceEnd="30000">
                                          <p:cBhvr additive="base">
                                            <p:cTn id="16" dur="500" fill="hold"/>
                                            <p:tgtEl>
                                              <p:spTgt spid="34"/>
                                            </p:tgtEl>
                                            <p:attrNameLst>
                                              <p:attrName>ppt_y</p:attrName>
                                            </p:attrNameLst>
                                          </p:cBhvr>
                                          <p:tavLst>
                                            <p:tav tm="0">
                                              <p:val>
                                                <p:strVal val="#ppt_y"/>
                                              </p:val>
                                            </p:tav>
                                            <p:tav tm="100000">
                                              <p:val>
                                                <p:strVal val="#ppt_y"/>
                                              </p:val>
                                            </p:tav>
                                          </p:tavLst>
                                        </p:anim>
                                      </p:childTnLst>
                                    </p:cTn>
                                  </p:par>
                                  <p:par>
                                    <p:cTn id="17" presetID="2" presetClass="entr" presetSubtype="2" fill="hold" nodeType="withEffect" p14:presetBounceEnd="30000">
                                      <p:stCondLst>
                                        <p:cond delay="0"/>
                                      </p:stCondLst>
                                      <p:childTnLst>
                                        <p:set>
                                          <p:cBhvr>
                                            <p:cTn id="18" dur="1" fill="hold">
                                              <p:stCondLst>
                                                <p:cond delay="0"/>
                                              </p:stCondLst>
                                            </p:cTn>
                                            <p:tgtEl>
                                              <p:spTgt spid="63"/>
                                            </p:tgtEl>
                                            <p:attrNameLst>
                                              <p:attrName>style.visibility</p:attrName>
                                            </p:attrNameLst>
                                          </p:cBhvr>
                                          <p:to>
                                            <p:strVal val="visible"/>
                                          </p:to>
                                        </p:set>
                                        <p:anim calcmode="lin" valueType="num" p14:bounceEnd="30000">
                                          <p:cBhvr additive="base">
                                            <p:cTn id="19" dur="500" fill="hold"/>
                                            <p:tgtEl>
                                              <p:spTgt spid="63"/>
                                            </p:tgtEl>
                                            <p:attrNameLst>
                                              <p:attrName>ppt_x</p:attrName>
                                            </p:attrNameLst>
                                          </p:cBhvr>
                                          <p:tavLst>
                                            <p:tav tm="0">
                                              <p:val>
                                                <p:strVal val="1+#ppt_w/2"/>
                                              </p:val>
                                            </p:tav>
                                            <p:tav tm="100000">
                                              <p:val>
                                                <p:strVal val="#ppt_x"/>
                                              </p:val>
                                            </p:tav>
                                          </p:tavLst>
                                        </p:anim>
                                        <p:anim calcmode="lin" valueType="num" p14:bounceEnd="30000">
                                          <p:cBhvr additive="base">
                                            <p:cTn id="20" dur="500" fill="hold"/>
                                            <p:tgtEl>
                                              <p:spTgt spid="63"/>
                                            </p:tgtEl>
                                            <p:attrNameLst>
                                              <p:attrName>ppt_y</p:attrName>
                                            </p:attrNameLst>
                                          </p:cBhvr>
                                          <p:tavLst>
                                            <p:tav tm="0">
                                              <p:val>
                                                <p:strVal val="#ppt_y"/>
                                              </p:val>
                                            </p:tav>
                                            <p:tav tm="100000">
                                              <p:val>
                                                <p:strVal val="#ppt_y"/>
                                              </p:val>
                                            </p:tav>
                                          </p:tavLst>
                                        </p:anim>
                                      </p:childTnLst>
                                    </p:cTn>
                                  </p:par>
                                  <p:par>
                                    <p:cTn id="21" presetID="10" presetClass="entr" presetSubtype="0" fill="hold" grpId="0" nodeType="withEffect">
                                      <p:stCondLst>
                                        <p:cond delay="400"/>
                                      </p:stCondLst>
                                      <p:childTnLst>
                                        <p:set>
                                          <p:cBhvr>
                                            <p:cTn id="22" dur="1" fill="hold">
                                              <p:stCondLst>
                                                <p:cond delay="0"/>
                                              </p:stCondLst>
                                            </p:cTn>
                                            <p:tgtEl>
                                              <p:spTgt spid="64"/>
                                            </p:tgtEl>
                                            <p:attrNameLst>
                                              <p:attrName>style.visibility</p:attrName>
                                            </p:attrNameLst>
                                          </p:cBhvr>
                                          <p:to>
                                            <p:strVal val="visible"/>
                                          </p:to>
                                        </p:set>
                                        <p:animEffect transition="in" filter="fade">
                                          <p:cBhvr>
                                            <p:cTn id="23" dur="5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1+#ppt_w/2"/>
                                              </p:val>
                                            </p:tav>
                                            <p:tav tm="100000">
                                              <p:val>
                                                <p:strVal val="#ppt_x"/>
                                              </p:val>
                                            </p:tav>
                                          </p:tavLst>
                                        </p:anim>
                                        <p:anim calcmode="lin" valueType="num">
                                          <p:cBhvr additive="base">
                                            <p:cTn id="12" dur="500" fill="hold"/>
                                            <p:tgtEl>
                                              <p:spTgt spid="7"/>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0"/>
                                      </p:stCondLst>
                                      <p:childTnLst>
                                        <p:set>
                                          <p:cBhvr>
                                            <p:cTn id="14" dur="1" fill="hold">
                                              <p:stCondLst>
                                                <p:cond delay="0"/>
                                              </p:stCondLst>
                                            </p:cTn>
                                            <p:tgtEl>
                                              <p:spTgt spid="34"/>
                                            </p:tgtEl>
                                            <p:attrNameLst>
                                              <p:attrName>style.visibility</p:attrName>
                                            </p:attrNameLst>
                                          </p:cBhvr>
                                          <p:to>
                                            <p:strVal val="visible"/>
                                          </p:to>
                                        </p:set>
                                        <p:anim calcmode="lin" valueType="num">
                                          <p:cBhvr additive="base">
                                            <p:cTn id="15" dur="500" fill="hold"/>
                                            <p:tgtEl>
                                              <p:spTgt spid="34"/>
                                            </p:tgtEl>
                                            <p:attrNameLst>
                                              <p:attrName>ppt_x</p:attrName>
                                            </p:attrNameLst>
                                          </p:cBhvr>
                                          <p:tavLst>
                                            <p:tav tm="0">
                                              <p:val>
                                                <p:strVal val="0-#ppt_w/2"/>
                                              </p:val>
                                            </p:tav>
                                            <p:tav tm="100000">
                                              <p:val>
                                                <p:strVal val="#ppt_x"/>
                                              </p:val>
                                            </p:tav>
                                          </p:tavLst>
                                        </p:anim>
                                        <p:anim calcmode="lin" valueType="num">
                                          <p:cBhvr additive="base">
                                            <p:cTn id="16" dur="500" fill="hold"/>
                                            <p:tgtEl>
                                              <p:spTgt spid="34"/>
                                            </p:tgtEl>
                                            <p:attrNameLst>
                                              <p:attrName>ppt_y</p:attrName>
                                            </p:attrNameLst>
                                          </p:cBhvr>
                                          <p:tavLst>
                                            <p:tav tm="0">
                                              <p:val>
                                                <p:strVal val="#ppt_y"/>
                                              </p:val>
                                            </p:tav>
                                            <p:tav tm="100000">
                                              <p:val>
                                                <p:strVal val="#ppt_y"/>
                                              </p:val>
                                            </p:tav>
                                          </p:tavLst>
                                        </p:anim>
                                      </p:childTnLst>
                                    </p:cTn>
                                  </p:par>
                                  <p:par>
                                    <p:cTn id="17" presetID="2" presetClass="entr" presetSubtype="2" fill="hold" nodeType="withEffect">
                                      <p:stCondLst>
                                        <p:cond delay="0"/>
                                      </p:stCondLst>
                                      <p:childTnLst>
                                        <p:set>
                                          <p:cBhvr>
                                            <p:cTn id="18" dur="1" fill="hold">
                                              <p:stCondLst>
                                                <p:cond delay="0"/>
                                              </p:stCondLst>
                                            </p:cTn>
                                            <p:tgtEl>
                                              <p:spTgt spid="63"/>
                                            </p:tgtEl>
                                            <p:attrNameLst>
                                              <p:attrName>style.visibility</p:attrName>
                                            </p:attrNameLst>
                                          </p:cBhvr>
                                          <p:to>
                                            <p:strVal val="visible"/>
                                          </p:to>
                                        </p:set>
                                        <p:anim calcmode="lin" valueType="num">
                                          <p:cBhvr additive="base">
                                            <p:cTn id="19" dur="500" fill="hold"/>
                                            <p:tgtEl>
                                              <p:spTgt spid="63"/>
                                            </p:tgtEl>
                                            <p:attrNameLst>
                                              <p:attrName>ppt_x</p:attrName>
                                            </p:attrNameLst>
                                          </p:cBhvr>
                                          <p:tavLst>
                                            <p:tav tm="0">
                                              <p:val>
                                                <p:strVal val="1+#ppt_w/2"/>
                                              </p:val>
                                            </p:tav>
                                            <p:tav tm="100000">
                                              <p:val>
                                                <p:strVal val="#ppt_x"/>
                                              </p:val>
                                            </p:tav>
                                          </p:tavLst>
                                        </p:anim>
                                        <p:anim calcmode="lin" valueType="num">
                                          <p:cBhvr additive="base">
                                            <p:cTn id="20" dur="500" fill="hold"/>
                                            <p:tgtEl>
                                              <p:spTgt spid="63"/>
                                            </p:tgtEl>
                                            <p:attrNameLst>
                                              <p:attrName>ppt_y</p:attrName>
                                            </p:attrNameLst>
                                          </p:cBhvr>
                                          <p:tavLst>
                                            <p:tav tm="0">
                                              <p:val>
                                                <p:strVal val="#ppt_y"/>
                                              </p:val>
                                            </p:tav>
                                            <p:tav tm="100000">
                                              <p:val>
                                                <p:strVal val="#ppt_y"/>
                                              </p:val>
                                            </p:tav>
                                          </p:tavLst>
                                        </p:anim>
                                      </p:childTnLst>
                                    </p:cTn>
                                  </p:par>
                                  <p:par>
                                    <p:cTn id="21" presetID="10" presetClass="entr" presetSubtype="0" fill="hold" grpId="0" nodeType="withEffect">
                                      <p:stCondLst>
                                        <p:cond delay="400"/>
                                      </p:stCondLst>
                                      <p:childTnLst>
                                        <p:set>
                                          <p:cBhvr>
                                            <p:cTn id="22" dur="1" fill="hold">
                                              <p:stCondLst>
                                                <p:cond delay="0"/>
                                              </p:stCondLst>
                                            </p:cTn>
                                            <p:tgtEl>
                                              <p:spTgt spid="64"/>
                                            </p:tgtEl>
                                            <p:attrNameLst>
                                              <p:attrName>style.visibility</p:attrName>
                                            </p:attrNameLst>
                                          </p:cBhvr>
                                          <p:to>
                                            <p:strVal val="visible"/>
                                          </p:to>
                                        </p:set>
                                        <p:animEffect transition="in" filter="fade">
                                          <p:cBhvr>
                                            <p:cTn id="23" dur="5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animBg="1"/>
        </p:bldLst>
      </p:timing>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idx="1"/>
          </p:nvPr>
        </p:nvSpPr>
        <p:spPr>
          <a:xfrm>
            <a:off x="711200" y="1585535"/>
            <a:ext cx="10972800" cy="4389120"/>
          </a:xfrm>
        </p:spPr>
        <p:txBody>
          <a:bodyPr/>
          <a:lstStyle/>
          <a:p>
            <a:pPr marL="457200" indent="-457200">
              <a:lnSpc>
                <a:spcPct val="150000"/>
              </a:lnSpc>
              <a:buFont typeface="+mj-lt"/>
              <a:buAutoNum type="arabicPeriod"/>
            </a:pPr>
            <a:r>
              <a:rPr lang="zh-CN" altLang="en-US" dirty="0"/>
              <a:t>明确我们为谁服务（选定愿景要改进的组织）。</a:t>
            </a:r>
          </a:p>
          <a:p>
            <a:pPr marL="457200" indent="-457200">
              <a:lnSpc>
                <a:spcPct val="150000"/>
              </a:lnSpc>
              <a:buFont typeface="+mj-lt"/>
              <a:buAutoNum type="arabicPeriod"/>
            </a:pPr>
            <a:r>
              <a:rPr lang="zh-CN" altLang="en-US" dirty="0"/>
              <a:t>要改进的组织是什么现状（业务用例图、现状业务序列图）。</a:t>
            </a:r>
          </a:p>
          <a:p>
            <a:pPr marL="457200" indent="-457200">
              <a:lnSpc>
                <a:spcPct val="150000"/>
              </a:lnSpc>
              <a:buFont typeface="+mj-lt"/>
              <a:buAutoNum type="arabicPeriod"/>
            </a:pPr>
            <a:r>
              <a:rPr lang="zh-CN" altLang="en-US" b="1" dirty="0">
                <a:solidFill>
                  <a:srgbClr val="FF0000"/>
                </a:solidFill>
              </a:rPr>
              <a:t>我们如何改进（改进业务序列图）。</a:t>
            </a:r>
          </a:p>
        </p:txBody>
      </p:sp>
      <p:sp>
        <p:nvSpPr>
          <p:cNvPr id="6" name="文本框 5"/>
          <p:cNvSpPr txBox="1"/>
          <p:nvPr/>
        </p:nvSpPr>
        <p:spPr>
          <a:xfrm>
            <a:off x="274320" y="449590"/>
            <a:ext cx="3057247" cy="584775"/>
          </a:xfrm>
          <a:prstGeom prst="rect">
            <a:avLst/>
          </a:prstGeom>
          <a:noFill/>
        </p:spPr>
        <p:txBody>
          <a:bodyPr wrap="none" rtlCol="0">
            <a:spAutoFit/>
          </a:bodyPr>
          <a:lstStyle/>
          <a:p>
            <a:r>
              <a:rPr lang="zh-CN" altLang="en-US" sz="3200" b="1" dirty="0">
                <a:solidFill>
                  <a:srgbClr val="141316"/>
                </a:solidFill>
                <a:latin typeface="微软雅黑" panose="020B0503020204020204" pitchFamily="34" charset="-122"/>
                <a:ea typeface="微软雅黑" panose="020B0503020204020204" pitchFamily="34" charset="-122"/>
              </a:rPr>
              <a:t>业务建模的步骤</a:t>
            </a:r>
          </a:p>
        </p:txBody>
      </p:sp>
      <p:cxnSp>
        <p:nvCxnSpPr>
          <p:cNvPr id="7" name="直接连接符 6"/>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7818120"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8885357"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9952594"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11019831"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11018478" y="796875"/>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3" name="组合 12"/>
          <p:cNvGrpSpPr/>
          <p:nvPr/>
        </p:nvGrpSpPr>
        <p:grpSpPr>
          <a:xfrm>
            <a:off x="3360142" y="637832"/>
            <a:ext cx="491490" cy="318085"/>
            <a:chOff x="3017520" y="601990"/>
            <a:chExt cx="491490" cy="414010"/>
          </a:xfrm>
        </p:grpSpPr>
        <p:sp>
          <p:nvSpPr>
            <p:cNvPr id="14" name="燕尾形 13"/>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5" name="燕尾形 14"/>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6" name="燕尾形 15"/>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76000" y="1332000"/>
            <a:ext cx="8854440" cy="4389120"/>
          </a:xfrm>
        </p:spPr>
        <p:txBody>
          <a:bodyPr/>
          <a:lstStyle/>
          <a:p>
            <a:pPr>
              <a:lnSpc>
                <a:spcPct val="150000"/>
              </a:lnSpc>
            </a:pPr>
            <a:r>
              <a:rPr lang="zh-CN" altLang="en-US" sz="2800" dirty="0"/>
              <a:t>了解业务组织现状的目的</a:t>
            </a:r>
            <a:r>
              <a:rPr lang="en-US" altLang="zh-CN" sz="2800" dirty="0"/>
              <a:t>——</a:t>
            </a:r>
            <a:r>
              <a:rPr lang="zh-CN" altLang="en-US" sz="2800" dirty="0">
                <a:solidFill>
                  <a:srgbClr val="FF0000"/>
                </a:solidFill>
              </a:rPr>
              <a:t>发现</a:t>
            </a:r>
            <a:r>
              <a:rPr lang="zh-CN" altLang="en-US" sz="2800" dirty="0"/>
              <a:t>流程中的</a:t>
            </a:r>
            <a:r>
              <a:rPr lang="zh-CN" altLang="en-US" sz="2800" dirty="0">
                <a:solidFill>
                  <a:srgbClr val="FF0000"/>
                </a:solidFill>
              </a:rPr>
              <a:t>改进点</a:t>
            </a:r>
            <a:r>
              <a:rPr lang="zh-CN" altLang="en-US" sz="2800" dirty="0"/>
              <a:t>：</a:t>
            </a:r>
            <a:endParaRPr lang="en-US" altLang="zh-CN" sz="2800" dirty="0"/>
          </a:p>
          <a:p>
            <a:pPr lvl="1">
              <a:lnSpc>
                <a:spcPct val="150000"/>
              </a:lnSpc>
              <a:buFont typeface="Wingdings" panose="05000000000000000000" pitchFamily="2" charset="2"/>
              <a:buChar char="Ø"/>
            </a:pPr>
            <a:r>
              <a:rPr lang="zh-CN" altLang="en-US" dirty="0"/>
              <a:t>信息是否可以自动流转？</a:t>
            </a:r>
            <a:endParaRPr lang="en-US" altLang="zh-CN" dirty="0"/>
          </a:p>
          <a:p>
            <a:pPr lvl="1">
              <a:lnSpc>
                <a:spcPct val="150000"/>
              </a:lnSpc>
              <a:buFont typeface="Wingdings" panose="05000000000000000000" pitchFamily="2" charset="2"/>
              <a:buChar char="Ø"/>
            </a:pPr>
            <a:r>
              <a:rPr lang="zh-CN" altLang="en-US" dirty="0"/>
              <a:t>复杂业务逻辑是否可以</a:t>
            </a:r>
            <a:r>
              <a:rPr lang="zh-CN" altLang="en-US" dirty="0">
                <a:sym typeface="+mn-ea"/>
              </a:rPr>
              <a:t>封装？</a:t>
            </a:r>
            <a:endParaRPr lang="en-US" altLang="zh-CN" dirty="0"/>
          </a:p>
          <a:p>
            <a:pPr lvl="1">
              <a:lnSpc>
                <a:spcPct val="150000"/>
              </a:lnSpc>
              <a:buFont typeface="Wingdings" panose="05000000000000000000" pitchFamily="2" charset="2"/>
              <a:buChar char="Ø"/>
            </a:pPr>
            <a:r>
              <a:rPr lang="zh-CN" altLang="en-US" dirty="0"/>
              <a:t>职责是否可以转移？</a:t>
            </a:r>
            <a:endParaRPr lang="en-US" altLang="zh-CN" dirty="0"/>
          </a:p>
          <a:p>
            <a:pPr lvl="1">
              <a:lnSpc>
                <a:spcPct val="150000"/>
              </a:lnSpc>
              <a:buFont typeface="Wingdings" panose="05000000000000000000" pitchFamily="2" charset="2"/>
              <a:buChar char="Ø"/>
            </a:pPr>
            <a:r>
              <a:rPr lang="zh-CN" altLang="en-US" dirty="0"/>
              <a:t>业务对象是否可管理？</a:t>
            </a:r>
            <a:endParaRPr lang="en-US" altLang="zh-CN" dirty="0"/>
          </a:p>
          <a:p>
            <a:pPr lvl="1">
              <a:lnSpc>
                <a:spcPct val="150000"/>
              </a:lnSpc>
              <a:buFont typeface="Wingdings" panose="05000000000000000000" pitchFamily="2" charset="2"/>
              <a:buChar char="Ø"/>
            </a:pPr>
            <a:r>
              <a:rPr lang="zh-CN" altLang="en-US" dirty="0"/>
              <a:t>其他</a:t>
            </a:r>
            <a:r>
              <a:rPr lang="en-US" altLang="zh-CN" dirty="0"/>
              <a:t>……</a:t>
            </a:r>
          </a:p>
          <a:p>
            <a:pPr lvl="0">
              <a:lnSpc>
                <a:spcPct val="150000"/>
              </a:lnSpc>
            </a:pPr>
            <a:r>
              <a:rPr lang="zh-CN" altLang="en-US" sz="2800" dirty="0"/>
              <a:t>接下来具体</a:t>
            </a:r>
            <a:r>
              <a:rPr lang="zh-CN" altLang="en-US" sz="2800" dirty="0">
                <a:solidFill>
                  <a:srgbClr val="FF0000"/>
                </a:solidFill>
              </a:rPr>
              <a:t>分析</a:t>
            </a:r>
            <a:r>
              <a:rPr lang="zh-CN" altLang="en-US" sz="2800" dirty="0"/>
              <a:t>流程中的</a:t>
            </a:r>
            <a:r>
              <a:rPr lang="zh-CN" altLang="en-US" sz="2800" dirty="0">
                <a:solidFill>
                  <a:srgbClr val="FF0000"/>
                </a:solidFill>
              </a:rPr>
              <a:t>改进点</a:t>
            </a:r>
          </a:p>
        </p:txBody>
      </p:sp>
      <p:sp>
        <p:nvSpPr>
          <p:cNvPr id="4" name="文本框 3"/>
          <p:cNvSpPr txBox="1"/>
          <p:nvPr/>
        </p:nvSpPr>
        <p:spPr>
          <a:xfrm>
            <a:off x="274320" y="449590"/>
            <a:ext cx="7007046" cy="523220"/>
          </a:xfrm>
          <a:prstGeom prst="rect">
            <a:avLst/>
          </a:prstGeom>
          <a:noFill/>
        </p:spPr>
        <p:txBody>
          <a:bodyPr wrap="none" rtlCol="0">
            <a:spAutoFit/>
          </a:bodyPr>
          <a:lstStyle/>
          <a:p>
            <a:r>
              <a:rPr lang="zh-CN" altLang="en-US" sz="2800" b="1" dirty="0">
                <a:solidFill>
                  <a:srgbClr val="141316"/>
                </a:solidFill>
                <a:latin typeface="微软雅黑" panose="020B0503020204020204" pitchFamily="34" charset="-122"/>
                <a:ea typeface="微软雅黑" panose="020B0503020204020204" pitchFamily="34" charset="-122"/>
              </a:rPr>
              <a:t>业务建模第三步：改进业务组织的业务流程</a:t>
            </a:r>
          </a:p>
        </p:txBody>
      </p:sp>
      <p:cxnSp>
        <p:nvCxnSpPr>
          <p:cNvPr id="5" name="直接连接符 4"/>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7818120"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8885357"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9952594"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11019831"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11018478" y="796875"/>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 name="组合 10"/>
          <p:cNvGrpSpPr/>
          <p:nvPr/>
        </p:nvGrpSpPr>
        <p:grpSpPr>
          <a:xfrm>
            <a:off x="7156625" y="552157"/>
            <a:ext cx="491490" cy="318085"/>
            <a:chOff x="3017520" y="601990"/>
            <a:chExt cx="491490" cy="414010"/>
          </a:xfrm>
        </p:grpSpPr>
        <p:sp>
          <p:nvSpPr>
            <p:cNvPr id="12" name="燕尾形 11"/>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3" name="燕尾形 12"/>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4" name="燕尾形 13"/>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animEffect transition="in" filter="fade">
                                      <p:cBhvr>
                                        <p:cTn id="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76000" y="1332000"/>
            <a:ext cx="10972800" cy="4389120"/>
          </a:xfrm>
        </p:spPr>
        <p:txBody>
          <a:bodyPr/>
          <a:lstStyle/>
          <a:p>
            <a:pPr>
              <a:lnSpc>
                <a:spcPct val="150000"/>
              </a:lnSpc>
            </a:pPr>
            <a:r>
              <a:rPr lang="zh-CN" altLang="en-US" sz="2800" dirty="0"/>
              <a:t>业务中涉及到信息的流动吗？</a:t>
            </a:r>
            <a:endParaRPr lang="en-US" altLang="zh-CN" sz="2800" dirty="0"/>
          </a:p>
          <a:p>
            <a:pPr>
              <a:lnSpc>
                <a:spcPct val="150000"/>
              </a:lnSpc>
            </a:pPr>
            <a:r>
              <a:rPr lang="zh-CN" altLang="en-US" sz="2800" dirty="0"/>
              <a:t>物流能变成信息流吗？</a:t>
            </a:r>
          </a:p>
        </p:txBody>
      </p:sp>
      <p:sp>
        <p:nvSpPr>
          <p:cNvPr id="8" name="文本框 7"/>
          <p:cNvSpPr txBox="1"/>
          <p:nvPr/>
        </p:nvSpPr>
        <p:spPr>
          <a:xfrm>
            <a:off x="274320" y="449590"/>
            <a:ext cx="4288353" cy="584775"/>
          </a:xfrm>
          <a:prstGeom prst="rect">
            <a:avLst/>
          </a:prstGeom>
          <a:noFill/>
        </p:spPr>
        <p:txBody>
          <a:bodyPr wrap="none" rtlCol="0">
            <a:spAutoFit/>
          </a:bodyPr>
          <a:lstStyle/>
          <a:p>
            <a:r>
              <a:rPr lang="zh-CN" altLang="en-US" sz="3200" b="1" dirty="0">
                <a:solidFill>
                  <a:srgbClr val="141316"/>
                </a:solidFill>
                <a:latin typeface="微软雅黑" panose="020B0503020204020204" pitchFamily="34" charset="-122"/>
                <a:ea typeface="微软雅黑" panose="020B0503020204020204" pitchFamily="34" charset="-122"/>
              </a:rPr>
              <a:t>改进点：信息自动流转</a:t>
            </a:r>
          </a:p>
        </p:txBody>
      </p:sp>
      <p:cxnSp>
        <p:nvCxnSpPr>
          <p:cNvPr id="11" name="直接连接符 10"/>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sp>
        <p:nvSpPr>
          <p:cNvPr id="12" name="矩形 11"/>
          <p:cNvSpPr/>
          <p:nvPr/>
        </p:nvSpPr>
        <p:spPr>
          <a:xfrm>
            <a:off x="7818120"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8885357"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9952594"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11019831"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0" name="组合 9"/>
          <p:cNvGrpSpPr/>
          <p:nvPr/>
        </p:nvGrpSpPr>
        <p:grpSpPr>
          <a:xfrm>
            <a:off x="274320" y="2963823"/>
            <a:ext cx="6641482" cy="3176160"/>
            <a:chOff x="2357422" y="3553992"/>
            <a:chExt cx="6786610" cy="3304008"/>
          </a:xfrm>
        </p:grpSpPr>
        <p:pic>
          <p:nvPicPr>
            <p:cNvPr id="2050" name="Picture 2"/>
            <p:cNvPicPr>
              <a:picLocks noChangeAspect="1" noChangeArrowheads="1"/>
            </p:cNvPicPr>
            <p:nvPr/>
          </p:nvPicPr>
          <p:blipFill>
            <a:blip r:embed="rId3"/>
            <a:srcRect l="8203" t="37791" r="47266" b="26356"/>
            <a:stretch>
              <a:fillRect/>
            </a:stretch>
          </p:blipFill>
          <p:spPr bwMode="auto">
            <a:xfrm>
              <a:off x="2357422" y="3553992"/>
              <a:ext cx="6786610" cy="3304008"/>
            </a:xfrm>
            <a:prstGeom prst="rect">
              <a:avLst/>
            </a:prstGeom>
            <a:noFill/>
            <a:ln w="9525">
              <a:noFill/>
              <a:miter lim="800000"/>
              <a:headEnd/>
              <a:tailEnd/>
            </a:ln>
            <a:effectLst/>
          </p:spPr>
        </p:pic>
        <p:cxnSp>
          <p:nvCxnSpPr>
            <p:cNvPr id="9" name="直接连接符 8"/>
            <p:cNvCxnSpPr/>
            <p:nvPr/>
          </p:nvCxnSpPr>
          <p:spPr>
            <a:xfrm rot="10800000">
              <a:off x="4572000" y="5929330"/>
              <a:ext cx="2357454" cy="1588"/>
            </a:xfrm>
            <a:prstGeom prst="line">
              <a:avLst/>
            </a:prstGeom>
          </p:spPr>
          <p:style>
            <a:lnRef idx="1">
              <a:schemeClr val="accent2"/>
            </a:lnRef>
            <a:fillRef idx="0">
              <a:schemeClr val="accent2"/>
            </a:fillRef>
            <a:effectRef idx="0">
              <a:schemeClr val="accent2"/>
            </a:effectRef>
            <a:fontRef idx="minor">
              <a:schemeClr val="tx1"/>
            </a:fontRef>
          </p:style>
        </p:cxnSp>
      </p:grpSp>
      <p:sp>
        <p:nvSpPr>
          <p:cNvPr id="16" name="矩形 15"/>
          <p:cNvSpPr/>
          <p:nvPr/>
        </p:nvSpPr>
        <p:spPr>
          <a:xfrm>
            <a:off x="11018478" y="796875"/>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7" name="组合 16"/>
          <p:cNvGrpSpPr/>
          <p:nvPr/>
        </p:nvGrpSpPr>
        <p:grpSpPr>
          <a:xfrm>
            <a:off x="4562673" y="628145"/>
            <a:ext cx="491490" cy="318085"/>
            <a:chOff x="3017520" y="601990"/>
            <a:chExt cx="491490" cy="414010"/>
          </a:xfrm>
        </p:grpSpPr>
        <p:sp>
          <p:nvSpPr>
            <p:cNvPr id="18" name="燕尾形 17"/>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9" name="燕尾形 18"/>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0" name="燕尾形 19"/>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pic>
        <p:nvPicPr>
          <p:cNvPr id="4" name="图片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05742" y="2963822"/>
            <a:ext cx="5047555" cy="316155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76000" y="1332000"/>
            <a:ext cx="10972800" cy="4389120"/>
          </a:xfrm>
        </p:spPr>
        <p:txBody>
          <a:bodyPr/>
          <a:lstStyle/>
          <a:p>
            <a:pPr>
              <a:lnSpc>
                <a:spcPct val="150000"/>
              </a:lnSpc>
            </a:pPr>
            <a:r>
              <a:rPr lang="zh-CN" altLang="en-US" sz="2800" dirty="0"/>
              <a:t>包含的业务逻辑能封装到系统里吗？</a:t>
            </a:r>
          </a:p>
        </p:txBody>
      </p:sp>
      <p:pic>
        <p:nvPicPr>
          <p:cNvPr id="75778" name="Picture 2"/>
          <p:cNvPicPr>
            <a:picLocks noChangeAspect="1" noChangeArrowheads="1"/>
          </p:cNvPicPr>
          <p:nvPr/>
        </p:nvPicPr>
        <p:blipFill>
          <a:blip r:embed="rId2"/>
          <a:srcRect/>
          <a:stretch>
            <a:fillRect/>
          </a:stretch>
        </p:blipFill>
        <p:spPr bwMode="auto">
          <a:xfrm>
            <a:off x="800040" y="2429827"/>
            <a:ext cx="4643796" cy="3542802"/>
          </a:xfrm>
          <a:prstGeom prst="rect">
            <a:avLst/>
          </a:prstGeom>
          <a:noFill/>
          <a:ln w="9525">
            <a:noFill/>
            <a:miter lim="800000"/>
            <a:headEnd/>
            <a:tailEnd/>
          </a:ln>
          <a:effectLst/>
        </p:spPr>
      </p:pic>
      <p:pic>
        <p:nvPicPr>
          <p:cNvPr id="75779" name="Picture 3" descr="C:\Users\qile\Desktop\软件工程\参考图片\第三节\图片8.png图片8"/>
          <p:cNvPicPr>
            <a:picLocks noChangeAspect="1" noChangeArrowheads="1"/>
          </p:cNvPicPr>
          <p:nvPr/>
        </p:nvPicPr>
        <p:blipFill>
          <a:blip r:embed="rId3"/>
          <a:srcRect/>
          <a:stretch>
            <a:fillRect/>
          </a:stretch>
        </p:blipFill>
        <p:spPr bwMode="auto">
          <a:xfrm>
            <a:off x="5966970" y="2430213"/>
            <a:ext cx="5023907" cy="3542030"/>
          </a:xfrm>
          <a:prstGeom prst="rect">
            <a:avLst/>
          </a:prstGeom>
          <a:noFill/>
          <a:ln w="9525">
            <a:noFill/>
            <a:miter lim="800000"/>
            <a:headEnd/>
            <a:tailEnd/>
          </a:ln>
          <a:effectLst/>
        </p:spPr>
      </p:pic>
      <p:sp>
        <p:nvSpPr>
          <p:cNvPr id="6" name="文本框 5"/>
          <p:cNvSpPr txBox="1"/>
          <p:nvPr/>
        </p:nvSpPr>
        <p:spPr>
          <a:xfrm>
            <a:off x="274320" y="449590"/>
            <a:ext cx="5109091" cy="584775"/>
          </a:xfrm>
          <a:prstGeom prst="rect">
            <a:avLst/>
          </a:prstGeom>
          <a:noFill/>
        </p:spPr>
        <p:txBody>
          <a:bodyPr wrap="none" rtlCol="0">
            <a:spAutoFit/>
          </a:bodyPr>
          <a:lstStyle/>
          <a:p>
            <a:r>
              <a:rPr lang="zh-CN" altLang="en-US" sz="3200" b="1" dirty="0">
                <a:solidFill>
                  <a:srgbClr val="141316"/>
                </a:solidFill>
                <a:latin typeface="微软雅黑" panose="020B0503020204020204" pitchFamily="34" charset="-122"/>
                <a:ea typeface="微软雅黑" panose="020B0503020204020204" pitchFamily="34" charset="-122"/>
              </a:rPr>
              <a:t>改进点：封装复杂业务逻辑</a:t>
            </a:r>
          </a:p>
        </p:txBody>
      </p:sp>
      <p:cxnSp>
        <p:nvCxnSpPr>
          <p:cNvPr id="7" name="直接连接符 6"/>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7818120"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8885357"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9952594"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11019831"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11018478" y="796875"/>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3" name="组合 12"/>
          <p:cNvGrpSpPr/>
          <p:nvPr/>
        </p:nvGrpSpPr>
        <p:grpSpPr>
          <a:xfrm>
            <a:off x="5330589" y="617875"/>
            <a:ext cx="491490" cy="318085"/>
            <a:chOff x="3017520" y="601990"/>
            <a:chExt cx="491490" cy="414010"/>
          </a:xfrm>
        </p:grpSpPr>
        <p:sp>
          <p:nvSpPr>
            <p:cNvPr id="14" name="燕尾形 13"/>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5" name="燕尾形 14"/>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6" name="燕尾形 15"/>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75779"/>
                                        </p:tgtEl>
                                        <p:attrNameLst>
                                          <p:attrName>style.visibility</p:attrName>
                                        </p:attrNameLst>
                                      </p:cBhvr>
                                      <p:to>
                                        <p:strVal val="visible"/>
                                      </p:to>
                                    </p:set>
                                    <p:anim calcmode="lin" valueType="num">
                                      <p:cBhvr additive="base">
                                        <p:cTn id="7" dur="500" fill="hold"/>
                                        <p:tgtEl>
                                          <p:spTgt spid="75779"/>
                                        </p:tgtEl>
                                        <p:attrNameLst>
                                          <p:attrName>ppt_x</p:attrName>
                                        </p:attrNameLst>
                                      </p:cBhvr>
                                      <p:tavLst>
                                        <p:tav tm="0">
                                          <p:val>
                                            <p:strVal val="1+#ppt_w/2"/>
                                          </p:val>
                                        </p:tav>
                                        <p:tav tm="100000">
                                          <p:val>
                                            <p:strVal val="#ppt_x"/>
                                          </p:val>
                                        </p:tav>
                                      </p:tavLst>
                                    </p:anim>
                                    <p:anim calcmode="lin" valueType="num">
                                      <p:cBhvr additive="base">
                                        <p:cTn id="8" dur="500" fill="hold"/>
                                        <p:tgtEl>
                                          <p:spTgt spid="7577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76000" y="1332000"/>
            <a:ext cx="10972800" cy="4389120"/>
          </a:xfrm>
        </p:spPr>
        <p:txBody>
          <a:bodyPr/>
          <a:lstStyle/>
          <a:p>
            <a:pPr>
              <a:lnSpc>
                <a:spcPct val="150000"/>
              </a:lnSpc>
            </a:pPr>
            <a:r>
              <a:rPr lang="zh-CN" altLang="en-US" sz="2800" dirty="0"/>
              <a:t>业务工人的职责可以转移吗？</a:t>
            </a:r>
          </a:p>
        </p:txBody>
      </p:sp>
      <p:pic>
        <p:nvPicPr>
          <p:cNvPr id="77826" name="Picture 2"/>
          <p:cNvPicPr>
            <a:picLocks noChangeAspect="1" noChangeArrowheads="1"/>
          </p:cNvPicPr>
          <p:nvPr/>
        </p:nvPicPr>
        <p:blipFill>
          <a:blip r:embed="rId2"/>
          <a:srcRect/>
          <a:stretch>
            <a:fillRect/>
          </a:stretch>
        </p:blipFill>
        <p:spPr bwMode="auto">
          <a:xfrm>
            <a:off x="1090613" y="2608289"/>
            <a:ext cx="3704927" cy="3502225"/>
          </a:xfrm>
          <a:prstGeom prst="rect">
            <a:avLst/>
          </a:prstGeom>
          <a:noFill/>
          <a:ln w="9525">
            <a:noFill/>
            <a:miter lim="800000"/>
            <a:headEnd/>
            <a:tailEnd/>
          </a:ln>
          <a:effectLst/>
        </p:spPr>
      </p:pic>
      <p:pic>
        <p:nvPicPr>
          <p:cNvPr id="77827" name="Picture 3"/>
          <p:cNvPicPr>
            <a:picLocks noChangeAspect="1" noChangeArrowheads="1"/>
          </p:cNvPicPr>
          <p:nvPr/>
        </p:nvPicPr>
        <p:blipFill>
          <a:blip r:embed="rId3"/>
          <a:srcRect/>
          <a:stretch>
            <a:fillRect/>
          </a:stretch>
        </p:blipFill>
        <p:spPr bwMode="auto">
          <a:xfrm>
            <a:off x="5614356" y="2608289"/>
            <a:ext cx="5739329" cy="3502225"/>
          </a:xfrm>
          <a:prstGeom prst="rect">
            <a:avLst/>
          </a:prstGeom>
          <a:noFill/>
          <a:ln w="9525">
            <a:noFill/>
            <a:miter lim="800000"/>
            <a:headEnd/>
            <a:tailEnd/>
          </a:ln>
          <a:effectLst/>
        </p:spPr>
      </p:pic>
      <p:sp>
        <p:nvSpPr>
          <p:cNvPr id="6" name="文本框 5"/>
          <p:cNvSpPr txBox="1"/>
          <p:nvPr/>
        </p:nvSpPr>
        <p:spPr>
          <a:xfrm>
            <a:off x="274320" y="449590"/>
            <a:ext cx="3877985" cy="584775"/>
          </a:xfrm>
          <a:prstGeom prst="rect">
            <a:avLst/>
          </a:prstGeom>
          <a:noFill/>
        </p:spPr>
        <p:txBody>
          <a:bodyPr wrap="none" rtlCol="0">
            <a:spAutoFit/>
          </a:bodyPr>
          <a:lstStyle/>
          <a:p>
            <a:r>
              <a:rPr lang="zh-CN" altLang="en-US" sz="3200" b="1" dirty="0">
                <a:solidFill>
                  <a:srgbClr val="141316"/>
                </a:solidFill>
                <a:latin typeface="微软雅黑" panose="020B0503020204020204" pitchFamily="34" charset="-122"/>
                <a:ea typeface="微软雅黑" panose="020B0503020204020204" pitchFamily="34" charset="-122"/>
              </a:rPr>
              <a:t>改进点：职责的转移</a:t>
            </a:r>
          </a:p>
        </p:txBody>
      </p:sp>
      <p:cxnSp>
        <p:nvCxnSpPr>
          <p:cNvPr id="7" name="直接连接符 6"/>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7818120"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8885357"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9952594"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11019831"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11018478" y="796875"/>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3" name="组合 12"/>
          <p:cNvGrpSpPr/>
          <p:nvPr/>
        </p:nvGrpSpPr>
        <p:grpSpPr>
          <a:xfrm>
            <a:off x="4059987" y="596906"/>
            <a:ext cx="491490" cy="318085"/>
            <a:chOff x="3017520" y="601990"/>
            <a:chExt cx="491490" cy="414010"/>
          </a:xfrm>
        </p:grpSpPr>
        <p:sp>
          <p:nvSpPr>
            <p:cNvPr id="14" name="燕尾形 13"/>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5" name="燕尾形 14"/>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6" name="燕尾形 15"/>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76000" y="1332000"/>
            <a:ext cx="10972800" cy="4389120"/>
          </a:xfrm>
        </p:spPr>
        <p:txBody>
          <a:bodyPr/>
          <a:lstStyle/>
          <a:p>
            <a:pPr>
              <a:lnSpc>
                <a:spcPct val="150000"/>
              </a:lnSpc>
            </a:pPr>
            <a:r>
              <a:rPr lang="zh-CN" altLang="en-US" sz="2800" dirty="0"/>
              <a:t>涉及到什么业务对象？需要系统管理起来吗？</a:t>
            </a:r>
          </a:p>
        </p:txBody>
      </p:sp>
      <p:pic>
        <p:nvPicPr>
          <p:cNvPr id="76802" name="Picture 2"/>
          <p:cNvPicPr>
            <a:picLocks noChangeAspect="1" noChangeArrowheads="1"/>
          </p:cNvPicPr>
          <p:nvPr/>
        </p:nvPicPr>
        <p:blipFill>
          <a:blip r:embed="rId2"/>
          <a:srcRect/>
          <a:stretch>
            <a:fillRect/>
          </a:stretch>
        </p:blipFill>
        <p:spPr bwMode="auto">
          <a:xfrm>
            <a:off x="1944914" y="2177822"/>
            <a:ext cx="3775711" cy="4154396"/>
          </a:xfrm>
          <a:prstGeom prst="rect">
            <a:avLst/>
          </a:prstGeom>
          <a:noFill/>
          <a:ln w="9525">
            <a:noFill/>
            <a:miter lim="800000"/>
            <a:headEnd/>
            <a:tailEnd/>
          </a:ln>
          <a:effectLst/>
        </p:spPr>
      </p:pic>
      <p:grpSp>
        <p:nvGrpSpPr>
          <p:cNvPr id="8" name="组合 7"/>
          <p:cNvGrpSpPr/>
          <p:nvPr/>
        </p:nvGrpSpPr>
        <p:grpSpPr>
          <a:xfrm>
            <a:off x="6855057" y="1964411"/>
            <a:ext cx="3786214" cy="3786214"/>
            <a:chOff x="5214942" y="2428868"/>
            <a:chExt cx="3786214" cy="3786214"/>
          </a:xfrm>
        </p:grpSpPr>
        <p:pic>
          <p:nvPicPr>
            <p:cNvPr id="76803" name="Picture 3"/>
            <p:cNvPicPr>
              <a:picLocks noChangeAspect="1" noChangeArrowheads="1"/>
            </p:cNvPicPr>
            <p:nvPr/>
          </p:nvPicPr>
          <p:blipFill>
            <a:blip r:embed="rId3"/>
            <a:srcRect/>
            <a:stretch>
              <a:fillRect/>
            </a:stretch>
          </p:blipFill>
          <p:spPr bwMode="auto">
            <a:xfrm>
              <a:off x="5214942" y="3286124"/>
              <a:ext cx="1762125" cy="2533650"/>
            </a:xfrm>
            <a:prstGeom prst="rect">
              <a:avLst/>
            </a:prstGeom>
            <a:noFill/>
            <a:ln w="9525">
              <a:noFill/>
              <a:miter lim="800000"/>
              <a:headEnd/>
              <a:tailEnd/>
            </a:ln>
            <a:effectLst/>
          </p:spPr>
        </p:pic>
        <p:sp>
          <p:nvSpPr>
            <p:cNvPr id="6" name="椭圆形标注 5"/>
            <p:cNvSpPr/>
            <p:nvPr/>
          </p:nvSpPr>
          <p:spPr>
            <a:xfrm>
              <a:off x="6786578" y="2428868"/>
              <a:ext cx="1785950" cy="785818"/>
            </a:xfrm>
            <a:prstGeom prst="wedgeEllipseCallout">
              <a:avLst>
                <a:gd name="adj1" fmla="val -49277"/>
                <a:gd name="adj2" fmla="val 8674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latin typeface="微软雅黑" panose="020B0503020204020204" pitchFamily="34" charset="-122"/>
                  <a:ea typeface="微软雅黑" panose="020B0503020204020204" pitchFamily="34" charset="-122"/>
                </a:rPr>
                <a:t>员工管理系统</a:t>
              </a:r>
            </a:p>
          </p:txBody>
        </p:sp>
        <p:sp>
          <p:nvSpPr>
            <p:cNvPr id="7" name="椭圆形标注 6"/>
            <p:cNvSpPr/>
            <p:nvPr/>
          </p:nvSpPr>
          <p:spPr>
            <a:xfrm>
              <a:off x="7215206" y="5429264"/>
              <a:ext cx="1785950" cy="785818"/>
            </a:xfrm>
            <a:prstGeom prst="wedgeEllipseCallout">
              <a:avLst>
                <a:gd name="adj1" fmla="val -64210"/>
                <a:gd name="adj2" fmla="val -7325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latin typeface="微软雅黑" panose="020B0503020204020204" pitchFamily="34" charset="-122"/>
                  <a:ea typeface="微软雅黑" panose="020B0503020204020204" pitchFamily="34" charset="-122"/>
                </a:rPr>
                <a:t>客户管理系统</a:t>
              </a:r>
            </a:p>
          </p:txBody>
        </p:sp>
      </p:grpSp>
      <p:sp>
        <p:nvSpPr>
          <p:cNvPr id="9" name="文本框 8"/>
          <p:cNvSpPr txBox="1"/>
          <p:nvPr/>
        </p:nvSpPr>
        <p:spPr>
          <a:xfrm>
            <a:off x="274320" y="449590"/>
            <a:ext cx="5519460" cy="584775"/>
          </a:xfrm>
          <a:prstGeom prst="rect">
            <a:avLst/>
          </a:prstGeom>
          <a:noFill/>
        </p:spPr>
        <p:txBody>
          <a:bodyPr wrap="none" rtlCol="0">
            <a:spAutoFit/>
          </a:bodyPr>
          <a:lstStyle/>
          <a:p>
            <a:r>
              <a:rPr lang="zh-CN" altLang="en-US" sz="3200" b="1" dirty="0">
                <a:solidFill>
                  <a:srgbClr val="141316"/>
                </a:solidFill>
                <a:latin typeface="微软雅黑" panose="020B0503020204020204" pitchFamily="34" charset="-122"/>
                <a:ea typeface="微软雅黑" panose="020B0503020204020204" pitchFamily="34" charset="-122"/>
              </a:rPr>
              <a:t>改进点：访问和操作业务对象</a:t>
            </a:r>
          </a:p>
        </p:txBody>
      </p:sp>
      <p:cxnSp>
        <p:nvCxnSpPr>
          <p:cNvPr id="10" name="直接连接符 9"/>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sp>
        <p:nvSpPr>
          <p:cNvPr id="11" name="矩形 10"/>
          <p:cNvSpPr/>
          <p:nvPr/>
        </p:nvSpPr>
        <p:spPr>
          <a:xfrm>
            <a:off x="7818120"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8885357"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9952594"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11019831"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11018478" y="796875"/>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6" name="组合 15"/>
          <p:cNvGrpSpPr/>
          <p:nvPr/>
        </p:nvGrpSpPr>
        <p:grpSpPr>
          <a:xfrm>
            <a:off x="5720625" y="605790"/>
            <a:ext cx="491490" cy="318085"/>
            <a:chOff x="3017520" y="601990"/>
            <a:chExt cx="491490" cy="414010"/>
          </a:xfrm>
        </p:grpSpPr>
        <p:sp>
          <p:nvSpPr>
            <p:cNvPr id="17" name="燕尾形 16"/>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8" name="燕尾形 17"/>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9" name="燕尾形 18"/>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263109" y="1580283"/>
            <a:ext cx="8229600" cy="4031930"/>
          </a:xfrm>
        </p:spPr>
        <p:txBody>
          <a:bodyPr/>
          <a:lstStyle/>
          <a:p>
            <a:pPr marL="0" indent="0">
              <a:lnSpc>
                <a:spcPct val="150000"/>
              </a:lnSpc>
              <a:buFont typeface="+mj-lt"/>
              <a:buNone/>
            </a:pPr>
            <a:r>
              <a:rPr lang="zh-CN" altLang="en-US" dirty="0"/>
              <a:t>步骤：</a:t>
            </a:r>
          </a:p>
          <a:p>
            <a:pPr marL="514350" indent="-514350">
              <a:lnSpc>
                <a:spcPct val="150000"/>
              </a:lnSpc>
              <a:buFont typeface="+mj-lt"/>
              <a:buAutoNum type="arabicPeriod"/>
            </a:pPr>
            <a:r>
              <a:rPr lang="zh-CN" altLang="en-US" dirty="0"/>
              <a:t>将</a:t>
            </a:r>
            <a:r>
              <a:rPr lang="en-US" altLang="zh-CN" dirty="0"/>
              <a:t>“</a:t>
            </a:r>
            <a:r>
              <a:rPr lang="zh-CN" altLang="en-US" dirty="0"/>
              <a:t>新系统</a:t>
            </a:r>
            <a:r>
              <a:rPr lang="en-US" altLang="zh-CN" dirty="0"/>
              <a:t>”</a:t>
            </a:r>
            <a:r>
              <a:rPr lang="zh-CN" altLang="en-US" dirty="0"/>
              <a:t>作为一个业务实体进行整体设计；</a:t>
            </a:r>
            <a:endParaRPr lang="en-US" altLang="zh-CN" dirty="0"/>
          </a:p>
          <a:p>
            <a:pPr marL="514350" indent="-514350">
              <a:lnSpc>
                <a:spcPct val="150000"/>
              </a:lnSpc>
              <a:buFont typeface="+mj-lt"/>
              <a:buAutoNum type="arabicPeriod"/>
            </a:pPr>
            <a:r>
              <a:rPr lang="zh-CN" altLang="en-US" dirty="0"/>
              <a:t>将</a:t>
            </a:r>
            <a:r>
              <a:rPr lang="en-US" altLang="zh-CN" dirty="0"/>
              <a:t>“</a:t>
            </a:r>
            <a:r>
              <a:rPr lang="zh-CN" altLang="en-US" dirty="0"/>
              <a:t>新系统</a:t>
            </a:r>
            <a:r>
              <a:rPr lang="en-US" altLang="zh-CN" dirty="0"/>
              <a:t>”</a:t>
            </a:r>
            <a:r>
              <a:rPr lang="zh-CN" altLang="en-US" dirty="0"/>
              <a:t>引入组织现有业务流程；</a:t>
            </a:r>
            <a:endParaRPr lang="en-US" altLang="zh-CN" dirty="0"/>
          </a:p>
          <a:p>
            <a:pPr marL="514350" indent="-514350">
              <a:lnSpc>
                <a:spcPct val="150000"/>
              </a:lnSpc>
              <a:buFont typeface="+mj-lt"/>
              <a:buAutoNum type="arabicPeriod"/>
            </a:pPr>
            <a:r>
              <a:rPr lang="zh-CN" altLang="en-US" dirty="0"/>
              <a:t>查看其可以改进的流程；</a:t>
            </a:r>
            <a:endParaRPr lang="en-US" altLang="zh-CN" dirty="0"/>
          </a:p>
          <a:p>
            <a:pPr marL="514350" indent="-514350">
              <a:lnSpc>
                <a:spcPct val="150000"/>
              </a:lnSpc>
              <a:buFont typeface="+mj-lt"/>
              <a:buAutoNum type="arabicPeriod"/>
            </a:pPr>
            <a:r>
              <a:rPr lang="zh-CN" altLang="en-US" dirty="0"/>
              <a:t>评估改进结果；</a:t>
            </a:r>
          </a:p>
        </p:txBody>
      </p:sp>
      <p:sp>
        <p:nvSpPr>
          <p:cNvPr id="4" name="文本框 3"/>
          <p:cNvSpPr txBox="1"/>
          <p:nvPr/>
        </p:nvSpPr>
        <p:spPr>
          <a:xfrm>
            <a:off x="274320" y="449590"/>
            <a:ext cx="8310880" cy="583565"/>
          </a:xfrm>
          <a:prstGeom prst="rect">
            <a:avLst/>
          </a:prstGeom>
          <a:noFill/>
        </p:spPr>
        <p:txBody>
          <a:bodyPr wrap="none" rtlCol="0">
            <a:spAutoFit/>
          </a:bodyPr>
          <a:lstStyle/>
          <a:p>
            <a:pPr algn="l"/>
            <a:r>
              <a:rPr lang="zh-CN" altLang="en-US" sz="3200" b="1" dirty="0">
                <a:solidFill>
                  <a:srgbClr val="141316"/>
                </a:solidFill>
                <a:latin typeface="微软雅黑" panose="020B0503020204020204" pitchFamily="34" charset="-122"/>
                <a:ea typeface="微软雅黑" panose="020B0503020204020204" pitchFamily="34" charset="-122"/>
                <a:sym typeface="+mn-ea"/>
              </a:rPr>
              <a:t>如何采用</a:t>
            </a:r>
            <a:r>
              <a:rPr lang="zh-CN" altLang="en-US" sz="3200" b="1" dirty="0">
                <a:solidFill>
                  <a:schemeClr val="tx1"/>
                </a:solidFill>
                <a:latin typeface="微软雅黑" panose="020B0503020204020204" pitchFamily="34" charset="-122"/>
                <a:ea typeface="微软雅黑" panose="020B0503020204020204" pitchFamily="34" charset="-122"/>
                <a:sym typeface="+mn-ea"/>
              </a:rPr>
              <a:t>改进业务序列</a:t>
            </a:r>
            <a:r>
              <a:rPr lang="zh-CN" altLang="en-US" sz="3200" b="1" dirty="0">
                <a:solidFill>
                  <a:srgbClr val="141316"/>
                </a:solidFill>
                <a:latin typeface="微软雅黑" panose="020B0503020204020204" pitchFamily="34" charset="-122"/>
                <a:ea typeface="微软雅黑" panose="020B0503020204020204" pitchFamily="34" charset="-122"/>
                <a:sym typeface="+mn-ea"/>
              </a:rPr>
              <a:t>图来改进现有业务流程</a:t>
            </a:r>
            <a:endParaRPr lang="zh-CN" altLang="en-US" sz="3200" b="1" dirty="0">
              <a:solidFill>
                <a:srgbClr val="141316"/>
              </a:solidFill>
              <a:latin typeface="微软雅黑" panose="020B0503020204020204" pitchFamily="34" charset="-122"/>
              <a:ea typeface="微软雅黑" panose="020B0503020204020204" pitchFamily="34" charset="-122"/>
            </a:endParaRPr>
          </a:p>
        </p:txBody>
      </p:sp>
      <p:cxnSp>
        <p:nvCxnSpPr>
          <p:cNvPr id="5" name="直接连接符 4"/>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7818120"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8885357"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9952594"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11019831"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11018478" y="796875"/>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 name="组合 10"/>
          <p:cNvGrpSpPr/>
          <p:nvPr/>
        </p:nvGrpSpPr>
        <p:grpSpPr>
          <a:xfrm>
            <a:off x="8531936" y="586250"/>
            <a:ext cx="491490" cy="318085"/>
            <a:chOff x="3017520" y="601990"/>
            <a:chExt cx="491490" cy="414010"/>
          </a:xfrm>
        </p:grpSpPr>
        <p:sp>
          <p:nvSpPr>
            <p:cNvPr id="12" name="燕尾形 11"/>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3" name="燕尾形 12"/>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4" name="燕尾形 13"/>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76000" y="1332000"/>
            <a:ext cx="10972800" cy="4389120"/>
          </a:xfrm>
        </p:spPr>
        <p:txBody>
          <a:bodyPr/>
          <a:lstStyle/>
          <a:p>
            <a:pPr>
              <a:lnSpc>
                <a:spcPct val="150000"/>
              </a:lnSpc>
            </a:pPr>
            <a:r>
              <a:rPr lang="zh-CN" altLang="en-US" dirty="0"/>
              <a:t>通过分析现状业务序列图，结合老大的愿景，分析出如下可改进的思路：</a:t>
            </a:r>
            <a:endParaRPr lang="en-US" altLang="zh-CN" dirty="0"/>
          </a:p>
          <a:p>
            <a:pPr lvl="1">
              <a:lnSpc>
                <a:spcPct val="150000"/>
              </a:lnSpc>
              <a:buFont typeface="Wingdings" panose="05000000000000000000" pitchFamily="2" charset="2"/>
              <a:buChar char="Ø"/>
            </a:pPr>
            <a:r>
              <a:rPr lang="zh-CN" altLang="en-US" dirty="0"/>
              <a:t>原先由银行职员提供的取款、存款和转账业务在流程上都非常固定，不存在太多技术含量，我们完全可以考虑通过建设一个自助银行系统来解放银行职员的这部分工作；</a:t>
            </a:r>
            <a:endParaRPr lang="en-US" altLang="zh-CN" dirty="0"/>
          </a:p>
          <a:p>
            <a:pPr lvl="1">
              <a:lnSpc>
                <a:spcPct val="150000"/>
              </a:lnSpc>
              <a:buFont typeface="Wingdings" panose="05000000000000000000" pitchFamily="2" charset="2"/>
              <a:buChar char="Ø"/>
            </a:pPr>
            <a:r>
              <a:rPr lang="zh-CN" altLang="en-US" dirty="0"/>
              <a:t>此外，银行职员无法实现</a:t>
            </a:r>
            <a:r>
              <a:rPr lang="en-US" altLang="zh-CN" dirty="0"/>
              <a:t>7*24</a:t>
            </a:r>
            <a:r>
              <a:rPr lang="zh-CN" altLang="en-US" dirty="0"/>
              <a:t>小时不间断的服务，这个问题也可以由自助银行系统解决；</a:t>
            </a:r>
            <a:endParaRPr lang="en-US" altLang="zh-CN" dirty="0"/>
          </a:p>
          <a:p>
            <a:pPr lvl="1">
              <a:lnSpc>
                <a:spcPct val="150000"/>
              </a:lnSpc>
              <a:buFont typeface="Wingdings" panose="05000000000000000000" pitchFamily="2" charset="2"/>
              <a:buChar char="Ø"/>
            </a:pPr>
            <a:r>
              <a:rPr lang="zh-CN" altLang="en-US" dirty="0"/>
              <a:t>自助银行系统可以极大地缓解银行顾客排队办理业务的时间，以及无法随时办理业务的苦恼，可极大提高客户满意度；</a:t>
            </a:r>
            <a:endParaRPr lang="en-US" altLang="zh-CN" dirty="0"/>
          </a:p>
        </p:txBody>
      </p:sp>
      <p:sp>
        <p:nvSpPr>
          <p:cNvPr id="4" name="文本框 3"/>
          <p:cNvSpPr txBox="1"/>
          <p:nvPr/>
        </p:nvSpPr>
        <p:spPr>
          <a:xfrm>
            <a:off x="274320" y="449590"/>
            <a:ext cx="5109091" cy="584775"/>
          </a:xfrm>
          <a:prstGeom prst="rect">
            <a:avLst/>
          </a:prstGeom>
          <a:noFill/>
        </p:spPr>
        <p:txBody>
          <a:bodyPr wrap="none" rtlCol="0">
            <a:spAutoFit/>
          </a:bodyPr>
          <a:lstStyle/>
          <a:p>
            <a:r>
              <a:rPr lang="zh-CN" altLang="en-US" sz="3200" b="1" dirty="0">
                <a:solidFill>
                  <a:srgbClr val="141316"/>
                </a:solidFill>
                <a:latin typeface="微软雅黑" panose="020B0503020204020204" pitchFamily="34" charset="-122"/>
                <a:ea typeface="微软雅黑" panose="020B0503020204020204" pitchFamily="34" charset="-122"/>
              </a:rPr>
              <a:t>示例：财神银行的改进思考</a:t>
            </a:r>
          </a:p>
        </p:txBody>
      </p:sp>
      <p:cxnSp>
        <p:nvCxnSpPr>
          <p:cNvPr id="5" name="直接连接符 4"/>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7818120"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8885357"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9952594"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11019831"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11018478" y="796875"/>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 name="组合 10"/>
          <p:cNvGrpSpPr/>
          <p:nvPr/>
        </p:nvGrpSpPr>
        <p:grpSpPr>
          <a:xfrm>
            <a:off x="5330589" y="623531"/>
            <a:ext cx="491490" cy="318085"/>
            <a:chOff x="3017520" y="601990"/>
            <a:chExt cx="491490" cy="414010"/>
          </a:xfrm>
        </p:grpSpPr>
        <p:sp>
          <p:nvSpPr>
            <p:cNvPr id="12" name="燕尾形 11"/>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3" name="燕尾形 12"/>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4" name="燕尾形 13"/>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3"/>
          <a:srcRect l="2344" t="4687" r="51953" b="4375"/>
          <a:stretch>
            <a:fillRect/>
          </a:stretch>
        </p:blipFill>
        <p:spPr bwMode="auto">
          <a:xfrm>
            <a:off x="6654031" y="1094909"/>
            <a:ext cx="4365800" cy="5429264"/>
          </a:xfrm>
          <a:prstGeom prst="rect">
            <a:avLst/>
          </a:prstGeom>
          <a:noFill/>
          <a:ln w="9525">
            <a:noFill/>
            <a:miter lim="800000"/>
            <a:headEnd/>
            <a:tailEnd/>
          </a:ln>
          <a:effectLst/>
        </p:spPr>
      </p:pic>
      <p:pic>
        <p:nvPicPr>
          <p:cNvPr id="7" name="Picture 2"/>
          <p:cNvPicPr>
            <a:picLocks noChangeAspect="1" noChangeArrowheads="1"/>
          </p:cNvPicPr>
          <p:nvPr/>
        </p:nvPicPr>
        <p:blipFill>
          <a:blip r:embed="rId4"/>
          <a:srcRect l="6445" t="2812" r="50781" b="3437"/>
          <a:stretch>
            <a:fillRect/>
          </a:stretch>
        </p:blipFill>
        <p:spPr bwMode="auto">
          <a:xfrm>
            <a:off x="2404917" y="1094933"/>
            <a:ext cx="3963363" cy="5429264"/>
          </a:xfrm>
          <a:prstGeom prst="rect">
            <a:avLst/>
          </a:prstGeom>
          <a:noFill/>
          <a:ln w="9525">
            <a:noFill/>
            <a:miter lim="800000"/>
            <a:headEnd/>
            <a:tailEnd/>
          </a:ln>
          <a:effectLst/>
        </p:spPr>
      </p:pic>
      <p:sp>
        <p:nvSpPr>
          <p:cNvPr id="10" name="TextBox 9"/>
          <p:cNvSpPr txBox="1"/>
          <p:nvPr/>
        </p:nvSpPr>
        <p:spPr>
          <a:xfrm>
            <a:off x="2724941" y="4452495"/>
            <a:ext cx="1261884" cy="523220"/>
          </a:xfrm>
          <a:prstGeom prst="rect">
            <a:avLst/>
          </a:prstGeom>
          <a:noFill/>
        </p:spPr>
        <p:txBody>
          <a:bodyPr wrap="none" rtlCol="0">
            <a:spAutoFit/>
          </a:bodyPr>
          <a:lstStyle/>
          <a:p>
            <a:r>
              <a:rPr lang="zh-CN" altLang="en-US" sz="2800" dirty="0">
                <a:solidFill>
                  <a:srgbClr val="FF0000"/>
                </a:solidFill>
                <a:latin typeface="微软雅黑" panose="020B0503020204020204" pitchFamily="34" charset="-122"/>
                <a:ea typeface="微软雅黑" panose="020B0503020204020204" pitchFamily="34" charset="-122"/>
              </a:rPr>
              <a:t>改进前</a:t>
            </a:r>
          </a:p>
        </p:txBody>
      </p:sp>
      <p:sp>
        <p:nvSpPr>
          <p:cNvPr id="11" name="TextBox 10"/>
          <p:cNvSpPr txBox="1"/>
          <p:nvPr/>
        </p:nvSpPr>
        <p:spPr>
          <a:xfrm>
            <a:off x="9368675" y="5023999"/>
            <a:ext cx="1261884" cy="523220"/>
          </a:xfrm>
          <a:prstGeom prst="rect">
            <a:avLst/>
          </a:prstGeom>
          <a:noFill/>
        </p:spPr>
        <p:txBody>
          <a:bodyPr wrap="none" rtlCol="0">
            <a:spAutoFit/>
          </a:bodyPr>
          <a:lstStyle/>
          <a:p>
            <a:r>
              <a:rPr lang="zh-CN" altLang="en-US" sz="2800" dirty="0">
                <a:solidFill>
                  <a:srgbClr val="FF0000"/>
                </a:solidFill>
                <a:latin typeface="微软雅黑" panose="020B0503020204020204" pitchFamily="34" charset="-122"/>
                <a:ea typeface="微软雅黑" panose="020B0503020204020204" pitchFamily="34" charset="-122"/>
              </a:rPr>
              <a:t>改进后</a:t>
            </a:r>
          </a:p>
        </p:txBody>
      </p:sp>
      <p:sp>
        <p:nvSpPr>
          <p:cNvPr id="8" name="文本框 7"/>
          <p:cNvSpPr txBox="1"/>
          <p:nvPr/>
        </p:nvSpPr>
        <p:spPr>
          <a:xfrm>
            <a:off x="274320" y="449590"/>
            <a:ext cx="4288353" cy="584775"/>
          </a:xfrm>
          <a:prstGeom prst="rect">
            <a:avLst/>
          </a:prstGeom>
          <a:noFill/>
        </p:spPr>
        <p:txBody>
          <a:bodyPr wrap="none" rtlCol="0">
            <a:spAutoFit/>
          </a:bodyPr>
          <a:lstStyle/>
          <a:p>
            <a:r>
              <a:rPr lang="zh-CN" altLang="en-US" sz="3200" b="1" dirty="0">
                <a:solidFill>
                  <a:srgbClr val="141316"/>
                </a:solidFill>
                <a:latin typeface="微软雅黑" panose="020B0503020204020204" pitchFamily="34" charset="-122"/>
                <a:ea typeface="微软雅黑" panose="020B0503020204020204" pitchFamily="34" charset="-122"/>
              </a:rPr>
              <a:t>示例：改进业务序列图</a:t>
            </a:r>
          </a:p>
        </p:txBody>
      </p:sp>
      <p:cxnSp>
        <p:nvCxnSpPr>
          <p:cNvPr id="9" name="直接连接符 8"/>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sp>
        <p:nvSpPr>
          <p:cNvPr id="12" name="矩形 11"/>
          <p:cNvSpPr/>
          <p:nvPr/>
        </p:nvSpPr>
        <p:spPr>
          <a:xfrm>
            <a:off x="7818120"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8885357"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9952594"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11019831"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11018478" y="796875"/>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7" name="组合 16"/>
          <p:cNvGrpSpPr/>
          <p:nvPr/>
        </p:nvGrpSpPr>
        <p:grpSpPr>
          <a:xfrm>
            <a:off x="4562673" y="625233"/>
            <a:ext cx="491490" cy="318085"/>
            <a:chOff x="3017520" y="601990"/>
            <a:chExt cx="491490" cy="414010"/>
          </a:xfrm>
        </p:grpSpPr>
        <p:sp>
          <p:nvSpPr>
            <p:cNvPr id="18" name="燕尾形 17"/>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9" name="燕尾形 18"/>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0" name="燕尾形 19"/>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blinds(horizontal)">
                                      <p:cBhvr>
                                        <p:cTn id="7" dur="500"/>
                                        <p:tgtEl>
                                          <p:spTgt spid="1026"/>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blinds(horizontal)">
                                      <p:cBhvr>
                                        <p:cTn id="10"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壁纸描述：卡通 漫画 问号；壁纸尺寸：1600X1600"/>
          <p:cNvPicPr>
            <a:picLocks noChangeAspect="1" noChangeArrowheads="1"/>
          </p:cNvPicPr>
          <p:nvPr/>
        </p:nvPicPr>
        <p:blipFill>
          <a:blip r:embed="rId2" cstate="print">
            <a:clrChange>
              <a:clrFrom>
                <a:srgbClr val="FFFFFF"/>
              </a:clrFrom>
              <a:clrTo>
                <a:srgbClr val="FFFFFF">
                  <a:alpha val="0"/>
                </a:srgbClr>
              </a:clrTo>
            </a:clrChange>
          </a:blip>
          <a:srcRect l="16788" t="3649" r="17518"/>
          <a:stretch>
            <a:fillRect/>
          </a:stretch>
        </p:blipFill>
        <p:spPr bwMode="auto">
          <a:xfrm>
            <a:off x="8524860" y="3214686"/>
            <a:ext cx="2143140" cy="3143248"/>
          </a:xfrm>
          <a:prstGeom prst="rect">
            <a:avLst/>
          </a:prstGeom>
          <a:noFill/>
        </p:spPr>
      </p:pic>
      <p:sp>
        <p:nvSpPr>
          <p:cNvPr id="3" name="内容占位符 2"/>
          <p:cNvSpPr>
            <a:spLocks noGrp="1"/>
          </p:cNvSpPr>
          <p:nvPr>
            <p:ph idx="1"/>
          </p:nvPr>
        </p:nvSpPr>
        <p:spPr>
          <a:xfrm>
            <a:off x="609600" y="1344819"/>
            <a:ext cx="10972800" cy="4389120"/>
          </a:xfrm>
        </p:spPr>
        <p:txBody>
          <a:bodyPr/>
          <a:lstStyle/>
          <a:p>
            <a:pPr>
              <a:lnSpc>
                <a:spcPct val="150000"/>
              </a:lnSpc>
            </a:pPr>
            <a:r>
              <a:rPr lang="zh-CN" altLang="en-US" dirty="0"/>
              <a:t>业务序列图展现企业内现有</a:t>
            </a:r>
            <a:r>
              <a:rPr lang="zh-CN" altLang="en-US" dirty="0">
                <a:solidFill>
                  <a:srgbClr val="FF0000"/>
                </a:solidFill>
              </a:rPr>
              <a:t>业务流程</a:t>
            </a:r>
            <a:r>
              <a:rPr lang="zh-CN" altLang="en-US" dirty="0"/>
              <a:t>，暴露问题，</a:t>
            </a:r>
            <a:r>
              <a:rPr lang="zh-CN" altLang="en-US" dirty="0">
                <a:solidFill>
                  <a:srgbClr val="FF0000"/>
                </a:solidFill>
              </a:rPr>
              <a:t>为优化提供直观依据。</a:t>
            </a:r>
            <a:endParaRPr lang="zh-CN" altLang="en-US" dirty="0"/>
          </a:p>
          <a:p>
            <a:pPr>
              <a:lnSpc>
                <a:spcPct val="150000"/>
              </a:lnSpc>
            </a:pPr>
            <a:r>
              <a:rPr lang="zh-CN" altLang="en-US" dirty="0"/>
              <a:t>通过改进业务序列，可以提前</a:t>
            </a:r>
            <a:r>
              <a:rPr lang="zh-CN" altLang="en-US" dirty="0">
                <a:solidFill>
                  <a:srgbClr val="FF0000"/>
                </a:solidFill>
              </a:rPr>
              <a:t>模拟出新系统</a:t>
            </a:r>
            <a:r>
              <a:rPr lang="zh-CN" altLang="en-US" dirty="0"/>
              <a:t>的出现，将对组织现行的业务流程造成哪些</a:t>
            </a:r>
            <a:r>
              <a:rPr lang="zh-CN" altLang="en-US" dirty="0">
                <a:solidFill>
                  <a:srgbClr val="FF0000"/>
                </a:solidFill>
              </a:rPr>
              <a:t>影响</a:t>
            </a:r>
            <a:r>
              <a:rPr lang="zh-CN" altLang="en-US" dirty="0"/>
              <a:t>，可以提前</a:t>
            </a:r>
            <a:r>
              <a:rPr lang="zh-CN" altLang="en-US" dirty="0">
                <a:solidFill>
                  <a:srgbClr val="FF0000"/>
                </a:solidFill>
              </a:rPr>
              <a:t>评估新系统的可行性</a:t>
            </a:r>
            <a:r>
              <a:rPr lang="zh-CN" altLang="en-US" dirty="0"/>
              <a:t>或提前进行相应的准备工作，实现安全平稳的组织改进。</a:t>
            </a:r>
            <a:endParaRPr lang="en-US" altLang="zh-CN" dirty="0"/>
          </a:p>
          <a:p>
            <a:pPr>
              <a:lnSpc>
                <a:spcPct val="150000"/>
              </a:lnSpc>
            </a:pPr>
            <a:r>
              <a:rPr lang="zh-CN" altLang="en-US" dirty="0"/>
              <a:t>不要小看这一点，在真实世界里，这一点</a:t>
            </a:r>
            <a:br>
              <a:rPr lang="en-US" altLang="zh-CN" dirty="0"/>
            </a:br>
            <a:r>
              <a:rPr lang="zh-CN" altLang="en-US" dirty="0"/>
              <a:t>很关键，很多优秀的系统就因为不能适应</a:t>
            </a:r>
            <a:br>
              <a:rPr lang="en-US" altLang="zh-CN" dirty="0"/>
            </a:br>
            <a:r>
              <a:rPr lang="zh-CN" altLang="en-US" dirty="0"/>
              <a:t>组织的业务流程而被遗弃。</a:t>
            </a:r>
          </a:p>
        </p:txBody>
      </p:sp>
      <p:sp>
        <p:nvSpPr>
          <p:cNvPr id="5" name="文本框 4"/>
          <p:cNvSpPr txBox="1"/>
          <p:nvPr/>
        </p:nvSpPr>
        <p:spPr>
          <a:xfrm>
            <a:off x="274320" y="449590"/>
            <a:ext cx="6583680" cy="521970"/>
          </a:xfrm>
          <a:prstGeom prst="rect">
            <a:avLst/>
          </a:prstGeom>
          <a:noFill/>
        </p:spPr>
        <p:txBody>
          <a:bodyPr wrap="none" rtlCol="0">
            <a:spAutoFit/>
          </a:bodyPr>
          <a:lstStyle/>
          <a:p>
            <a:r>
              <a:rPr lang="zh-CN" altLang="en-US" sz="2800" b="1" dirty="0">
                <a:solidFill>
                  <a:srgbClr val="141316"/>
                </a:solidFill>
                <a:latin typeface="微软雅黑" panose="020B0503020204020204" pitchFamily="34" charset="-122"/>
                <a:ea typeface="微软雅黑" panose="020B0503020204020204" pitchFamily="34" charset="-122"/>
              </a:rPr>
              <a:t>体会</a:t>
            </a:r>
            <a:r>
              <a:rPr lang="zh-CN" altLang="en-US" sz="2800" b="1" dirty="0">
                <a:solidFill>
                  <a:srgbClr val="FF0000"/>
                </a:solidFill>
                <a:latin typeface="微软雅黑" panose="020B0503020204020204" pitchFamily="34" charset="-122"/>
                <a:ea typeface="微软雅黑" panose="020B0503020204020204" pitchFamily="34" charset="-122"/>
              </a:rPr>
              <a:t>业务序列图</a:t>
            </a:r>
            <a:r>
              <a:rPr lang="zh-CN" altLang="en-US" sz="2800" b="1" dirty="0">
                <a:solidFill>
                  <a:srgbClr val="141316"/>
                </a:solidFill>
                <a:latin typeface="微软雅黑" panose="020B0503020204020204" pitchFamily="34" charset="-122"/>
                <a:ea typeface="微软雅黑" panose="020B0503020204020204" pitchFamily="34" charset="-122"/>
              </a:rPr>
              <a:t>和</a:t>
            </a:r>
            <a:r>
              <a:rPr lang="zh-CN" altLang="en-US" sz="2800" b="1" dirty="0">
                <a:solidFill>
                  <a:srgbClr val="FF0000"/>
                </a:solidFill>
                <a:latin typeface="微软雅黑" panose="020B0503020204020204" pitchFamily="34" charset="-122"/>
                <a:ea typeface="微软雅黑" panose="020B0503020204020204" pitchFamily="34" charset="-122"/>
              </a:rPr>
              <a:t>改进业务序列图</a:t>
            </a:r>
            <a:r>
              <a:rPr lang="zh-CN" altLang="en-US" sz="2800" b="1" dirty="0">
                <a:solidFill>
                  <a:srgbClr val="141316"/>
                </a:solidFill>
                <a:latin typeface="微软雅黑" panose="020B0503020204020204" pitchFamily="34" charset="-122"/>
                <a:ea typeface="微软雅黑" panose="020B0503020204020204" pitchFamily="34" charset="-122"/>
              </a:rPr>
              <a:t>的价值</a:t>
            </a:r>
          </a:p>
        </p:txBody>
      </p:sp>
      <p:cxnSp>
        <p:nvCxnSpPr>
          <p:cNvPr id="6" name="直接连接符 5"/>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sp>
        <p:nvSpPr>
          <p:cNvPr id="7" name="矩形 6"/>
          <p:cNvSpPr/>
          <p:nvPr/>
        </p:nvSpPr>
        <p:spPr>
          <a:xfrm>
            <a:off x="7818120"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8885357"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9952594"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11019831"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11018478" y="796875"/>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2" name="组合 11"/>
          <p:cNvGrpSpPr/>
          <p:nvPr/>
        </p:nvGrpSpPr>
        <p:grpSpPr>
          <a:xfrm>
            <a:off x="7149266" y="588957"/>
            <a:ext cx="491490" cy="318085"/>
            <a:chOff x="3017520" y="601990"/>
            <a:chExt cx="491490" cy="414010"/>
          </a:xfrm>
        </p:grpSpPr>
        <p:sp>
          <p:nvSpPr>
            <p:cNvPr id="13" name="燕尾形 12"/>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4" name="燕尾形 13"/>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5" name="燕尾形 14"/>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274320" y="449590"/>
            <a:ext cx="6583680" cy="521970"/>
          </a:xfrm>
          <a:prstGeom prst="rect">
            <a:avLst/>
          </a:prstGeom>
          <a:noFill/>
        </p:spPr>
        <p:txBody>
          <a:bodyPr wrap="none" rtlCol="0">
            <a:spAutoFit/>
          </a:bodyPr>
          <a:lstStyle/>
          <a:p>
            <a:r>
              <a:rPr lang="zh-CN" altLang="en-US" sz="2800" b="1" dirty="0">
                <a:solidFill>
                  <a:srgbClr val="141316"/>
                </a:solidFill>
                <a:latin typeface="微软雅黑" panose="020B0503020204020204" pitchFamily="34" charset="-122"/>
                <a:ea typeface="微软雅黑" panose="020B0503020204020204" pitchFamily="34" charset="-122"/>
              </a:rPr>
              <a:t>体会</a:t>
            </a:r>
            <a:r>
              <a:rPr lang="zh-CN" altLang="en-US" sz="2800" b="1" dirty="0">
                <a:solidFill>
                  <a:srgbClr val="FF0000"/>
                </a:solidFill>
                <a:latin typeface="微软雅黑" panose="020B0503020204020204" pitchFamily="34" charset="-122"/>
                <a:ea typeface="微软雅黑" panose="020B0503020204020204" pitchFamily="34" charset="-122"/>
              </a:rPr>
              <a:t>业务序列图</a:t>
            </a:r>
            <a:r>
              <a:rPr lang="zh-CN" altLang="en-US" sz="2800" b="1" dirty="0">
                <a:solidFill>
                  <a:srgbClr val="141316"/>
                </a:solidFill>
                <a:latin typeface="微软雅黑" panose="020B0503020204020204" pitchFamily="34" charset="-122"/>
                <a:ea typeface="微软雅黑" panose="020B0503020204020204" pitchFamily="34" charset="-122"/>
              </a:rPr>
              <a:t>和</a:t>
            </a:r>
            <a:r>
              <a:rPr lang="zh-CN" altLang="en-US" sz="2800" b="1" dirty="0">
                <a:solidFill>
                  <a:srgbClr val="FF0000"/>
                </a:solidFill>
                <a:latin typeface="微软雅黑" panose="020B0503020204020204" pitchFamily="34" charset="-122"/>
                <a:ea typeface="微软雅黑" panose="020B0503020204020204" pitchFamily="34" charset="-122"/>
              </a:rPr>
              <a:t>改进业务序列图</a:t>
            </a:r>
            <a:r>
              <a:rPr lang="zh-CN" altLang="en-US" sz="2800" b="1" dirty="0">
                <a:solidFill>
                  <a:srgbClr val="141316"/>
                </a:solidFill>
                <a:latin typeface="微软雅黑" panose="020B0503020204020204" pitchFamily="34" charset="-122"/>
                <a:ea typeface="微软雅黑" panose="020B0503020204020204" pitchFamily="34" charset="-122"/>
              </a:rPr>
              <a:t>的价值</a:t>
            </a:r>
          </a:p>
        </p:txBody>
      </p:sp>
      <p:cxnSp>
        <p:nvCxnSpPr>
          <p:cNvPr id="6" name="直接连接符 5"/>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sp>
        <p:nvSpPr>
          <p:cNvPr id="7" name="矩形 6"/>
          <p:cNvSpPr/>
          <p:nvPr/>
        </p:nvSpPr>
        <p:spPr>
          <a:xfrm>
            <a:off x="7818120"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8885357"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9952594"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11019831"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11018478" y="796875"/>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2" name="组合 11"/>
          <p:cNvGrpSpPr/>
          <p:nvPr/>
        </p:nvGrpSpPr>
        <p:grpSpPr>
          <a:xfrm>
            <a:off x="7149266" y="588957"/>
            <a:ext cx="491490" cy="318085"/>
            <a:chOff x="3017520" y="601990"/>
            <a:chExt cx="491490" cy="414010"/>
          </a:xfrm>
        </p:grpSpPr>
        <p:sp>
          <p:nvSpPr>
            <p:cNvPr id="13" name="燕尾形 12"/>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4" name="燕尾形 13"/>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5" name="燕尾形 14"/>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38253" y="1128083"/>
            <a:ext cx="7495602" cy="5573941"/>
          </a:xfrm>
          <a:prstGeom prst="rect">
            <a:avLst/>
          </a:prstGeom>
        </p:spPr>
      </p:pic>
      <p:sp>
        <p:nvSpPr>
          <p:cNvPr id="16" name="矩形 15"/>
          <p:cNvSpPr/>
          <p:nvPr/>
        </p:nvSpPr>
        <p:spPr>
          <a:xfrm>
            <a:off x="6226625" y="3962401"/>
            <a:ext cx="3407229" cy="2739623"/>
          </a:xfrm>
          <a:prstGeom prst="rect">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8408870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srcRect/>
          <a:stretch>
            <a:fillRect/>
          </a:stretch>
        </p:blipFill>
        <p:spPr bwMode="auto">
          <a:xfrm>
            <a:off x="1654175" y="1146175"/>
            <a:ext cx="8669655" cy="5242560"/>
          </a:xfrm>
          <a:prstGeom prst="rect">
            <a:avLst/>
          </a:prstGeom>
          <a:noFill/>
          <a:ln w="9525">
            <a:noFill/>
            <a:miter lim="800000"/>
            <a:headEnd/>
            <a:tailEnd/>
          </a:ln>
          <a:effectLst/>
        </p:spPr>
      </p:pic>
      <p:sp>
        <p:nvSpPr>
          <p:cNvPr id="4" name="文本框 3"/>
          <p:cNvSpPr txBox="1"/>
          <p:nvPr/>
        </p:nvSpPr>
        <p:spPr>
          <a:xfrm>
            <a:off x="274320" y="449590"/>
            <a:ext cx="6889450" cy="584775"/>
          </a:xfrm>
          <a:prstGeom prst="rect">
            <a:avLst/>
          </a:prstGeom>
          <a:noFill/>
        </p:spPr>
        <p:txBody>
          <a:bodyPr wrap="none" rtlCol="0">
            <a:spAutoFit/>
          </a:bodyPr>
          <a:lstStyle/>
          <a:p>
            <a:r>
              <a:rPr lang="zh-CN" altLang="en-US" sz="3200" b="1" dirty="0">
                <a:solidFill>
                  <a:srgbClr val="141316"/>
                </a:solidFill>
                <a:latin typeface="微软雅黑" panose="020B0503020204020204" pitchFamily="34" charset="-122"/>
                <a:ea typeface="微软雅黑" panose="020B0503020204020204" pitchFamily="34" charset="-122"/>
              </a:rPr>
              <a:t>练习：</a:t>
            </a:r>
            <a:r>
              <a:rPr lang="en-US" altLang="zh-CN" sz="3200" b="1" dirty="0">
                <a:solidFill>
                  <a:srgbClr val="141316"/>
                </a:solidFill>
                <a:latin typeface="微软雅黑" panose="020B0503020204020204" pitchFamily="34" charset="-122"/>
                <a:ea typeface="微软雅黑" panose="020B0503020204020204" pitchFamily="34" charset="-122"/>
              </a:rPr>
              <a:t>EA</a:t>
            </a:r>
            <a:r>
              <a:rPr lang="zh-CN" altLang="en-US" sz="3200" b="1" dirty="0">
                <a:solidFill>
                  <a:srgbClr val="141316"/>
                </a:solidFill>
                <a:latin typeface="微软雅黑" panose="020B0503020204020204" pitchFamily="34" charset="-122"/>
                <a:ea typeface="微软雅黑" panose="020B0503020204020204" pitchFamily="34" charset="-122"/>
              </a:rPr>
              <a:t>中进行改进业务序列图建模</a:t>
            </a:r>
          </a:p>
        </p:txBody>
      </p:sp>
      <p:cxnSp>
        <p:nvCxnSpPr>
          <p:cNvPr id="5" name="直接连接符 4"/>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7818120"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8885357"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9952594"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11019831"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11018478" y="796875"/>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 name="组合 10"/>
          <p:cNvGrpSpPr/>
          <p:nvPr/>
        </p:nvGrpSpPr>
        <p:grpSpPr>
          <a:xfrm>
            <a:off x="7097988" y="606989"/>
            <a:ext cx="491490" cy="318085"/>
            <a:chOff x="3017520" y="601990"/>
            <a:chExt cx="491490" cy="414010"/>
          </a:xfrm>
        </p:grpSpPr>
        <p:sp>
          <p:nvSpPr>
            <p:cNvPr id="12" name="燕尾形 11"/>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3" name="燕尾形 12"/>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4" name="燕尾形 13"/>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09600" y="1427480"/>
            <a:ext cx="10972800" cy="4389120"/>
          </a:xfrm>
        </p:spPr>
        <p:txBody>
          <a:bodyPr/>
          <a:lstStyle/>
          <a:p>
            <a:pPr>
              <a:lnSpc>
                <a:spcPct val="150000"/>
              </a:lnSpc>
            </a:pPr>
            <a:r>
              <a:rPr lang="zh-CN" altLang="en-US" dirty="0"/>
              <a:t>选定组织：老大和他的愿景。</a:t>
            </a:r>
            <a:endParaRPr lang="en-US" altLang="zh-CN" dirty="0"/>
          </a:p>
          <a:p>
            <a:pPr>
              <a:lnSpc>
                <a:spcPct val="150000"/>
              </a:lnSpc>
            </a:pPr>
            <a:r>
              <a:rPr lang="zh-CN" altLang="en-US" dirty="0"/>
              <a:t>组织业务</a:t>
            </a:r>
            <a:r>
              <a:rPr lang="zh-CN" altLang="en-US" dirty="0">
                <a:solidFill>
                  <a:srgbClr val="FF0000"/>
                </a:solidFill>
              </a:rPr>
              <a:t>现状</a:t>
            </a:r>
            <a:r>
              <a:rPr lang="zh-CN" altLang="en-US" dirty="0"/>
              <a:t>：业务专家的介绍。</a:t>
            </a:r>
            <a:endParaRPr lang="en-US" altLang="zh-CN" dirty="0"/>
          </a:p>
          <a:p>
            <a:pPr>
              <a:lnSpc>
                <a:spcPct val="150000"/>
              </a:lnSpc>
            </a:pPr>
            <a:r>
              <a:rPr lang="zh-CN" altLang="en-US" dirty="0"/>
              <a:t>组织业务</a:t>
            </a:r>
            <a:r>
              <a:rPr lang="zh-CN" altLang="en-US" dirty="0">
                <a:solidFill>
                  <a:srgbClr val="FF0000"/>
                </a:solidFill>
              </a:rPr>
              <a:t>改进</a:t>
            </a:r>
            <a:r>
              <a:rPr lang="zh-CN" altLang="en-US" dirty="0"/>
              <a:t>：</a:t>
            </a:r>
            <a:endParaRPr lang="en-US" altLang="zh-CN" dirty="0"/>
          </a:p>
          <a:p>
            <a:pPr lvl="1">
              <a:lnSpc>
                <a:spcPct val="150000"/>
              </a:lnSpc>
            </a:pPr>
            <a:r>
              <a:rPr lang="zh-CN" altLang="en-US" dirty="0"/>
              <a:t>老大的痛处和愿景；</a:t>
            </a:r>
            <a:endParaRPr lang="en-US" altLang="zh-CN" dirty="0"/>
          </a:p>
          <a:p>
            <a:pPr lvl="1">
              <a:lnSpc>
                <a:spcPct val="150000"/>
              </a:lnSpc>
            </a:pPr>
            <a:r>
              <a:rPr lang="zh-CN" altLang="en-US" dirty="0"/>
              <a:t>业务专家的抱怨；</a:t>
            </a:r>
            <a:endParaRPr lang="en-US" altLang="zh-CN" dirty="0"/>
          </a:p>
          <a:p>
            <a:pPr lvl="1">
              <a:lnSpc>
                <a:spcPct val="150000"/>
              </a:lnSpc>
            </a:pPr>
            <a:r>
              <a:rPr lang="zh-CN" altLang="en-US" dirty="0"/>
              <a:t>需求分析师的经验和智慧；</a:t>
            </a:r>
          </a:p>
        </p:txBody>
      </p:sp>
      <p:grpSp>
        <p:nvGrpSpPr>
          <p:cNvPr id="8" name="组合 7"/>
          <p:cNvGrpSpPr/>
          <p:nvPr/>
        </p:nvGrpSpPr>
        <p:grpSpPr>
          <a:xfrm>
            <a:off x="6096000" y="3733800"/>
            <a:ext cx="1270000" cy="2133600"/>
            <a:chOff x="285720" y="4724400"/>
            <a:chExt cx="1270000" cy="2133600"/>
          </a:xfrm>
        </p:grpSpPr>
        <p:pic>
          <p:nvPicPr>
            <p:cNvPr id="3074" name="Picture 2"/>
            <p:cNvPicPr>
              <a:picLocks noChangeAspect="1" noChangeArrowheads="1"/>
            </p:cNvPicPr>
            <p:nvPr/>
          </p:nvPicPr>
          <p:blipFill>
            <a:blip r:embed="rId2"/>
            <a:srcRect/>
            <a:stretch>
              <a:fillRect/>
            </a:stretch>
          </p:blipFill>
          <p:spPr bwMode="auto">
            <a:xfrm>
              <a:off x="285720" y="4724400"/>
              <a:ext cx="1270000" cy="2133600"/>
            </a:xfrm>
            <a:prstGeom prst="rect">
              <a:avLst/>
            </a:prstGeom>
            <a:noFill/>
            <a:ln w="9525">
              <a:noFill/>
              <a:miter lim="800000"/>
              <a:headEnd/>
              <a:tailEnd/>
            </a:ln>
            <a:effectLst/>
          </p:spPr>
        </p:pic>
        <p:sp>
          <p:nvSpPr>
            <p:cNvPr id="7" name="TextBox 6"/>
            <p:cNvSpPr txBox="1"/>
            <p:nvPr/>
          </p:nvSpPr>
          <p:spPr>
            <a:xfrm>
              <a:off x="571472" y="6396335"/>
              <a:ext cx="800219" cy="461665"/>
            </a:xfrm>
            <a:prstGeom prst="rect">
              <a:avLst/>
            </a:prstGeom>
            <a:noFill/>
          </p:spPr>
          <p:txBody>
            <a:bodyPr wrap="none" rtlCol="0">
              <a:spAutoFit/>
            </a:bodyPr>
            <a:lstStyle/>
            <a:p>
              <a:r>
                <a:rPr lang="zh-CN" altLang="en-US" sz="2400" b="1" dirty="0">
                  <a:solidFill>
                    <a:srgbClr val="FF0000"/>
                  </a:solidFill>
                  <a:latin typeface="微软雅黑" panose="020B0503020204020204" pitchFamily="34" charset="-122"/>
                  <a:ea typeface="微软雅黑" panose="020B0503020204020204" pitchFamily="34" charset="-122"/>
                </a:rPr>
                <a:t>老大</a:t>
              </a:r>
            </a:p>
          </p:txBody>
        </p:sp>
      </p:grpSp>
      <p:grpSp>
        <p:nvGrpSpPr>
          <p:cNvPr id="10" name="组合 9"/>
          <p:cNvGrpSpPr/>
          <p:nvPr/>
        </p:nvGrpSpPr>
        <p:grpSpPr>
          <a:xfrm>
            <a:off x="8277328" y="3733800"/>
            <a:ext cx="1415772" cy="2082800"/>
            <a:chOff x="3571868" y="4775200"/>
            <a:chExt cx="1415772" cy="2082800"/>
          </a:xfrm>
        </p:grpSpPr>
        <p:pic>
          <p:nvPicPr>
            <p:cNvPr id="3075" name="Picture 3"/>
            <p:cNvPicPr>
              <a:picLocks noChangeAspect="1" noChangeArrowheads="1"/>
            </p:cNvPicPr>
            <p:nvPr/>
          </p:nvPicPr>
          <p:blipFill>
            <a:blip r:embed="rId3"/>
            <a:srcRect/>
            <a:stretch>
              <a:fillRect/>
            </a:stretch>
          </p:blipFill>
          <p:spPr bwMode="auto">
            <a:xfrm>
              <a:off x="3571868" y="4775200"/>
              <a:ext cx="1270000" cy="2082800"/>
            </a:xfrm>
            <a:prstGeom prst="rect">
              <a:avLst/>
            </a:prstGeom>
            <a:noFill/>
            <a:ln w="9525">
              <a:noFill/>
              <a:miter lim="800000"/>
              <a:headEnd/>
              <a:tailEnd/>
            </a:ln>
            <a:effectLst/>
          </p:spPr>
        </p:pic>
        <p:sp>
          <p:nvSpPr>
            <p:cNvPr id="9" name="TextBox 8"/>
            <p:cNvSpPr txBox="1"/>
            <p:nvPr/>
          </p:nvSpPr>
          <p:spPr>
            <a:xfrm>
              <a:off x="3571868" y="6396335"/>
              <a:ext cx="1415772" cy="461665"/>
            </a:xfrm>
            <a:prstGeom prst="rect">
              <a:avLst/>
            </a:prstGeom>
            <a:noFill/>
          </p:spPr>
          <p:txBody>
            <a:bodyPr wrap="none" rtlCol="0">
              <a:spAutoFit/>
            </a:bodyPr>
            <a:lstStyle/>
            <a:p>
              <a:r>
                <a:rPr lang="zh-CN" altLang="en-US" sz="2400" b="1" dirty="0">
                  <a:solidFill>
                    <a:srgbClr val="FF0000"/>
                  </a:solidFill>
                  <a:latin typeface="微软雅黑" panose="020B0503020204020204" pitchFamily="34" charset="-122"/>
                  <a:ea typeface="微软雅黑" panose="020B0503020204020204" pitchFamily="34" charset="-122"/>
                </a:rPr>
                <a:t>业务专家</a:t>
              </a:r>
            </a:p>
          </p:txBody>
        </p:sp>
      </p:grpSp>
      <p:grpSp>
        <p:nvGrpSpPr>
          <p:cNvPr id="12" name="组合 11"/>
          <p:cNvGrpSpPr/>
          <p:nvPr/>
        </p:nvGrpSpPr>
        <p:grpSpPr>
          <a:xfrm>
            <a:off x="10293829" y="3632200"/>
            <a:ext cx="1723549" cy="2184400"/>
            <a:chOff x="6286512" y="4673600"/>
            <a:chExt cx="1723549" cy="2184400"/>
          </a:xfrm>
        </p:grpSpPr>
        <p:pic>
          <p:nvPicPr>
            <p:cNvPr id="3076" name="Picture 4"/>
            <p:cNvPicPr>
              <a:picLocks noChangeAspect="1" noChangeArrowheads="1"/>
            </p:cNvPicPr>
            <p:nvPr/>
          </p:nvPicPr>
          <p:blipFill>
            <a:blip r:embed="rId4"/>
            <a:srcRect/>
            <a:stretch>
              <a:fillRect/>
            </a:stretch>
          </p:blipFill>
          <p:spPr bwMode="auto">
            <a:xfrm>
              <a:off x="6500826" y="4673600"/>
              <a:ext cx="1346200" cy="2184400"/>
            </a:xfrm>
            <a:prstGeom prst="rect">
              <a:avLst/>
            </a:prstGeom>
            <a:noFill/>
            <a:ln w="9525">
              <a:noFill/>
              <a:miter lim="800000"/>
              <a:headEnd/>
              <a:tailEnd/>
            </a:ln>
            <a:effectLst/>
          </p:spPr>
        </p:pic>
        <p:sp>
          <p:nvSpPr>
            <p:cNvPr id="11" name="TextBox 10"/>
            <p:cNvSpPr txBox="1"/>
            <p:nvPr/>
          </p:nvSpPr>
          <p:spPr>
            <a:xfrm>
              <a:off x="6286512" y="6396335"/>
              <a:ext cx="1723549" cy="461665"/>
            </a:xfrm>
            <a:prstGeom prst="rect">
              <a:avLst/>
            </a:prstGeom>
            <a:noFill/>
          </p:spPr>
          <p:txBody>
            <a:bodyPr wrap="none" rtlCol="0">
              <a:spAutoFit/>
            </a:bodyPr>
            <a:lstStyle/>
            <a:p>
              <a:r>
                <a:rPr lang="zh-CN" altLang="en-US" sz="2400" b="1" dirty="0">
                  <a:solidFill>
                    <a:srgbClr val="FF0000"/>
                  </a:solidFill>
                  <a:latin typeface="微软雅黑" panose="020B0503020204020204" pitchFamily="34" charset="-122"/>
                  <a:ea typeface="微软雅黑" panose="020B0503020204020204" pitchFamily="34" charset="-122"/>
                </a:rPr>
                <a:t>需求分析师</a:t>
              </a:r>
            </a:p>
          </p:txBody>
        </p:sp>
      </p:grpSp>
      <p:sp>
        <p:nvSpPr>
          <p:cNvPr id="13" name="文本框 12"/>
          <p:cNvSpPr txBox="1"/>
          <p:nvPr/>
        </p:nvSpPr>
        <p:spPr>
          <a:xfrm>
            <a:off x="274320" y="449590"/>
            <a:ext cx="5466080" cy="583565"/>
          </a:xfrm>
          <a:prstGeom prst="rect">
            <a:avLst/>
          </a:prstGeom>
          <a:noFill/>
        </p:spPr>
        <p:txBody>
          <a:bodyPr wrap="none" rtlCol="0">
            <a:spAutoFit/>
          </a:bodyPr>
          <a:lstStyle/>
          <a:p>
            <a:r>
              <a:rPr lang="zh-CN" altLang="en-US" sz="3200" b="1" dirty="0">
                <a:solidFill>
                  <a:srgbClr val="141316"/>
                </a:solidFill>
                <a:latin typeface="微软雅黑" panose="020B0503020204020204" pitchFamily="34" charset="-122"/>
                <a:ea typeface="微软雅黑" panose="020B0503020204020204" pitchFamily="34" charset="-122"/>
              </a:rPr>
              <a:t>注意：如何获取业务建模信息</a:t>
            </a:r>
          </a:p>
        </p:txBody>
      </p:sp>
      <p:cxnSp>
        <p:nvCxnSpPr>
          <p:cNvPr id="14" name="直接连接符 13"/>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sp>
        <p:nvSpPr>
          <p:cNvPr id="15" name="矩形 14"/>
          <p:cNvSpPr/>
          <p:nvPr/>
        </p:nvSpPr>
        <p:spPr>
          <a:xfrm>
            <a:off x="7818120"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8885357"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p:nvPr/>
        </p:nvSpPr>
        <p:spPr>
          <a:xfrm>
            <a:off x="9952594"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11019831"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p:nvSpPr>
        <p:spPr>
          <a:xfrm>
            <a:off x="11018478" y="796875"/>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0" name="组合 19"/>
          <p:cNvGrpSpPr/>
          <p:nvPr/>
        </p:nvGrpSpPr>
        <p:grpSpPr>
          <a:xfrm>
            <a:off x="5731073" y="601481"/>
            <a:ext cx="491490" cy="318085"/>
            <a:chOff x="3017520" y="601990"/>
            <a:chExt cx="491490" cy="414010"/>
          </a:xfrm>
        </p:grpSpPr>
        <p:sp>
          <p:nvSpPr>
            <p:cNvPr id="21" name="燕尾形 20"/>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2" name="燕尾形 21"/>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3" name="燕尾形 22"/>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卡通素材"/>
          <p:cNvPicPr>
            <a:picLocks noChangeAspect="1" noChangeArrowheads="1"/>
          </p:cNvPicPr>
          <p:nvPr/>
        </p:nvPicPr>
        <p:blipFill>
          <a:blip r:embed="rId2"/>
          <a:srcRect/>
          <a:stretch>
            <a:fillRect/>
          </a:stretch>
        </p:blipFill>
        <p:spPr bwMode="auto">
          <a:xfrm>
            <a:off x="9725052" y="5029200"/>
            <a:ext cx="2344843" cy="1473416"/>
          </a:xfrm>
          <a:prstGeom prst="rect">
            <a:avLst/>
          </a:prstGeom>
          <a:noFill/>
        </p:spPr>
      </p:pic>
      <p:sp>
        <p:nvSpPr>
          <p:cNvPr id="3" name="内容占位符 2"/>
          <p:cNvSpPr>
            <a:spLocks noGrp="1"/>
          </p:cNvSpPr>
          <p:nvPr>
            <p:ph idx="1"/>
          </p:nvPr>
        </p:nvSpPr>
        <p:spPr>
          <a:xfrm>
            <a:off x="740227" y="1427480"/>
            <a:ext cx="10279603" cy="4389120"/>
          </a:xfrm>
        </p:spPr>
        <p:txBody>
          <a:bodyPr/>
          <a:lstStyle/>
          <a:p>
            <a:pPr>
              <a:lnSpc>
                <a:spcPct val="120000"/>
              </a:lnSpc>
            </a:pPr>
            <a:r>
              <a:rPr lang="zh-CN" altLang="en-US" sz="2400" dirty="0"/>
              <a:t>形式：面对面会议。</a:t>
            </a:r>
            <a:endParaRPr lang="en-US" altLang="zh-CN" sz="2400" dirty="0"/>
          </a:p>
          <a:p>
            <a:pPr>
              <a:lnSpc>
                <a:spcPct val="120000"/>
              </a:lnSpc>
            </a:pPr>
            <a:r>
              <a:rPr lang="zh-CN" altLang="en-US" sz="2400" dirty="0"/>
              <a:t>参会人：甲乙双方在业务建模阶段的主要参与者。</a:t>
            </a:r>
            <a:endParaRPr lang="en-US" altLang="zh-CN" sz="2400" dirty="0"/>
          </a:p>
          <a:p>
            <a:pPr>
              <a:lnSpc>
                <a:spcPct val="120000"/>
              </a:lnSpc>
            </a:pPr>
            <a:r>
              <a:rPr lang="zh-CN" altLang="en-US" sz="2400" dirty="0"/>
              <a:t>被审材料：系统愿景、选定组织、</a:t>
            </a:r>
            <a:r>
              <a:rPr lang="zh-CN" altLang="en-US" sz="2400" dirty="0">
                <a:solidFill>
                  <a:srgbClr val="FF0000"/>
                </a:solidFill>
              </a:rPr>
              <a:t>业务用例、现状业务序列图、改进业务序列图</a:t>
            </a:r>
            <a:r>
              <a:rPr lang="zh-CN" altLang="en-US" sz="2400" dirty="0">
                <a:solidFill>
                  <a:schemeClr val="tx1"/>
                </a:solidFill>
              </a:rPr>
              <a:t>。</a:t>
            </a:r>
            <a:endParaRPr lang="en-US" altLang="zh-CN" sz="2400" dirty="0"/>
          </a:p>
          <a:p>
            <a:pPr>
              <a:lnSpc>
                <a:spcPct val="120000"/>
              </a:lnSpc>
            </a:pPr>
            <a:r>
              <a:rPr lang="zh-CN" altLang="en-US" sz="2400" dirty="0"/>
              <a:t>过程：需求分析师主持，介绍业务建模成果，所有参与者交流讨论，达成统一理解和确认。</a:t>
            </a:r>
            <a:endParaRPr lang="en-US" altLang="zh-CN" sz="2400" dirty="0"/>
          </a:p>
          <a:p>
            <a:pPr>
              <a:lnSpc>
                <a:spcPct val="120000"/>
              </a:lnSpc>
            </a:pPr>
            <a:r>
              <a:rPr lang="zh-CN" altLang="en-US" sz="2400" dirty="0"/>
              <a:t>结论：所有参与者</a:t>
            </a:r>
            <a:r>
              <a:rPr lang="zh-CN" altLang="en-US" sz="2400" dirty="0">
                <a:solidFill>
                  <a:srgbClr val="FF0000"/>
                </a:solidFill>
              </a:rPr>
              <a:t>签字</a:t>
            </a:r>
            <a:r>
              <a:rPr lang="zh-CN" altLang="en-US" sz="2400" dirty="0"/>
              <a:t>确认。（也有可能是未达成共识，需要返工。）</a:t>
            </a:r>
            <a:endParaRPr lang="en-US" altLang="zh-CN" sz="2400" dirty="0"/>
          </a:p>
          <a:p>
            <a:pPr>
              <a:lnSpc>
                <a:spcPct val="120000"/>
              </a:lnSpc>
            </a:pPr>
            <a:r>
              <a:rPr lang="zh-CN" altLang="en-US" sz="2400" dirty="0"/>
              <a:t>注意：后续的工作基本不需要“老大”的参与了。</a:t>
            </a:r>
          </a:p>
        </p:txBody>
      </p:sp>
      <p:sp>
        <p:nvSpPr>
          <p:cNvPr id="5" name="文本框 4"/>
          <p:cNvSpPr txBox="1"/>
          <p:nvPr/>
        </p:nvSpPr>
        <p:spPr>
          <a:xfrm>
            <a:off x="274320" y="449590"/>
            <a:ext cx="4288353" cy="584775"/>
          </a:xfrm>
          <a:prstGeom prst="rect">
            <a:avLst/>
          </a:prstGeom>
          <a:noFill/>
        </p:spPr>
        <p:txBody>
          <a:bodyPr wrap="none" rtlCol="0">
            <a:spAutoFit/>
          </a:bodyPr>
          <a:lstStyle/>
          <a:p>
            <a:r>
              <a:rPr lang="zh-CN" altLang="en-US" sz="3200" b="1" dirty="0">
                <a:solidFill>
                  <a:srgbClr val="141316"/>
                </a:solidFill>
                <a:latin typeface="微软雅黑" panose="020B0503020204020204" pitchFamily="34" charset="-122"/>
                <a:ea typeface="微软雅黑" panose="020B0503020204020204" pitchFamily="34" charset="-122"/>
              </a:rPr>
              <a:t>业务建模结果复核方法</a:t>
            </a:r>
          </a:p>
        </p:txBody>
      </p:sp>
      <p:cxnSp>
        <p:nvCxnSpPr>
          <p:cNvPr id="6" name="直接连接符 5"/>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sp>
        <p:nvSpPr>
          <p:cNvPr id="7" name="矩形 6"/>
          <p:cNvSpPr/>
          <p:nvPr/>
        </p:nvSpPr>
        <p:spPr>
          <a:xfrm>
            <a:off x="7818120"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8885357"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9952594"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11019831"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11018478" y="796875"/>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2" name="组合 11"/>
          <p:cNvGrpSpPr/>
          <p:nvPr/>
        </p:nvGrpSpPr>
        <p:grpSpPr>
          <a:xfrm>
            <a:off x="4562673" y="637832"/>
            <a:ext cx="491490" cy="318085"/>
            <a:chOff x="3017520" y="601990"/>
            <a:chExt cx="491490" cy="414010"/>
          </a:xfrm>
        </p:grpSpPr>
        <p:sp>
          <p:nvSpPr>
            <p:cNvPr id="13" name="燕尾形 12"/>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4" name="燕尾形 13"/>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5" name="燕尾形 14"/>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09600" y="1603900"/>
            <a:ext cx="10972800" cy="4389120"/>
          </a:xfrm>
        </p:spPr>
        <p:txBody>
          <a:bodyPr/>
          <a:lstStyle/>
          <a:p>
            <a:pPr>
              <a:lnSpc>
                <a:spcPct val="150000"/>
              </a:lnSpc>
            </a:pPr>
            <a:r>
              <a:rPr lang="zh-CN" altLang="en-US" dirty="0"/>
              <a:t>一是完善业务建模成果，寻找是否有遗漏或错误的地方进行修正，如果问题明显，就需要</a:t>
            </a:r>
            <a:r>
              <a:rPr lang="zh-CN" altLang="en-US" dirty="0">
                <a:solidFill>
                  <a:srgbClr val="FF0000"/>
                </a:solidFill>
              </a:rPr>
              <a:t>迭代</a:t>
            </a:r>
            <a:r>
              <a:rPr lang="zh-CN" altLang="en-US" dirty="0"/>
              <a:t>回去继续做业务建模工作；</a:t>
            </a:r>
            <a:endParaRPr lang="en-US" altLang="zh-CN" dirty="0"/>
          </a:p>
          <a:p>
            <a:pPr>
              <a:lnSpc>
                <a:spcPct val="150000"/>
              </a:lnSpc>
            </a:pPr>
            <a:r>
              <a:rPr lang="zh-CN" altLang="en-US" dirty="0"/>
              <a:t>二是关键干系人在信息和意见上达成一致，并共同</a:t>
            </a:r>
            <a:r>
              <a:rPr lang="zh-CN" altLang="en-US" dirty="0">
                <a:solidFill>
                  <a:srgbClr val="FF0000"/>
                </a:solidFill>
              </a:rPr>
              <a:t>签字</a:t>
            </a:r>
            <a:r>
              <a:rPr lang="zh-CN" altLang="en-US" dirty="0"/>
              <a:t>确认，作为下一阶段启动的标志。</a:t>
            </a:r>
          </a:p>
        </p:txBody>
      </p:sp>
      <p:sp>
        <p:nvSpPr>
          <p:cNvPr id="4" name="文本框 3"/>
          <p:cNvSpPr txBox="1"/>
          <p:nvPr/>
        </p:nvSpPr>
        <p:spPr>
          <a:xfrm>
            <a:off x="274320" y="449590"/>
            <a:ext cx="4288353" cy="584775"/>
          </a:xfrm>
          <a:prstGeom prst="rect">
            <a:avLst/>
          </a:prstGeom>
          <a:noFill/>
        </p:spPr>
        <p:txBody>
          <a:bodyPr wrap="none" rtlCol="0">
            <a:spAutoFit/>
          </a:bodyPr>
          <a:lstStyle/>
          <a:p>
            <a:r>
              <a:rPr lang="zh-CN" altLang="en-US" sz="3200" b="1" dirty="0">
                <a:solidFill>
                  <a:srgbClr val="141316"/>
                </a:solidFill>
                <a:latin typeface="微软雅黑" panose="020B0503020204020204" pitchFamily="34" charset="-122"/>
                <a:ea typeface="微软雅黑" panose="020B0503020204020204" pitchFamily="34" charset="-122"/>
              </a:rPr>
              <a:t>业务建模结果复核目的</a:t>
            </a:r>
          </a:p>
        </p:txBody>
      </p:sp>
      <p:cxnSp>
        <p:nvCxnSpPr>
          <p:cNvPr id="5" name="直接连接符 4"/>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7818120"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8885357"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9952594"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11019831"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11018478" y="796875"/>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 name="组合 10"/>
          <p:cNvGrpSpPr/>
          <p:nvPr/>
        </p:nvGrpSpPr>
        <p:grpSpPr>
          <a:xfrm>
            <a:off x="4562673" y="615082"/>
            <a:ext cx="491490" cy="318085"/>
            <a:chOff x="3017520" y="601990"/>
            <a:chExt cx="491490" cy="414010"/>
          </a:xfrm>
        </p:grpSpPr>
        <p:sp>
          <p:nvSpPr>
            <p:cNvPr id="12" name="燕尾形 11"/>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3" name="燕尾形 12"/>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4" name="燕尾形 13"/>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壁纸描述：卡通 漫画 问号；壁纸尺寸：1600X1600"/>
          <p:cNvPicPr>
            <a:picLocks noChangeAspect="1" noChangeArrowheads="1"/>
          </p:cNvPicPr>
          <p:nvPr/>
        </p:nvPicPr>
        <p:blipFill>
          <a:blip r:embed="rId2" cstate="print">
            <a:clrChange>
              <a:clrFrom>
                <a:srgbClr val="FFFFFF"/>
              </a:clrFrom>
              <a:clrTo>
                <a:srgbClr val="FFFFFF">
                  <a:alpha val="0"/>
                </a:srgbClr>
              </a:clrTo>
            </a:clrChange>
          </a:blip>
          <a:srcRect l="16788" t="3649" r="17518"/>
          <a:stretch>
            <a:fillRect/>
          </a:stretch>
        </p:blipFill>
        <p:spPr bwMode="auto">
          <a:xfrm>
            <a:off x="8524860" y="3214686"/>
            <a:ext cx="2143140" cy="3143248"/>
          </a:xfrm>
          <a:prstGeom prst="rect">
            <a:avLst/>
          </a:prstGeom>
          <a:noFill/>
        </p:spPr>
      </p:pic>
      <p:sp>
        <p:nvSpPr>
          <p:cNvPr id="3" name="内容占位符 2"/>
          <p:cNvSpPr>
            <a:spLocks noGrp="1"/>
          </p:cNvSpPr>
          <p:nvPr>
            <p:ph idx="1"/>
          </p:nvPr>
        </p:nvSpPr>
        <p:spPr>
          <a:xfrm>
            <a:off x="609600" y="1603900"/>
            <a:ext cx="10972800" cy="4389120"/>
          </a:xfrm>
        </p:spPr>
        <p:txBody>
          <a:bodyPr/>
          <a:lstStyle/>
          <a:p>
            <a:pPr>
              <a:lnSpc>
                <a:spcPct val="150000"/>
              </a:lnSpc>
            </a:pPr>
            <a:r>
              <a:rPr lang="zh-CN" altLang="en-US" sz="2800" dirty="0"/>
              <a:t>如果下面问题已经很清楚了，就可以精简业务建模并直接进入需求分析阶段。</a:t>
            </a:r>
            <a:endParaRPr lang="en-US" altLang="zh-CN" sz="2800" dirty="0"/>
          </a:p>
          <a:p>
            <a:pPr lvl="1">
              <a:lnSpc>
                <a:spcPct val="150000"/>
              </a:lnSpc>
              <a:buFont typeface="Wingdings" panose="05000000000000000000" pitchFamily="2" charset="2"/>
              <a:buChar char="Ø"/>
            </a:pPr>
            <a:r>
              <a:rPr lang="zh-CN" altLang="en-US" dirty="0"/>
              <a:t>系统是改善什么业务组织（或人群）的价值？</a:t>
            </a:r>
            <a:endParaRPr lang="en-US" altLang="zh-CN" dirty="0"/>
          </a:p>
          <a:p>
            <a:pPr lvl="1">
              <a:lnSpc>
                <a:spcPct val="150000"/>
              </a:lnSpc>
              <a:buFont typeface="Wingdings" panose="05000000000000000000" pitchFamily="2" charset="2"/>
              <a:buChar char="Ø"/>
            </a:pPr>
            <a:r>
              <a:rPr lang="zh-CN" altLang="en-US" dirty="0"/>
              <a:t>改善哪方面价值？目前这方面有什么不足？</a:t>
            </a:r>
            <a:endParaRPr lang="en-US" altLang="zh-CN" dirty="0"/>
          </a:p>
          <a:p>
            <a:pPr lvl="1">
              <a:lnSpc>
                <a:spcPct val="150000"/>
              </a:lnSpc>
              <a:buFont typeface="Wingdings" panose="05000000000000000000" pitchFamily="2" charset="2"/>
              <a:buChar char="Ø"/>
            </a:pPr>
            <a:r>
              <a:rPr lang="zh-CN" altLang="en-US" dirty="0"/>
              <a:t>系统可以改进哪些不足？</a:t>
            </a:r>
          </a:p>
        </p:txBody>
      </p:sp>
      <p:sp>
        <p:nvSpPr>
          <p:cNvPr id="5" name="文本框 4"/>
          <p:cNvSpPr txBox="1"/>
          <p:nvPr/>
        </p:nvSpPr>
        <p:spPr>
          <a:xfrm>
            <a:off x="274320" y="449590"/>
            <a:ext cx="5109091" cy="584775"/>
          </a:xfrm>
          <a:prstGeom prst="rect">
            <a:avLst/>
          </a:prstGeom>
          <a:noFill/>
        </p:spPr>
        <p:txBody>
          <a:bodyPr wrap="none" rtlCol="0">
            <a:spAutoFit/>
          </a:bodyPr>
          <a:lstStyle/>
          <a:p>
            <a:r>
              <a:rPr lang="zh-CN" altLang="en-US" sz="3200" b="1" dirty="0">
                <a:solidFill>
                  <a:srgbClr val="141316"/>
                </a:solidFill>
                <a:latin typeface="微软雅黑" panose="020B0503020204020204" pitchFamily="34" charset="-122"/>
                <a:ea typeface="微软雅黑" panose="020B0503020204020204" pitchFamily="34" charset="-122"/>
              </a:rPr>
              <a:t>思考：业务建模能否精简？</a:t>
            </a:r>
          </a:p>
        </p:txBody>
      </p:sp>
      <p:cxnSp>
        <p:nvCxnSpPr>
          <p:cNvPr id="6" name="直接连接符 5"/>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sp>
        <p:nvSpPr>
          <p:cNvPr id="7" name="矩形 6"/>
          <p:cNvSpPr/>
          <p:nvPr/>
        </p:nvSpPr>
        <p:spPr>
          <a:xfrm>
            <a:off x="7818120"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8885357"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9952594"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11019831"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11018478" y="796875"/>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2" name="组合 11"/>
          <p:cNvGrpSpPr/>
          <p:nvPr/>
        </p:nvGrpSpPr>
        <p:grpSpPr>
          <a:xfrm>
            <a:off x="5251311" y="588957"/>
            <a:ext cx="491490" cy="318085"/>
            <a:chOff x="3017520" y="601990"/>
            <a:chExt cx="491490" cy="414010"/>
          </a:xfrm>
        </p:grpSpPr>
        <p:sp>
          <p:nvSpPr>
            <p:cNvPr id="13" name="燕尾形 12"/>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4" name="燕尾形 13"/>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5" name="燕尾形 14"/>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blinds(horizontal)">
                                      <p:cBhvr>
                                        <p:cTn id="10" dur="500"/>
                                        <p:tgtEl>
                                          <p:spTgt spid="3">
                                            <p:txEl>
                                              <p:pRg st="1" end="1"/>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blinds(horizontal)">
                                      <p:cBhvr>
                                        <p:cTn id="13" dur="500"/>
                                        <p:tgtEl>
                                          <p:spTgt spid="3">
                                            <p:txEl>
                                              <p:pRg st="2" end="2"/>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blinds(horizontal)">
                                      <p:cBhvr>
                                        <p:cTn id="16"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壁纸描述：卡通 漫画 问号；壁纸尺寸：1600X1600"/>
          <p:cNvPicPr>
            <a:picLocks noChangeAspect="1" noChangeArrowheads="1"/>
          </p:cNvPicPr>
          <p:nvPr/>
        </p:nvPicPr>
        <p:blipFill>
          <a:blip r:embed="rId2" cstate="print">
            <a:clrChange>
              <a:clrFrom>
                <a:srgbClr val="FFFFFF"/>
              </a:clrFrom>
              <a:clrTo>
                <a:srgbClr val="FFFFFF">
                  <a:alpha val="0"/>
                </a:srgbClr>
              </a:clrTo>
            </a:clrChange>
          </a:blip>
          <a:srcRect l="16788" t="3649" r="17518"/>
          <a:stretch>
            <a:fillRect/>
          </a:stretch>
        </p:blipFill>
        <p:spPr bwMode="auto">
          <a:xfrm>
            <a:off x="8524860" y="3214686"/>
            <a:ext cx="2143140" cy="3143248"/>
          </a:xfrm>
          <a:prstGeom prst="rect">
            <a:avLst/>
          </a:prstGeom>
          <a:noFill/>
        </p:spPr>
      </p:pic>
      <p:sp>
        <p:nvSpPr>
          <p:cNvPr id="3" name="内容占位符 2"/>
          <p:cNvSpPr>
            <a:spLocks noGrp="1"/>
          </p:cNvSpPr>
          <p:nvPr>
            <p:ph idx="1"/>
          </p:nvPr>
        </p:nvSpPr>
        <p:spPr>
          <a:xfrm>
            <a:off x="609600" y="1603900"/>
            <a:ext cx="10972800" cy="4389120"/>
          </a:xfrm>
        </p:spPr>
        <p:txBody>
          <a:bodyPr/>
          <a:lstStyle/>
          <a:p>
            <a:pPr>
              <a:lnSpc>
                <a:spcPct val="150000"/>
              </a:lnSpc>
            </a:pPr>
            <a:r>
              <a:rPr lang="zh-CN" altLang="en-US" dirty="0"/>
              <a:t>优化管理</a:t>
            </a:r>
            <a:endParaRPr lang="en-US" altLang="zh-CN" dirty="0"/>
          </a:p>
          <a:p>
            <a:pPr>
              <a:lnSpc>
                <a:spcPct val="150000"/>
              </a:lnSpc>
            </a:pPr>
            <a:r>
              <a:rPr lang="zh-CN" altLang="en-US" dirty="0"/>
              <a:t>流程改进</a:t>
            </a:r>
            <a:endParaRPr lang="en-US" altLang="zh-CN" dirty="0"/>
          </a:p>
          <a:p>
            <a:pPr>
              <a:lnSpc>
                <a:spcPct val="150000"/>
              </a:lnSpc>
            </a:pPr>
            <a:r>
              <a:rPr lang="zh-CN" altLang="en-US" dirty="0"/>
              <a:t>员工培训</a:t>
            </a:r>
            <a:endParaRPr lang="en-US" altLang="zh-CN" dirty="0"/>
          </a:p>
          <a:p>
            <a:pPr>
              <a:lnSpc>
                <a:spcPct val="150000"/>
              </a:lnSpc>
            </a:pPr>
            <a:r>
              <a:rPr lang="en-US" altLang="zh-CN" dirty="0"/>
              <a:t>……</a:t>
            </a:r>
            <a:endParaRPr lang="zh-CN" altLang="en-US" dirty="0"/>
          </a:p>
        </p:txBody>
      </p:sp>
      <p:sp>
        <p:nvSpPr>
          <p:cNvPr id="5" name="文本框 4"/>
          <p:cNvSpPr txBox="1"/>
          <p:nvPr/>
        </p:nvSpPr>
        <p:spPr>
          <a:xfrm>
            <a:off x="274320" y="449590"/>
            <a:ext cx="7007046" cy="523220"/>
          </a:xfrm>
          <a:prstGeom prst="rect">
            <a:avLst/>
          </a:prstGeom>
          <a:noFill/>
        </p:spPr>
        <p:txBody>
          <a:bodyPr wrap="none" rtlCol="0">
            <a:spAutoFit/>
          </a:bodyPr>
          <a:lstStyle/>
          <a:p>
            <a:r>
              <a:rPr lang="zh-CN" altLang="en-US" sz="2800" b="1" dirty="0">
                <a:solidFill>
                  <a:srgbClr val="141316"/>
                </a:solidFill>
                <a:latin typeface="微软雅黑" panose="020B0503020204020204" pitchFamily="34" charset="-122"/>
                <a:ea typeface="微软雅黑" panose="020B0503020204020204" pitchFamily="34" charset="-122"/>
              </a:rPr>
              <a:t>思考：业务建模只能用来指导软件分析吗？</a:t>
            </a:r>
          </a:p>
        </p:txBody>
      </p:sp>
      <p:cxnSp>
        <p:nvCxnSpPr>
          <p:cNvPr id="6" name="直接连接符 5"/>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sp>
        <p:nvSpPr>
          <p:cNvPr id="7" name="矩形 6"/>
          <p:cNvSpPr/>
          <p:nvPr/>
        </p:nvSpPr>
        <p:spPr>
          <a:xfrm>
            <a:off x="7818120"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8885357"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9952594"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11019831"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11018478" y="796875"/>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2" name="组合 11"/>
          <p:cNvGrpSpPr/>
          <p:nvPr/>
        </p:nvGrpSpPr>
        <p:grpSpPr>
          <a:xfrm>
            <a:off x="7149942" y="540435"/>
            <a:ext cx="491490" cy="318085"/>
            <a:chOff x="3017520" y="601990"/>
            <a:chExt cx="491490" cy="414010"/>
          </a:xfrm>
        </p:grpSpPr>
        <p:sp>
          <p:nvSpPr>
            <p:cNvPr id="13" name="燕尾形 12"/>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4" name="燕尾形 13"/>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5" name="燕尾形 14"/>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矩形 24"/>
          <p:cNvSpPr/>
          <p:nvPr/>
        </p:nvSpPr>
        <p:spPr>
          <a:xfrm>
            <a:off x="6722772" y="3245476"/>
            <a:ext cx="5469228" cy="64394"/>
          </a:xfrm>
          <a:prstGeom prst="rect">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文本框 25"/>
          <p:cNvSpPr txBox="1"/>
          <p:nvPr/>
        </p:nvSpPr>
        <p:spPr>
          <a:xfrm>
            <a:off x="6529588" y="1982450"/>
            <a:ext cx="5383205" cy="1569660"/>
          </a:xfrm>
          <a:prstGeom prst="rect">
            <a:avLst/>
          </a:prstGeom>
          <a:noFill/>
        </p:spPr>
        <p:txBody>
          <a:bodyPr wrap="none" rtlCol="0">
            <a:spAutoFit/>
          </a:bodyPr>
          <a:lstStyle/>
          <a:p>
            <a:r>
              <a:rPr lang="en-US" altLang="zh-CN" sz="9600" b="1" dirty="0">
                <a:solidFill>
                  <a:srgbClr val="B82E24"/>
                </a:solidFill>
                <a:latin typeface="Times New Roman" panose="02020603050405020304" pitchFamily="18" charset="0"/>
                <a:cs typeface="Times New Roman" panose="02020603050405020304" pitchFamily="18" charset="0"/>
              </a:rPr>
              <a:t>THANKS</a:t>
            </a:r>
            <a:endParaRPr lang="zh-CN" altLang="en-US" sz="6000" b="1" dirty="0">
              <a:solidFill>
                <a:srgbClr val="141316"/>
              </a:solidFill>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withEffect">
                                  <p:stCondLst>
                                    <p:cond delay="0"/>
                                  </p:stCondLst>
                                  <p:iterate type="lt">
                                    <p:tmPct val="10000"/>
                                  </p:iterate>
                                  <p:childTnLst>
                                    <p:set>
                                      <p:cBhvr>
                                        <p:cTn id="6" dur="1" fill="hold">
                                          <p:stCondLst>
                                            <p:cond delay="0"/>
                                          </p:stCondLst>
                                        </p:cTn>
                                        <p:tgtEl>
                                          <p:spTgt spid="26"/>
                                        </p:tgtEl>
                                        <p:attrNameLst>
                                          <p:attrName>style.visibility</p:attrName>
                                        </p:attrNameLst>
                                      </p:cBhvr>
                                      <p:to>
                                        <p:strVal val="visible"/>
                                      </p:to>
                                    </p:set>
                                    <p:anim calcmode="lin" valueType="num">
                                      <p:cBhvr>
                                        <p:cTn id="7" dur="500" fill="hold"/>
                                        <p:tgtEl>
                                          <p:spTgt spid="26"/>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26"/>
                                        </p:tgtEl>
                                        <p:attrNameLst>
                                          <p:attrName>ppt_y</p:attrName>
                                        </p:attrNameLst>
                                      </p:cBhvr>
                                      <p:tavLst>
                                        <p:tav tm="0">
                                          <p:val>
                                            <p:strVal val="#ppt_y"/>
                                          </p:val>
                                        </p:tav>
                                        <p:tav tm="100000">
                                          <p:val>
                                            <p:strVal val="#ppt_y"/>
                                          </p:val>
                                        </p:tav>
                                      </p:tavLst>
                                    </p:anim>
                                    <p:anim calcmode="lin" valueType="num">
                                      <p:cBhvr>
                                        <p:cTn id="9" dur="500" fill="hold"/>
                                        <p:tgtEl>
                                          <p:spTgt spid="26"/>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26"/>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26"/>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5"/>
                                        </p:tgtEl>
                                        <p:attrNameLst>
                                          <p:attrName>style.visibility</p:attrName>
                                        </p:attrNameLst>
                                      </p:cBhvr>
                                      <p:to>
                                        <p:strVal val="visible"/>
                                      </p:to>
                                    </p:set>
                                    <p:animEffect transition="in" filter="fade">
                                      <p:cBhvr>
                                        <p:cTn id="14"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6" grpId="0"/>
    </p:bld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7631</TotalTime>
  <Words>2905</Words>
  <Application>Microsoft Office PowerPoint</Application>
  <PresentationFormat>宽屏</PresentationFormat>
  <Paragraphs>344</Paragraphs>
  <Slides>67</Slides>
  <Notes>28</Notes>
  <HiddenSlides>3</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67</vt:i4>
      </vt:variant>
    </vt:vector>
  </HeadingPairs>
  <TitlesOfParts>
    <vt:vector size="77" baseType="lpstr">
      <vt:lpstr>微软雅黑</vt:lpstr>
      <vt:lpstr>Times New Roman</vt:lpstr>
      <vt:lpstr>Arial</vt:lpstr>
      <vt:lpstr>Calibri</vt:lpstr>
      <vt:lpstr>Wingdings</vt:lpstr>
      <vt:lpstr>Berlin Sans FB Demi</vt:lpstr>
      <vt:lpstr>华康俪金黑W8(P)</vt:lpstr>
      <vt:lpstr>隶书</vt:lpstr>
      <vt:lpstr>宋体</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China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胡占利</dc:creator>
  <cp:lastModifiedBy>杨胜强</cp:lastModifiedBy>
  <cp:revision>428</cp:revision>
  <dcterms:created xsi:type="dcterms:W3CDTF">2013-08-14T15:08:00Z</dcterms:created>
  <dcterms:modified xsi:type="dcterms:W3CDTF">2024-07-25T01:17:49Z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2052-11.1.0.9828</vt:lpwstr>
  </property>
</Properties>
</file>